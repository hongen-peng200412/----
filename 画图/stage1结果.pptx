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notesSlides/notesSlide21.xml" ContentType="application/vnd.openxmlformats-officedocument.presentationml.notesSlide+xml"/>
  <Override PartName="/ppt/comments/modernComment_119_24E9D965.xml" ContentType="application/vnd.ms-powerpoint.comments+xml"/>
  <Override PartName="/ppt/notesSlides/notesSlide22.xml" ContentType="application/vnd.openxmlformats-officedocument.presentationml.notesSlide+xml"/>
  <Override PartName="/ppt/comments/modernComment_11A_487AF3F3.xml" ContentType="application/vnd.ms-powerpoint.comments+xml"/>
  <Override PartName="/ppt/notesSlides/notesSlide23.xml" ContentType="application/vnd.openxmlformats-officedocument.presentationml.notesSlide+xml"/>
  <Override PartName="/ppt/comments/modernComment_11B_1497C3EF.xml" ContentType="application/vnd.ms-powerpoint.comments+xml"/>
  <Override PartName="/ppt/notesSlides/notesSlide24.xml" ContentType="application/vnd.openxmlformats-officedocument.presentationml.notesSlide+xml"/>
  <Override PartName="/ppt/comments/modernComment_11C_4C35CE21.xml" ContentType="application/vnd.ms-powerpoint.comments+xml"/>
  <Override PartName="/ppt/notesSlides/notesSlide25.xml" ContentType="application/vnd.openxmlformats-officedocument.presentationml.notesSlide+xml"/>
  <Override PartName="/ppt/comments/modernComment_11D_24D69F6C.xml" ContentType="application/vnd.ms-powerpoint.comments+xml"/>
  <Override PartName="/ppt/notesSlides/notesSlide26.xml" ContentType="application/vnd.openxmlformats-officedocument.presentationml.notesSlide+xml"/>
  <Override PartName="/ppt/comments/modernComment_121_A31B444B.xml" ContentType="application/vnd.ms-powerpoint.comments+xml"/>
  <Override PartName="/ppt/notesSlides/notesSlide27.xml" ContentType="application/vnd.openxmlformats-officedocument.presentationml.notesSlide+xml"/>
  <Override PartName="/ppt/comments/modernComment_11E_BB180686.xml" ContentType="application/vnd.ms-powerpoint.comments+xml"/>
  <Override PartName="/ppt/notesSlides/notesSlide28.xml" ContentType="application/vnd.openxmlformats-officedocument.presentationml.notesSlide+xml"/>
  <Override PartName="/ppt/comments/modernComment_11F_99C1F4A8.xml" ContentType="application/vnd.ms-powerpoint.comments+xml"/>
  <Override PartName="/ppt/notesSlides/notesSlide29.xml" ContentType="application/vnd.openxmlformats-officedocument.presentationml.notesSlide+xml"/>
  <Override PartName="/ppt/comments/modernComment_120_1876B60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Id2"/>
  </p:sldMasterIdLst>
  <p:notesMasterIdLst>
    <p:notesMasterId r:id="rId32"/>
  </p:notesMasterIdLst>
  <p:sldIdLst>
    <p:sldId id="277" r:id="rId3"/>
    <p:sldId id="278" r:id="rId4"/>
    <p:sldId id="272" r:id="rId5"/>
    <p:sldId id="273" r:id="rId6"/>
    <p:sldId id="274" r:id="rId7"/>
    <p:sldId id="275" r:id="rId8"/>
    <p:sldId id="259" r:id="rId9"/>
    <p:sldId id="261" r:id="rId10"/>
    <p:sldId id="262" r:id="rId11"/>
    <p:sldId id="260" r:id="rId12"/>
    <p:sldId id="269" r:id="rId13"/>
    <p:sldId id="256" r:id="rId14"/>
    <p:sldId id="257" r:id="rId15"/>
    <p:sldId id="258" r:id="rId16"/>
    <p:sldId id="263" r:id="rId17"/>
    <p:sldId id="264" r:id="rId18"/>
    <p:sldId id="265" r:id="rId19"/>
    <p:sldId id="266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9" r:id="rId28"/>
    <p:sldId id="286" r:id="rId29"/>
    <p:sldId id="287" r:id="rId30"/>
    <p:sldId id="288" r:id="rId31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2DFC118-06F7-430F-883E-A87A3078A56A}" name="Figure Editor" initials="FE" userId="figure-editor" providerId="None"/>
  <p188:author id="{45523D57-6339-42F2-A99F-1EA36929E478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904" autoAdjust="0"/>
  </p:normalViewPr>
  <p:slideViewPr>
    <p:cSldViewPr snapToGrid="0">
      <p:cViewPr>
        <p:scale>
          <a:sx n="75" d="100"/>
          <a:sy n="75" d="100"/>
        </p:scale>
        <p:origin x="1184" y="32"/>
      </p:cViewPr>
      <p:guideLst/>
    </p:cSldViewPr>
  </p:slideViewPr>
  <p:notesTextViewPr>
    <p:cViewPr>
      <p:scale>
        <a:sx n="1" d="1"/>
        <a:sy n="1" d="1"/>
      </p:scale>
      <p:origin x="0" y="-85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microsoft.com/office/2018/10/relationships/authors" Target="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t>@@stage1-cases-NO_LEVEL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1A_487AF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BFC2C1-D1E8-4FB6-9CF4-10212D818CBC}" authorId="{92DFC118-06F7-430F-883E-A87A3078A56A}" created="2026-10-25T09:53:39.909Z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PROVENANCE v1</a:t>
        </a:r>
      </a:p>
      <a:p>
        <a:r>
          <a:t>id: stage1-candidate-quality-NO_LEVEL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stage1-candidate-quality-NO_LEVEL｜候选质量与有限候选数量下的检出</a:t>
        </a:r>
      </a:p>
      <a:p>
        <a:r>
          <a:t/>
        </a:r>
      </a:p>
      <a:p>
        <a:r>
          <a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andidate-quality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57A6230-EFAC-4BC0-99B6-1683B7BF1A08}" authorId="{92DFC118-06F7-430F-883E-A87A3078A56A}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@@stage1-candidate-quality-NO_LEVEL</a:t>
        </a:r>
      </a:p>
    </p188:txBody>
  </p188:cm>
</p188:cmLst>
</file>

<file path=ppt/comments/modernComment_11B_1497C3E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F15E70-BFD3-439E-800C-C448CA416893}" authorId="{92DFC118-06F7-430F-883E-A87A3078A56A}" created="2026-10-25T09:53:39.909Z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PROVENANCE v1</a:t>
        </a:r>
      </a:p>
      <a:p>
        <a:r>
          <a:t>id: stage1-strict-threshold-NO_LEVEL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stage1-strict-threshold-NO_LEVEL｜严格覆盖阈值下的检出</a:t>
        </a:r>
      </a:p>
      <a:p>
        <a:r>
          <a:t/>
        </a:r>
      </a:p>
      <a:p>
        <a:r>
          <a:t>当前载体为`画图/stage1结果.pptx`第23页。补充第一图。a、b只读取oto05的冻结均值、95%区间和逐PDB值，比较双向覆盖0.5下的实例级PRAUC。GT/CA2/Emap全配体均值0.557571/0.447013/0.126172，小分子0.604858/0.499294/0.293214。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strict-threshold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0C1434C5-3F7D-4AD2-9495-AAEBC721702A}" authorId="{92DFC118-06F7-430F-883E-A87A3078A56A}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@@stage1-strict-threshold-NO_LEVEL</a:t>
        </a:r>
      </a:p>
    </p188:txBody>
  </p188:cm>
</p188:cmLst>
</file>

<file path=ppt/comments/modernComment_11C_4C35CE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365DD7B-3941-41EE-A29B-B32E4B28A49D}" authorId="{92DFC118-06F7-430F-883E-A87A3078A56A}" created="2026-10-25T09:53:39.909Z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PROVENANCE v1</a:t>
        </a:r>
      </a:p>
      <a:p>
        <a:r>
          <a:t>id: stage1-completion-curves-NO_LEVEL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stage1-completion-curves-NO_LEVEL｜完整候选排序检出曲线</a:t>
        </a:r>
      </a:p>
      <a:p>
        <a:r>
          <a:t/>
        </a:r>
      </a:p>
      <a:p>
        <a:r>
          <a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-NO_LEVEL第20页保留，本图用新图名呈现相同完成度口径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-NO_LEVEL、@@stage1-candidate-quality-NO_LEVEL、@@stage1-strict-threshold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ompletion-curves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818C847-1B3F-42F2-8057-AB84D22459BB}" authorId="{92DFC118-06F7-430F-883E-A87A3078A56A}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@@stage1-completion-curves-NO_LEVEL</a:t>
        </a:r>
      </a:p>
    </p188:txBody>
  </p188:cm>
</p188:cmLst>
</file>

<file path=ppt/comments/modernComment_11D_24D69F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7B91DF-ADE1-40EA-A915-1C544C410703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3BD226F-1B26-45BF-93F8-E062E6CF5DAF}" authorId="{45523D57-6339-42F2-A99F-1EA36929E478}" created="2026-10-27T18:04:45.058+08:00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@@stage1-overall-performance</a:t>
        </a:r>
      </a:p>
    </p188:txBody>
  </p188:cm>
</p188:cmLst>
</file>

<file path=ppt/comments/modernComment_11E_BB1806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CCC3CD-B069-4CCC-A7AD-52593582C68F}" authorId="{45523D57-6339-42F2-A99F-1EA36929E478}" created="2026-10-27T10:38:19.490Z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PROVENANCE v1</a:t>
        </a:r>
      </a:p>
      <a:p>
        <a:r>
          <a:t>id: stage1-candidate-quality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stage1-candidate-quality｜显式推荐 level 条件</a:t>
        </a:r>
      </a:p>
      <a:p>
        <a:r>
          <a:t/>
        </a:r>
      </a:p>
      <a:p>
        <a:r>
          <a:t>本图与`@@stage1-overall-performance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本页保留原四面板模板，在补充材料展示新条件P/R分布与100%／300%候选预算检出完成度；不再单独进入正文。Emap全配体100%／300%为0.28548475／0.31400840，全部小分子为0.46613776／0.54886337。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stage1-candidate-quality`。统一入口按本记录inputs显式绑定条件，屏蔽旧temp，科学输入位于上列长期目录；临时图稿、PPT和receipt写本次temp构建目录。当前作者PPT保存新页及最小双语备注，旧页使用`-NO_LEVEL`。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9EF6AA6E-EC31-4904-9A93-8FA576C54D26}" authorId="{45523D57-6339-42F2-A99F-1EA36929E478}" created="2026-10-27T18:04:45.160+08:00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@@stage1-candidate-quality</a:t>
        </a:r>
      </a:p>
    </p188:txBody>
  </p188:cm>
</p188:cmLst>
</file>

<file path=ppt/comments/modernComment_11F_99C1F4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17D6FC-67AE-4A7C-8FF3-F22B59BB6EBC}" authorId="{45523D57-6339-42F2-A99F-1EA36929E478}" created="2026-10-27T10:38:19.491Z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PROVENANCE v1</a:t>
        </a:r>
      </a:p>
      <a:p>
        <a:r>
          <a:t>id: stage1-strict-threshold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stage1-strict-threshold｜显式推荐 level 条件</a:t>
        </a:r>
      </a:p>
      <a:p>
        <a:r>
          <a:t/>
        </a:r>
      </a:p>
      <a:p>
        <a:r>
          <a:t>本图与`@@stage1-overall-performance`、`@@stage1-candidate-quality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沿用原两面板严格阈值图。双向覆盖阈值0.5下，新Emap全配体／全部小分子的PDB等权实例PRAUC为0.15179729／0.33677677，GT/CA2原值不变。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stage1-strict-threshold`。统一入口按本记录inputs显式绑定条件，屏蔽旧temp，科学输入位于上列长期目录；临时图稿、PPT和receipt写本次temp构建目录。当前作者PPT保存新页及最小双语备注，旧页使用`-NO_LEVEL`。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D27B4932-85B0-465A-A653-46D213F01A6D}" authorId="{45523D57-6339-42F2-A99F-1EA36929E478}" created="2026-10-27T18:04:45.200+08:00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@@stage1-strict-threshold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t>@@stage1全测试集条形图-NO_LEVEL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t>@@stage1-legacy-pr-distribution-NO_LEVEL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t>@@stage1全测试集头对头语义PRAUC-NO_LEVEL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t>@@stage1全测试集头对头1to10.3PRAUC-NO_LEVEL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t>@@stage1-c-full-paired-NO_LEVEL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t>@@stage1-d-small-paired-NO_LEVEL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t>@@stage1-e-full-violin-NO_LEVEL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t>@@stage1-f-small-violin-NO_LEVEL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t>@@stage1-a-full-bar-NO_LEVEL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t>@@stage1-b-small-bar-NO_LEVEL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@@stage1-main-sixpanel-NO_LEVEL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stage1-main-sixpanel-NO_LEVEL｜Find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本图为2026-10-25修订前的六面板统计原稿，保留在第19页；当前正文改用@@stage1-overall-performance-NO_LEVEL与@@stage1-candidate-quality-NO_LEVEL，0.5阈值移入@@stage1-strict-threshold-NO_LEVEL。原统计中，左列为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@@find-only-instance-completion-NO_LEVEL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find-only-instance-completion-NO_LEVEL｜候选排序中的实例检出完成度</a:t>
        </a:r>
      </a:p>
      <a:p>
        <a:r>
          <a:t/>
        </a:r>
      </a:p>
      <a:p>
        <a:r>
          <a:t>**共享关系与本图选择。** 本图与`@@e2e-find-build-direct-comparison-NO_LEVEL`、`@@stage3-predicted-region-head-to-head-NO_LEVEL`、`@@supp-find-correct-match-build-NO_LEVEL`关联的共享代码位于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本图为第20页保留的原完成度图；当前正文采用@@stage1-candidate-quality-NO_LEVEL的柱图，完整曲线由新页@@stage1-completion-curves-NO_LEVEL进入补充。原六面板上排为全配体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comments/modernComment_119_24E9D9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BA3111-D672-4A3C-8AB9-B2EF77F6B161}" authorId="{92DFC118-06F7-430F-883E-A87A3078A56A}" created="2026-10-25T09:53:39.909Z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PROVENANCE v1</a:t>
        </a:r>
      </a:p>
      <a:p>
        <a:r>
          <a:t>id: stage1-overall-performance-NO_LEVEL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stage1-overall-performance-NO_LEVEL｜整体配体区域检出</a:t>
        </a:r>
      </a:p>
      <a:p>
        <a:r>
          <a:t/>
        </a:r>
      </a:p>
      <a:p>
        <a:r>
          <a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Å）、色条和等比例坐标。较高／相等／较低为112／40／27及40／36／18，容差1e-12。Dice不使用实例覆盖阈值；PRAUC使用双向覆盖0.3，图内省略0.3下标。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PNG及面板对齐清单；`build_deck.mjs`把同源SVG的每段文字、路径、线、柱、散点和色条转成原生可编辑对象，备注保存双语图注，独立批注为@@stage1-overall-performance-NO_LEVEL。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candidate-quality-NO_LEVEL、@@stage1-strict-threshold-NO_LEVEL、@@stage1-completion-curves-NO_LEVEL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@@stage1-main-sixpanel-NO_LEVEL、@@ligandseek2-vs-ligandseek1：`画图/画图代码/stage1/calculate/stage1-main-sixpanel`。只共享svg_to_scene.convert显示几何运输；原有模型指标读取冻结输入，不重新评价。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overall-performance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A71FB57D-5B08-4F77-B5F2-5F9AF5FD63A9}" authorId="{92DFC118-06F7-430F-883E-A87A3078A56A}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@@stage1-overall-performance-NO_LEVEL</a:t>
        </a:r>
      </a:p>
    </p188:txBody>
  </p188:cm>
</p188:cmLst>
</file>

<file path=ppt/comments/modernComment_120_1876B60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E6E204A-1BCF-4F52-BD32-EEFD049526BC}" authorId="{45523D57-6339-42F2-A99F-1EA36929E478}" created="2026-10-27T10:38:19.491Z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PROVENANCE v1</a:t>
        </a:r>
      </a:p>
      <a:p>
        <a:r>
          <a:t>id: stage1-completion-curves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stage1-completion-curves｜显式推荐 level 条件</a:t>
        </a:r>
      </a:p>
      <a:p>
        <a:r>
          <a:t/>
        </a:r>
      </a:p>
      <a:p>
        <a:r>
          <a:t>本图与`@@stage1-overall-performance`、`@@stage1-candidate-quality`、`@@stage1-strict-threshold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全配体／全部小分子六面板完整曲线。分母179／2502与94／821；从全部真实类别中以双向覆盖均至少0.3、几何均值最大确定候选唯一归属，之后再判断范围。保留背景、重复命中和零候选PDB；小分子忽略其他真实类别候选。100%／300%按每PDB真实实例数取整预算，均值为逐PDB等权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stage1-completion-curves`。统一入口按本记录inputs显式绑定条件，屏蔽旧temp，科学输入位于上列长期目录；临时图稿、PPT和receipt写本次temp构建目录。当前作者PPT保存新页及最小双语备注，旧页使用`-NO_LEVEL`。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A23A788F-14FD-4670-854A-320FB628918C}" authorId="{45523D57-6339-42F2-A99F-1EA36929E478}" created="2026-10-27T18:04:45.477+08:00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@@stage1-completion-curves</a:t>
        </a:r>
      </a:p>
    </p188:txBody>
  </p188:cm>
</p188:cmLst>
</file>

<file path=ppt/comments/modernComment_121_A31B444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A7E5D11-B310-43BE-8FA9-29816007B23D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（双向覆盖阈值0.3，图内省略下标）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  <p188:cm id="{135A6738-7399-430A-A758-E55BFE696AF8}" authorId="{D3F71A66-0C34-DF1A-5236-FECDBC820DCB}" created="2026-10-29T08:19:15.478">
    <pc:sldMkLst xmlns:pc="http://schemas.microsoft.com/office/powerpoint/2013/main/command">
      <pc:docMk/>
      <pc:sldMk cId="2736473163" sldId="289"/>
    </pc:sldMkLst>
    <p188:txBody>
      <a:bodyPr/>
      <a:lstStyle/>
      <a:p>
        <a:r>
          <a:rPr lang="zh-CN" altLang="en-US"/>
          <a:t>@@stage1-overall-performance(v1)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>
            <a:r>
              <a:t>ENGLISH:</a:t>
            </a:r>
          </a:p>
          <a:p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92143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EAA2C-2759-EFDD-B378-6D3CF51E1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18523-BF22-9C9F-C48F-3C1D6EC6B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30A3-7AA1-CB27-7093-D19BBE7B6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配体区域检测的总体性能。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使用已提交的受体 </a:t>
            </a:r>
            <a:r>
              <a:rPr lang="en-US" altLang="zh-CN" dirty="0"/>
              <a:t>(GT) </a:t>
            </a:r>
            <a:r>
              <a:rPr lang="zh-CN" altLang="en-US" dirty="0"/>
              <a:t>或 </a:t>
            </a:r>
            <a:r>
              <a:rPr lang="en-US" altLang="zh-CN" dirty="0"/>
              <a:t>CryoAtom2 </a:t>
            </a:r>
            <a:r>
              <a:rPr lang="zh-CN" altLang="en-US" dirty="0"/>
              <a:t>重建的受体 </a:t>
            </a:r>
            <a:r>
              <a:rPr lang="en-US" altLang="zh-CN" dirty="0"/>
              <a:t>(CA2)</a:t>
            </a:r>
            <a:r>
              <a:rPr lang="zh-CN" altLang="en-US" dirty="0"/>
              <a:t>，并与仅基于密度的方法 </a:t>
            </a:r>
            <a:r>
              <a:rPr lang="en-US" altLang="zh-CN" dirty="0"/>
              <a:t>Emap2lig-Find </a:t>
            </a:r>
            <a:r>
              <a:rPr lang="zh-CN" altLang="en-US" dirty="0"/>
              <a:t>进行比较。第一行显示所有配体（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2,502 </a:t>
            </a:r>
            <a:r>
              <a:rPr lang="zh-CN" altLang="en-US" dirty="0"/>
              <a:t>个实例）；第二行仅显示小分子（</a:t>
            </a:r>
            <a:r>
              <a:rPr lang="en-US" altLang="zh-CN" dirty="0"/>
              <a:t>94 </a:t>
            </a:r>
            <a:r>
              <a:rPr lang="zh-CN" altLang="en-US" dirty="0"/>
              <a:t>个 </a:t>
            </a:r>
            <a:r>
              <a:rPr lang="en-US" altLang="zh-CN" dirty="0"/>
              <a:t>PDB </a:t>
            </a:r>
            <a:r>
              <a:rPr lang="zh-CN" altLang="en-US" dirty="0"/>
              <a:t>条目，</a:t>
            </a:r>
            <a:r>
              <a:rPr lang="en-US" altLang="zh-CN" dirty="0"/>
              <a:t>821 </a:t>
            </a:r>
            <a:r>
              <a:rPr lang="zh-CN" altLang="en-US" dirty="0"/>
              <a:t>个实例）。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，所有配体 </a:t>
            </a:r>
            <a:r>
              <a:rPr lang="en-US" altLang="zh-CN" dirty="0"/>
              <a:t>(a) </a:t>
            </a:r>
            <a:r>
              <a:rPr lang="zh-CN" altLang="en-US" dirty="0"/>
              <a:t>和小分子 </a:t>
            </a:r>
            <a:r>
              <a:rPr lang="en-US" altLang="zh-CN" dirty="0"/>
              <a:t>(d) </a:t>
            </a:r>
            <a:r>
              <a:rPr lang="zh-CN" altLang="en-US" dirty="0"/>
              <a:t>的语义 </a:t>
            </a:r>
            <a:r>
              <a:rPr lang="en-US" altLang="zh-CN" dirty="0"/>
              <a:t>Dice </a:t>
            </a:r>
            <a:r>
              <a:rPr lang="zh-CN" altLang="en-US" dirty="0"/>
              <a:t>系数和实例级 </a:t>
            </a:r>
            <a:r>
              <a:rPr lang="en-US" altLang="zh-CN" dirty="0"/>
              <a:t>PRAUC </a:t>
            </a:r>
            <a:r>
              <a:rPr lang="zh-CN" altLang="en-US" dirty="0"/>
              <a:t>值。柱状图和水平标记表示 </a:t>
            </a:r>
            <a:r>
              <a:rPr lang="en-US" altLang="zh-CN" dirty="0"/>
              <a:t>PDB </a:t>
            </a:r>
            <a:r>
              <a:rPr lang="zh-CN" altLang="en-US" dirty="0"/>
              <a:t>条目的平均值；浅色点表示单个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条目。误差线表示基于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altLang="zh-CN" dirty="0"/>
              <a:t>PDB </a:t>
            </a:r>
            <a:r>
              <a:rPr lang="zh-CN" altLang="en-US" dirty="0"/>
              <a:t>自举重采样得出的 </a:t>
            </a:r>
            <a:r>
              <a:rPr lang="en-US" altLang="zh-CN" dirty="0"/>
              <a:t>95% </a:t>
            </a:r>
            <a:r>
              <a:rPr lang="zh-CN" altLang="en-US" dirty="0"/>
              <a:t>置信区间。</a:t>
            </a:r>
            <a:r>
              <a:rPr lang="en-US" altLang="zh-CN" dirty="0"/>
              <a:t>b</a:t>
            </a:r>
            <a:r>
              <a:rPr lang="zh-CN" altLang="en-US" dirty="0"/>
              <a:t>、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/>
              <a:t>Emap2lig-Find </a:t>
            </a:r>
            <a:r>
              <a:rPr lang="zh-CN" altLang="en-US" dirty="0"/>
              <a:t>之间的成对语义 </a:t>
            </a:r>
            <a:r>
              <a:rPr lang="en-US" altLang="zh-CN" dirty="0"/>
              <a:t>Dice </a:t>
            </a:r>
            <a:r>
              <a:rPr lang="zh-CN" altLang="en-US" dirty="0"/>
              <a:t>系数比较。每个点代表一个 </a:t>
            </a:r>
            <a:r>
              <a:rPr lang="en-US" altLang="zh-CN" dirty="0"/>
              <a:t>PDB </a:t>
            </a:r>
            <a:r>
              <a:rPr lang="zh-CN" altLang="en-US" dirty="0"/>
              <a:t>条目；颜色表示地图分辨率，虚线表示对角线。所有配体和小分子的较高</a:t>
            </a:r>
            <a:r>
              <a:rPr lang="en-US" altLang="zh-CN" dirty="0"/>
              <a:t>/</a:t>
            </a:r>
            <a:r>
              <a:rPr lang="zh-CN" altLang="en-US" dirty="0"/>
              <a:t>相等</a:t>
            </a:r>
            <a:r>
              <a:rPr lang="en-US" altLang="zh-CN" dirty="0"/>
              <a:t>/</a:t>
            </a:r>
            <a:r>
              <a:rPr lang="zh-CN" altLang="en-US" dirty="0"/>
              <a:t>较低计数分别为 </a:t>
            </a:r>
            <a:r>
              <a:rPr lang="en-US" altLang="zh-CN" dirty="0"/>
              <a:t>141/15/23 </a:t>
            </a:r>
            <a:r>
              <a:rPr lang="zh-CN" altLang="en-US" dirty="0"/>
              <a:t>和 </a:t>
            </a:r>
            <a:r>
              <a:rPr lang="en-US" altLang="zh-CN" dirty="0"/>
              <a:t>68/7/19</a:t>
            </a:r>
            <a:r>
              <a:rPr lang="zh-CN" altLang="en-US" dirty="0"/>
              <a:t>。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分别表示所有配体 </a:t>
            </a:r>
            <a:r>
              <a:rPr lang="en-US" altLang="zh-CN" dirty="0"/>
              <a:t>(c) </a:t>
            </a:r>
            <a:r>
              <a:rPr lang="zh-CN" altLang="en-US" dirty="0"/>
              <a:t>和小分子 </a:t>
            </a:r>
            <a:r>
              <a:rPr lang="en-US" altLang="zh-CN" dirty="0"/>
              <a:t>(f) </a:t>
            </a:r>
            <a:r>
              <a:rPr lang="zh-CN" altLang="en-US" dirty="0"/>
              <a:t>的实例级精确率和召回率。小提琴形表示分布，浅色点表示单个 </a:t>
            </a:r>
            <a:r>
              <a:rPr lang="en-US" altLang="zh-CN" dirty="0"/>
              <a:t>PDB </a:t>
            </a:r>
            <a:r>
              <a:rPr lang="zh-CN" altLang="en-US" dirty="0"/>
              <a:t>条目，白色圆圈和粗线分别表示中位数和四分位距。在图 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c</a:t>
            </a:r>
            <a:r>
              <a:rPr lang="zh-CN" altLang="en-US" dirty="0"/>
              <a:t>、</a:t>
            </a:r>
            <a:r>
              <a:rPr lang="en-US" altLang="zh-CN" dirty="0"/>
              <a:t>d</a:t>
            </a:r>
            <a:r>
              <a:rPr lang="zh-CN" altLang="en-US" dirty="0"/>
              <a:t>、</a:t>
            </a:r>
            <a:r>
              <a:rPr lang="en-US" altLang="zh-CN" dirty="0"/>
              <a:t>f </a:t>
            </a:r>
            <a:r>
              <a:rPr lang="zh-CN" altLang="en-US" dirty="0"/>
              <a:t>中，灰色、蓝色和青色分别代表 </a:t>
            </a:r>
            <a:r>
              <a:rPr lang="en-US" altLang="zh-CN" dirty="0"/>
              <a:t>Emap2lig-Find</a:t>
            </a:r>
            <a:r>
              <a:rPr lang="zh-CN" altLang="en-US" dirty="0"/>
              <a:t>、</a:t>
            </a:r>
            <a:r>
              <a:rPr lang="en-US" altLang="zh-CN" dirty="0" err="1"/>
              <a:t>LigandSeek</a:t>
            </a:r>
            <a:r>
              <a:rPr lang="en-US" altLang="zh-CN" dirty="0"/>
              <a:t>-Find (CA2)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(GT)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b="1" kern="1200" dirty="0">
                <a:effectLst/>
              </a:rPr>
              <a:t>Overall performance of ligand-region detection.</a:t>
            </a:r>
            <a:r>
              <a:rPr lang="zh-CN" altLang="zh-CN" sz="1200" kern="1200" dirty="0">
                <a:effectLst/>
              </a:rPr>
              <a:t> LigandSeek-Find uses deposited receptors (GT) or CryoAtom2-reconstructed receptors (CA2) and is compared with the density-only method Emap2lig-Find. The top row shows all ligands (179 PDB entries, 2,502 instances); the next row shows only small molecules (94 PDB entries, 821 instances).</a:t>
            </a:r>
          </a:p>
          <a:p>
            <a:r>
              <a:rPr lang="zh-CN" altLang="zh-CN" sz="1200" b="1" kern="1200" dirty="0">
                <a:effectLst/>
              </a:rPr>
              <a:t>a, d,</a:t>
            </a:r>
            <a:r>
              <a:rPr lang="zh-CN" altLang="zh-CN" sz="1200" kern="1200" dirty="0">
                <a:effectLst/>
              </a:rPr>
              <a:t> Semantic Dice and instance-level PRAUC for all ligands (</a:t>
            </a:r>
            <a:r>
              <a:rPr lang="zh-CN" altLang="zh-CN" sz="1200" b="1" kern="1200" dirty="0">
                <a:effectLst/>
              </a:rPr>
              <a:t>a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d</a:t>
            </a:r>
            <a:r>
              <a:rPr lang="zh-CN" altLang="zh-CN" sz="1200" kern="1200" dirty="0">
                <a:effectLst/>
              </a:rPr>
              <a:t>). Bars and horizontal marks represent means across PDB entries; faint points indicate individual PDB entries. Error bars denote 95% confidence intervals derived from 10,000 PDB bootstrap resamples.</a:t>
            </a:r>
          </a:p>
          <a:p>
            <a:r>
              <a:rPr lang="zh-CN" altLang="zh-CN" sz="1200" b="1" kern="1200" dirty="0">
                <a:effectLst/>
              </a:rPr>
              <a:t>b, e,</a:t>
            </a:r>
            <a:r>
              <a:rPr lang="zh-CN" altLang="zh-CN" sz="1200" kern="1200" dirty="0">
                <a:effectLst/>
              </a:rPr>
              <a:t> Paired semantic Dice comparisons between LigandSeek-Find (CA2) and Emap2lig-Find. Each point represents one PDB entry; colours indicate map resolution, and dashed lines indicate the diagonal. Higher/equal/lower counts are 141/15/23 and 68/7/19 for all ligands and small molecules, respectively.</a:t>
            </a:r>
          </a:p>
          <a:p>
            <a:r>
              <a:rPr lang="zh-CN" altLang="zh-CN" sz="1200" b="1" kern="1200" dirty="0">
                <a:effectLst/>
              </a:rPr>
              <a:t>c, f,</a:t>
            </a:r>
            <a:r>
              <a:rPr lang="zh-CN" altLang="zh-CN" sz="1200" kern="1200" dirty="0">
                <a:effectLst/>
              </a:rPr>
              <a:t> Instance-level precision and recall for all ligands (</a:t>
            </a:r>
            <a:r>
              <a:rPr lang="zh-CN" altLang="zh-CN" sz="1200" b="1" kern="1200" dirty="0">
                <a:effectLst/>
              </a:rPr>
              <a:t>c</a:t>
            </a:r>
            <a:r>
              <a:rPr lang="zh-CN" altLang="zh-CN" sz="1200" kern="1200" dirty="0">
                <a:effectLst/>
              </a:rPr>
              <a:t>) and small molecules (</a:t>
            </a:r>
            <a:r>
              <a:rPr lang="zh-CN" altLang="zh-CN" sz="1200" b="1" kern="1200" dirty="0">
                <a:effectLst/>
              </a:rPr>
              <a:t>f</a:t>
            </a:r>
            <a:r>
              <a:rPr lang="zh-CN" altLang="zh-CN" sz="1200" kern="1200" dirty="0">
                <a:effectLst/>
              </a:rPr>
              <a:t>). Violins show distributions, faint points show individual PDB entries, and white circles and thick lines indicate medians and interquartile ranges, respectively. In </a:t>
            </a:r>
            <a:r>
              <a:rPr lang="zh-CN" altLang="zh-CN" sz="1200" b="1" kern="1200" dirty="0">
                <a:effectLst/>
              </a:rPr>
              <a:t>a, c, d, f</a:t>
            </a:r>
            <a:r>
              <a:rPr lang="zh-CN" altLang="zh-CN" sz="1200" kern="1200" dirty="0">
                <a:effectLst/>
              </a:rPr>
              <a:t>, grey, blue, and teal represent Emap2lig-Find, LigandSeek-Find (CA2), and LigandSeek-Find (GT), respectively.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5254A-6137-3B4D-3183-194D00ACC64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79987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>ENGLISH:</a:t>
            </a:r>
          </a:p>
          <a:p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095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>ENGLISH:</a:t>
            </a:r>
          </a:p>
          <a:p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6052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>ENGLISH:</a:t>
            </a:r>
          </a:p>
          <a:p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51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324860"/>
            <a:ext cx="7620000" cy="127127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4840605"/>
            <a:ext cx="6667500" cy="977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667125"/>
            <a:ext cx="7620000" cy="14668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8453438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060156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781" y="684530"/>
            <a:ext cx="8453438" cy="10756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5781" y="2444750"/>
            <a:ext cx="3929063" cy="54762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90001" r:id="rId1"/>
    <p:sldLayoutId id="2147490002" r:id="rId2"/>
    <p:sldLayoutId id="2147490003" r:id="rId3"/>
    <p:sldLayoutId id="2147490004" r:id="rId4"/>
    <p:sldLayoutId id="2147490005" r:id="rId5"/>
    <p:sldLayoutId id="214749000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9_24E9D96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487AF3F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B_1497C3EF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C_4C35CE2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24D69F6C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A31B444B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BB180686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99C1F4A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0_1876B60E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data_0">
            <a:extLst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noGrp="1"/>
          </p:cNvSpPr>
          <p:nvPr/>
        </p:nvSpPr>
        <p:spPr>
          <a:xfrm>
            <a:off x="274544" y="161925"/>
            <a:ext cx="8975912" cy="8477250"/>
          </a:xfrm>
          <a:custGeom>
            <a:avLst/>
            <a:gdLst/>
            <a:ahLst/>
            <a:cxnLst/>
            <a:rect l="0" t="0" r="0" b="0"/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noGrp="1"/>
          </p:cNvSpPr>
          <p:nvPr/>
        </p:nvSpPr>
        <p:spPr>
          <a:xfrm>
            <a:off x="1945403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noGrp="1"/>
          </p:cNvSpPr>
          <p:nvPr/>
        </p:nvSpPr>
        <p:spPr>
          <a:xfrm>
            <a:off x="1581888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noGrp="1"/>
          </p:cNvSpPr>
          <p:nvPr/>
        </p:nvSpPr>
        <p:spPr>
          <a:xfrm>
            <a:off x="3402179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noGrp="1"/>
          </p:cNvSpPr>
          <p:nvPr/>
        </p:nvSpPr>
        <p:spPr>
          <a:xfrm>
            <a:off x="3044978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noGrp="1"/>
          </p:cNvSpPr>
          <p:nvPr/>
        </p:nvSpPr>
        <p:spPr>
          <a:xfrm>
            <a:off x="3165324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noGrp="1"/>
          </p:cNvSpPr>
          <p:nvPr/>
        </p:nvSpPr>
        <p:spPr>
          <a:xfrm>
            <a:off x="3230644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noGrp="1"/>
          </p:cNvSpPr>
          <p:nvPr/>
        </p:nvSpPr>
        <p:spPr>
          <a:xfrm>
            <a:off x="3299297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noGrp="1"/>
          </p:cNvSpPr>
          <p:nvPr/>
        </p:nvSpPr>
        <p:spPr>
          <a:xfrm>
            <a:off x="3372457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noGrp="1"/>
          </p:cNvSpPr>
          <p:nvPr/>
        </p:nvSpPr>
        <p:spPr>
          <a:xfrm>
            <a:off x="3453581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noGrp="1"/>
          </p:cNvSpPr>
          <p:nvPr/>
        </p:nvSpPr>
        <p:spPr>
          <a:xfrm>
            <a:off x="352203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noGrp="1"/>
          </p:cNvSpPr>
          <p:nvPr/>
        </p:nvSpPr>
        <p:spPr>
          <a:xfrm>
            <a:off x="3566893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noGrp="1"/>
          </p:cNvSpPr>
          <p:nvPr/>
        </p:nvSpPr>
        <p:spPr>
          <a:xfrm>
            <a:off x="3589236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noGrp="1"/>
          </p:cNvSpPr>
          <p:nvPr/>
        </p:nvSpPr>
        <p:spPr>
          <a:xfrm>
            <a:off x="1173036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noGrp="1"/>
          </p:cNvSpPr>
          <p:nvPr/>
        </p:nvSpPr>
        <p:spPr>
          <a:xfrm>
            <a:off x="951113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noGrp="1"/>
          </p:cNvSpPr>
          <p:nvPr/>
        </p:nvSpPr>
        <p:spPr>
          <a:xfrm>
            <a:off x="1217015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noGrp="1"/>
          </p:cNvSpPr>
          <p:nvPr/>
        </p:nvSpPr>
        <p:spPr>
          <a:xfrm>
            <a:off x="1173036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noGrp="1"/>
          </p:cNvSpPr>
          <p:nvPr/>
        </p:nvSpPr>
        <p:spPr>
          <a:xfrm>
            <a:off x="951113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noGrp="1"/>
          </p:cNvSpPr>
          <p:nvPr/>
        </p:nvSpPr>
        <p:spPr>
          <a:xfrm>
            <a:off x="1217015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noGrp="1"/>
          </p:cNvSpPr>
          <p:nvPr/>
        </p:nvSpPr>
        <p:spPr>
          <a:xfrm>
            <a:off x="1173036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noGrp="1"/>
          </p:cNvSpPr>
          <p:nvPr/>
        </p:nvSpPr>
        <p:spPr>
          <a:xfrm>
            <a:off x="951113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noGrp="1"/>
          </p:cNvSpPr>
          <p:nvPr/>
        </p:nvSpPr>
        <p:spPr>
          <a:xfrm rot="-5400000">
            <a:off x="684072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noGrp="1"/>
          </p:cNvSpPr>
          <p:nvPr/>
        </p:nvSpPr>
        <p:spPr>
          <a:xfrm>
            <a:off x="1446457" y="3247946"/>
            <a:ext cx="298639" cy="93735"/>
          </a:xfrm>
          <a:custGeom>
            <a:avLst/>
            <a:gdLst/>
            <a:ahLst/>
            <a:cxnLst/>
            <a:rect l="0" t="0" r="0" b="0"/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noGrp="1"/>
          </p:cNvSpPr>
          <p:nvPr/>
        </p:nvSpPr>
        <p:spPr>
          <a:xfrm>
            <a:off x="1796083" y="2445089"/>
            <a:ext cx="298639" cy="896592"/>
          </a:xfrm>
          <a:custGeom>
            <a:avLst/>
            <a:gdLst/>
            <a:ahLst/>
            <a:cxnLst/>
            <a:rect l="0" t="0" r="0" b="0"/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noGrp="1"/>
          </p:cNvSpPr>
          <p:nvPr/>
        </p:nvSpPr>
        <p:spPr>
          <a:xfrm>
            <a:off x="2145710" y="2242746"/>
            <a:ext cx="298639" cy="1098935"/>
          </a:xfrm>
          <a:custGeom>
            <a:avLst/>
            <a:gdLst/>
            <a:ahLst/>
            <a:cxnLst/>
            <a:rect l="0" t="0" r="0" b="0"/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noGrp="1"/>
          </p:cNvSpPr>
          <p:nvPr/>
        </p:nvSpPr>
        <p:spPr>
          <a:xfrm>
            <a:off x="2903233" y="2861841"/>
            <a:ext cx="298639" cy="479840"/>
          </a:xfrm>
          <a:custGeom>
            <a:avLst/>
            <a:gdLst/>
            <a:ahLst/>
            <a:cxnLst/>
            <a:rect l="0" t="0" r="0" b="0"/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noGrp="1"/>
          </p:cNvSpPr>
          <p:nvPr/>
        </p:nvSpPr>
        <p:spPr>
          <a:xfrm>
            <a:off x="3252859" y="2324749"/>
            <a:ext cx="298639" cy="1016932"/>
          </a:xfrm>
          <a:custGeom>
            <a:avLst/>
            <a:gdLst/>
            <a:ahLst/>
            <a:cxnLst/>
            <a:rect l="0" t="0" r="0" b="0"/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noGrp="1"/>
          </p:cNvSpPr>
          <p:nvPr/>
        </p:nvSpPr>
        <p:spPr>
          <a:xfrm>
            <a:off x="3602486" y="2094846"/>
            <a:ext cx="298639" cy="1246835"/>
          </a:xfrm>
          <a:custGeom>
            <a:avLst/>
            <a:gdLst/>
            <a:ahLst/>
            <a:cxnLst/>
            <a:rect l="0" t="0" r="0" b="0"/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noGrp="1"/>
          </p:cNvSpPr>
          <p:nvPr/>
        </p:nvSpPr>
        <p:spPr>
          <a:xfrm>
            <a:off x="152019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noGrp="1"/>
          </p:cNvSpPr>
          <p:nvPr/>
        </p:nvSpPr>
        <p:spPr>
          <a:xfrm>
            <a:off x="16163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noGrp="1"/>
          </p:cNvSpPr>
          <p:nvPr/>
        </p:nvSpPr>
        <p:spPr>
          <a:xfrm>
            <a:off x="1482884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noGrp="1"/>
          </p:cNvSpPr>
          <p:nvPr/>
        </p:nvSpPr>
        <p:spPr>
          <a:xfrm>
            <a:off x="15638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noGrp="1"/>
          </p:cNvSpPr>
          <p:nvPr/>
        </p:nvSpPr>
        <p:spPr>
          <a:xfrm>
            <a:off x="1501091" y="32712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noGrp="1"/>
          </p:cNvSpPr>
          <p:nvPr/>
        </p:nvSpPr>
        <p:spPr>
          <a:xfrm>
            <a:off x="16446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noGrp="1"/>
          </p:cNvSpPr>
          <p:nvPr/>
        </p:nvSpPr>
        <p:spPr>
          <a:xfrm>
            <a:off x="15922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noGrp="1"/>
          </p:cNvSpPr>
          <p:nvPr/>
        </p:nvSpPr>
        <p:spPr>
          <a:xfrm>
            <a:off x="1567909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noGrp="1"/>
          </p:cNvSpPr>
          <p:nvPr/>
        </p:nvSpPr>
        <p:spPr>
          <a:xfrm>
            <a:off x="1494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noGrp="1"/>
          </p:cNvSpPr>
          <p:nvPr/>
        </p:nvSpPr>
        <p:spPr>
          <a:xfrm>
            <a:off x="1540551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noGrp="1"/>
          </p:cNvSpPr>
          <p:nvPr/>
        </p:nvSpPr>
        <p:spPr>
          <a:xfrm>
            <a:off x="1545215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noGrp="1"/>
          </p:cNvSpPr>
          <p:nvPr/>
        </p:nvSpPr>
        <p:spPr>
          <a:xfrm>
            <a:off x="1575397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noGrp="1"/>
          </p:cNvSpPr>
          <p:nvPr/>
        </p:nvSpPr>
        <p:spPr>
          <a:xfrm>
            <a:off x="1635050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noGrp="1"/>
          </p:cNvSpPr>
          <p:nvPr/>
        </p:nvSpPr>
        <p:spPr>
          <a:xfrm>
            <a:off x="15842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noGrp="1"/>
          </p:cNvSpPr>
          <p:nvPr/>
        </p:nvSpPr>
        <p:spPr>
          <a:xfrm>
            <a:off x="1662469" y="29315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noGrp="1"/>
          </p:cNvSpPr>
          <p:nvPr/>
        </p:nvSpPr>
        <p:spPr>
          <a:xfrm>
            <a:off x="1502963" y="33049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noGrp="1"/>
          </p:cNvSpPr>
          <p:nvPr/>
        </p:nvSpPr>
        <p:spPr>
          <a:xfrm>
            <a:off x="1487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noGrp="1"/>
          </p:cNvSpPr>
          <p:nvPr/>
        </p:nvSpPr>
        <p:spPr>
          <a:xfrm>
            <a:off x="1619313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noGrp="1"/>
          </p:cNvSpPr>
          <p:nvPr/>
        </p:nvSpPr>
        <p:spPr>
          <a:xfrm>
            <a:off x="164964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noGrp="1"/>
          </p:cNvSpPr>
          <p:nvPr/>
        </p:nvSpPr>
        <p:spPr>
          <a:xfrm>
            <a:off x="1671323" y="32970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noGrp="1"/>
          </p:cNvSpPr>
          <p:nvPr/>
        </p:nvSpPr>
        <p:spPr>
          <a:xfrm>
            <a:off x="1657065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noGrp="1"/>
          </p:cNvSpPr>
          <p:nvPr/>
        </p:nvSpPr>
        <p:spPr>
          <a:xfrm>
            <a:off x="157947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noGrp="1"/>
          </p:cNvSpPr>
          <p:nvPr/>
        </p:nvSpPr>
        <p:spPr>
          <a:xfrm>
            <a:off x="1637938" y="29635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noGrp="1"/>
          </p:cNvSpPr>
          <p:nvPr/>
        </p:nvSpPr>
        <p:spPr>
          <a:xfrm>
            <a:off x="1472093" y="269054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noGrp="1"/>
          </p:cNvSpPr>
          <p:nvPr/>
        </p:nvSpPr>
        <p:spPr>
          <a:xfrm>
            <a:off x="146946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noGrp="1"/>
          </p:cNvSpPr>
          <p:nvPr/>
        </p:nvSpPr>
        <p:spPr>
          <a:xfrm>
            <a:off x="16288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noGrp="1"/>
          </p:cNvSpPr>
          <p:nvPr/>
        </p:nvSpPr>
        <p:spPr>
          <a:xfrm>
            <a:off x="1650235" y="33141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noGrp="1"/>
          </p:cNvSpPr>
          <p:nvPr/>
        </p:nvSpPr>
        <p:spPr>
          <a:xfrm>
            <a:off x="1628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noGrp="1"/>
          </p:cNvSpPr>
          <p:nvPr/>
        </p:nvSpPr>
        <p:spPr>
          <a:xfrm>
            <a:off x="1598585" y="32731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noGrp="1"/>
          </p:cNvSpPr>
          <p:nvPr/>
        </p:nvSpPr>
        <p:spPr>
          <a:xfrm>
            <a:off x="1517004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noGrp="1"/>
          </p:cNvSpPr>
          <p:nvPr/>
        </p:nvSpPr>
        <p:spPr>
          <a:xfrm>
            <a:off x="16469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noGrp="1"/>
          </p:cNvSpPr>
          <p:nvPr/>
        </p:nvSpPr>
        <p:spPr>
          <a:xfrm>
            <a:off x="1598957" y="28169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noGrp="1"/>
          </p:cNvSpPr>
          <p:nvPr/>
        </p:nvSpPr>
        <p:spPr>
          <a:xfrm>
            <a:off x="1512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noGrp="1"/>
          </p:cNvSpPr>
          <p:nvPr/>
        </p:nvSpPr>
        <p:spPr>
          <a:xfrm>
            <a:off x="1622345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noGrp="1"/>
          </p:cNvSpPr>
          <p:nvPr/>
        </p:nvSpPr>
        <p:spPr>
          <a:xfrm>
            <a:off x="15349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noGrp="1"/>
          </p:cNvSpPr>
          <p:nvPr/>
        </p:nvSpPr>
        <p:spPr>
          <a:xfrm>
            <a:off x="148676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noGrp="1"/>
          </p:cNvSpPr>
          <p:nvPr/>
        </p:nvSpPr>
        <p:spPr>
          <a:xfrm>
            <a:off x="16357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noGrp="1"/>
          </p:cNvSpPr>
          <p:nvPr/>
        </p:nvSpPr>
        <p:spPr>
          <a:xfrm>
            <a:off x="1572438" y="3320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noGrp="1"/>
          </p:cNvSpPr>
          <p:nvPr/>
        </p:nvSpPr>
        <p:spPr>
          <a:xfrm>
            <a:off x="15332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noGrp="1"/>
          </p:cNvSpPr>
          <p:nvPr/>
        </p:nvSpPr>
        <p:spPr>
          <a:xfrm>
            <a:off x="1481120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noGrp="1"/>
          </p:cNvSpPr>
          <p:nvPr/>
        </p:nvSpPr>
        <p:spPr>
          <a:xfrm>
            <a:off x="16639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noGrp="1"/>
          </p:cNvSpPr>
          <p:nvPr/>
        </p:nvSpPr>
        <p:spPr>
          <a:xfrm>
            <a:off x="1536455" y="21388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noGrp="1"/>
          </p:cNvSpPr>
          <p:nvPr/>
        </p:nvSpPr>
        <p:spPr>
          <a:xfrm>
            <a:off x="16364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noGrp="1"/>
          </p:cNvSpPr>
          <p:nvPr/>
        </p:nvSpPr>
        <p:spPr>
          <a:xfrm>
            <a:off x="15775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noGrp="1"/>
          </p:cNvSpPr>
          <p:nvPr/>
        </p:nvSpPr>
        <p:spPr>
          <a:xfrm>
            <a:off x="14716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noGrp="1"/>
          </p:cNvSpPr>
          <p:nvPr/>
        </p:nvSpPr>
        <p:spPr>
          <a:xfrm>
            <a:off x="151885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noGrp="1"/>
          </p:cNvSpPr>
          <p:nvPr/>
        </p:nvSpPr>
        <p:spPr>
          <a:xfrm>
            <a:off x="1482967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noGrp="1"/>
          </p:cNvSpPr>
          <p:nvPr/>
        </p:nvSpPr>
        <p:spPr>
          <a:xfrm>
            <a:off x="15568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noGrp="1"/>
          </p:cNvSpPr>
          <p:nvPr/>
        </p:nvSpPr>
        <p:spPr>
          <a:xfrm>
            <a:off x="1622664" y="33126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noGrp="1"/>
          </p:cNvSpPr>
          <p:nvPr/>
        </p:nvSpPr>
        <p:spPr>
          <a:xfrm>
            <a:off x="1682370" y="22854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noGrp="1"/>
          </p:cNvSpPr>
          <p:nvPr/>
        </p:nvSpPr>
        <p:spPr>
          <a:xfrm>
            <a:off x="1569434" y="33210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noGrp="1"/>
          </p:cNvSpPr>
          <p:nvPr/>
        </p:nvSpPr>
        <p:spPr>
          <a:xfrm>
            <a:off x="15237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noGrp="1"/>
          </p:cNvSpPr>
          <p:nvPr/>
        </p:nvSpPr>
        <p:spPr>
          <a:xfrm>
            <a:off x="1543452" y="32140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noGrp="1"/>
          </p:cNvSpPr>
          <p:nvPr/>
        </p:nvSpPr>
        <p:spPr>
          <a:xfrm>
            <a:off x="1503619" y="23381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noGrp="1"/>
          </p:cNvSpPr>
          <p:nvPr/>
        </p:nvSpPr>
        <p:spPr>
          <a:xfrm>
            <a:off x="14993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noGrp="1"/>
          </p:cNvSpPr>
          <p:nvPr/>
        </p:nvSpPr>
        <p:spPr>
          <a:xfrm>
            <a:off x="1628703" y="33110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noGrp="1"/>
          </p:cNvSpPr>
          <p:nvPr/>
        </p:nvSpPr>
        <p:spPr>
          <a:xfrm>
            <a:off x="1672528" y="317618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noGrp="1"/>
          </p:cNvSpPr>
          <p:nvPr/>
        </p:nvSpPr>
        <p:spPr>
          <a:xfrm>
            <a:off x="1599232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noGrp="1"/>
          </p:cNvSpPr>
          <p:nvPr/>
        </p:nvSpPr>
        <p:spPr>
          <a:xfrm>
            <a:off x="1517174" y="213767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noGrp="1"/>
          </p:cNvSpPr>
          <p:nvPr/>
        </p:nvSpPr>
        <p:spPr>
          <a:xfrm>
            <a:off x="1552545" y="33155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noGrp="1"/>
          </p:cNvSpPr>
          <p:nvPr/>
        </p:nvSpPr>
        <p:spPr>
          <a:xfrm>
            <a:off x="1591007" y="32724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noGrp="1"/>
          </p:cNvSpPr>
          <p:nvPr/>
        </p:nvSpPr>
        <p:spPr>
          <a:xfrm>
            <a:off x="16809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noGrp="1"/>
          </p:cNvSpPr>
          <p:nvPr/>
        </p:nvSpPr>
        <p:spPr>
          <a:xfrm>
            <a:off x="14887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noGrp="1"/>
          </p:cNvSpPr>
          <p:nvPr/>
        </p:nvSpPr>
        <p:spPr>
          <a:xfrm>
            <a:off x="15304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noGrp="1"/>
          </p:cNvSpPr>
          <p:nvPr/>
        </p:nvSpPr>
        <p:spPr>
          <a:xfrm>
            <a:off x="1519450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noGrp="1"/>
          </p:cNvSpPr>
          <p:nvPr/>
        </p:nvSpPr>
        <p:spPr>
          <a:xfrm>
            <a:off x="16447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noGrp="1"/>
          </p:cNvSpPr>
          <p:nvPr/>
        </p:nvSpPr>
        <p:spPr>
          <a:xfrm>
            <a:off x="15170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noGrp="1"/>
          </p:cNvSpPr>
          <p:nvPr/>
        </p:nvSpPr>
        <p:spPr>
          <a:xfrm>
            <a:off x="14792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noGrp="1"/>
          </p:cNvSpPr>
          <p:nvPr/>
        </p:nvSpPr>
        <p:spPr>
          <a:xfrm>
            <a:off x="1577765" y="3233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noGrp="1"/>
          </p:cNvSpPr>
          <p:nvPr/>
        </p:nvSpPr>
        <p:spPr>
          <a:xfrm>
            <a:off x="16213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noGrp="1"/>
          </p:cNvSpPr>
          <p:nvPr/>
        </p:nvSpPr>
        <p:spPr>
          <a:xfrm>
            <a:off x="1683991" y="33200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noGrp="1"/>
          </p:cNvSpPr>
          <p:nvPr/>
        </p:nvSpPr>
        <p:spPr>
          <a:xfrm>
            <a:off x="1685056" y="33029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noGrp="1"/>
          </p:cNvSpPr>
          <p:nvPr/>
        </p:nvSpPr>
        <p:spPr>
          <a:xfrm>
            <a:off x="1685455" y="3317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noGrp="1"/>
          </p:cNvSpPr>
          <p:nvPr/>
        </p:nvSpPr>
        <p:spPr>
          <a:xfrm>
            <a:off x="1677079" y="33200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noGrp="1"/>
          </p:cNvSpPr>
          <p:nvPr/>
        </p:nvSpPr>
        <p:spPr>
          <a:xfrm>
            <a:off x="1551393" y="33132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noGrp="1"/>
          </p:cNvSpPr>
          <p:nvPr/>
        </p:nvSpPr>
        <p:spPr>
          <a:xfrm>
            <a:off x="1670282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noGrp="1"/>
          </p:cNvSpPr>
          <p:nvPr/>
        </p:nvSpPr>
        <p:spPr>
          <a:xfrm>
            <a:off x="154249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noGrp="1"/>
          </p:cNvSpPr>
          <p:nvPr/>
        </p:nvSpPr>
        <p:spPr>
          <a:xfrm>
            <a:off x="1616390" y="32699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noGrp="1"/>
          </p:cNvSpPr>
          <p:nvPr/>
        </p:nvSpPr>
        <p:spPr>
          <a:xfrm>
            <a:off x="1486307" y="33237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noGrp="1"/>
          </p:cNvSpPr>
          <p:nvPr/>
        </p:nvSpPr>
        <p:spPr>
          <a:xfrm>
            <a:off x="1583314" y="33229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noGrp="1"/>
          </p:cNvSpPr>
          <p:nvPr/>
        </p:nvSpPr>
        <p:spPr>
          <a:xfrm>
            <a:off x="1684961" y="324095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noGrp="1"/>
          </p:cNvSpPr>
          <p:nvPr/>
        </p:nvSpPr>
        <p:spPr>
          <a:xfrm>
            <a:off x="1516132" y="330696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noGrp="1"/>
          </p:cNvSpPr>
          <p:nvPr/>
        </p:nvSpPr>
        <p:spPr>
          <a:xfrm>
            <a:off x="1480938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noGrp="1"/>
          </p:cNvSpPr>
          <p:nvPr/>
        </p:nvSpPr>
        <p:spPr>
          <a:xfrm>
            <a:off x="16012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noGrp="1"/>
          </p:cNvSpPr>
          <p:nvPr/>
        </p:nvSpPr>
        <p:spPr>
          <a:xfrm>
            <a:off x="1651069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noGrp="1"/>
          </p:cNvSpPr>
          <p:nvPr/>
        </p:nvSpPr>
        <p:spPr>
          <a:xfrm>
            <a:off x="1546665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noGrp="1"/>
          </p:cNvSpPr>
          <p:nvPr/>
        </p:nvSpPr>
        <p:spPr>
          <a:xfrm>
            <a:off x="1496152" y="33120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noGrp="1"/>
          </p:cNvSpPr>
          <p:nvPr/>
        </p:nvSpPr>
        <p:spPr>
          <a:xfrm>
            <a:off x="160226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noGrp="1"/>
          </p:cNvSpPr>
          <p:nvPr/>
        </p:nvSpPr>
        <p:spPr>
          <a:xfrm>
            <a:off x="16512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noGrp="1"/>
          </p:cNvSpPr>
          <p:nvPr/>
        </p:nvSpPr>
        <p:spPr>
          <a:xfrm>
            <a:off x="1683375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noGrp="1"/>
          </p:cNvSpPr>
          <p:nvPr/>
        </p:nvSpPr>
        <p:spPr>
          <a:xfrm>
            <a:off x="1668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noGrp="1"/>
          </p:cNvSpPr>
          <p:nvPr/>
        </p:nvSpPr>
        <p:spPr>
          <a:xfrm>
            <a:off x="1598812" y="33096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noGrp="1"/>
          </p:cNvSpPr>
          <p:nvPr/>
        </p:nvSpPr>
        <p:spPr>
          <a:xfrm>
            <a:off x="152583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noGrp="1"/>
          </p:cNvSpPr>
          <p:nvPr/>
        </p:nvSpPr>
        <p:spPr>
          <a:xfrm>
            <a:off x="1544785" y="33215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noGrp="1"/>
          </p:cNvSpPr>
          <p:nvPr/>
        </p:nvSpPr>
        <p:spPr>
          <a:xfrm>
            <a:off x="16780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noGrp="1"/>
          </p:cNvSpPr>
          <p:nvPr/>
        </p:nvSpPr>
        <p:spPr>
          <a:xfrm>
            <a:off x="1643058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noGrp="1"/>
          </p:cNvSpPr>
          <p:nvPr/>
        </p:nvSpPr>
        <p:spPr>
          <a:xfrm>
            <a:off x="15486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noGrp="1"/>
          </p:cNvSpPr>
          <p:nvPr/>
        </p:nvSpPr>
        <p:spPr>
          <a:xfrm>
            <a:off x="1558388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noGrp="1"/>
          </p:cNvSpPr>
          <p:nvPr/>
        </p:nvSpPr>
        <p:spPr>
          <a:xfrm>
            <a:off x="1512242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noGrp="1"/>
          </p:cNvSpPr>
          <p:nvPr/>
        </p:nvSpPr>
        <p:spPr>
          <a:xfrm>
            <a:off x="1524468" y="26491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noGrp="1"/>
          </p:cNvSpPr>
          <p:nvPr/>
        </p:nvSpPr>
        <p:spPr>
          <a:xfrm>
            <a:off x="1540998" y="30300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noGrp="1"/>
          </p:cNvSpPr>
          <p:nvPr/>
        </p:nvSpPr>
        <p:spPr>
          <a:xfrm>
            <a:off x="1666649" y="332384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noGrp="1"/>
          </p:cNvSpPr>
          <p:nvPr/>
        </p:nvSpPr>
        <p:spPr>
          <a:xfrm>
            <a:off x="1593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noGrp="1"/>
          </p:cNvSpPr>
          <p:nvPr/>
        </p:nvSpPr>
        <p:spPr>
          <a:xfrm>
            <a:off x="1622423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noGrp="1"/>
          </p:cNvSpPr>
          <p:nvPr/>
        </p:nvSpPr>
        <p:spPr>
          <a:xfrm>
            <a:off x="1552931" y="31852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noGrp="1"/>
          </p:cNvSpPr>
          <p:nvPr/>
        </p:nvSpPr>
        <p:spPr>
          <a:xfrm>
            <a:off x="1528812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noGrp="1"/>
          </p:cNvSpPr>
          <p:nvPr/>
        </p:nvSpPr>
        <p:spPr>
          <a:xfrm>
            <a:off x="1510397" y="323293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noGrp="1"/>
          </p:cNvSpPr>
          <p:nvPr/>
        </p:nvSpPr>
        <p:spPr>
          <a:xfrm>
            <a:off x="1534881" y="31926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noGrp="1"/>
          </p:cNvSpPr>
          <p:nvPr/>
        </p:nvSpPr>
        <p:spPr>
          <a:xfrm>
            <a:off x="16826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noGrp="1"/>
          </p:cNvSpPr>
          <p:nvPr/>
        </p:nvSpPr>
        <p:spPr>
          <a:xfrm>
            <a:off x="1486154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noGrp="1"/>
          </p:cNvSpPr>
          <p:nvPr/>
        </p:nvSpPr>
        <p:spPr>
          <a:xfrm>
            <a:off x="1520214" y="329256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noGrp="1"/>
          </p:cNvSpPr>
          <p:nvPr/>
        </p:nvSpPr>
        <p:spPr>
          <a:xfrm>
            <a:off x="15038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noGrp="1"/>
          </p:cNvSpPr>
          <p:nvPr/>
        </p:nvSpPr>
        <p:spPr>
          <a:xfrm>
            <a:off x="15571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noGrp="1"/>
          </p:cNvSpPr>
          <p:nvPr/>
        </p:nvSpPr>
        <p:spPr>
          <a:xfrm>
            <a:off x="1628913" y="31560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noGrp="1"/>
          </p:cNvSpPr>
          <p:nvPr/>
        </p:nvSpPr>
        <p:spPr>
          <a:xfrm>
            <a:off x="14814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noGrp="1"/>
          </p:cNvSpPr>
          <p:nvPr/>
        </p:nvSpPr>
        <p:spPr>
          <a:xfrm>
            <a:off x="14800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noGrp="1"/>
          </p:cNvSpPr>
          <p:nvPr/>
        </p:nvSpPr>
        <p:spPr>
          <a:xfrm>
            <a:off x="1667095" y="30602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noGrp="1"/>
          </p:cNvSpPr>
          <p:nvPr/>
        </p:nvSpPr>
        <p:spPr>
          <a:xfrm>
            <a:off x="15952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noGrp="1"/>
          </p:cNvSpPr>
          <p:nvPr/>
        </p:nvSpPr>
        <p:spPr>
          <a:xfrm>
            <a:off x="15529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noGrp="1"/>
          </p:cNvSpPr>
          <p:nvPr/>
        </p:nvSpPr>
        <p:spPr>
          <a:xfrm>
            <a:off x="1500290" y="33073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noGrp="1"/>
          </p:cNvSpPr>
          <p:nvPr/>
        </p:nvSpPr>
        <p:spPr>
          <a:xfrm>
            <a:off x="1578117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noGrp="1"/>
          </p:cNvSpPr>
          <p:nvPr/>
        </p:nvSpPr>
        <p:spPr>
          <a:xfrm>
            <a:off x="1634128" y="332340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noGrp="1"/>
          </p:cNvSpPr>
          <p:nvPr/>
        </p:nvSpPr>
        <p:spPr>
          <a:xfrm>
            <a:off x="1686572" y="33212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noGrp="1"/>
          </p:cNvSpPr>
          <p:nvPr/>
        </p:nvSpPr>
        <p:spPr>
          <a:xfrm>
            <a:off x="1589849" y="3212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noGrp="1"/>
          </p:cNvSpPr>
          <p:nvPr/>
        </p:nvSpPr>
        <p:spPr>
          <a:xfrm>
            <a:off x="1520151" y="33085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noGrp="1"/>
          </p:cNvSpPr>
          <p:nvPr/>
        </p:nvSpPr>
        <p:spPr>
          <a:xfrm>
            <a:off x="16554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noGrp="1"/>
          </p:cNvSpPr>
          <p:nvPr/>
        </p:nvSpPr>
        <p:spPr>
          <a:xfrm>
            <a:off x="1485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noGrp="1"/>
          </p:cNvSpPr>
          <p:nvPr/>
        </p:nvSpPr>
        <p:spPr>
          <a:xfrm>
            <a:off x="1621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noGrp="1"/>
          </p:cNvSpPr>
          <p:nvPr/>
        </p:nvSpPr>
        <p:spPr>
          <a:xfrm>
            <a:off x="1668796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noGrp="1"/>
          </p:cNvSpPr>
          <p:nvPr/>
        </p:nvSpPr>
        <p:spPr>
          <a:xfrm>
            <a:off x="1543226" y="33167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noGrp="1"/>
          </p:cNvSpPr>
          <p:nvPr/>
        </p:nvSpPr>
        <p:spPr>
          <a:xfrm>
            <a:off x="1485542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noGrp="1"/>
          </p:cNvSpPr>
          <p:nvPr/>
        </p:nvSpPr>
        <p:spPr>
          <a:xfrm>
            <a:off x="1601596" y="33133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noGrp="1"/>
          </p:cNvSpPr>
          <p:nvPr/>
        </p:nvSpPr>
        <p:spPr>
          <a:xfrm>
            <a:off x="152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noGrp="1"/>
          </p:cNvSpPr>
          <p:nvPr/>
        </p:nvSpPr>
        <p:spPr>
          <a:xfrm>
            <a:off x="1470208" y="32740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noGrp="1"/>
          </p:cNvSpPr>
          <p:nvPr/>
        </p:nvSpPr>
        <p:spPr>
          <a:xfrm>
            <a:off x="1680832" y="32082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noGrp="1"/>
          </p:cNvSpPr>
          <p:nvPr/>
        </p:nvSpPr>
        <p:spPr>
          <a:xfrm>
            <a:off x="1626359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noGrp="1"/>
          </p:cNvSpPr>
          <p:nvPr/>
        </p:nvSpPr>
        <p:spPr>
          <a:xfrm>
            <a:off x="1677314" y="3313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noGrp="1"/>
          </p:cNvSpPr>
          <p:nvPr/>
        </p:nvSpPr>
        <p:spPr>
          <a:xfrm>
            <a:off x="1469978" y="331656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noGrp="1"/>
          </p:cNvSpPr>
          <p:nvPr/>
        </p:nvSpPr>
        <p:spPr>
          <a:xfrm>
            <a:off x="1640371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noGrp="1"/>
          </p:cNvSpPr>
          <p:nvPr/>
        </p:nvSpPr>
        <p:spPr>
          <a:xfrm>
            <a:off x="15297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noGrp="1"/>
          </p:cNvSpPr>
          <p:nvPr/>
        </p:nvSpPr>
        <p:spPr>
          <a:xfrm>
            <a:off x="1564734" y="31740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noGrp="1"/>
          </p:cNvSpPr>
          <p:nvPr/>
        </p:nvSpPr>
        <p:spPr>
          <a:xfrm>
            <a:off x="15994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noGrp="1"/>
          </p:cNvSpPr>
          <p:nvPr/>
        </p:nvSpPr>
        <p:spPr>
          <a:xfrm>
            <a:off x="1675425" y="32968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noGrp="1"/>
          </p:cNvSpPr>
          <p:nvPr/>
        </p:nvSpPr>
        <p:spPr>
          <a:xfrm>
            <a:off x="14992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noGrp="1"/>
          </p:cNvSpPr>
          <p:nvPr/>
        </p:nvSpPr>
        <p:spPr>
          <a:xfrm>
            <a:off x="1612827" y="327592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noGrp="1"/>
          </p:cNvSpPr>
          <p:nvPr/>
        </p:nvSpPr>
        <p:spPr>
          <a:xfrm>
            <a:off x="1572522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noGrp="1"/>
          </p:cNvSpPr>
          <p:nvPr/>
        </p:nvSpPr>
        <p:spPr>
          <a:xfrm>
            <a:off x="1575946" y="32398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noGrp="1"/>
          </p:cNvSpPr>
          <p:nvPr/>
        </p:nvSpPr>
        <p:spPr>
          <a:xfrm>
            <a:off x="1500378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noGrp="1"/>
          </p:cNvSpPr>
          <p:nvPr/>
        </p:nvSpPr>
        <p:spPr>
          <a:xfrm>
            <a:off x="1666139" y="33191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noGrp="1"/>
          </p:cNvSpPr>
          <p:nvPr/>
        </p:nvSpPr>
        <p:spPr>
          <a:xfrm>
            <a:off x="1542079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noGrp="1"/>
          </p:cNvSpPr>
          <p:nvPr/>
        </p:nvSpPr>
        <p:spPr>
          <a:xfrm>
            <a:off x="1676908" y="329543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noGrp="1"/>
          </p:cNvSpPr>
          <p:nvPr/>
        </p:nvSpPr>
        <p:spPr>
          <a:xfrm>
            <a:off x="15654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noGrp="1"/>
          </p:cNvSpPr>
          <p:nvPr/>
        </p:nvSpPr>
        <p:spPr>
          <a:xfrm>
            <a:off x="15650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noGrp="1"/>
          </p:cNvSpPr>
          <p:nvPr/>
        </p:nvSpPr>
        <p:spPr>
          <a:xfrm>
            <a:off x="1613726" y="32990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noGrp="1"/>
          </p:cNvSpPr>
          <p:nvPr/>
        </p:nvSpPr>
        <p:spPr>
          <a:xfrm>
            <a:off x="1668420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noGrp="1"/>
          </p:cNvSpPr>
          <p:nvPr/>
        </p:nvSpPr>
        <p:spPr>
          <a:xfrm>
            <a:off x="151992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noGrp="1"/>
          </p:cNvSpPr>
          <p:nvPr/>
        </p:nvSpPr>
        <p:spPr>
          <a:xfrm>
            <a:off x="1608275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noGrp="1"/>
          </p:cNvSpPr>
          <p:nvPr/>
        </p:nvSpPr>
        <p:spPr>
          <a:xfrm>
            <a:off x="1555577" y="32857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noGrp="1"/>
          </p:cNvSpPr>
          <p:nvPr/>
        </p:nvSpPr>
        <p:spPr>
          <a:xfrm>
            <a:off x="16068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noGrp="1"/>
          </p:cNvSpPr>
          <p:nvPr/>
        </p:nvSpPr>
        <p:spPr>
          <a:xfrm>
            <a:off x="1665450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noGrp="1"/>
          </p:cNvSpPr>
          <p:nvPr/>
        </p:nvSpPr>
        <p:spPr>
          <a:xfrm>
            <a:off x="1508287" y="33027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noGrp="1"/>
          </p:cNvSpPr>
          <p:nvPr/>
        </p:nvSpPr>
        <p:spPr>
          <a:xfrm>
            <a:off x="15675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noGrp="1"/>
          </p:cNvSpPr>
          <p:nvPr/>
        </p:nvSpPr>
        <p:spPr>
          <a:xfrm>
            <a:off x="14857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noGrp="1"/>
          </p:cNvSpPr>
          <p:nvPr/>
        </p:nvSpPr>
        <p:spPr>
          <a:xfrm>
            <a:off x="159984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noGrp="1"/>
          </p:cNvSpPr>
          <p:nvPr/>
        </p:nvSpPr>
        <p:spPr>
          <a:xfrm>
            <a:off x="154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noGrp="1"/>
          </p:cNvSpPr>
          <p:nvPr/>
        </p:nvSpPr>
        <p:spPr>
          <a:xfrm>
            <a:off x="1559570" y="32806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noGrp="1"/>
          </p:cNvSpPr>
          <p:nvPr/>
        </p:nvSpPr>
        <p:spPr>
          <a:xfrm>
            <a:off x="154065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noGrp="1"/>
          </p:cNvSpPr>
          <p:nvPr/>
        </p:nvSpPr>
        <p:spPr>
          <a:xfrm>
            <a:off x="1531070" y="325485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noGrp="1"/>
          </p:cNvSpPr>
          <p:nvPr/>
        </p:nvSpPr>
        <p:spPr>
          <a:xfrm>
            <a:off x="1634898" y="33019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noGrp="1"/>
          </p:cNvSpPr>
          <p:nvPr/>
        </p:nvSpPr>
        <p:spPr>
          <a:xfrm>
            <a:off x="1553268" y="32669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noGrp="1"/>
          </p:cNvSpPr>
          <p:nvPr/>
        </p:nvSpPr>
        <p:spPr>
          <a:xfrm>
            <a:off x="1657865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noGrp="1"/>
          </p:cNvSpPr>
          <p:nvPr/>
        </p:nvSpPr>
        <p:spPr>
          <a:xfrm>
            <a:off x="1534626" y="284681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noGrp="1"/>
          </p:cNvSpPr>
          <p:nvPr/>
        </p:nvSpPr>
        <p:spPr>
          <a:xfrm>
            <a:off x="1490399" y="33077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noGrp="1"/>
          </p:cNvSpPr>
          <p:nvPr/>
        </p:nvSpPr>
        <p:spPr>
          <a:xfrm>
            <a:off x="14773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noGrp="1"/>
          </p:cNvSpPr>
          <p:nvPr/>
        </p:nvSpPr>
        <p:spPr>
          <a:xfrm>
            <a:off x="1623203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noGrp="1"/>
          </p:cNvSpPr>
          <p:nvPr/>
        </p:nvSpPr>
        <p:spPr>
          <a:xfrm>
            <a:off x="1640420" y="33223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noGrp="1"/>
          </p:cNvSpPr>
          <p:nvPr/>
        </p:nvSpPr>
        <p:spPr>
          <a:xfrm>
            <a:off x="1658649" y="31216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noGrp="1"/>
          </p:cNvSpPr>
          <p:nvPr/>
        </p:nvSpPr>
        <p:spPr>
          <a:xfrm>
            <a:off x="158828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noGrp="1"/>
          </p:cNvSpPr>
          <p:nvPr/>
        </p:nvSpPr>
        <p:spPr>
          <a:xfrm>
            <a:off x="1582893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noGrp="1"/>
          </p:cNvSpPr>
          <p:nvPr/>
        </p:nvSpPr>
        <p:spPr>
          <a:xfrm>
            <a:off x="1901364" y="20181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noGrp="1"/>
          </p:cNvSpPr>
          <p:nvPr/>
        </p:nvSpPr>
        <p:spPr>
          <a:xfrm>
            <a:off x="2036741" y="17140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noGrp="1"/>
          </p:cNvSpPr>
          <p:nvPr/>
        </p:nvSpPr>
        <p:spPr>
          <a:xfrm>
            <a:off x="2030708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noGrp="1"/>
          </p:cNvSpPr>
          <p:nvPr/>
        </p:nvSpPr>
        <p:spPr>
          <a:xfrm>
            <a:off x="1954365" y="31279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noGrp="1"/>
          </p:cNvSpPr>
          <p:nvPr/>
        </p:nvSpPr>
        <p:spPr>
          <a:xfrm>
            <a:off x="1992441" y="20181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noGrp="1"/>
          </p:cNvSpPr>
          <p:nvPr/>
        </p:nvSpPr>
        <p:spPr>
          <a:xfrm>
            <a:off x="1828831" y="22497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noGrp="1"/>
          </p:cNvSpPr>
          <p:nvPr/>
        </p:nvSpPr>
        <p:spPr>
          <a:xfrm>
            <a:off x="1884599" y="1790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noGrp="1"/>
          </p:cNvSpPr>
          <p:nvPr/>
        </p:nvSpPr>
        <p:spPr>
          <a:xfrm>
            <a:off x="186771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noGrp="1"/>
          </p:cNvSpPr>
          <p:nvPr/>
        </p:nvSpPr>
        <p:spPr>
          <a:xfrm>
            <a:off x="1893391" y="2297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noGrp="1"/>
          </p:cNvSpPr>
          <p:nvPr/>
        </p:nvSpPr>
        <p:spPr>
          <a:xfrm>
            <a:off x="1830946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noGrp="1"/>
          </p:cNvSpPr>
          <p:nvPr/>
        </p:nvSpPr>
        <p:spPr>
          <a:xfrm>
            <a:off x="2009311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noGrp="1"/>
          </p:cNvSpPr>
          <p:nvPr/>
        </p:nvSpPr>
        <p:spPr>
          <a:xfrm>
            <a:off x="1915222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noGrp="1"/>
          </p:cNvSpPr>
          <p:nvPr/>
        </p:nvSpPr>
        <p:spPr>
          <a:xfrm>
            <a:off x="1966046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noGrp="1"/>
          </p:cNvSpPr>
          <p:nvPr/>
        </p:nvSpPr>
        <p:spPr>
          <a:xfrm>
            <a:off x="1861432" y="20999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noGrp="1"/>
          </p:cNvSpPr>
          <p:nvPr/>
        </p:nvSpPr>
        <p:spPr>
          <a:xfrm>
            <a:off x="1920421" y="18184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noGrp="1"/>
          </p:cNvSpPr>
          <p:nvPr/>
        </p:nvSpPr>
        <p:spPr>
          <a:xfrm>
            <a:off x="1888449" y="18613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noGrp="1"/>
          </p:cNvSpPr>
          <p:nvPr/>
        </p:nvSpPr>
        <p:spPr>
          <a:xfrm>
            <a:off x="1851002" y="23772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noGrp="1"/>
          </p:cNvSpPr>
          <p:nvPr/>
        </p:nvSpPr>
        <p:spPr>
          <a:xfrm>
            <a:off x="1844776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noGrp="1"/>
          </p:cNvSpPr>
          <p:nvPr/>
        </p:nvSpPr>
        <p:spPr>
          <a:xfrm>
            <a:off x="2008953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noGrp="1"/>
          </p:cNvSpPr>
          <p:nvPr/>
        </p:nvSpPr>
        <p:spPr>
          <a:xfrm>
            <a:off x="1937376" y="21953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noGrp="1"/>
          </p:cNvSpPr>
          <p:nvPr/>
        </p:nvSpPr>
        <p:spPr>
          <a:xfrm>
            <a:off x="1895521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noGrp="1"/>
          </p:cNvSpPr>
          <p:nvPr/>
        </p:nvSpPr>
        <p:spPr>
          <a:xfrm>
            <a:off x="2008345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noGrp="1"/>
          </p:cNvSpPr>
          <p:nvPr/>
        </p:nvSpPr>
        <p:spPr>
          <a:xfrm>
            <a:off x="1858031" y="2284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noGrp="1"/>
          </p:cNvSpPr>
          <p:nvPr/>
        </p:nvSpPr>
        <p:spPr>
          <a:xfrm>
            <a:off x="1838626" y="17622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noGrp="1"/>
          </p:cNvSpPr>
          <p:nvPr/>
        </p:nvSpPr>
        <p:spPr>
          <a:xfrm>
            <a:off x="1898983" y="30724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noGrp="1"/>
          </p:cNvSpPr>
          <p:nvPr/>
        </p:nvSpPr>
        <p:spPr>
          <a:xfrm>
            <a:off x="185055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noGrp="1"/>
          </p:cNvSpPr>
          <p:nvPr/>
        </p:nvSpPr>
        <p:spPr>
          <a:xfrm>
            <a:off x="1967947" y="26856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noGrp="1"/>
          </p:cNvSpPr>
          <p:nvPr/>
        </p:nvSpPr>
        <p:spPr>
          <a:xfrm>
            <a:off x="1837796" y="28050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noGrp="1"/>
          </p:cNvSpPr>
          <p:nvPr/>
        </p:nvSpPr>
        <p:spPr>
          <a:xfrm>
            <a:off x="1909231" y="17373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noGrp="1"/>
          </p:cNvSpPr>
          <p:nvPr/>
        </p:nvSpPr>
        <p:spPr>
          <a:xfrm>
            <a:off x="1919097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noGrp="1"/>
          </p:cNvSpPr>
          <p:nvPr/>
        </p:nvSpPr>
        <p:spPr>
          <a:xfrm>
            <a:off x="199938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noGrp="1"/>
          </p:cNvSpPr>
          <p:nvPr/>
        </p:nvSpPr>
        <p:spPr>
          <a:xfrm>
            <a:off x="1948802" y="23935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noGrp="1"/>
          </p:cNvSpPr>
          <p:nvPr/>
        </p:nvSpPr>
        <p:spPr>
          <a:xfrm>
            <a:off x="18845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noGrp="1"/>
          </p:cNvSpPr>
          <p:nvPr/>
        </p:nvSpPr>
        <p:spPr>
          <a:xfrm>
            <a:off x="1829512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noGrp="1"/>
          </p:cNvSpPr>
          <p:nvPr/>
        </p:nvSpPr>
        <p:spPr>
          <a:xfrm>
            <a:off x="1822450" y="21170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noGrp="1"/>
          </p:cNvSpPr>
          <p:nvPr/>
        </p:nvSpPr>
        <p:spPr>
          <a:xfrm>
            <a:off x="185399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noGrp="1"/>
          </p:cNvSpPr>
          <p:nvPr/>
        </p:nvSpPr>
        <p:spPr>
          <a:xfrm>
            <a:off x="18782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noGrp="1"/>
          </p:cNvSpPr>
          <p:nvPr/>
        </p:nvSpPr>
        <p:spPr>
          <a:xfrm>
            <a:off x="2011438" y="239819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noGrp="1"/>
          </p:cNvSpPr>
          <p:nvPr/>
        </p:nvSpPr>
        <p:spPr>
          <a:xfrm>
            <a:off x="1855666" y="16931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noGrp="1"/>
          </p:cNvSpPr>
          <p:nvPr/>
        </p:nvSpPr>
        <p:spPr>
          <a:xfrm>
            <a:off x="1959747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noGrp="1"/>
          </p:cNvSpPr>
          <p:nvPr/>
        </p:nvSpPr>
        <p:spPr>
          <a:xfrm>
            <a:off x="197467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noGrp="1"/>
          </p:cNvSpPr>
          <p:nvPr/>
        </p:nvSpPr>
        <p:spPr>
          <a:xfrm>
            <a:off x="1939140" y="17874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noGrp="1"/>
          </p:cNvSpPr>
          <p:nvPr/>
        </p:nvSpPr>
        <p:spPr>
          <a:xfrm>
            <a:off x="1901553" y="25763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noGrp="1"/>
          </p:cNvSpPr>
          <p:nvPr/>
        </p:nvSpPr>
        <p:spPr>
          <a:xfrm>
            <a:off x="1972832" y="19581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noGrp="1"/>
          </p:cNvSpPr>
          <p:nvPr/>
        </p:nvSpPr>
        <p:spPr>
          <a:xfrm>
            <a:off x="1864589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noGrp="1"/>
          </p:cNvSpPr>
          <p:nvPr/>
        </p:nvSpPr>
        <p:spPr>
          <a:xfrm>
            <a:off x="1826189" y="26107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noGrp="1"/>
          </p:cNvSpPr>
          <p:nvPr/>
        </p:nvSpPr>
        <p:spPr>
          <a:xfrm>
            <a:off x="2031828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noGrp="1"/>
          </p:cNvSpPr>
          <p:nvPr/>
        </p:nvSpPr>
        <p:spPr>
          <a:xfrm>
            <a:off x="1972107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noGrp="1"/>
          </p:cNvSpPr>
          <p:nvPr/>
        </p:nvSpPr>
        <p:spPr>
          <a:xfrm>
            <a:off x="1883427" y="24735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noGrp="1"/>
          </p:cNvSpPr>
          <p:nvPr/>
        </p:nvSpPr>
        <p:spPr>
          <a:xfrm>
            <a:off x="1852589" y="17979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noGrp="1"/>
          </p:cNvSpPr>
          <p:nvPr/>
        </p:nvSpPr>
        <p:spPr>
          <a:xfrm>
            <a:off x="2013256" y="21540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noGrp="1"/>
          </p:cNvSpPr>
          <p:nvPr/>
        </p:nvSpPr>
        <p:spPr>
          <a:xfrm>
            <a:off x="186244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noGrp="1"/>
          </p:cNvSpPr>
          <p:nvPr/>
        </p:nvSpPr>
        <p:spPr>
          <a:xfrm>
            <a:off x="1964887" y="23098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noGrp="1"/>
          </p:cNvSpPr>
          <p:nvPr/>
        </p:nvSpPr>
        <p:spPr>
          <a:xfrm>
            <a:off x="1852670" y="23424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noGrp="1"/>
          </p:cNvSpPr>
          <p:nvPr/>
        </p:nvSpPr>
        <p:spPr>
          <a:xfrm>
            <a:off x="1938402" y="2164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noGrp="1"/>
          </p:cNvSpPr>
          <p:nvPr/>
        </p:nvSpPr>
        <p:spPr>
          <a:xfrm>
            <a:off x="2024767" y="22620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noGrp="1"/>
          </p:cNvSpPr>
          <p:nvPr/>
        </p:nvSpPr>
        <p:spPr>
          <a:xfrm>
            <a:off x="1898301" y="32114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noGrp="1"/>
          </p:cNvSpPr>
          <p:nvPr/>
        </p:nvSpPr>
        <p:spPr>
          <a:xfrm>
            <a:off x="1855400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noGrp="1"/>
          </p:cNvSpPr>
          <p:nvPr/>
        </p:nvSpPr>
        <p:spPr>
          <a:xfrm>
            <a:off x="1939398" y="19635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noGrp="1"/>
          </p:cNvSpPr>
          <p:nvPr/>
        </p:nvSpPr>
        <p:spPr>
          <a:xfrm>
            <a:off x="1899047" y="18425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noGrp="1"/>
          </p:cNvSpPr>
          <p:nvPr/>
        </p:nvSpPr>
        <p:spPr>
          <a:xfrm>
            <a:off x="1905045" y="22589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noGrp="1"/>
          </p:cNvSpPr>
          <p:nvPr/>
        </p:nvSpPr>
        <p:spPr>
          <a:xfrm>
            <a:off x="1896712" y="159109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noGrp="1"/>
          </p:cNvSpPr>
          <p:nvPr/>
        </p:nvSpPr>
        <p:spPr>
          <a:xfrm>
            <a:off x="2012228" y="22338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noGrp="1"/>
          </p:cNvSpPr>
          <p:nvPr/>
        </p:nvSpPr>
        <p:spPr>
          <a:xfrm>
            <a:off x="1881421" y="2980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noGrp="1"/>
          </p:cNvSpPr>
          <p:nvPr/>
        </p:nvSpPr>
        <p:spPr>
          <a:xfrm>
            <a:off x="1877981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noGrp="1"/>
          </p:cNvSpPr>
          <p:nvPr/>
        </p:nvSpPr>
        <p:spPr>
          <a:xfrm>
            <a:off x="1945283" y="2512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noGrp="1"/>
          </p:cNvSpPr>
          <p:nvPr/>
        </p:nvSpPr>
        <p:spPr>
          <a:xfrm>
            <a:off x="1861578" y="27766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noGrp="1"/>
          </p:cNvSpPr>
          <p:nvPr/>
        </p:nvSpPr>
        <p:spPr>
          <a:xfrm>
            <a:off x="191214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noGrp="1"/>
          </p:cNvSpPr>
          <p:nvPr/>
        </p:nvSpPr>
        <p:spPr>
          <a:xfrm>
            <a:off x="1878082" y="20771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noGrp="1"/>
          </p:cNvSpPr>
          <p:nvPr/>
        </p:nvSpPr>
        <p:spPr>
          <a:xfrm>
            <a:off x="1959393" y="27296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noGrp="1"/>
          </p:cNvSpPr>
          <p:nvPr/>
        </p:nvSpPr>
        <p:spPr>
          <a:xfrm>
            <a:off x="1838419" y="16949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noGrp="1"/>
          </p:cNvSpPr>
          <p:nvPr/>
        </p:nvSpPr>
        <p:spPr>
          <a:xfrm>
            <a:off x="1890837" y="25919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noGrp="1"/>
          </p:cNvSpPr>
          <p:nvPr/>
        </p:nvSpPr>
        <p:spPr>
          <a:xfrm>
            <a:off x="1975625" y="23305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noGrp="1"/>
          </p:cNvSpPr>
          <p:nvPr/>
        </p:nvSpPr>
        <p:spPr>
          <a:xfrm>
            <a:off x="1839835" y="19536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noGrp="1"/>
          </p:cNvSpPr>
          <p:nvPr/>
        </p:nvSpPr>
        <p:spPr>
          <a:xfrm>
            <a:off x="1964994" y="27541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noGrp="1"/>
          </p:cNvSpPr>
          <p:nvPr/>
        </p:nvSpPr>
        <p:spPr>
          <a:xfrm>
            <a:off x="1853753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noGrp="1"/>
          </p:cNvSpPr>
          <p:nvPr/>
        </p:nvSpPr>
        <p:spPr>
          <a:xfrm>
            <a:off x="20027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noGrp="1"/>
          </p:cNvSpPr>
          <p:nvPr/>
        </p:nvSpPr>
        <p:spPr>
          <a:xfrm>
            <a:off x="1921862" y="18352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noGrp="1"/>
          </p:cNvSpPr>
          <p:nvPr/>
        </p:nvSpPr>
        <p:spPr>
          <a:xfrm>
            <a:off x="1917715" y="203876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noGrp="1"/>
          </p:cNvSpPr>
          <p:nvPr/>
        </p:nvSpPr>
        <p:spPr>
          <a:xfrm>
            <a:off x="1907567" y="18976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noGrp="1"/>
          </p:cNvSpPr>
          <p:nvPr/>
        </p:nvSpPr>
        <p:spPr>
          <a:xfrm>
            <a:off x="2030860" y="17685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noGrp="1"/>
          </p:cNvSpPr>
          <p:nvPr/>
        </p:nvSpPr>
        <p:spPr>
          <a:xfrm>
            <a:off x="18811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noGrp="1"/>
          </p:cNvSpPr>
          <p:nvPr/>
        </p:nvSpPr>
        <p:spPr>
          <a:xfrm>
            <a:off x="20045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noGrp="1"/>
          </p:cNvSpPr>
          <p:nvPr/>
        </p:nvSpPr>
        <p:spPr>
          <a:xfrm>
            <a:off x="1895730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noGrp="1"/>
          </p:cNvSpPr>
          <p:nvPr/>
        </p:nvSpPr>
        <p:spPr>
          <a:xfrm>
            <a:off x="1874998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noGrp="1"/>
          </p:cNvSpPr>
          <p:nvPr/>
        </p:nvSpPr>
        <p:spPr>
          <a:xfrm>
            <a:off x="2036399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noGrp="1"/>
          </p:cNvSpPr>
          <p:nvPr/>
        </p:nvSpPr>
        <p:spPr>
          <a:xfrm>
            <a:off x="1919434" y="24090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noGrp="1"/>
          </p:cNvSpPr>
          <p:nvPr/>
        </p:nvSpPr>
        <p:spPr>
          <a:xfrm>
            <a:off x="1923628" y="15545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noGrp="1"/>
          </p:cNvSpPr>
          <p:nvPr/>
        </p:nvSpPr>
        <p:spPr>
          <a:xfrm>
            <a:off x="1903948" y="30623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noGrp="1"/>
          </p:cNvSpPr>
          <p:nvPr/>
        </p:nvSpPr>
        <p:spPr>
          <a:xfrm>
            <a:off x="1978311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noGrp="1"/>
          </p:cNvSpPr>
          <p:nvPr/>
        </p:nvSpPr>
        <p:spPr>
          <a:xfrm>
            <a:off x="1945689" y="2649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noGrp="1"/>
          </p:cNvSpPr>
          <p:nvPr/>
        </p:nvSpPr>
        <p:spPr>
          <a:xfrm>
            <a:off x="2006826" y="29534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noGrp="1"/>
          </p:cNvSpPr>
          <p:nvPr/>
        </p:nvSpPr>
        <p:spPr>
          <a:xfrm>
            <a:off x="1938114" y="15849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noGrp="1"/>
          </p:cNvSpPr>
          <p:nvPr/>
        </p:nvSpPr>
        <p:spPr>
          <a:xfrm>
            <a:off x="1902117" y="18506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noGrp="1"/>
          </p:cNvSpPr>
          <p:nvPr/>
        </p:nvSpPr>
        <p:spPr>
          <a:xfrm>
            <a:off x="188587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noGrp="1"/>
          </p:cNvSpPr>
          <p:nvPr/>
        </p:nvSpPr>
        <p:spPr>
          <a:xfrm>
            <a:off x="1904120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noGrp="1"/>
          </p:cNvSpPr>
          <p:nvPr/>
        </p:nvSpPr>
        <p:spPr>
          <a:xfrm>
            <a:off x="1928583" y="25122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noGrp="1"/>
          </p:cNvSpPr>
          <p:nvPr/>
        </p:nvSpPr>
        <p:spPr>
          <a:xfrm>
            <a:off x="1935924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noGrp="1"/>
          </p:cNvSpPr>
          <p:nvPr/>
        </p:nvSpPr>
        <p:spPr>
          <a:xfrm>
            <a:off x="2009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noGrp="1"/>
          </p:cNvSpPr>
          <p:nvPr/>
        </p:nvSpPr>
        <p:spPr>
          <a:xfrm>
            <a:off x="2024029" y="22522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noGrp="1"/>
          </p:cNvSpPr>
          <p:nvPr/>
        </p:nvSpPr>
        <p:spPr>
          <a:xfrm>
            <a:off x="1880134" y="175684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noGrp="1"/>
          </p:cNvSpPr>
          <p:nvPr/>
        </p:nvSpPr>
        <p:spPr>
          <a:xfrm>
            <a:off x="1853720" y="30099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noGrp="1"/>
          </p:cNvSpPr>
          <p:nvPr/>
        </p:nvSpPr>
        <p:spPr>
          <a:xfrm>
            <a:off x="20076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noGrp="1"/>
          </p:cNvSpPr>
          <p:nvPr/>
        </p:nvSpPr>
        <p:spPr>
          <a:xfrm>
            <a:off x="182516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noGrp="1"/>
          </p:cNvSpPr>
          <p:nvPr/>
        </p:nvSpPr>
        <p:spPr>
          <a:xfrm>
            <a:off x="1949304" y="2709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noGrp="1"/>
          </p:cNvSpPr>
          <p:nvPr/>
        </p:nvSpPr>
        <p:spPr>
          <a:xfrm>
            <a:off x="1964973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noGrp="1"/>
          </p:cNvSpPr>
          <p:nvPr/>
        </p:nvSpPr>
        <p:spPr>
          <a:xfrm>
            <a:off x="1985576" y="1686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noGrp="1"/>
          </p:cNvSpPr>
          <p:nvPr/>
        </p:nvSpPr>
        <p:spPr>
          <a:xfrm>
            <a:off x="1992283" y="20617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noGrp="1"/>
          </p:cNvSpPr>
          <p:nvPr/>
        </p:nvSpPr>
        <p:spPr>
          <a:xfrm>
            <a:off x="1959133" y="25999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noGrp="1"/>
          </p:cNvSpPr>
          <p:nvPr/>
        </p:nvSpPr>
        <p:spPr>
          <a:xfrm>
            <a:off x="185172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noGrp="1"/>
          </p:cNvSpPr>
          <p:nvPr/>
        </p:nvSpPr>
        <p:spPr>
          <a:xfrm>
            <a:off x="1891226" y="27528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noGrp="1"/>
          </p:cNvSpPr>
          <p:nvPr/>
        </p:nvSpPr>
        <p:spPr>
          <a:xfrm>
            <a:off x="1820672" y="23395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noGrp="1"/>
          </p:cNvSpPr>
          <p:nvPr/>
        </p:nvSpPr>
        <p:spPr>
          <a:xfrm>
            <a:off x="2034424" y="221023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noGrp="1"/>
          </p:cNvSpPr>
          <p:nvPr/>
        </p:nvSpPr>
        <p:spPr>
          <a:xfrm>
            <a:off x="1893168" y="19215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noGrp="1"/>
          </p:cNvSpPr>
          <p:nvPr/>
        </p:nvSpPr>
        <p:spPr>
          <a:xfrm>
            <a:off x="1965136" y="22804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noGrp="1"/>
          </p:cNvSpPr>
          <p:nvPr/>
        </p:nvSpPr>
        <p:spPr>
          <a:xfrm>
            <a:off x="1840353" y="273566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noGrp="1"/>
          </p:cNvSpPr>
          <p:nvPr/>
        </p:nvSpPr>
        <p:spPr>
          <a:xfrm>
            <a:off x="1857008" y="29942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noGrp="1"/>
          </p:cNvSpPr>
          <p:nvPr/>
        </p:nvSpPr>
        <p:spPr>
          <a:xfrm>
            <a:off x="2017870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noGrp="1"/>
          </p:cNvSpPr>
          <p:nvPr/>
        </p:nvSpPr>
        <p:spPr>
          <a:xfrm>
            <a:off x="191566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noGrp="1"/>
          </p:cNvSpPr>
          <p:nvPr/>
        </p:nvSpPr>
        <p:spPr>
          <a:xfrm>
            <a:off x="1831689" y="17917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noGrp="1"/>
          </p:cNvSpPr>
          <p:nvPr/>
        </p:nvSpPr>
        <p:spPr>
          <a:xfrm>
            <a:off x="189392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noGrp="1"/>
          </p:cNvSpPr>
          <p:nvPr/>
        </p:nvSpPr>
        <p:spPr>
          <a:xfrm>
            <a:off x="1848983" y="2188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noGrp="1"/>
          </p:cNvSpPr>
          <p:nvPr/>
        </p:nvSpPr>
        <p:spPr>
          <a:xfrm>
            <a:off x="1887502" y="27887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noGrp="1"/>
          </p:cNvSpPr>
          <p:nvPr/>
        </p:nvSpPr>
        <p:spPr>
          <a:xfrm>
            <a:off x="1935867" y="293452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noGrp="1"/>
          </p:cNvSpPr>
          <p:nvPr/>
        </p:nvSpPr>
        <p:spPr>
          <a:xfrm>
            <a:off x="1873301" y="18448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noGrp="1"/>
          </p:cNvSpPr>
          <p:nvPr/>
        </p:nvSpPr>
        <p:spPr>
          <a:xfrm>
            <a:off x="1972899" y="1671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noGrp="1"/>
          </p:cNvSpPr>
          <p:nvPr/>
        </p:nvSpPr>
        <p:spPr>
          <a:xfrm>
            <a:off x="1950077" y="285312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noGrp="1"/>
          </p:cNvSpPr>
          <p:nvPr/>
        </p:nvSpPr>
        <p:spPr>
          <a:xfrm>
            <a:off x="19224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noGrp="1"/>
          </p:cNvSpPr>
          <p:nvPr/>
        </p:nvSpPr>
        <p:spPr>
          <a:xfrm>
            <a:off x="1976152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noGrp="1"/>
          </p:cNvSpPr>
          <p:nvPr/>
        </p:nvSpPr>
        <p:spPr>
          <a:xfrm>
            <a:off x="1958106" y="17523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noGrp="1"/>
          </p:cNvSpPr>
          <p:nvPr/>
        </p:nvSpPr>
        <p:spPr>
          <a:xfrm>
            <a:off x="1866955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noGrp="1"/>
          </p:cNvSpPr>
          <p:nvPr/>
        </p:nvSpPr>
        <p:spPr>
          <a:xfrm>
            <a:off x="1964325" y="22467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noGrp="1"/>
          </p:cNvSpPr>
          <p:nvPr/>
        </p:nvSpPr>
        <p:spPr>
          <a:xfrm>
            <a:off x="1890747" y="18061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noGrp="1"/>
          </p:cNvSpPr>
          <p:nvPr/>
        </p:nvSpPr>
        <p:spPr>
          <a:xfrm>
            <a:off x="1976776" y="18356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noGrp="1"/>
          </p:cNvSpPr>
          <p:nvPr/>
        </p:nvSpPr>
        <p:spPr>
          <a:xfrm>
            <a:off x="1945044" y="23017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noGrp="1"/>
          </p:cNvSpPr>
          <p:nvPr/>
        </p:nvSpPr>
        <p:spPr>
          <a:xfrm>
            <a:off x="1835618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noGrp="1"/>
          </p:cNvSpPr>
          <p:nvPr/>
        </p:nvSpPr>
        <p:spPr>
          <a:xfrm>
            <a:off x="1975840" y="24411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noGrp="1"/>
          </p:cNvSpPr>
          <p:nvPr/>
        </p:nvSpPr>
        <p:spPr>
          <a:xfrm>
            <a:off x="1992859" y="192560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noGrp="1"/>
          </p:cNvSpPr>
          <p:nvPr/>
        </p:nvSpPr>
        <p:spPr>
          <a:xfrm>
            <a:off x="19676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noGrp="1"/>
          </p:cNvSpPr>
          <p:nvPr/>
        </p:nvSpPr>
        <p:spPr>
          <a:xfrm>
            <a:off x="1925866" y="22834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noGrp="1"/>
          </p:cNvSpPr>
          <p:nvPr/>
        </p:nvSpPr>
        <p:spPr>
          <a:xfrm>
            <a:off x="1876495" y="184314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noGrp="1"/>
          </p:cNvSpPr>
          <p:nvPr/>
        </p:nvSpPr>
        <p:spPr>
          <a:xfrm>
            <a:off x="183273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noGrp="1"/>
          </p:cNvSpPr>
          <p:nvPr/>
        </p:nvSpPr>
        <p:spPr>
          <a:xfrm>
            <a:off x="1984272" y="223628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noGrp="1"/>
          </p:cNvSpPr>
          <p:nvPr/>
        </p:nvSpPr>
        <p:spPr>
          <a:xfrm>
            <a:off x="200787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noGrp="1"/>
          </p:cNvSpPr>
          <p:nvPr/>
        </p:nvSpPr>
        <p:spPr>
          <a:xfrm>
            <a:off x="198085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noGrp="1"/>
          </p:cNvSpPr>
          <p:nvPr/>
        </p:nvSpPr>
        <p:spPr>
          <a:xfrm>
            <a:off x="1877223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noGrp="1"/>
          </p:cNvSpPr>
          <p:nvPr/>
        </p:nvSpPr>
        <p:spPr>
          <a:xfrm>
            <a:off x="1950732" y="23427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noGrp="1"/>
          </p:cNvSpPr>
          <p:nvPr/>
        </p:nvSpPr>
        <p:spPr>
          <a:xfrm>
            <a:off x="1847133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noGrp="1"/>
          </p:cNvSpPr>
          <p:nvPr/>
        </p:nvSpPr>
        <p:spPr>
          <a:xfrm>
            <a:off x="1953266" y="214134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noGrp="1"/>
          </p:cNvSpPr>
          <p:nvPr/>
        </p:nvSpPr>
        <p:spPr>
          <a:xfrm>
            <a:off x="1960643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noGrp="1"/>
          </p:cNvSpPr>
          <p:nvPr/>
        </p:nvSpPr>
        <p:spPr>
          <a:xfrm>
            <a:off x="1913660" y="27189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noGrp="1"/>
          </p:cNvSpPr>
          <p:nvPr/>
        </p:nvSpPr>
        <p:spPr>
          <a:xfrm>
            <a:off x="196079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noGrp="1"/>
          </p:cNvSpPr>
          <p:nvPr/>
        </p:nvSpPr>
        <p:spPr>
          <a:xfrm>
            <a:off x="1989359" y="27969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noGrp="1"/>
          </p:cNvSpPr>
          <p:nvPr/>
        </p:nvSpPr>
        <p:spPr>
          <a:xfrm>
            <a:off x="2006767" y="22510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noGrp="1"/>
          </p:cNvSpPr>
          <p:nvPr/>
        </p:nvSpPr>
        <p:spPr>
          <a:xfrm>
            <a:off x="2034303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noGrp="1"/>
          </p:cNvSpPr>
          <p:nvPr/>
        </p:nvSpPr>
        <p:spPr>
          <a:xfrm>
            <a:off x="1833574" y="24439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noGrp="1"/>
          </p:cNvSpPr>
          <p:nvPr/>
        </p:nvSpPr>
        <p:spPr>
          <a:xfrm>
            <a:off x="1950947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noGrp="1"/>
          </p:cNvSpPr>
          <p:nvPr/>
        </p:nvSpPr>
        <p:spPr>
          <a:xfrm>
            <a:off x="1895131" y="18669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noGrp="1"/>
          </p:cNvSpPr>
          <p:nvPr/>
        </p:nvSpPr>
        <p:spPr>
          <a:xfrm>
            <a:off x="1950929" y="27605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noGrp="1"/>
          </p:cNvSpPr>
          <p:nvPr/>
        </p:nvSpPr>
        <p:spPr>
          <a:xfrm>
            <a:off x="2001514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noGrp="1"/>
          </p:cNvSpPr>
          <p:nvPr/>
        </p:nvSpPr>
        <p:spPr>
          <a:xfrm>
            <a:off x="2005185" y="30488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noGrp="1"/>
          </p:cNvSpPr>
          <p:nvPr/>
        </p:nvSpPr>
        <p:spPr>
          <a:xfrm>
            <a:off x="1844653" y="1818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noGrp="1"/>
          </p:cNvSpPr>
          <p:nvPr/>
        </p:nvSpPr>
        <p:spPr>
          <a:xfrm>
            <a:off x="1853827" y="215622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noGrp="1"/>
          </p:cNvSpPr>
          <p:nvPr/>
        </p:nvSpPr>
        <p:spPr>
          <a:xfrm>
            <a:off x="1853793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noGrp="1"/>
          </p:cNvSpPr>
          <p:nvPr/>
        </p:nvSpPr>
        <p:spPr>
          <a:xfrm>
            <a:off x="1969013" y="28662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noGrp="1"/>
          </p:cNvSpPr>
          <p:nvPr/>
        </p:nvSpPr>
        <p:spPr>
          <a:xfrm>
            <a:off x="1842576" y="20517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noGrp="1"/>
          </p:cNvSpPr>
          <p:nvPr/>
        </p:nvSpPr>
        <p:spPr>
          <a:xfrm>
            <a:off x="1971489" y="24787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noGrp="1"/>
          </p:cNvSpPr>
          <p:nvPr/>
        </p:nvSpPr>
        <p:spPr>
          <a:xfrm>
            <a:off x="1918288" y="248301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noGrp="1"/>
          </p:cNvSpPr>
          <p:nvPr/>
        </p:nvSpPr>
        <p:spPr>
          <a:xfrm>
            <a:off x="1899659" y="24875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noGrp="1"/>
          </p:cNvSpPr>
          <p:nvPr/>
        </p:nvSpPr>
        <p:spPr>
          <a:xfrm>
            <a:off x="1851709" y="24478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noGrp="1"/>
          </p:cNvSpPr>
          <p:nvPr/>
        </p:nvSpPr>
        <p:spPr>
          <a:xfrm>
            <a:off x="1919658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noGrp="1"/>
          </p:cNvSpPr>
          <p:nvPr/>
        </p:nvSpPr>
        <p:spPr>
          <a:xfrm>
            <a:off x="1882327" y="32072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noGrp="1"/>
          </p:cNvSpPr>
          <p:nvPr/>
        </p:nvSpPr>
        <p:spPr>
          <a:xfrm>
            <a:off x="2019231" y="25489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noGrp="1"/>
          </p:cNvSpPr>
          <p:nvPr/>
        </p:nvSpPr>
        <p:spPr>
          <a:xfrm>
            <a:off x="1992561" y="2121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noGrp="1"/>
          </p:cNvSpPr>
          <p:nvPr/>
        </p:nvSpPr>
        <p:spPr>
          <a:xfrm>
            <a:off x="1948710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noGrp="1"/>
          </p:cNvSpPr>
          <p:nvPr/>
        </p:nvSpPr>
        <p:spPr>
          <a:xfrm>
            <a:off x="18518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noGrp="1"/>
          </p:cNvSpPr>
          <p:nvPr/>
        </p:nvSpPr>
        <p:spPr>
          <a:xfrm>
            <a:off x="1891029" y="29607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noGrp="1"/>
          </p:cNvSpPr>
          <p:nvPr/>
        </p:nvSpPr>
        <p:spPr>
          <a:xfrm>
            <a:off x="1878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noGrp="1"/>
          </p:cNvSpPr>
          <p:nvPr/>
        </p:nvSpPr>
        <p:spPr>
          <a:xfrm>
            <a:off x="196733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noGrp="1"/>
          </p:cNvSpPr>
          <p:nvPr/>
        </p:nvSpPr>
        <p:spPr>
          <a:xfrm>
            <a:off x="2312671" y="17457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noGrp="1"/>
          </p:cNvSpPr>
          <p:nvPr/>
        </p:nvSpPr>
        <p:spPr>
          <a:xfrm>
            <a:off x="2194048" y="163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noGrp="1"/>
          </p:cNvSpPr>
          <p:nvPr/>
        </p:nvSpPr>
        <p:spPr>
          <a:xfrm>
            <a:off x="2360246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noGrp="1"/>
          </p:cNvSpPr>
          <p:nvPr/>
        </p:nvSpPr>
        <p:spPr>
          <a:xfrm>
            <a:off x="2195795" y="30772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noGrp="1"/>
          </p:cNvSpPr>
          <p:nvPr/>
        </p:nvSpPr>
        <p:spPr>
          <a:xfrm>
            <a:off x="2298780" y="18632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noGrp="1"/>
          </p:cNvSpPr>
          <p:nvPr/>
        </p:nvSpPr>
        <p:spPr>
          <a:xfrm>
            <a:off x="2301053" y="19465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noGrp="1"/>
          </p:cNvSpPr>
          <p:nvPr/>
        </p:nvSpPr>
        <p:spPr>
          <a:xfrm>
            <a:off x="2385756" y="1766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noGrp="1"/>
          </p:cNvSpPr>
          <p:nvPr/>
        </p:nvSpPr>
        <p:spPr>
          <a:xfrm>
            <a:off x="2294203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noGrp="1"/>
          </p:cNvSpPr>
          <p:nvPr/>
        </p:nvSpPr>
        <p:spPr>
          <a:xfrm>
            <a:off x="2292841" y="26078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noGrp="1"/>
          </p:cNvSpPr>
          <p:nvPr/>
        </p:nvSpPr>
        <p:spPr>
          <a:xfrm>
            <a:off x="2292765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noGrp="1"/>
          </p:cNvSpPr>
          <p:nvPr/>
        </p:nvSpPr>
        <p:spPr>
          <a:xfrm>
            <a:off x="2243676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noGrp="1"/>
          </p:cNvSpPr>
          <p:nvPr/>
        </p:nvSpPr>
        <p:spPr>
          <a:xfrm>
            <a:off x="218150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noGrp="1"/>
          </p:cNvSpPr>
          <p:nvPr/>
        </p:nvSpPr>
        <p:spPr>
          <a:xfrm>
            <a:off x="2356272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noGrp="1"/>
          </p:cNvSpPr>
          <p:nvPr/>
        </p:nvSpPr>
        <p:spPr>
          <a:xfrm>
            <a:off x="2169516" y="23936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noGrp="1"/>
          </p:cNvSpPr>
          <p:nvPr/>
        </p:nvSpPr>
        <p:spPr>
          <a:xfrm>
            <a:off x="2384236" y="18266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noGrp="1"/>
          </p:cNvSpPr>
          <p:nvPr/>
        </p:nvSpPr>
        <p:spPr>
          <a:xfrm>
            <a:off x="2361673" y="18326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noGrp="1"/>
          </p:cNvSpPr>
          <p:nvPr/>
        </p:nvSpPr>
        <p:spPr>
          <a:xfrm>
            <a:off x="2247830" y="27033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noGrp="1"/>
          </p:cNvSpPr>
          <p:nvPr/>
        </p:nvSpPr>
        <p:spPr>
          <a:xfrm>
            <a:off x="2331436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noGrp="1"/>
          </p:cNvSpPr>
          <p:nvPr/>
        </p:nvSpPr>
        <p:spPr>
          <a:xfrm>
            <a:off x="2227891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noGrp="1"/>
          </p:cNvSpPr>
          <p:nvPr/>
        </p:nvSpPr>
        <p:spPr>
          <a:xfrm>
            <a:off x="2177523" y="2025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noGrp="1"/>
          </p:cNvSpPr>
          <p:nvPr/>
        </p:nvSpPr>
        <p:spPr>
          <a:xfrm>
            <a:off x="2352883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noGrp="1"/>
          </p:cNvSpPr>
          <p:nvPr/>
        </p:nvSpPr>
        <p:spPr>
          <a:xfrm>
            <a:off x="2193467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noGrp="1"/>
          </p:cNvSpPr>
          <p:nvPr/>
        </p:nvSpPr>
        <p:spPr>
          <a:xfrm>
            <a:off x="2211670" y="22161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noGrp="1"/>
          </p:cNvSpPr>
          <p:nvPr/>
        </p:nvSpPr>
        <p:spPr>
          <a:xfrm>
            <a:off x="2215973" y="1755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noGrp="1"/>
          </p:cNvSpPr>
          <p:nvPr/>
        </p:nvSpPr>
        <p:spPr>
          <a:xfrm>
            <a:off x="2331210" y="28790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noGrp="1"/>
          </p:cNvSpPr>
          <p:nvPr/>
        </p:nvSpPr>
        <p:spPr>
          <a:xfrm>
            <a:off x="227354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noGrp="1"/>
          </p:cNvSpPr>
          <p:nvPr/>
        </p:nvSpPr>
        <p:spPr>
          <a:xfrm>
            <a:off x="2169083" y="27019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noGrp="1"/>
          </p:cNvSpPr>
          <p:nvPr/>
        </p:nvSpPr>
        <p:spPr>
          <a:xfrm>
            <a:off x="2197936" y="2728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noGrp="1"/>
          </p:cNvSpPr>
          <p:nvPr/>
        </p:nvSpPr>
        <p:spPr>
          <a:xfrm>
            <a:off x="2275244" y="17400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noGrp="1"/>
          </p:cNvSpPr>
          <p:nvPr/>
        </p:nvSpPr>
        <p:spPr>
          <a:xfrm>
            <a:off x="23533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noGrp="1"/>
          </p:cNvSpPr>
          <p:nvPr/>
        </p:nvSpPr>
        <p:spPr>
          <a:xfrm>
            <a:off x="2253591" y="26009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noGrp="1"/>
          </p:cNvSpPr>
          <p:nvPr/>
        </p:nvSpPr>
        <p:spPr>
          <a:xfrm>
            <a:off x="2255979" y="22028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noGrp="1"/>
          </p:cNvSpPr>
          <p:nvPr/>
        </p:nvSpPr>
        <p:spPr>
          <a:xfrm>
            <a:off x="218949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noGrp="1"/>
          </p:cNvSpPr>
          <p:nvPr/>
        </p:nvSpPr>
        <p:spPr>
          <a:xfrm>
            <a:off x="2324343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noGrp="1"/>
          </p:cNvSpPr>
          <p:nvPr/>
        </p:nvSpPr>
        <p:spPr>
          <a:xfrm>
            <a:off x="2280590" y="157987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noGrp="1"/>
          </p:cNvSpPr>
          <p:nvPr/>
        </p:nvSpPr>
        <p:spPr>
          <a:xfrm>
            <a:off x="22058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noGrp="1"/>
          </p:cNvSpPr>
          <p:nvPr/>
        </p:nvSpPr>
        <p:spPr>
          <a:xfrm>
            <a:off x="2373909" y="218096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noGrp="1"/>
          </p:cNvSpPr>
          <p:nvPr/>
        </p:nvSpPr>
        <p:spPr>
          <a:xfrm>
            <a:off x="2284073" y="232268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noGrp="1"/>
          </p:cNvSpPr>
          <p:nvPr/>
        </p:nvSpPr>
        <p:spPr>
          <a:xfrm>
            <a:off x="2219068" y="163534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noGrp="1"/>
          </p:cNvSpPr>
          <p:nvPr/>
        </p:nvSpPr>
        <p:spPr>
          <a:xfrm>
            <a:off x="2373122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noGrp="1"/>
          </p:cNvSpPr>
          <p:nvPr/>
        </p:nvSpPr>
        <p:spPr>
          <a:xfrm>
            <a:off x="2190424" y="218284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noGrp="1"/>
          </p:cNvSpPr>
          <p:nvPr/>
        </p:nvSpPr>
        <p:spPr>
          <a:xfrm>
            <a:off x="2168651" y="18016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noGrp="1"/>
          </p:cNvSpPr>
          <p:nvPr/>
        </p:nvSpPr>
        <p:spPr>
          <a:xfrm>
            <a:off x="2332000" y="15782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noGrp="1"/>
          </p:cNvSpPr>
          <p:nvPr/>
        </p:nvSpPr>
        <p:spPr>
          <a:xfrm>
            <a:off x="2367594" y="1723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noGrp="1"/>
          </p:cNvSpPr>
          <p:nvPr/>
        </p:nvSpPr>
        <p:spPr>
          <a:xfrm>
            <a:off x="2319125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noGrp="1"/>
          </p:cNvSpPr>
          <p:nvPr/>
        </p:nvSpPr>
        <p:spPr>
          <a:xfrm>
            <a:off x="2360300" y="16723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noGrp="1"/>
          </p:cNvSpPr>
          <p:nvPr/>
        </p:nvSpPr>
        <p:spPr>
          <a:xfrm>
            <a:off x="2182224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noGrp="1"/>
          </p:cNvSpPr>
          <p:nvPr/>
        </p:nvSpPr>
        <p:spPr>
          <a:xfrm>
            <a:off x="2340559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noGrp="1"/>
          </p:cNvSpPr>
          <p:nvPr/>
        </p:nvSpPr>
        <p:spPr>
          <a:xfrm>
            <a:off x="2186854" y="2190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noGrp="1"/>
          </p:cNvSpPr>
          <p:nvPr/>
        </p:nvSpPr>
        <p:spPr>
          <a:xfrm>
            <a:off x="2176803" y="17945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noGrp="1"/>
          </p:cNvSpPr>
          <p:nvPr/>
        </p:nvSpPr>
        <p:spPr>
          <a:xfrm>
            <a:off x="2265533" y="1902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noGrp="1"/>
          </p:cNvSpPr>
          <p:nvPr/>
        </p:nvSpPr>
        <p:spPr>
          <a:xfrm>
            <a:off x="2376928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noGrp="1"/>
          </p:cNvSpPr>
          <p:nvPr/>
        </p:nvSpPr>
        <p:spPr>
          <a:xfrm>
            <a:off x="2217699" y="22449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noGrp="1"/>
          </p:cNvSpPr>
          <p:nvPr/>
        </p:nvSpPr>
        <p:spPr>
          <a:xfrm>
            <a:off x="2244998" y="22672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noGrp="1"/>
          </p:cNvSpPr>
          <p:nvPr/>
        </p:nvSpPr>
        <p:spPr>
          <a:xfrm>
            <a:off x="2350776" y="2268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noGrp="1"/>
          </p:cNvSpPr>
          <p:nvPr/>
        </p:nvSpPr>
        <p:spPr>
          <a:xfrm>
            <a:off x="2183716" y="22566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noGrp="1"/>
          </p:cNvSpPr>
          <p:nvPr/>
        </p:nvSpPr>
        <p:spPr>
          <a:xfrm>
            <a:off x="2298748" y="26851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noGrp="1"/>
          </p:cNvSpPr>
          <p:nvPr/>
        </p:nvSpPr>
        <p:spPr>
          <a:xfrm>
            <a:off x="2303193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noGrp="1"/>
          </p:cNvSpPr>
          <p:nvPr/>
        </p:nvSpPr>
        <p:spPr>
          <a:xfrm>
            <a:off x="2300876" y="19101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noGrp="1"/>
          </p:cNvSpPr>
          <p:nvPr/>
        </p:nvSpPr>
        <p:spPr>
          <a:xfrm>
            <a:off x="2317972" y="179163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noGrp="1"/>
          </p:cNvSpPr>
          <p:nvPr/>
        </p:nvSpPr>
        <p:spPr>
          <a:xfrm>
            <a:off x="2318260" y="2389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noGrp="1"/>
          </p:cNvSpPr>
          <p:nvPr/>
        </p:nvSpPr>
        <p:spPr>
          <a:xfrm>
            <a:off x="2215820" y="15815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noGrp="1"/>
          </p:cNvSpPr>
          <p:nvPr/>
        </p:nvSpPr>
        <p:spPr>
          <a:xfrm>
            <a:off x="2372564" y="15465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noGrp="1"/>
          </p:cNvSpPr>
          <p:nvPr/>
        </p:nvSpPr>
        <p:spPr>
          <a:xfrm>
            <a:off x="2331123" y="16738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noGrp="1"/>
          </p:cNvSpPr>
          <p:nvPr/>
        </p:nvSpPr>
        <p:spPr>
          <a:xfrm>
            <a:off x="2235510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noGrp="1"/>
          </p:cNvSpPr>
          <p:nvPr/>
        </p:nvSpPr>
        <p:spPr>
          <a:xfrm>
            <a:off x="2259938" y="22720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noGrp="1"/>
          </p:cNvSpPr>
          <p:nvPr/>
        </p:nvSpPr>
        <p:spPr>
          <a:xfrm>
            <a:off x="2187129" y="2645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noGrp="1"/>
          </p:cNvSpPr>
          <p:nvPr/>
        </p:nvSpPr>
        <p:spPr>
          <a:xfrm>
            <a:off x="2241707" y="2264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noGrp="1"/>
          </p:cNvSpPr>
          <p:nvPr/>
        </p:nvSpPr>
        <p:spPr>
          <a:xfrm>
            <a:off x="2180632" y="20582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noGrp="1"/>
          </p:cNvSpPr>
          <p:nvPr/>
        </p:nvSpPr>
        <p:spPr>
          <a:xfrm>
            <a:off x="2343501" y="26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noGrp="1"/>
          </p:cNvSpPr>
          <p:nvPr/>
        </p:nvSpPr>
        <p:spPr>
          <a:xfrm>
            <a:off x="2301461" y="16861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noGrp="1"/>
          </p:cNvSpPr>
          <p:nvPr/>
        </p:nvSpPr>
        <p:spPr>
          <a:xfrm>
            <a:off x="2345304" y="23826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noGrp="1"/>
          </p:cNvSpPr>
          <p:nvPr/>
        </p:nvSpPr>
        <p:spPr>
          <a:xfrm>
            <a:off x="2285639" y="21916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noGrp="1"/>
          </p:cNvSpPr>
          <p:nvPr/>
        </p:nvSpPr>
        <p:spPr>
          <a:xfrm>
            <a:off x="2184270" y="16734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noGrp="1"/>
          </p:cNvSpPr>
          <p:nvPr/>
        </p:nvSpPr>
        <p:spPr>
          <a:xfrm>
            <a:off x="2351072" y="25954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noGrp="1"/>
          </p:cNvSpPr>
          <p:nvPr/>
        </p:nvSpPr>
        <p:spPr>
          <a:xfrm>
            <a:off x="2197735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noGrp="1"/>
          </p:cNvSpPr>
          <p:nvPr/>
        </p:nvSpPr>
        <p:spPr>
          <a:xfrm>
            <a:off x="22958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noGrp="1"/>
          </p:cNvSpPr>
          <p:nvPr/>
        </p:nvSpPr>
        <p:spPr>
          <a:xfrm>
            <a:off x="2256244" y="1667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noGrp="1"/>
          </p:cNvSpPr>
          <p:nvPr/>
        </p:nvSpPr>
        <p:spPr>
          <a:xfrm>
            <a:off x="2208505" y="20570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noGrp="1"/>
          </p:cNvSpPr>
          <p:nvPr/>
        </p:nvSpPr>
        <p:spPr>
          <a:xfrm>
            <a:off x="2344296" y="2022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noGrp="1"/>
          </p:cNvSpPr>
          <p:nvPr/>
        </p:nvSpPr>
        <p:spPr>
          <a:xfrm>
            <a:off x="2220176" y="17569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noGrp="1"/>
          </p:cNvSpPr>
          <p:nvPr/>
        </p:nvSpPr>
        <p:spPr>
          <a:xfrm>
            <a:off x="2345495" y="24068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noGrp="1"/>
          </p:cNvSpPr>
          <p:nvPr/>
        </p:nvSpPr>
        <p:spPr>
          <a:xfrm>
            <a:off x="2255302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noGrp="1"/>
          </p:cNvSpPr>
          <p:nvPr/>
        </p:nvSpPr>
        <p:spPr>
          <a:xfrm>
            <a:off x="2336713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noGrp="1"/>
          </p:cNvSpPr>
          <p:nvPr/>
        </p:nvSpPr>
        <p:spPr>
          <a:xfrm>
            <a:off x="2198075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noGrp="1"/>
          </p:cNvSpPr>
          <p:nvPr/>
        </p:nvSpPr>
        <p:spPr>
          <a:xfrm>
            <a:off x="2313704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noGrp="1"/>
          </p:cNvSpPr>
          <p:nvPr/>
        </p:nvSpPr>
        <p:spPr>
          <a:xfrm>
            <a:off x="2201769" y="23809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noGrp="1"/>
          </p:cNvSpPr>
          <p:nvPr/>
        </p:nvSpPr>
        <p:spPr>
          <a:xfrm>
            <a:off x="2186810" y="148872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noGrp="1"/>
          </p:cNvSpPr>
          <p:nvPr/>
        </p:nvSpPr>
        <p:spPr>
          <a:xfrm>
            <a:off x="22186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noGrp="1"/>
          </p:cNvSpPr>
          <p:nvPr/>
        </p:nvSpPr>
        <p:spPr>
          <a:xfrm>
            <a:off x="223647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noGrp="1"/>
          </p:cNvSpPr>
          <p:nvPr/>
        </p:nvSpPr>
        <p:spPr>
          <a:xfrm>
            <a:off x="2320700" y="2771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noGrp="1"/>
          </p:cNvSpPr>
          <p:nvPr/>
        </p:nvSpPr>
        <p:spPr>
          <a:xfrm>
            <a:off x="2257392" y="29120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noGrp="1"/>
          </p:cNvSpPr>
          <p:nvPr/>
        </p:nvSpPr>
        <p:spPr>
          <a:xfrm>
            <a:off x="2359227" y="1511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noGrp="1"/>
          </p:cNvSpPr>
          <p:nvPr/>
        </p:nvSpPr>
        <p:spPr>
          <a:xfrm>
            <a:off x="2269746" y="17071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noGrp="1"/>
          </p:cNvSpPr>
          <p:nvPr/>
        </p:nvSpPr>
        <p:spPr>
          <a:xfrm>
            <a:off x="2330656" y="15714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noGrp="1"/>
          </p:cNvSpPr>
          <p:nvPr/>
        </p:nvSpPr>
        <p:spPr>
          <a:xfrm>
            <a:off x="225089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noGrp="1"/>
          </p:cNvSpPr>
          <p:nvPr/>
        </p:nvSpPr>
        <p:spPr>
          <a:xfrm>
            <a:off x="2366207" y="25021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noGrp="1"/>
          </p:cNvSpPr>
          <p:nvPr/>
        </p:nvSpPr>
        <p:spPr>
          <a:xfrm>
            <a:off x="224231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noGrp="1"/>
          </p:cNvSpPr>
          <p:nvPr/>
        </p:nvSpPr>
        <p:spPr>
          <a:xfrm>
            <a:off x="2169461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noGrp="1"/>
          </p:cNvSpPr>
          <p:nvPr/>
        </p:nvSpPr>
        <p:spPr>
          <a:xfrm>
            <a:off x="2230858" y="20454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noGrp="1"/>
          </p:cNvSpPr>
          <p:nvPr/>
        </p:nvSpPr>
        <p:spPr>
          <a:xfrm>
            <a:off x="2251387" y="17434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noGrp="1"/>
          </p:cNvSpPr>
          <p:nvPr/>
        </p:nvSpPr>
        <p:spPr>
          <a:xfrm>
            <a:off x="2307052" y="17173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noGrp="1"/>
          </p:cNvSpPr>
          <p:nvPr/>
        </p:nvSpPr>
        <p:spPr>
          <a:xfrm>
            <a:off x="23819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noGrp="1"/>
          </p:cNvSpPr>
          <p:nvPr/>
        </p:nvSpPr>
        <p:spPr>
          <a:xfrm>
            <a:off x="219045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noGrp="1"/>
          </p:cNvSpPr>
          <p:nvPr/>
        </p:nvSpPr>
        <p:spPr>
          <a:xfrm>
            <a:off x="2191530" y="28729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noGrp="1"/>
          </p:cNvSpPr>
          <p:nvPr/>
        </p:nvSpPr>
        <p:spPr>
          <a:xfrm>
            <a:off x="2368849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noGrp="1"/>
          </p:cNvSpPr>
          <p:nvPr/>
        </p:nvSpPr>
        <p:spPr>
          <a:xfrm>
            <a:off x="2192274" y="16759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noGrp="1"/>
          </p:cNvSpPr>
          <p:nvPr/>
        </p:nvSpPr>
        <p:spPr>
          <a:xfrm>
            <a:off x="2344669" y="1864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noGrp="1"/>
          </p:cNvSpPr>
          <p:nvPr/>
        </p:nvSpPr>
        <p:spPr>
          <a:xfrm>
            <a:off x="2183910" y="2657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noGrp="1"/>
          </p:cNvSpPr>
          <p:nvPr/>
        </p:nvSpPr>
        <p:spPr>
          <a:xfrm>
            <a:off x="2332230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noGrp="1"/>
          </p:cNvSpPr>
          <p:nvPr/>
        </p:nvSpPr>
        <p:spPr>
          <a:xfrm>
            <a:off x="2218322" y="212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noGrp="1"/>
          </p:cNvSpPr>
          <p:nvPr/>
        </p:nvSpPr>
        <p:spPr>
          <a:xfrm>
            <a:off x="2330231" y="24007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noGrp="1"/>
          </p:cNvSpPr>
          <p:nvPr/>
        </p:nvSpPr>
        <p:spPr>
          <a:xfrm>
            <a:off x="2227222" y="21546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noGrp="1"/>
          </p:cNvSpPr>
          <p:nvPr/>
        </p:nvSpPr>
        <p:spPr>
          <a:xfrm>
            <a:off x="2249286" y="191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noGrp="1"/>
          </p:cNvSpPr>
          <p:nvPr/>
        </p:nvSpPr>
        <p:spPr>
          <a:xfrm>
            <a:off x="2386017" y="22584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noGrp="1"/>
          </p:cNvSpPr>
          <p:nvPr/>
        </p:nvSpPr>
        <p:spPr>
          <a:xfrm>
            <a:off x="2267980" y="27317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noGrp="1"/>
          </p:cNvSpPr>
          <p:nvPr/>
        </p:nvSpPr>
        <p:spPr>
          <a:xfrm>
            <a:off x="2329371" y="29232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noGrp="1"/>
          </p:cNvSpPr>
          <p:nvPr/>
        </p:nvSpPr>
        <p:spPr>
          <a:xfrm>
            <a:off x="2288066" y="1775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noGrp="1"/>
          </p:cNvSpPr>
          <p:nvPr/>
        </p:nvSpPr>
        <p:spPr>
          <a:xfrm>
            <a:off x="220278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noGrp="1"/>
          </p:cNvSpPr>
          <p:nvPr/>
        </p:nvSpPr>
        <p:spPr>
          <a:xfrm>
            <a:off x="2315029" y="17976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noGrp="1"/>
          </p:cNvSpPr>
          <p:nvPr/>
        </p:nvSpPr>
        <p:spPr>
          <a:xfrm>
            <a:off x="23522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noGrp="1"/>
          </p:cNvSpPr>
          <p:nvPr/>
        </p:nvSpPr>
        <p:spPr>
          <a:xfrm>
            <a:off x="2327412" y="21668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noGrp="1"/>
          </p:cNvSpPr>
          <p:nvPr/>
        </p:nvSpPr>
        <p:spPr>
          <a:xfrm>
            <a:off x="2311633" y="25294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noGrp="1"/>
          </p:cNvSpPr>
          <p:nvPr/>
        </p:nvSpPr>
        <p:spPr>
          <a:xfrm>
            <a:off x="2346258" y="2284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noGrp="1"/>
          </p:cNvSpPr>
          <p:nvPr/>
        </p:nvSpPr>
        <p:spPr>
          <a:xfrm>
            <a:off x="2310967" y="2342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noGrp="1"/>
          </p:cNvSpPr>
          <p:nvPr/>
        </p:nvSpPr>
        <p:spPr>
          <a:xfrm>
            <a:off x="2170642" y="16528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noGrp="1"/>
          </p:cNvSpPr>
          <p:nvPr/>
        </p:nvSpPr>
        <p:spPr>
          <a:xfrm>
            <a:off x="2368498" y="164884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noGrp="1"/>
          </p:cNvSpPr>
          <p:nvPr/>
        </p:nvSpPr>
        <p:spPr>
          <a:xfrm>
            <a:off x="223831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noGrp="1"/>
          </p:cNvSpPr>
          <p:nvPr/>
        </p:nvSpPr>
        <p:spPr>
          <a:xfrm>
            <a:off x="230530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noGrp="1"/>
          </p:cNvSpPr>
          <p:nvPr/>
        </p:nvSpPr>
        <p:spPr>
          <a:xfrm>
            <a:off x="2272012" y="173718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noGrp="1"/>
          </p:cNvSpPr>
          <p:nvPr/>
        </p:nvSpPr>
        <p:spPr>
          <a:xfrm>
            <a:off x="2262693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noGrp="1"/>
          </p:cNvSpPr>
          <p:nvPr/>
        </p:nvSpPr>
        <p:spPr>
          <a:xfrm>
            <a:off x="2335806" y="21827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noGrp="1"/>
          </p:cNvSpPr>
          <p:nvPr/>
        </p:nvSpPr>
        <p:spPr>
          <a:xfrm>
            <a:off x="2282740" y="17971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noGrp="1"/>
          </p:cNvSpPr>
          <p:nvPr/>
        </p:nvSpPr>
        <p:spPr>
          <a:xfrm>
            <a:off x="2192587" y="1841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noGrp="1"/>
          </p:cNvSpPr>
          <p:nvPr/>
        </p:nvSpPr>
        <p:spPr>
          <a:xfrm>
            <a:off x="2340918" y="227002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noGrp="1"/>
          </p:cNvSpPr>
          <p:nvPr/>
        </p:nvSpPr>
        <p:spPr>
          <a:xfrm>
            <a:off x="2243980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noGrp="1"/>
          </p:cNvSpPr>
          <p:nvPr/>
        </p:nvSpPr>
        <p:spPr>
          <a:xfrm>
            <a:off x="2208384" y="210030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noGrp="1"/>
          </p:cNvSpPr>
          <p:nvPr/>
        </p:nvSpPr>
        <p:spPr>
          <a:xfrm>
            <a:off x="219550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noGrp="1"/>
          </p:cNvSpPr>
          <p:nvPr/>
        </p:nvSpPr>
        <p:spPr>
          <a:xfrm>
            <a:off x="220608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noGrp="1"/>
          </p:cNvSpPr>
          <p:nvPr/>
        </p:nvSpPr>
        <p:spPr>
          <a:xfrm>
            <a:off x="2376539" y="20600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noGrp="1"/>
          </p:cNvSpPr>
          <p:nvPr/>
        </p:nvSpPr>
        <p:spPr>
          <a:xfrm>
            <a:off x="2288502" y="18121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noGrp="1"/>
          </p:cNvSpPr>
          <p:nvPr/>
        </p:nvSpPr>
        <p:spPr>
          <a:xfrm>
            <a:off x="2198645" y="15379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noGrp="1"/>
          </p:cNvSpPr>
          <p:nvPr/>
        </p:nvSpPr>
        <p:spPr>
          <a:xfrm>
            <a:off x="2324238" y="233665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noGrp="1"/>
          </p:cNvSpPr>
          <p:nvPr/>
        </p:nvSpPr>
        <p:spPr>
          <a:xfrm>
            <a:off x="232848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noGrp="1"/>
          </p:cNvSpPr>
          <p:nvPr/>
        </p:nvSpPr>
        <p:spPr>
          <a:xfrm>
            <a:off x="2384155" y="31760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noGrp="1"/>
          </p:cNvSpPr>
          <p:nvPr/>
        </p:nvSpPr>
        <p:spPr>
          <a:xfrm>
            <a:off x="2178003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noGrp="1"/>
          </p:cNvSpPr>
          <p:nvPr/>
        </p:nvSpPr>
        <p:spPr>
          <a:xfrm>
            <a:off x="2249254" y="20703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noGrp="1"/>
          </p:cNvSpPr>
          <p:nvPr/>
        </p:nvSpPr>
        <p:spPr>
          <a:xfrm>
            <a:off x="2256905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noGrp="1"/>
          </p:cNvSpPr>
          <p:nvPr/>
        </p:nvSpPr>
        <p:spPr>
          <a:xfrm>
            <a:off x="2290876" y="20091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noGrp="1"/>
          </p:cNvSpPr>
          <p:nvPr/>
        </p:nvSpPr>
        <p:spPr>
          <a:xfrm>
            <a:off x="2278426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noGrp="1"/>
          </p:cNvSpPr>
          <p:nvPr/>
        </p:nvSpPr>
        <p:spPr>
          <a:xfrm>
            <a:off x="2225164" y="16533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noGrp="1"/>
          </p:cNvSpPr>
          <p:nvPr/>
        </p:nvSpPr>
        <p:spPr>
          <a:xfrm>
            <a:off x="2340439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noGrp="1"/>
          </p:cNvSpPr>
          <p:nvPr/>
        </p:nvSpPr>
        <p:spPr>
          <a:xfrm>
            <a:off x="2179579" y="27721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noGrp="1"/>
          </p:cNvSpPr>
          <p:nvPr/>
        </p:nvSpPr>
        <p:spPr>
          <a:xfrm>
            <a:off x="2312234" y="21829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noGrp="1"/>
          </p:cNvSpPr>
          <p:nvPr/>
        </p:nvSpPr>
        <p:spPr>
          <a:xfrm>
            <a:off x="2283247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noGrp="1"/>
          </p:cNvSpPr>
          <p:nvPr/>
        </p:nvSpPr>
        <p:spPr>
          <a:xfrm>
            <a:off x="2281277" y="25612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noGrp="1"/>
          </p:cNvSpPr>
          <p:nvPr/>
        </p:nvSpPr>
        <p:spPr>
          <a:xfrm>
            <a:off x="2245780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noGrp="1"/>
          </p:cNvSpPr>
          <p:nvPr/>
        </p:nvSpPr>
        <p:spPr>
          <a:xfrm>
            <a:off x="2334167" y="176103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noGrp="1"/>
          </p:cNvSpPr>
          <p:nvPr/>
        </p:nvSpPr>
        <p:spPr>
          <a:xfrm>
            <a:off x="2240498" y="23919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noGrp="1"/>
          </p:cNvSpPr>
          <p:nvPr/>
        </p:nvSpPr>
        <p:spPr>
          <a:xfrm>
            <a:off x="2241447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noGrp="1"/>
          </p:cNvSpPr>
          <p:nvPr/>
        </p:nvSpPr>
        <p:spPr>
          <a:xfrm>
            <a:off x="2287583" y="30563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noGrp="1"/>
          </p:cNvSpPr>
          <p:nvPr/>
        </p:nvSpPr>
        <p:spPr>
          <a:xfrm>
            <a:off x="2305972" y="17766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noGrp="1"/>
          </p:cNvSpPr>
          <p:nvPr/>
        </p:nvSpPr>
        <p:spPr>
          <a:xfrm>
            <a:off x="2322820" y="21834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noGrp="1"/>
          </p:cNvSpPr>
          <p:nvPr/>
        </p:nvSpPr>
        <p:spPr>
          <a:xfrm>
            <a:off x="228870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noGrp="1"/>
          </p:cNvSpPr>
          <p:nvPr/>
        </p:nvSpPr>
        <p:spPr>
          <a:xfrm>
            <a:off x="2202299" y="2197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noGrp="1"/>
          </p:cNvSpPr>
          <p:nvPr/>
        </p:nvSpPr>
        <p:spPr>
          <a:xfrm>
            <a:off x="2247985" y="20418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noGrp="1"/>
          </p:cNvSpPr>
          <p:nvPr/>
        </p:nvSpPr>
        <p:spPr>
          <a:xfrm>
            <a:off x="2377273" y="24549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noGrp="1"/>
          </p:cNvSpPr>
          <p:nvPr/>
        </p:nvSpPr>
        <p:spPr>
          <a:xfrm>
            <a:off x="2239463" y="23901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noGrp="1"/>
          </p:cNvSpPr>
          <p:nvPr/>
        </p:nvSpPr>
        <p:spPr>
          <a:xfrm>
            <a:off x="2185172" y="2312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noGrp="1"/>
          </p:cNvSpPr>
          <p:nvPr/>
        </p:nvSpPr>
        <p:spPr>
          <a:xfrm>
            <a:off x="2373052" y="20267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noGrp="1"/>
          </p:cNvSpPr>
          <p:nvPr/>
        </p:nvSpPr>
        <p:spPr>
          <a:xfrm>
            <a:off x="228291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noGrp="1"/>
          </p:cNvSpPr>
          <p:nvPr/>
        </p:nvSpPr>
        <p:spPr>
          <a:xfrm>
            <a:off x="2372921" y="31194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noGrp="1"/>
          </p:cNvSpPr>
          <p:nvPr/>
        </p:nvSpPr>
        <p:spPr>
          <a:xfrm>
            <a:off x="2188902" y="20329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noGrp="1"/>
          </p:cNvSpPr>
          <p:nvPr/>
        </p:nvSpPr>
        <p:spPr>
          <a:xfrm>
            <a:off x="2307836" y="20466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noGrp="1"/>
          </p:cNvSpPr>
          <p:nvPr/>
        </p:nvSpPr>
        <p:spPr>
          <a:xfrm>
            <a:off x="2201290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noGrp="1"/>
          </p:cNvSpPr>
          <p:nvPr/>
        </p:nvSpPr>
        <p:spPr>
          <a:xfrm>
            <a:off x="2330785" y="21105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noGrp="1"/>
          </p:cNvSpPr>
          <p:nvPr/>
        </p:nvSpPr>
        <p:spPr>
          <a:xfrm>
            <a:off x="2320007" y="33133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noGrp="1"/>
          </p:cNvSpPr>
          <p:nvPr/>
        </p:nvSpPr>
        <p:spPr>
          <a:xfrm>
            <a:off x="219154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noGrp="1"/>
          </p:cNvSpPr>
          <p:nvPr/>
        </p:nvSpPr>
        <p:spPr>
          <a:xfrm>
            <a:off x="233564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noGrp="1"/>
          </p:cNvSpPr>
          <p:nvPr/>
        </p:nvSpPr>
        <p:spPr>
          <a:xfrm>
            <a:off x="29594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noGrp="1"/>
          </p:cNvSpPr>
          <p:nvPr/>
        </p:nvSpPr>
        <p:spPr>
          <a:xfrm>
            <a:off x="293185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noGrp="1"/>
          </p:cNvSpPr>
          <p:nvPr/>
        </p:nvSpPr>
        <p:spPr>
          <a:xfrm>
            <a:off x="295807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noGrp="1"/>
          </p:cNvSpPr>
          <p:nvPr/>
        </p:nvSpPr>
        <p:spPr>
          <a:xfrm>
            <a:off x="296219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noGrp="1"/>
          </p:cNvSpPr>
          <p:nvPr/>
        </p:nvSpPr>
        <p:spPr>
          <a:xfrm>
            <a:off x="3110615" y="2435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noGrp="1"/>
          </p:cNvSpPr>
          <p:nvPr/>
        </p:nvSpPr>
        <p:spPr>
          <a:xfrm>
            <a:off x="309755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noGrp="1"/>
          </p:cNvSpPr>
          <p:nvPr/>
        </p:nvSpPr>
        <p:spPr>
          <a:xfrm>
            <a:off x="29369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noGrp="1"/>
          </p:cNvSpPr>
          <p:nvPr/>
        </p:nvSpPr>
        <p:spPr>
          <a:xfrm>
            <a:off x="3071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noGrp="1"/>
          </p:cNvSpPr>
          <p:nvPr/>
        </p:nvSpPr>
        <p:spPr>
          <a:xfrm>
            <a:off x="296642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noGrp="1"/>
          </p:cNvSpPr>
          <p:nvPr/>
        </p:nvSpPr>
        <p:spPr>
          <a:xfrm>
            <a:off x="301080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noGrp="1"/>
          </p:cNvSpPr>
          <p:nvPr/>
        </p:nvSpPr>
        <p:spPr>
          <a:xfrm>
            <a:off x="3118896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noGrp="1"/>
          </p:cNvSpPr>
          <p:nvPr/>
        </p:nvSpPr>
        <p:spPr>
          <a:xfrm>
            <a:off x="3133504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noGrp="1"/>
          </p:cNvSpPr>
          <p:nvPr/>
        </p:nvSpPr>
        <p:spPr>
          <a:xfrm>
            <a:off x="3006255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noGrp="1"/>
          </p:cNvSpPr>
          <p:nvPr/>
        </p:nvSpPr>
        <p:spPr>
          <a:xfrm>
            <a:off x="3089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noGrp="1"/>
          </p:cNvSpPr>
          <p:nvPr/>
        </p:nvSpPr>
        <p:spPr>
          <a:xfrm>
            <a:off x="3043776" y="2906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noGrp="1"/>
          </p:cNvSpPr>
          <p:nvPr/>
        </p:nvSpPr>
        <p:spPr>
          <a:xfrm>
            <a:off x="307880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noGrp="1"/>
          </p:cNvSpPr>
          <p:nvPr/>
        </p:nvSpPr>
        <p:spPr>
          <a:xfrm>
            <a:off x="294917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noGrp="1"/>
          </p:cNvSpPr>
          <p:nvPr/>
        </p:nvSpPr>
        <p:spPr>
          <a:xfrm>
            <a:off x="3130264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noGrp="1"/>
          </p:cNvSpPr>
          <p:nvPr/>
        </p:nvSpPr>
        <p:spPr>
          <a:xfrm>
            <a:off x="3033638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noGrp="1"/>
          </p:cNvSpPr>
          <p:nvPr/>
        </p:nvSpPr>
        <p:spPr>
          <a:xfrm>
            <a:off x="3048548" y="20162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noGrp="1"/>
          </p:cNvSpPr>
          <p:nvPr/>
        </p:nvSpPr>
        <p:spPr>
          <a:xfrm>
            <a:off x="3108985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noGrp="1"/>
          </p:cNvSpPr>
          <p:nvPr/>
        </p:nvSpPr>
        <p:spPr>
          <a:xfrm>
            <a:off x="297823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noGrp="1"/>
          </p:cNvSpPr>
          <p:nvPr/>
        </p:nvSpPr>
        <p:spPr>
          <a:xfrm>
            <a:off x="2998219" y="20957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noGrp="1"/>
          </p:cNvSpPr>
          <p:nvPr/>
        </p:nvSpPr>
        <p:spPr>
          <a:xfrm>
            <a:off x="3068783" y="2149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noGrp="1"/>
          </p:cNvSpPr>
          <p:nvPr/>
        </p:nvSpPr>
        <p:spPr>
          <a:xfrm>
            <a:off x="29287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noGrp="1"/>
          </p:cNvSpPr>
          <p:nvPr/>
        </p:nvSpPr>
        <p:spPr>
          <a:xfrm>
            <a:off x="29283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noGrp="1"/>
          </p:cNvSpPr>
          <p:nvPr/>
        </p:nvSpPr>
        <p:spPr>
          <a:xfrm>
            <a:off x="2970682" y="29585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noGrp="1"/>
          </p:cNvSpPr>
          <p:nvPr/>
        </p:nvSpPr>
        <p:spPr>
          <a:xfrm>
            <a:off x="308856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noGrp="1"/>
          </p:cNvSpPr>
          <p:nvPr/>
        </p:nvSpPr>
        <p:spPr>
          <a:xfrm>
            <a:off x="2958023" y="30554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noGrp="1"/>
          </p:cNvSpPr>
          <p:nvPr/>
        </p:nvSpPr>
        <p:spPr>
          <a:xfrm>
            <a:off x="296854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noGrp="1"/>
          </p:cNvSpPr>
          <p:nvPr/>
        </p:nvSpPr>
        <p:spPr>
          <a:xfrm>
            <a:off x="294928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noGrp="1"/>
          </p:cNvSpPr>
          <p:nvPr/>
        </p:nvSpPr>
        <p:spPr>
          <a:xfrm>
            <a:off x="3101293" y="30589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noGrp="1"/>
          </p:cNvSpPr>
          <p:nvPr/>
        </p:nvSpPr>
        <p:spPr>
          <a:xfrm>
            <a:off x="31187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noGrp="1"/>
          </p:cNvSpPr>
          <p:nvPr/>
        </p:nvSpPr>
        <p:spPr>
          <a:xfrm>
            <a:off x="312667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noGrp="1"/>
          </p:cNvSpPr>
          <p:nvPr/>
        </p:nvSpPr>
        <p:spPr>
          <a:xfrm>
            <a:off x="30551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noGrp="1"/>
          </p:cNvSpPr>
          <p:nvPr/>
        </p:nvSpPr>
        <p:spPr>
          <a:xfrm>
            <a:off x="29542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noGrp="1"/>
          </p:cNvSpPr>
          <p:nvPr/>
        </p:nvSpPr>
        <p:spPr>
          <a:xfrm>
            <a:off x="29458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noGrp="1"/>
          </p:cNvSpPr>
          <p:nvPr/>
        </p:nvSpPr>
        <p:spPr>
          <a:xfrm>
            <a:off x="303091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noGrp="1"/>
          </p:cNvSpPr>
          <p:nvPr/>
        </p:nvSpPr>
        <p:spPr>
          <a:xfrm>
            <a:off x="30322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noGrp="1"/>
          </p:cNvSpPr>
          <p:nvPr/>
        </p:nvSpPr>
        <p:spPr>
          <a:xfrm>
            <a:off x="2954493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noGrp="1"/>
          </p:cNvSpPr>
          <p:nvPr/>
        </p:nvSpPr>
        <p:spPr>
          <a:xfrm>
            <a:off x="307075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noGrp="1"/>
          </p:cNvSpPr>
          <p:nvPr/>
        </p:nvSpPr>
        <p:spPr>
          <a:xfrm>
            <a:off x="308698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noGrp="1"/>
          </p:cNvSpPr>
          <p:nvPr/>
        </p:nvSpPr>
        <p:spPr>
          <a:xfrm>
            <a:off x="3089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noGrp="1"/>
          </p:cNvSpPr>
          <p:nvPr/>
        </p:nvSpPr>
        <p:spPr>
          <a:xfrm>
            <a:off x="30743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noGrp="1"/>
          </p:cNvSpPr>
          <p:nvPr/>
        </p:nvSpPr>
        <p:spPr>
          <a:xfrm>
            <a:off x="31016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noGrp="1"/>
          </p:cNvSpPr>
          <p:nvPr/>
        </p:nvSpPr>
        <p:spPr>
          <a:xfrm>
            <a:off x="299340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noGrp="1"/>
          </p:cNvSpPr>
          <p:nvPr/>
        </p:nvSpPr>
        <p:spPr>
          <a:xfrm>
            <a:off x="3001649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noGrp="1"/>
          </p:cNvSpPr>
          <p:nvPr/>
        </p:nvSpPr>
        <p:spPr>
          <a:xfrm>
            <a:off x="30734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noGrp="1"/>
          </p:cNvSpPr>
          <p:nvPr/>
        </p:nvSpPr>
        <p:spPr>
          <a:xfrm>
            <a:off x="2925886" y="225868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noGrp="1"/>
          </p:cNvSpPr>
          <p:nvPr/>
        </p:nvSpPr>
        <p:spPr>
          <a:xfrm>
            <a:off x="3001311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noGrp="1"/>
          </p:cNvSpPr>
          <p:nvPr/>
        </p:nvSpPr>
        <p:spPr>
          <a:xfrm>
            <a:off x="30079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noGrp="1"/>
          </p:cNvSpPr>
          <p:nvPr/>
        </p:nvSpPr>
        <p:spPr>
          <a:xfrm>
            <a:off x="30101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noGrp="1"/>
          </p:cNvSpPr>
          <p:nvPr/>
        </p:nvSpPr>
        <p:spPr>
          <a:xfrm>
            <a:off x="30022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noGrp="1"/>
          </p:cNvSpPr>
          <p:nvPr/>
        </p:nvSpPr>
        <p:spPr>
          <a:xfrm>
            <a:off x="3094712" y="18877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noGrp="1"/>
          </p:cNvSpPr>
          <p:nvPr/>
        </p:nvSpPr>
        <p:spPr>
          <a:xfrm>
            <a:off x="29936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noGrp="1"/>
          </p:cNvSpPr>
          <p:nvPr/>
        </p:nvSpPr>
        <p:spPr>
          <a:xfrm>
            <a:off x="3098217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noGrp="1"/>
          </p:cNvSpPr>
          <p:nvPr/>
        </p:nvSpPr>
        <p:spPr>
          <a:xfrm>
            <a:off x="3053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noGrp="1"/>
          </p:cNvSpPr>
          <p:nvPr/>
        </p:nvSpPr>
        <p:spPr>
          <a:xfrm>
            <a:off x="30786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noGrp="1"/>
          </p:cNvSpPr>
          <p:nvPr/>
        </p:nvSpPr>
        <p:spPr>
          <a:xfrm>
            <a:off x="3050918" y="32879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noGrp="1"/>
          </p:cNvSpPr>
          <p:nvPr/>
        </p:nvSpPr>
        <p:spPr>
          <a:xfrm>
            <a:off x="2961185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noGrp="1"/>
          </p:cNvSpPr>
          <p:nvPr/>
        </p:nvSpPr>
        <p:spPr>
          <a:xfrm>
            <a:off x="3056724" y="27757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noGrp="1"/>
          </p:cNvSpPr>
          <p:nvPr/>
        </p:nvSpPr>
        <p:spPr>
          <a:xfrm>
            <a:off x="29876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noGrp="1"/>
          </p:cNvSpPr>
          <p:nvPr/>
        </p:nvSpPr>
        <p:spPr>
          <a:xfrm>
            <a:off x="30454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noGrp="1"/>
          </p:cNvSpPr>
          <p:nvPr/>
        </p:nvSpPr>
        <p:spPr>
          <a:xfrm>
            <a:off x="2991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noGrp="1"/>
          </p:cNvSpPr>
          <p:nvPr/>
        </p:nvSpPr>
        <p:spPr>
          <a:xfrm>
            <a:off x="312887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noGrp="1"/>
          </p:cNvSpPr>
          <p:nvPr/>
        </p:nvSpPr>
        <p:spPr>
          <a:xfrm>
            <a:off x="305551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noGrp="1"/>
          </p:cNvSpPr>
          <p:nvPr/>
        </p:nvSpPr>
        <p:spPr>
          <a:xfrm>
            <a:off x="301265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noGrp="1"/>
          </p:cNvSpPr>
          <p:nvPr/>
        </p:nvSpPr>
        <p:spPr>
          <a:xfrm>
            <a:off x="299749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noGrp="1"/>
          </p:cNvSpPr>
          <p:nvPr/>
        </p:nvSpPr>
        <p:spPr>
          <a:xfrm>
            <a:off x="2997570" y="25867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noGrp="1"/>
          </p:cNvSpPr>
          <p:nvPr/>
        </p:nvSpPr>
        <p:spPr>
          <a:xfrm>
            <a:off x="31067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noGrp="1"/>
          </p:cNvSpPr>
          <p:nvPr/>
        </p:nvSpPr>
        <p:spPr>
          <a:xfrm>
            <a:off x="3032729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noGrp="1"/>
          </p:cNvSpPr>
          <p:nvPr/>
        </p:nvSpPr>
        <p:spPr>
          <a:xfrm>
            <a:off x="3023915" y="21825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noGrp="1"/>
          </p:cNvSpPr>
          <p:nvPr/>
        </p:nvSpPr>
        <p:spPr>
          <a:xfrm>
            <a:off x="29261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noGrp="1"/>
          </p:cNvSpPr>
          <p:nvPr/>
        </p:nvSpPr>
        <p:spPr>
          <a:xfrm>
            <a:off x="3112971" y="3102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noGrp="1"/>
          </p:cNvSpPr>
          <p:nvPr/>
        </p:nvSpPr>
        <p:spPr>
          <a:xfrm>
            <a:off x="2968321" y="2744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noGrp="1"/>
          </p:cNvSpPr>
          <p:nvPr/>
        </p:nvSpPr>
        <p:spPr>
          <a:xfrm>
            <a:off x="2973148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noGrp="1"/>
          </p:cNvSpPr>
          <p:nvPr/>
        </p:nvSpPr>
        <p:spPr>
          <a:xfrm>
            <a:off x="30976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noGrp="1"/>
          </p:cNvSpPr>
          <p:nvPr/>
        </p:nvSpPr>
        <p:spPr>
          <a:xfrm>
            <a:off x="2999358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noGrp="1"/>
          </p:cNvSpPr>
          <p:nvPr/>
        </p:nvSpPr>
        <p:spPr>
          <a:xfrm>
            <a:off x="311651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noGrp="1"/>
          </p:cNvSpPr>
          <p:nvPr/>
        </p:nvSpPr>
        <p:spPr>
          <a:xfrm>
            <a:off x="310728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noGrp="1"/>
          </p:cNvSpPr>
          <p:nvPr/>
        </p:nvSpPr>
        <p:spPr>
          <a:xfrm>
            <a:off x="2977665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noGrp="1"/>
          </p:cNvSpPr>
          <p:nvPr/>
        </p:nvSpPr>
        <p:spPr>
          <a:xfrm>
            <a:off x="2967127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noGrp="1"/>
          </p:cNvSpPr>
          <p:nvPr/>
        </p:nvSpPr>
        <p:spPr>
          <a:xfrm>
            <a:off x="3063499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noGrp="1"/>
          </p:cNvSpPr>
          <p:nvPr/>
        </p:nvSpPr>
        <p:spPr>
          <a:xfrm>
            <a:off x="300466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noGrp="1"/>
          </p:cNvSpPr>
          <p:nvPr/>
        </p:nvSpPr>
        <p:spPr>
          <a:xfrm>
            <a:off x="3059234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noGrp="1"/>
          </p:cNvSpPr>
          <p:nvPr/>
        </p:nvSpPr>
        <p:spPr>
          <a:xfrm>
            <a:off x="3111782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noGrp="1"/>
          </p:cNvSpPr>
          <p:nvPr/>
        </p:nvSpPr>
        <p:spPr>
          <a:xfrm>
            <a:off x="2931014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noGrp="1"/>
          </p:cNvSpPr>
          <p:nvPr/>
        </p:nvSpPr>
        <p:spPr>
          <a:xfrm>
            <a:off x="29357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noGrp="1"/>
          </p:cNvSpPr>
          <p:nvPr/>
        </p:nvSpPr>
        <p:spPr>
          <a:xfrm>
            <a:off x="29776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noGrp="1"/>
          </p:cNvSpPr>
          <p:nvPr/>
        </p:nvSpPr>
        <p:spPr>
          <a:xfrm>
            <a:off x="3099445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noGrp="1"/>
          </p:cNvSpPr>
          <p:nvPr/>
        </p:nvSpPr>
        <p:spPr>
          <a:xfrm>
            <a:off x="313934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noGrp="1"/>
          </p:cNvSpPr>
          <p:nvPr/>
        </p:nvSpPr>
        <p:spPr>
          <a:xfrm>
            <a:off x="3091953" y="332295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noGrp="1"/>
          </p:cNvSpPr>
          <p:nvPr/>
        </p:nvSpPr>
        <p:spPr>
          <a:xfrm>
            <a:off x="29849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noGrp="1"/>
          </p:cNvSpPr>
          <p:nvPr/>
        </p:nvSpPr>
        <p:spPr>
          <a:xfrm>
            <a:off x="2985364" y="30793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noGrp="1"/>
          </p:cNvSpPr>
          <p:nvPr/>
        </p:nvSpPr>
        <p:spPr>
          <a:xfrm>
            <a:off x="30034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noGrp="1"/>
          </p:cNvSpPr>
          <p:nvPr/>
        </p:nvSpPr>
        <p:spPr>
          <a:xfrm>
            <a:off x="298740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noGrp="1"/>
          </p:cNvSpPr>
          <p:nvPr/>
        </p:nvSpPr>
        <p:spPr>
          <a:xfrm>
            <a:off x="30512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noGrp="1"/>
          </p:cNvSpPr>
          <p:nvPr/>
        </p:nvSpPr>
        <p:spPr>
          <a:xfrm>
            <a:off x="3041316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noGrp="1"/>
          </p:cNvSpPr>
          <p:nvPr/>
        </p:nvSpPr>
        <p:spPr>
          <a:xfrm>
            <a:off x="299201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noGrp="1"/>
          </p:cNvSpPr>
          <p:nvPr/>
        </p:nvSpPr>
        <p:spPr>
          <a:xfrm>
            <a:off x="3090606" y="249204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noGrp="1"/>
          </p:cNvSpPr>
          <p:nvPr/>
        </p:nvSpPr>
        <p:spPr>
          <a:xfrm>
            <a:off x="3141914" y="20706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noGrp="1"/>
          </p:cNvSpPr>
          <p:nvPr/>
        </p:nvSpPr>
        <p:spPr>
          <a:xfrm>
            <a:off x="30499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noGrp="1"/>
          </p:cNvSpPr>
          <p:nvPr/>
        </p:nvSpPr>
        <p:spPr>
          <a:xfrm>
            <a:off x="2985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noGrp="1"/>
          </p:cNvSpPr>
          <p:nvPr/>
        </p:nvSpPr>
        <p:spPr>
          <a:xfrm>
            <a:off x="3044461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noGrp="1"/>
          </p:cNvSpPr>
          <p:nvPr/>
        </p:nvSpPr>
        <p:spPr>
          <a:xfrm>
            <a:off x="2989541" y="18408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noGrp="1"/>
          </p:cNvSpPr>
          <p:nvPr/>
        </p:nvSpPr>
        <p:spPr>
          <a:xfrm>
            <a:off x="307326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noGrp="1"/>
          </p:cNvSpPr>
          <p:nvPr/>
        </p:nvSpPr>
        <p:spPr>
          <a:xfrm>
            <a:off x="3003482" y="242416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noGrp="1"/>
          </p:cNvSpPr>
          <p:nvPr/>
        </p:nvSpPr>
        <p:spPr>
          <a:xfrm>
            <a:off x="3054026" y="26660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noGrp="1"/>
          </p:cNvSpPr>
          <p:nvPr/>
        </p:nvSpPr>
        <p:spPr>
          <a:xfrm>
            <a:off x="296020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noGrp="1"/>
          </p:cNvSpPr>
          <p:nvPr/>
        </p:nvSpPr>
        <p:spPr>
          <a:xfrm>
            <a:off x="307160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noGrp="1"/>
          </p:cNvSpPr>
          <p:nvPr/>
        </p:nvSpPr>
        <p:spPr>
          <a:xfrm>
            <a:off x="3142616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noGrp="1"/>
          </p:cNvSpPr>
          <p:nvPr/>
        </p:nvSpPr>
        <p:spPr>
          <a:xfrm>
            <a:off x="302940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noGrp="1"/>
          </p:cNvSpPr>
          <p:nvPr/>
        </p:nvSpPr>
        <p:spPr>
          <a:xfrm>
            <a:off x="30550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noGrp="1"/>
          </p:cNvSpPr>
          <p:nvPr/>
        </p:nvSpPr>
        <p:spPr>
          <a:xfrm>
            <a:off x="2989850" y="26386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noGrp="1"/>
          </p:cNvSpPr>
          <p:nvPr/>
        </p:nvSpPr>
        <p:spPr>
          <a:xfrm>
            <a:off x="294351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noGrp="1"/>
          </p:cNvSpPr>
          <p:nvPr/>
        </p:nvSpPr>
        <p:spPr>
          <a:xfrm>
            <a:off x="29609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noGrp="1"/>
          </p:cNvSpPr>
          <p:nvPr/>
        </p:nvSpPr>
        <p:spPr>
          <a:xfrm>
            <a:off x="3020549" y="32480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noGrp="1"/>
          </p:cNvSpPr>
          <p:nvPr/>
        </p:nvSpPr>
        <p:spPr>
          <a:xfrm>
            <a:off x="308376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noGrp="1"/>
          </p:cNvSpPr>
          <p:nvPr/>
        </p:nvSpPr>
        <p:spPr>
          <a:xfrm>
            <a:off x="30893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noGrp="1"/>
          </p:cNvSpPr>
          <p:nvPr/>
        </p:nvSpPr>
        <p:spPr>
          <a:xfrm>
            <a:off x="310382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noGrp="1"/>
          </p:cNvSpPr>
          <p:nvPr/>
        </p:nvSpPr>
        <p:spPr>
          <a:xfrm>
            <a:off x="308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noGrp="1"/>
          </p:cNvSpPr>
          <p:nvPr/>
        </p:nvSpPr>
        <p:spPr>
          <a:xfrm>
            <a:off x="296589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noGrp="1"/>
          </p:cNvSpPr>
          <p:nvPr/>
        </p:nvSpPr>
        <p:spPr>
          <a:xfrm>
            <a:off x="31325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noGrp="1"/>
          </p:cNvSpPr>
          <p:nvPr/>
        </p:nvSpPr>
        <p:spPr>
          <a:xfrm>
            <a:off x="3086551" y="270798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noGrp="1"/>
          </p:cNvSpPr>
          <p:nvPr/>
        </p:nvSpPr>
        <p:spPr>
          <a:xfrm>
            <a:off x="301644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noGrp="1"/>
          </p:cNvSpPr>
          <p:nvPr/>
        </p:nvSpPr>
        <p:spPr>
          <a:xfrm>
            <a:off x="300869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noGrp="1"/>
          </p:cNvSpPr>
          <p:nvPr/>
        </p:nvSpPr>
        <p:spPr>
          <a:xfrm>
            <a:off x="30969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noGrp="1"/>
          </p:cNvSpPr>
          <p:nvPr/>
        </p:nvSpPr>
        <p:spPr>
          <a:xfrm>
            <a:off x="29329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noGrp="1"/>
          </p:cNvSpPr>
          <p:nvPr/>
        </p:nvSpPr>
        <p:spPr>
          <a:xfrm>
            <a:off x="309230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noGrp="1"/>
          </p:cNvSpPr>
          <p:nvPr/>
        </p:nvSpPr>
        <p:spPr>
          <a:xfrm>
            <a:off x="3043646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noGrp="1"/>
          </p:cNvSpPr>
          <p:nvPr/>
        </p:nvSpPr>
        <p:spPr>
          <a:xfrm>
            <a:off x="30695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noGrp="1"/>
          </p:cNvSpPr>
          <p:nvPr/>
        </p:nvSpPr>
        <p:spPr>
          <a:xfrm>
            <a:off x="307681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noGrp="1"/>
          </p:cNvSpPr>
          <p:nvPr/>
        </p:nvSpPr>
        <p:spPr>
          <a:xfrm>
            <a:off x="3072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noGrp="1"/>
          </p:cNvSpPr>
          <p:nvPr/>
        </p:nvSpPr>
        <p:spPr>
          <a:xfrm>
            <a:off x="3140698" y="24064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noGrp="1"/>
          </p:cNvSpPr>
          <p:nvPr/>
        </p:nvSpPr>
        <p:spPr>
          <a:xfrm>
            <a:off x="2956569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noGrp="1"/>
          </p:cNvSpPr>
          <p:nvPr/>
        </p:nvSpPr>
        <p:spPr>
          <a:xfrm>
            <a:off x="310494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noGrp="1"/>
          </p:cNvSpPr>
          <p:nvPr/>
        </p:nvSpPr>
        <p:spPr>
          <a:xfrm>
            <a:off x="296089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noGrp="1"/>
          </p:cNvSpPr>
          <p:nvPr/>
        </p:nvSpPr>
        <p:spPr>
          <a:xfrm>
            <a:off x="3015329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noGrp="1"/>
          </p:cNvSpPr>
          <p:nvPr/>
        </p:nvSpPr>
        <p:spPr>
          <a:xfrm>
            <a:off x="2937438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noGrp="1"/>
          </p:cNvSpPr>
          <p:nvPr/>
        </p:nvSpPr>
        <p:spPr>
          <a:xfrm>
            <a:off x="30288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noGrp="1"/>
          </p:cNvSpPr>
          <p:nvPr/>
        </p:nvSpPr>
        <p:spPr>
          <a:xfrm>
            <a:off x="3042754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noGrp="1"/>
          </p:cNvSpPr>
          <p:nvPr/>
        </p:nvSpPr>
        <p:spPr>
          <a:xfrm>
            <a:off x="30085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noGrp="1"/>
          </p:cNvSpPr>
          <p:nvPr/>
        </p:nvSpPr>
        <p:spPr>
          <a:xfrm>
            <a:off x="29369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noGrp="1"/>
          </p:cNvSpPr>
          <p:nvPr/>
        </p:nvSpPr>
        <p:spPr>
          <a:xfrm>
            <a:off x="298218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noGrp="1"/>
          </p:cNvSpPr>
          <p:nvPr/>
        </p:nvSpPr>
        <p:spPr>
          <a:xfrm>
            <a:off x="3092157" y="29232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noGrp="1"/>
          </p:cNvSpPr>
          <p:nvPr/>
        </p:nvSpPr>
        <p:spPr>
          <a:xfrm>
            <a:off x="29324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noGrp="1"/>
          </p:cNvSpPr>
          <p:nvPr/>
        </p:nvSpPr>
        <p:spPr>
          <a:xfrm>
            <a:off x="3093485" y="22573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noGrp="1"/>
          </p:cNvSpPr>
          <p:nvPr/>
        </p:nvSpPr>
        <p:spPr>
          <a:xfrm>
            <a:off x="3069311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noGrp="1"/>
          </p:cNvSpPr>
          <p:nvPr/>
        </p:nvSpPr>
        <p:spPr>
          <a:xfrm>
            <a:off x="2950312" y="239025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noGrp="1"/>
          </p:cNvSpPr>
          <p:nvPr/>
        </p:nvSpPr>
        <p:spPr>
          <a:xfrm>
            <a:off x="2965064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noGrp="1"/>
          </p:cNvSpPr>
          <p:nvPr/>
        </p:nvSpPr>
        <p:spPr>
          <a:xfrm>
            <a:off x="3115220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noGrp="1"/>
          </p:cNvSpPr>
          <p:nvPr/>
        </p:nvSpPr>
        <p:spPr>
          <a:xfrm>
            <a:off x="306383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noGrp="1"/>
          </p:cNvSpPr>
          <p:nvPr/>
        </p:nvSpPr>
        <p:spPr>
          <a:xfrm>
            <a:off x="295993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noGrp="1"/>
          </p:cNvSpPr>
          <p:nvPr/>
        </p:nvSpPr>
        <p:spPr>
          <a:xfrm>
            <a:off x="3016628" y="25150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noGrp="1"/>
          </p:cNvSpPr>
          <p:nvPr/>
        </p:nvSpPr>
        <p:spPr>
          <a:xfrm>
            <a:off x="30631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noGrp="1"/>
          </p:cNvSpPr>
          <p:nvPr/>
        </p:nvSpPr>
        <p:spPr>
          <a:xfrm>
            <a:off x="300791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noGrp="1"/>
          </p:cNvSpPr>
          <p:nvPr/>
        </p:nvSpPr>
        <p:spPr>
          <a:xfrm>
            <a:off x="305239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noGrp="1"/>
          </p:cNvSpPr>
          <p:nvPr/>
        </p:nvSpPr>
        <p:spPr>
          <a:xfrm>
            <a:off x="2983387" y="308907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noGrp="1"/>
          </p:cNvSpPr>
          <p:nvPr/>
        </p:nvSpPr>
        <p:spPr>
          <a:xfrm>
            <a:off x="30279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noGrp="1"/>
          </p:cNvSpPr>
          <p:nvPr/>
        </p:nvSpPr>
        <p:spPr>
          <a:xfrm>
            <a:off x="3123244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noGrp="1"/>
          </p:cNvSpPr>
          <p:nvPr/>
        </p:nvSpPr>
        <p:spPr>
          <a:xfrm>
            <a:off x="2985802" y="17573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noGrp="1"/>
          </p:cNvSpPr>
          <p:nvPr/>
        </p:nvSpPr>
        <p:spPr>
          <a:xfrm>
            <a:off x="303874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noGrp="1"/>
          </p:cNvSpPr>
          <p:nvPr/>
        </p:nvSpPr>
        <p:spPr>
          <a:xfrm>
            <a:off x="310857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noGrp="1"/>
          </p:cNvSpPr>
          <p:nvPr/>
        </p:nvSpPr>
        <p:spPr>
          <a:xfrm>
            <a:off x="29927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noGrp="1"/>
          </p:cNvSpPr>
          <p:nvPr/>
        </p:nvSpPr>
        <p:spPr>
          <a:xfrm>
            <a:off x="299197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noGrp="1"/>
          </p:cNvSpPr>
          <p:nvPr/>
        </p:nvSpPr>
        <p:spPr>
          <a:xfrm>
            <a:off x="2993846" y="25375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noGrp="1"/>
          </p:cNvSpPr>
          <p:nvPr/>
        </p:nvSpPr>
        <p:spPr>
          <a:xfrm>
            <a:off x="31013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noGrp="1"/>
          </p:cNvSpPr>
          <p:nvPr/>
        </p:nvSpPr>
        <p:spPr>
          <a:xfrm>
            <a:off x="308196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noGrp="1"/>
          </p:cNvSpPr>
          <p:nvPr/>
        </p:nvSpPr>
        <p:spPr>
          <a:xfrm>
            <a:off x="3091729" y="31830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noGrp="1"/>
          </p:cNvSpPr>
          <p:nvPr/>
        </p:nvSpPr>
        <p:spPr>
          <a:xfrm>
            <a:off x="3024906" y="25362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noGrp="1"/>
          </p:cNvSpPr>
          <p:nvPr/>
        </p:nvSpPr>
        <p:spPr>
          <a:xfrm>
            <a:off x="293686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noGrp="1"/>
          </p:cNvSpPr>
          <p:nvPr/>
        </p:nvSpPr>
        <p:spPr>
          <a:xfrm>
            <a:off x="2934403" y="32817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noGrp="1"/>
          </p:cNvSpPr>
          <p:nvPr/>
        </p:nvSpPr>
        <p:spPr>
          <a:xfrm>
            <a:off x="3043385" y="33191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noGrp="1"/>
          </p:cNvSpPr>
          <p:nvPr/>
        </p:nvSpPr>
        <p:spPr>
          <a:xfrm>
            <a:off x="3051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noGrp="1"/>
          </p:cNvSpPr>
          <p:nvPr/>
        </p:nvSpPr>
        <p:spPr>
          <a:xfrm>
            <a:off x="312056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noGrp="1"/>
          </p:cNvSpPr>
          <p:nvPr/>
        </p:nvSpPr>
        <p:spPr>
          <a:xfrm>
            <a:off x="296939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noGrp="1"/>
          </p:cNvSpPr>
          <p:nvPr/>
        </p:nvSpPr>
        <p:spPr>
          <a:xfrm>
            <a:off x="3094052" y="25429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noGrp="1"/>
          </p:cNvSpPr>
          <p:nvPr/>
        </p:nvSpPr>
        <p:spPr>
          <a:xfrm>
            <a:off x="296667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noGrp="1"/>
          </p:cNvSpPr>
          <p:nvPr/>
        </p:nvSpPr>
        <p:spPr>
          <a:xfrm>
            <a:off x="2980078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noGrp="1"/>
          </p:cNvSpPr>
          <p:nvPr/>
        </p:nvSpPr>
        <p:spPr>
          <a:xfrm>
            <a:off x="33967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noGrp="1"/>
          </p:cNvSpPr>
          <p:nvPr/>
        </p:nvSpPr>
        <p:spPr>
          <a:xfrm>
            <a:off x="3472703" y="1943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noGrp="1"/>
          </p:cNvSpPr>
          <p:nvPr/>
        </p:nvSpPr>
        <p:spPr>
          <a:xfrm>
            <a:off x="34626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noGrp="1"/>
          </p:cNvSpPr>
          <p:nvPr/>
        </p:nvSpPr>
        <p:spPr>
          <a:xfrm>
            <a:off x="335997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noGrp="1"/>
          </p:cNvSpPr>
          <p:nvPr/>
        </p:nvSpPr>
        <p:spPr>
          <a:xfrm>
            <a:off x="3328759" y="22528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noGrp="1"/>
          </p:cNvSpPr>
          <p:nvPr/>
        </p:nvSpPr>
        <p:spPr>
          <a:xfrm>
            <a:off x="33424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noGrp="1"/>
          </p:cNvSpPr>
          <p:nvPr/>
        </p:nvSpPr>
        <p:spPr>
          <a:xfrm>
            <a:off x="338600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noGrp="1"/>
          </p:cNvSpPr>
          <p:nvPr/>
        </p:nvSpPr>
        <p:spPr>
          <a:xfrm>
            <a:off x="343329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noGrp="1"/>
          </p:cNvSpPr>
          <p:nvPr/>
        </p:nvSpPr>
        <p:spPr>
          <a:xfrm>
            <a:off x="3285187" y="282272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noGrp="1"/>
          </p:cNvSpPr>
          <p:nvPr/>
        </p:nvSpPr>
        <p:spPr>
          <a:xfrm>
            <a:off x="343209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noGrp="1"/>
          </p:cNvSpPr>
          <p:nvPr/>
        </p:nvSpPr>
        <p:spPr>
          <a:xfrm>
            <a:off x="3283044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noGrp="1"/>
          </p:cNvSpPr>
          <p:nvPr/>
        </p:nvSpPr>
        <p:spPr>
          <a:xfrm>
            <a:off x="3424210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noGrp="1"/>
          </p:cNvSpPr>
          <p:nvPr/>
        </p:nvSpPr>
        <p:spPr>
          <a:xfrm>
            <a:off x="3473929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noGrp="1"/>
          </p:cNvSpPr>
          <p:nvPr/>
        </p:nvSpPr>
        <p:spPr>
          <a:xfrm>
            <a:off x="333657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noGrp="1"/>
          </p:cNvSpPr>
          <p:nvPr/>
        </p:nvSpPr>
        <p:spPr>
          <a:xfrm>
            <a:off x="3315997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noGrp="1"/>
          </p:cNvSpPr>
          <p:nvPr/>
        </p:nvSpPr>
        <p:spPr>
          <a:xfrm>
            <a:off x="329050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noGrp="1"/>
          </p:cNvSpPr>
          <p:nvPr/>
        </p:nvSpPr>
        <p:spPr>
          <a:xfrm>
            <a:off x="333608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noGrp="1"/>
          </p:cNvSpPr>
          <p:nvPr/>
        </p:nvSpPr>
        <p:spPr>
          <a:xfrm>
            <a:off x="348343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noGrp="1"/>
          </p:cNvSpPr>
          <p:nvPr/>
        </p:nvSpPr>
        <p:spPr>
          <a:xfrm>
            <a:off x="3338435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noGrp="1"/>
          </p:cNvSpPr>
          <p:nvPr/>
        </p:nvSpPr>
        <p:spPr>
          <a:xfrm>
            <a:off x="3300253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noGrp="1"/>
          </p:cNvSpPr>
          <p:nvPr/>
        </p:nvSpPr>
        <p:spPr>
          <a:xfrm>
            <a:off x="3346584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noGrp="1"/>
          </p:cNvSpPr>
          <p:nvPr/>
        </p:nvSpPr>
        <p:spPr>
          <a:xfrm>
            <a:off x="335458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noGrp="1"/>
          </p:cNvSpPr>
          <p:nvPr/>
        </p:nvSpPr>
        <p:spPr>
          <a:xfrm>
            <a:off x="3456365" y="18199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noGrp="1"/>
          </p:cNvSpPr>
          <p:nvPr/>
        </p:nvSpPr>
        <p:spPr>
          <a:xfrm>
            <a:off x="3441685" y="21490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noGrp="1"/>
          </p:cNvSpPr>
          <p:nvPr/>
        </p:nvSpPr>
        <p:spPr>
          <a:xfrm>
            <a:off x="3280247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noGrp="1"/>
          </p:cNvSpPr>
          <p:nvPr/>
        </p:nvSpPr>
        <p:spPr>
          <a:xfrm>
            <a:off x="3471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noGrp="1"/>
          </p:cNvSpPr>
          <p:nvPr/>
        </p:nvSpPr>
        <p:spPr>
          <a:xfrm>
            <a:off x="3344164" y="25093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noGrp="1"/>
          </p:cNvSpPr>
          <p:nvPr/>
        </p:nvSpPr>
        <p:spPr>
          <a:xfrm>
            <a:off x="3333728" y="29292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noGrp="1"/>
          </p:cNvSpPr>
          <p:nvPr/>
        </p:nvSpPr>
        <p:spPr>
          <a:xfrm>
            <a:off x="3389091" y="27869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noGrp="1"/>
          </p:cNvSpPr>
          <p:nvPr/>
        </p:nvSpPr>
        <p:spPr>
          <a:xfrm>
            <a:off x="34632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noGrp="1"/>
          </p:cNvSpPr>
          <p:nvPr/>
        </p:nvSpPr>
        <p:spPr>
          <a:xfrm>
            <a:off x="345760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noGrp="1"/>
          </p:cNvSpPr>
          <p:nvPr/>
        </p:nvSpPr>
        <p:spPr>
          <a:xfrm>
            <a:off x="3376532" y="28550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noGrp="1"/>
          </p:cNvSpPr>
          <p:nvPr/>
        </p:nvSpPr>
        <p:spPr>
          <a:xfrm>
            <a:off x="343607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noGrp="1"/>
          </p:cNvSpPr>
          <p:nvPr/>
        </p:nvSpPr>
        <p:spPr>
          <a:xfrm>
            <a:off x="3465188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noGrp="1"/>
          </p:cNvSpPr>
          <p:nvPr/>
        </p:nvSpPr>
        <p:spPr>
          <a:xfrm>
            <a:off x="339046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noGrp="1"/>
          </p:cNvSpPr>
          <p:nvPr/>
        </p:nvSpPr>
        <p:spPr>
          <a:xfrm>
            <a:off x="342331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noGrp="1"/>
          </p:cNvSpPr>
          <p:nvPr/>
        </p:nvSpPr>
        <p:spPr>
          <a:xfrm>
            <a:off x="33933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noGrp="1"/>
          </p:cNvSpPr>
          <p:nvPr/>
        </p:nvSpPr>
        <p:spPr>
          <a:xfrm>
            <a:off x="342315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noGrp="1"/>
          </p:cNvSpPr>
          <p:nvPr/>
        </p:nvSpPr>
        <p:spPr>
          <a:xfrm>
            <a:off x="33345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noGrp="1"/>
          </p:cNvSpPr>
          <p:nvPr/>
        </p:nvSpPr>
        <p:spPr>
          <a:xfrm>
            <a:off x="3451843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noGrp="1"/>
          </p:cNvSpPr>
          <p:nvPr/>
        </p:nvSpPr>
        <p:spPr>
          <a:xfrm>
            <a:off x="3375778" y="31151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noGrp="1"/>
          </p:cNvSpPr>
          <p:nvPr/>
        </p:nvSpPr>
        <p:spPr>
          <a:xfrm>
            <a:off x="346326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noGrp="1"/>
          </p:cNvSpPr>
          <p:nvPr/>
        </p:nvSpPr>
        <p:spPr>
          <a:xfrm>
            <a:off x="341696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noGrp="1"/>
          </p:cNvSpPr>
          <p:nvPr/>
        </p:nvSpPr>
        <p:spPr>
          <a:xfrm>
            <a:off x="3311119" y="185313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noGrp="1"/>
          </p:cNvSpPr>
          <p:nvPr/>
        </p:nvSpPr>
        <p:spPr>
          <a:xfrm>
            <a:off x="34348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noGrp="1"/>
          </p:cNvSpPr>
          <p:nvPr/>
        </p:nvSpPr>
        <p:spPr>
          <a:xfrm>
            <a:off x="343079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noGrp="1"/>
          </p:cNvSpPr>
          <p:nvPr/>
        </p:nvSpPr>
        <p:spPr>
          <a:xfrm>
            <a:off x="3369355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noGrp="1"/>
          </p:cNvSpPr>
          <p:nvPr/>
        </p:nvSpPr>
        <p:spPr>
          <a:xfrm>
            <a:off x="3453975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noGrp="1"/>
          </p:cNvSpPr>
          <p:nvPr/>
        </p:nvSpPr>
        <p:spPr>
          <a:xfrm>
            <a:off x="341847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noGrp="1"/>
          </p:cNvSpPr>
          <p:nvPr/>
        </p:nvSpPr>
        <p:spPr>
          <a:xfrm>
            <a:off x="3311707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noGrp="1"/>
          </p:cNvSpPr>
          <p:nvPr/>
        </p:nvSpPr>
        <p:spPr>
          <a:xfrm>
            <a:off x="3480803" y="28090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noGrp="1"/>
          </p:cNvSpPr>
          <p:nvPr/>
        </p:nvSpPr>
        <p:spPr>
          <a:xfrm>
            <a:off x="338758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noGrp="1"/>
          </p:cNvSpPr>
          <p:nvPr/>
        </p:nvSpPr>
        <p:spPr>
          <a:xfrm>
            <a:off x="3306713" y="19668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noGrp="1"/>
          </p:cNvSpPr>
          <p:nvPr/>
        </p:nvSpPr>
        <p:spPr>
          <a:xfrm>
            <a:off x="3328908" y="20574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noGrp="1"/>
          </p:cNvSpPr>
          <p:nvPr/>
        </p:nvSpPr>
        <p:spPr>
          <a:xfrm>
            <a:off x="3443587" y="217347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noGrp="1"/>
          </p:cNvSpPr>
          <p:nvPr/>
        </p:nvSpPr>
        <p:spPr>
          <a:xfrm>
            <a:off x="3492538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noGrp="1"/>
          </p:cNvSpPr>
          <p:nvPr/>
        </p:nvSpPr>
        <p:spPr>
          <a:xfrm>
            <a:off x="3426484" y="251831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noGrp="1"/>
          </p:cNvSpPr>
          <p:nvPr/>
        </p:nvSpPr>
        <p:spPr>
          <a:xfrm>
            <a:off x="342024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noGrp="1"/>
          </p:cNvSpPr>
          <p:nvPr/>
        </p:nvSpPr>
        <p:spPr>
          <a:xfrm>
            <a:off x="3380400" y="32807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noGrp="1"/>
          </p:cNvSpPr>
          <p:nvPr/>
        </p:nvSpPr>
        <p:spPr>
          <a:xfrm>
            <a:off x="3398464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noGrp="1"/>
          </p:cNvSpPr>
          <p:nvPr/>
        </p:nvSpPr>
        <p:spPr>
          <a:xfrm>
            <a:off x="3362488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noGrp="1"/>
          </p:cNvSpPr>
          <p:nvPr/>
        </p:nvSpPr>
        <p:spPr>
          <a:xfrm>
            <a:off x="336125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noGrp="1"/>
          </p:cNvSpPr>
          <p:nvPr/>
        </p:nvSpPr>
        <p:spPr>
          <a:xfrm>
            <a:off x="347200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noGrp="1"/>
          </p:cNvSpPr>
          <p:nvPr/>
        </p:nvSpPr>
        <p:spPr>
          <a:xfrm>
            <a:off x="3436409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noGrp="1"/>
          </p:cNvSpPr>
          <p:nvPr/>
        </p:nvSpPr>
        <p:spPr>
          <a:xfrm>
            <a:off x="338136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noGrp="1"/>
          </p:cNvSpPr>
          <p:nvPr/>
        </p:nvSpPr>
        <p:spPr>
          <a:xfrm>
            <a:off x="3357295" y="24586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noGrp="1"/>
          </p:cNvSpPr>
          <p:nvPr/>
        </p:nvSpPr>
        <p:spPr>
          <a:xfrm>
            <a:off x="3359957" y="20578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noGrp="1"/>
          </p:cNvSpPr>
          <p:nvPr/>
        </p:nvSpPr>
        <p:spPr>
          <a:xfrm>
            <a:off x="3485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noGrp="1"/>
          </p:cNvSpPr>
          <p:nvPr/>
        </p:nvSpPr>
        <p:spPr>
          <a:xfrm>
            <a:off x="3421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noGrp="1"/>
          </p:cNvSpPr>
          <p:nvPr/>
        </p:nvSpPr>
        <p:spPr>
          <a:xfrm>
            <a:off x="3336247" y="22373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noGrp="1"/>
          </p:cNvSpPr>
          <p:nvPr/>
        </p:nvSpPr>
        <p:spPr>
          <a:xfrm>
            <a:off x="348199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noGrp="1"/>
          </p:cNvSpPr>
          <p:nvPr/>
        </p:nvSpPr>
        <p:spPr>
          <a:xfrm>
            <a:off x="3405920" y="153796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noGrp="1"/>
          </p:cNvSpPr>
          <p:nvPr/>
        </p:nvSpPr>
        <p:spPr>
          <a:xfrm>
            <a:off x="3325023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noGrp="1"/>
          </p:cNvSpPr>
          <p:nvPr/>
        </p:nvSpPr>
        <p:spPr>
          <a:xfrm>
            <a:off x="34225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noGrp="1"/>
          </p:cNvSpPr>
          <p:nvPr/>
        </p:nvSpPr>
        <p:spPr>
          <a:xfrm>
            <a:off x="3462508" y="31181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noGrp="1"/>
          </p:cNvSpPr>
          <p:nvPr/>
        </p:nvSpPr>
        <p:spPr>
          <a:xfrm>
            <a:off x="3338154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noGrp="1"/>
          </p:cNvSpPr>
          <p:nvPr/>
        </p:nvSpPr>
        <p:spPr>
          <a:xfrm>
            <a:off x="333256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noGrp="1"/>
          </p:cNvSpPr>
          <p:nvPr/>
        </p:nvSpPr>
        <p:spPr>
          <a:xfrm>
            <a:off x="341900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noGrp="1"/>
          </p:cNvSpPr>
          <p:nvPr/>
        </p:nvSpPr>
        <p:spPr>
          <a:xfrm>
            <a:off x="3472458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noGrp="1"/>
          </p:cNvSpPr>
          <p:nvPr/>
        </p:nvSpPr>
        <p:spPr>
          <a:xfrm>
            <a:off x="3288485" y="16911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noGrp="1"/>
          </p:cNvSpPr>
          <p:nvPr/>
        </p:nvSpPr>
        <p:spPr>
          <a:xfrm>
            <a:off x="34007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noGrp="1"/>
          </p:cNvSpPr>
          <p:nvPr/>
        </p:nvSpPr>
        <p:spPr>
          <a:xfrm>
            <a:off x="3359423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noGrp="1"/>
          </p:cNvSpPr>
          <p:nvPr/>
        </p:nvSpPr>
        <p:spPr>
          <a:xfrm>
            <a:off x="3322639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noGrp="1"/>
          </p:cNvSpPr>
          <p:nvPr/>
        </p:nvSpPr>
        <p:spPr>
          <a:xfrm>
            <a:off x="340182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noGrp="1"/>
          </p:cNvSpPr>
          <p:nvPr/>
        </p:nvSpPr>
        <p:spPr>
          <a:xfrm>
            <a:off x="339035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noGrp="1"/>
          </p:cNvSpPr>
          <p:nvPr/>
        </p:nvSpPr>
        <p:spPr>
          <a:xfrm>
            <a:off x="3318859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noGrp="1"/>
          </p:cNvSpPr>
          <p:nvPr/>
        </p:nvSpPr>
        <p:spPr>
          <a:xfrm>
            <a:off x="3362369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noGrp="1"/>
          </p:cNvSpPr>
          <p:nvPr/>
        </p:nvSpPr>
        <p:spPr>
          <a:xfrm>
            <a:off x="32801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noGrp="1"/>
          </p:cNvSpPr>
          <p:nvPr/>
        </p:nvSpPr>
        <p:spPr>
          <a:xfrm>
            <a:off x="3352035" y="253557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noGrp="1"/>
          </p:cNvSpPr>
          <p:nvPr/>
        </p:nvSpPr>
        <p:spPr>
          <a:xfrm>
            <a:off x="3405258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noGrp="1"/>
          </p:cNvSpPr>
          <p:nvPr/>
        </p:nvSpPr>
        <p:spPr>
          <a:xfrm>
            <a:off x="332941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noGrp="1"/>
          </p:cNvSpPr>
          <p:nvPr/>
        </p:nvSpPr>
        <p:spPr>
          <a:xfrm>
            <a:off x="3476265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noGrp="1"/>
          </p:cNvSpPr>
          <p:nvPr/>
        </p:nvSpPr>
        <p:spPr>
          <a:xfrm>
            <a:off x="343607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noGrp="1"/>
          </p:cNvSpPr>
          <p:nvPr/>
        </p:nvSpPr>
        <p:spPr>
          <a:xfrm>
            <a:off x="3440695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noGrp="1"/>
          </p:cNvSpPr>
          <p:nvPr/>
        </p:nvSpPr>
        <p:spPr>
          <a:xfrm>
            <a:off x="32910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noGrp="1"/>
          </p:cNvSpPr>
          <p:nvPr/>
        </p:nvSpPr>
        <p:spPr>
          <a:xfrm>
            <a:off x="3291056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noGrp="1"/>
          </p:cNvSpPr>
          <p:nvPr/>
        </p:nvSpPr>
        <p:spPr>
          <a:xfrm>
            <a:off x="3468217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noGrp="1"/>
          </p:cNvSpPr>
          <p:nvPr/>
        </p:nvSpPr>
        <p:spPr>
          <a:xfrm>
            <a:off x="329746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noGrp="1"/>
          </p:cNvSpPr>
          <p:nvPr/>
        </p:nvSpPr>
        <p:spPr>
          <a:xfrm>
            <a:off x="3363902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noGrp="1"/>
          </p:cNvSpPr>
          <p:nvPr/>
        </p:nvSpPr>
        <p:spPr>
          <a:xfrm>
            <a:off x="3330923" y="24243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noGrp="1"/>
          </p:cNvSpPr>
          <p:nvPr/>
        </p:nvSpPr>
        <p:spPr>
          <a:xfrm>
            <a:off x="3353540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noGrp="1"/>
          </p:cNvSpPr>
          <p:nvPr/>
        </p:nvSpPr>
        <p:spPr>
          <a:xfrm>
            <a:off x="344349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noGrp="1"/>
          </p:cNvSpPr>
          <p:nvPr/>
        </p:nvSpPr>
        <p:spPr>
          <a:xfrm>
            <a:off x="336111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noGrp="1"/>
          </p:cNvSpPr>
          <p:nvPr/>
        </p:nvSpPr>
        <p:spPr>
          <a:xfrm>
            <a:off x="335537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noGrp="1"/>
          </p:cNvSpPr>
          <p:nvPr/>
        </p:nvSpPr>
        <p:spPr>
          <a:xfrm>
            <a:off x="3309216" y="18996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noGrp="1"/>
          </p:cNvSpPr>
          <p:nvPr/>
        </p:nvSpPr>
        <p:spPr>
          <a:xfrm>
            <a:off x="3370329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noGrp="1"/>
          </p:cNvSpPr>
          <p:nvPr/>
        </p:nvSpPr>
        <p:spPr>
          <a:xfrm>
            <a:off x="34761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noGrp="1"/>
          </p:cNvSpPr>
          <p:nvPr/>
        </p:nvSpPr>
        <p:spPr>
          <a:xfrm>
            <a:off x="3492343" y="27622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noGrp="1"/>
          </p:cNvSpPr>
          <p:nvPr/>
        </p:nvSpPr>
        <p:spPr>
          <a:xfrm>
            <a:off x="3336078" y="20079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noGrp="1"/>
          </p:cNvSpPr>
          <p:nvPr/>
        </p:nvSpPr>
        <p:spPr>
          <a:xfrm>
            <a:off x="346546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noGrp="1"/>
          </p:cNvSpPr>
          <p:nvPr/>
        </p:nvSpPr>
        <p:spPr>
          <a:xfrm>
            <a:off x="343165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noGrp="1"/>
          </p:cNvSpPr>
          <p:nvPr/>
        </p:nvSpPr>
        <p:spPr>
          <a:xfrm>
            <a:off x="330072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noGrp="1"/>
          </p:cNvSpPr>
          <p:nvPr/>
        </p:nvSpPr>
        <p:spPr>
          <a:xfrm>
            <a:off x="3293916" y="20114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noGrp="1"/>
          </p:cNvSpPr>
          <p:nvPr/>
        </p:nvSpPr>
        <p:spPr>
          <a:xfrm>
            <a:off x="3321315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noGrp="1"/>
          </p:cNvSpPr>
          <p:nvPr/>
        </p:nvSpPr>
        <p:spPr>
          <a:xfrm>
            <a:off x="3379315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noGrp="1"/>
          </p:cNvSpPr>
          <p:nvPr/>
        </p:nvSpPr>
        <p:spPr>
          <a:xfrm>
            <a:off x="3475318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noGrp="1"/>
          </p:cNvSpPr>
          <p:nvPr/>
        </p:nvSpPr>
        <p:spPr>
          <a:xfrm>
            <a:off x="3288804" y="258123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noGrp="1"/>
          </p:cNvSpPr>
          <p:nvPr/>
        </p:nvSpPr>
        <p:spPr>
          <a:xfrm>
            <a:off x="330746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noGrp="1"/>
          </p:cNvSpPr>
          <p:nvPr/>
        </p:nvSpPr>
        <p:spPr>
          <a:xfrm>
            <a:off x="330482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noGrp="1"/>
          </p:cNvSpPr>
          <p:nvPr/>
        </p:nvSpPr>
        <p:spPr>
          <a:xfrm>
            <a:off x="3383092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noGrp="1"/>
          </p:cNvSpPr>
          <p:nvPr/>
        </p:nvSpPr>
        <p:spPr>
          <a:xfrm>
            <a:off x="32948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noGrp="1"/>
          </p:cNvSpPr>
          <p:nvPr/>
        </p:nvSpPr>
        <p:spPr>
          <a:xfrm>
            <a:off x="3387979" y="22772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noGrp="1"/>
          </p:cNvSpPr>
          <p:nvPr/>
        </p:nvSpPr>
        <p:spPr>
          <a:xfrm>
            <a:off x="3361287" y="15409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noGrp="1"/>
          </p:cNvSpPr>
          <p:nvPr/>
        </p:nvSpPr>
        <p:spPr>
          <a:xfrm>
            <a:off x="3387923" y="29421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noGrp="1"/>
          </p:cNvSpPr>
          <p:nvPr/>
        </p:nvSpPr>
        <p:spPr>
          <a:xfrm>
            <a:off x="341572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noGrp="1"/>
          </p:cNvSpPr>
          <p:nvPr/>
        </p:nvSpPr>
        <p:spPr>
          <a:xfrm>
            <a:off x="34492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noGrp="1"/>
          </p:cNvSpPr>
          <p:nvPr/>
        </p:nvSpPr>
        <p:spPr>
          <a:xfrm>
            <a:off x="341326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noGrp="1"/>
          </p:cNvSpPr>
          <p:nvPr/>
        </p:nvSpPr>
        <p:spPr>
          <a:xfrm>
            <a:off x="330309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noGrp="1"/>
          </p:cNvSpPr>
          <p:nvPr/>
        </p:nvSpPr>
        <p:spPr>
          <a:xfrm>
            <a:off x="34674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noGrp="1"/>
          </p:cNvSpPr>
          <p:nvPr/>
        </p:nvSpPr>
        <p:spPr>
          <a:xfrm>
            <a:off x="349162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noGrp="1"/>
          </p:cNvSpPr>
          <p:nvPr/>
        </p:nvSpPr>
        <p:spPr>
          <a:xfrm>
            <a:off x="3462618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noGrp="1"/>
          </p:cNvSpPr>
          <p:nvPr/>
        </p:nvSpPr>
        <p:spPr>
          <a:xfrm>
            <a:off x="3489399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noGrp="1"/>
          </p:cNvSpPr>
          <p:nvPr/>
        </p:nvSpPr>
        <p:spPr>
          <a:xfrm>
            <a:off x="341843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noGrp="1"/>
          </p:cNvSpPr>
          <p:nvPr/>
        </p:nvSpPr>
        <p:spPr>
          <a:xfrm>
            <a:off x="333445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noGrp="1"/>
          </p:cNvSpPr>
          <p:nvPr/>
        </p:nvSpPr>
        <p:spPr>
          <a:xfrm>
            <a:off x="3360217" y="2542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noGrp="1"/>
          </p:cNvSpPr>
          <p:nvPr/>
        </p:nvSpPr>
        <p:spPr>
          <a:xfrm>
            <a:off x="330827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noGrp="1"/>
          </p:cNvSpPr>
          <p:nvPr/>
        </p:nvSpPr>
        <p:spPr>
          <a:xfrm>
            <a:off x="3311651" y="247280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noGrp="1"/>
          </p:cNvSpPr>
          <p:nvPr/>
        </p:nvSpPr>
        <p:spPr>
          <a:xfrm>
            <a:off x="3413067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noGrp="1"/>
          </p:cNvSpPr>
          <p:nvPr/>
        </p:nvSpPr>
        <p:spPr>
          <a:xfrm>
            <a:off x="32844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noGrp="1"/>
          </p:cNvSpPr>
          <p:nvPr/>
        </p:nvSpPr>
        <p:spPr>
          <a:xfrm>
            <a:off x="3416915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noGrp="1"/>
          </p:cNvSpPr>
          <p:nvPr/>
        </p:nvSpPr>
        <p:spPr>
          <a:xfrm>
            <a:off x="3462559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noGrp="1"/>
          </p:cNvSpPr>
          <p:nvPr/>
        </p:nvSpPr>
        <p:spPr>
          <a:xfrm>
            <a:off x="344623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noGrp="1"/>
          </p:cNvSpPr>
          <p:nvPr/>
        </p:nvSpPr>
        <p:spPr>
          <a:xfrm>
            <a:off x="3372294" y="27312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noGrp="1"/>
          </p:cNvSpPr>
          <p:nvPr/>
        </p:nvSpPr>
        <p:spPr>
          <a:xfrm>
            <a:off x="335617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noGrp="1"/>
          </p:cNvSpPr>
          <p:nvPr/>
        </p:nvSpPr>
        <p:spPr>
          <a:xfrm>
            <a:off x="3481577" y="27393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noGrp="1"/>
          </p:cNvSpPr>
          <p:nvPr/>
        </p:nvSpPr>
        <p:spPr>
          <a:xfrm>
            <a:off x="3406349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noGrp="1"/>
          </p:cNvSpPr>
          <p:nvPr/>
        </p:nvSpPr>
        <p:spPr>
          <a:xfrm>
            <a:off x="3431017" y="20801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noGrp="1"/>
          </p:cNvSpPr>
          <p:nvPr/>
        </p:nvSpPr>
        <p:spPr>
          <a:xfrm>
            <a:off x="33707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noGrp="1"/>
          </p:cNvSpPr>
          <p:nvPr/>
        </p:nvSpPr>
        <p:spPr>
          <a:xfrm>
            <a:off x="34340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noGrp="1"/>
          </p:cNvSpPr>
          <p:nvPr/>
        </p:nvSpPr>
        <p:spPr>
          <a:xfrm>
            <a:off x="34277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noGrp="1"/>
          </p:cNvSpPr>
          <p:nvPr/>
        </p:nvSpPr>
        <p:spPr>
          <a:xfrm>
            <a:off x="33909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noGrp="1"/>
          </p:cNvSpPr>
          <p:nvPr/>
        </p:nvSpPr>
        <p:spPr>
          <a:xfrm>
            <a:off x="348232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noGrp="1"/>
          </p:cNvSpPr>
          <p:nvPr/>
        </p:nvSpPr>
        <p:spPr>
          <a:xfrm>
            <a:off x="3373558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noGrp="1"/>
          </p:cNvSpPr>
          <p:nvPr/>
        </p:nvSpPr>
        <p:spPr>
          <a:xfrm>
            <a:off x="3374437" y="20163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noGrp="1"/>
          </p:cNvSpPr>
          <p:nvPr/>
        </p:nvSpPr>
        <p:spPr>
          <a:xfrm>
            <a:off x="3434276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noGrp="1"/>
          </p:cNvSpPr>
          <p:nvPr/>
        </p:nvSpPr>
        <p:spPr>
          <a:xfrm>
            <a:off x="3366486" y="20510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noGrp="1"/>
          </p:cNvSpPr>
          <p:nvPr/>
        </p:nvSpPr>
        <p:spPr>
          <a:xfrm>
            <a:off x="3441937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noGrp="1"/>
          </p:cNvSpPr>
          <p:nvPr/>
        </p:nvSpPr>
        <p:spPr>
          <a:xfrm>
            <a:off x="341180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noGrp="1"/>
          </p:cNvSpPr>
          <p:nvPr/>
        </p:nvSpPr>
        <p:spPr>
          <a:xfrm>
            <a:off x="3300745" y="276004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noGrp="1"/>
          </p:cNvSpPr>
          <p:nvPr/>
        </p:nvSpPr>
        <p:spPr>
          <a:xfrm>
            <a:off x="3312648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noGrp="1"/>
          </p:cNvSpPr>
          <p:nvPr/>
        </p:nvSpPr>
        <p:spPr>
          <a:xfrm>
            <a:off x="342667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noGrp="1"/>
          </p:cNvSpPr>
          <p:nvPr/>
        </p:nvSpPr>
        <p:spPr>
          <a:xfrm>
            <a:off x="331067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noGrp="1"/>
          </p:cNvSpPr>
          <p:nvPr/>
        </p:nvSpPr>
        <p:spPr>
          <a:xfrm>
            <a:off x="3291971" y="2279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noGrp="1"/>
          </p:cNvSpPr>
          <p:nvPr/>
        </p:nvSpPr>
        <p:spPr>
          <a:xfrm>
            <a:off x="33101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noGrp="1"/>
          </p:cNvSpPr>
          <p:nvPr/>
        </p:nvSpPr>
        <p:spPr>
          <a:xfrm>
            <a:off x="3347196" y="17573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noGrp="1"/>
          </p:cNvSpPr>
          <p:nvPr/>
        </p:nvSpPr>
        <p:spPr>
          <a:xfrm>
            <a:off x="3367550" y="28454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noGrp="1"/>
          </p:cNvSpPr>
          <p:nvPr/>
        </p:nvSpPr>
        <p:spPr>
          <a:xfrm>
            <a:off x="3307202" y="25198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noGrp="1"/>
          </p:cNvSpPr>
          <p:nvPr/>
        </p:nvSpPr>
        <p:spPr>
          <a:xfrm>
            <a:off x="332074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noGrp="1"/>
          </p:cNvSpPr>
          <p:nvPr/>
        </p:nvSpPr>
        <p:spPr>
          <a:xfrm>
            <a:off x="3490019" y="24574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noGrp="1"/>
          </p:cNvSpPr>
          <p:nvPr/>
        </p:nvSpPr>
        <p:spPr>
          <a:xfrm>
            <a:off x="3392499" y="2572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noGrp="1"/>
          </p:cNvSpPr>
          <p:nvPr/>
        </p:nvSpPr>
        <p:spPr>
          <a:xfrm>
            <a:off x="345027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noGrp="1"/>
          </p:cNvSpPr>
          <p:nvPr/>
        </p:nvSpPr>
        <p:spPr>
          <a:xfrm>
            <a:off x="3326781" y="292340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noGrp="1"/>
          </p:cNvSpPr>
          <p:nvPr/>
        </p:nvSpPr>
        <p:spPr>
          <a:xfrm>
            <a:off x="3278638" y="316741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noGrp="1"/>
          </p:cNvSpPr>
          <p:nvPr/>
        </p:nvSpPr>
        <p:spPr>
          <a:xfrm>
            <a:off x="333543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noGrp="1"/>
          </p:cNvSpPr>
          <p:nvPr/>
        </p:nvSpPr>
        <p:spPr>
          <a:xfrm>
            <a:off x="3453424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noGrp="1"/>
          </p:cNvSpPr>
          <p:nvPr/>
        </p:nvSpPr>
        <p:spPr>
          <a:xfrm>
            <a:off x="342104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noGrp="1"/>
          </p:cNvSpPr>
          <p:nvPr/>
        </p:nvSpPr>
        <p:spPr>
          <a:xfrm>
            <a:off x="3450505" y="259006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noGrp="1"/>
          </p:cNvSpPr>
          <p:nvPr/>
        </p:nvSpPr>
        <p:spPr>
          <a:xfrm>
            <a:off x="33135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noGrp="1"/>
          </p:cNvSpPr>
          <p:nvPr/>
        </p:nvSpPr>
        <p:spPr>
          <a:xfrm>
            <a:off x="3301386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noGrp="1"/>
          </p:cNvSpPr>
          <p:nvPr/>
        </p:nvSpPr>
        <p:spPr>
          <a:xfrm>
            <a:off x="37062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noGrp="1"/>
          </p:cNvSpPr>
          <p:nvPr/>
        </p:nvSpPr>
        <p:spPr>
          <a:xfrm>
            <a:off x="3799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noGrp="1"/>
          </p:cNvSpPr>
          <p:nvPr/>
        </p:nvSpPr>
        <p:spPr>
          <a:xfrm>
            <a:off x="383407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noGrp="1"/>
          </p:cNvSpPr>
          <p:nvPr/>
        </p:nvSpPr>
        <p:spPr>
          <a:xfrm>
            <a:off x="3720684" y="31151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noGrp="1"/>
          </p:cNvSpPr>
          <p:nvPr/>
        </p:nvSpPr>
        <p:spPr>
          <a:xfrm>
            <a:off x="3834074" y="2243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noGrp="1"/>
          </p:cNvSpPr>
          <p:nvPr/>
        </p:nvSpPr>
        <p:spPr>
          <a:xfrm>
            <a:off x="38296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noGrp="1"/>
          </p:cNvSpPr>
          <p:nvPr/>
        </p:nvSpPr>
        <p:spPr>
          <a:xfrm>
            <a:off x="3689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noGrp="1"/>
          </p:cNvSpPr>
          <p:nvPr/>
        </p:nvSpPr>
        <p:spPr>
          <a:xfrm>
            <a:off x="374740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noGrp="1"/>
          </p:cNvSpPr>
          <p:nvPr/>
        </p:nvSpPr>
        <p:spPr>
          <a:xfrm>
            <a:off x="3779535" y="29835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noGrp="1"/>
          </p:cNvSpPr>
          <p:nvPr/>
        </p:nvSpPr>
        <p:spPr>
          <a:xfrm>
            <a:off x="37731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noGrp="1"/>
          </p:cNvSpPr>
          <p:nvPr/>
        </p:nvSpPr>
        <p:spPr>
          <a:xfrm>
            <a:off x="3632444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noGrp="1"/>
          </p:cNvSpPr>
          <p:nvPr/>
        </p:nvSpPr>
        <p:spPr>
          <a:xfrm>
            <a:off x="38027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noGrp="1"/>
          </p:cNvSpPr>
          <p:nvPr/>
        </p:nvSpPr>
        <p:spPr>
          <a:xfrm>
            <a:off x="374681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noGrp="1"/>
          </p:cNvSpPr>
          <p:nvPr/>
        </p:nvSpPr>
        <p:spPr>
          <a:xfrm>
            <a:off x="3790499" y="19475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noGrp="1"/>
          </p:cNvSpPr>
          <p:nvPr/>
        </p:nvSpPr>
        <p:spPr>
          <a:xfrm>
            <a:off x="3823915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noGrp="1"/>
          </p:cNvSpPr>
          <p:nvPr/>
        </p:nvSpPr>
        <p:spPr>
          <a:xfrm>
            <a:off x="373940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noGrp="1"/>
          </p:cNvSpPr>
          <p:nvPr/>
        </p:nvSpPr>
        <p:spPr>
          <a:xfrm>
            <a:off x="3717060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noGrp="1"/>
          </p:cNvSpPr>
          <p:nvPr/>
        </p:nvSpPr>
        <p:spPr>
          <a:xfrm>
            <a:off x="36467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noGrp="1"/>
          </p:cNvSpPr>
          <p:nvPr/>
        </p:nvSpPr>
        <p:spPr>
          <a:xfrm>
            <a:off x="37417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noGrp="1"/>
          </p:cNvSpPr>
          <p:nvPr/>
        </p:nvSpPr>
        <p:spPr>
          <a:xfrm>
            <a:off x="375782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noGrp="1"/>
          </p:cNvSpPr>
          <p:nvPr/>
        </p:nvSpPr>
        <p:spPr>
          <a:xfrm>
            <a:off x="3701056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noGrp="1"/>
          </p:cNvSpPr>
          <p:nvPr/>
        </p:nvSpPr>
        <p:spPr>
          <a:xfrm>
            <a:off x="371925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noGrp="1"/>
          </p:cNvSpPr>
          <p:nvPr/>
        </p:nvSpPr>
        <p:spPr>
          <a:xfrm>
            <a:off x="3824422" y="18199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noGrp="1"/>
          </p:cNvSpPr>
          <p:nvPr/>
        </p:nvSpPr>
        <p:spPr>
          <a:xfrm>
            <a:off x="3670526" y="21490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noGrp="1"/>
          </p:cNvSpPr>
          <p:nvPr/>
        </p:nvSpPr>
        <p:spPr>
          <a:xfrm>
            <a:off x="3638871" y="257203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noGrp="1"/>
          </p:cNvSpPr>
          <p:nvPr/>
        </p:nvSpPr>
        <p:spPr>
          <a:xfrm>
            <a:off x="3714962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noGrp="1"/>
          </p:cNvSpPr>
          <p:nvPr/>
        </p:nvSpPr>
        <p:spPr>
          <a:xfrm>
            <a:off x="370761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noGrp="1"/>
          </p:cNvSpPr>
          <p:nvPr/>
        </p:nvSpPr>
        <p:spPr>
          <a:xfrm>
            <a:off x="3761133" y="28996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noGrp="1"/>
          </p:cNvSpPr>
          <p:nvPr/>
        </p:nvSpPr>
        <p:spPr>
          <a:xfrm>
            <a:off x="3815710" y="27869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noGrp="1"/>
          </p:cNvSpPr>
          <p:nvPr/>
        </p:nvSpPr>
        <p:spPr>
          <a:xfrm>
            <a:off x="37028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noGrp="1"/>
          </p:cNvSpPr>
          <p:nvPr/>
        </p:nvSpPr>
        <p:spPr>
          <a:xfrm>
            <a:off x="36489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noGrp="1"/>
          </p:cNvSpPr>
          <p:nvPr/>
        </p:nvSpPr>
        <p:spPr>
          <a:xfrm>
            <a:off x="3785485" y="265090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noGrp="1"/>
          </p:cNvSpPr>
          <p:nvPr/>
        </p:nvSpPr>
        <p:spPr>
          <a:xfrm>
            <a:off x="375097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noGrp="1"/>
          </p:cNvSpPr>
          <p:nvPr/>
        </p:nvSpPr>
        <p:spPr>
          <a:xfrm>
            <a:off x="377477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noGrp="1"/>
          </p:cNvSpPr>
          <p:nvPr/>
        </p:nvSpPr>
        <p:spPr>
          <a:xfrm>
            <a:off x="381258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noGrp="1"/>
          </p:cNvSpPr>
          <p:nvPr/>
        </p:nvSpPr>
        <p:spPr>
          <a:xfrm>
            <a:off x="379301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noGrp="1"/>
          </p:cNvSpPr>
          <p:nvPr/>
        </p:nvSpPr>
        <p:spPr>
          <a:xfrm>
            <a:off x="37966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noGrp="1"/>
          </p:cNvSpPr>
          <p:nvPr/>
        </p:nvSpPr>
        <p:spPr>
          <a:xfrm>
            <a:off x="380213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noGrp="1"/>
          </p:cNvSpPr>
          <p:nvPr/>
        </p:nvSpPr>
        <p:spPr>
          <a:xfrm>
            <a:off x="3808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noGrp="1"/>
          </p:cNvSpPr>
          <p:nvPr/>
        </p:nvSpPr>
        <p:spPr>
          <a:xfrm>
            <a:off x="3714146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noGrp="1"/>
          </p:cNvSpPr>
          <p:nvPr/>
        </p:nvSpPr>
        <p:spPr>
          <a:xfrm>
            <a:off x="3765642" y="22795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noGrp="1"/>
          </p:cNvSpPr>
          <p:nvPr/>
        </p:nvSpPr>
        <p:spPr>
          <a:xfrm>
            <a:off x="371009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noGrp="1"/>
          </p:cNvSpPr>
          <p:nvPr/>
        </p:nvSpPr>
        <p:spPr>
          <a:xfrm>
            <a:off x="37419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noGrp="1"/>
          </p:cNvSpPr>
          <p:nvPr/>
        </p:nvSpPr>
        <p:spPr>
          <a:xfrm>
            <a:off x="36865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noGrp="1"/>
          </p:cNvSpPr>
          <p:nvPr/>
        </p:nvSpPr>
        <p:spPr>
          <a:xfrm>
            <a:off x="377246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noGrp="1"/>
          </p:cNvSpPr>
          <p:nvPr/>
        </p:nvSpPr>
        <p:spPr>
          <a:xfrm>
            <a:off x="3717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noGrp="1"/>
          </p:cNvSpPr>
          <p:nvPr/>
        </p:nvSpPr>
        <p:spPr>
          <a:xfrm>
            <a:off x="3744910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noGrp="1"/>
          </p:cNvSpPr>
          <p:nvPr/>
        </p:nvSpPr>
        <p:spPr>
          <a:xfrm>
            <a:off x="372701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noGrp="1"/>
          </p:cNvSpPr>
          <p:nvPr/>
        </p:nvSpPr>
        <p:spPr>
          <a:xfrm>
            <a:off x="381246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noGrp="1"/>
          </p:cNvSpPr>
          <p:nvPr/>
        </p:nvSpPr>
        <p:spPr>
          <a:xfrm>
            <a:off x="3725263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noGrp="1"/>
          </p:cNvSpPr>
          <p:nvPr/>
        </p:nvSpPr>
        <p:spPr>
          <a:xfrm>
            <a:off x="3797384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noGrp="1"/>
          </p:cNvSpPr>
          <p:nvPr/>
        </p:nvSpPr>
        <p:spPr>
          <a:xfrm>
            <a:off x="376372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noGrp="1"/>
          </p:cNvSpPr>
          <p:nvPr/>
        </p:nvSpPr>
        <p:spPr>
          <a:xfrm>
            <a:off x="3769290" y="159127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noGrp="1"/>
          </p:cNvSpPr>
          <p:nvPr/>
        </p:nvSpPr>
        <p:spPr>
          <a:xfrm>
            <a:off x="3689707" y="19716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noGrp="1"/>
          </p:cNvSpPr>
          <p:nvPr/>
        </p:nvSpPr>
        <p:spPr>
          <a:xfrm>
            <a:off x="3694371" y="210551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noGrp="1"/>
          </p:cNvSpPr>
          <p:nvPr/>
        </p:nvSpPr>
        <p:spPr>
          <a:xfrm>
            <a:off x="3813464" y="2207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noGrp="1"/>
          </p:cNvSpPr>
          <p:nvPr/>
        </p:nvSpPr>
        <p:spPr>
          <a:xfrm>
            <a:off x="3642958" y="224972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noGrp="1"/>
          </p:cNvSpPr>
          <p:nvPr/>
        </p:nvSpPr>
        <p:spPr>
          <a:xfrm>
            <a:off x="376857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noGrp="1"/>
          </p:cNvSpPr>
          <p:nvPr/>
        </p:nvSpPr>
        <p:spPr>
          <a:xfrm>
            <a:off x="3704485" y="32741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noGrp="1"/>
          </p:cNvSpPr>
          <p:nvPr/>
        </p:nvSpPr>
        <p:spPr>
          <a:xfrm>
            <a:off x="365727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noGrp="1"/>
          </p:cNvSpPr>
          <p:nvPr/>
        </p:nvSpPr>
        <p:spPr>
          <a:xfrm>
            <a:off x="3707554" y="21098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noGrp="1"/>
          </p:cNvSpPr>
          <p:nvPr/>
        </p:nvSpPr>
        <p:spPr>
          <a:xfrm>
            <a:off x="36895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noGrp="1"/>
          </p:cNvSpPr>
          <p:nvPr/>
        </p:nvSpPr>
        <p:spPr>
          <a:xfrm>
            <a:off x="37540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noGrp="1"/>
          </p:cNvSpPr>
          <p:nvPr/>
        </p:nvSpPr>
        <p:spPr>
          <a:xfrm>
            <a:off x="365751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noGrp="1"/>
          </p:cNvSpPr>
          <p:nvPr/>
        </p:nvSpPr>
        <p:spPr>
          <a:xfrm>
            <a:off x="364797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noGrp="1"/>
          </p:cNvSpPr>
          <p:nvPr/>
        </p:nvSpPr>
        <p:spPr>
          <a:xfrm>
            <a:off x="3642381" y="221167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noGrp="1"/>
          </p:cNvSpPr>
          <p:nvPr/>
        </p:nvSpPr>
        <p:spPr>
          <a:xfrm>
            <a:off x="3734476" y="237059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noGrp="1"/>
          </p:cNvSpPr>
          <p:nvPr/>
        </p:nvSpPr>
        <p:spPr>
          <a:xfrm>
            <a:off x="372507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noGrp="1"/>
          </p:cNvSpPr>
          <p:nvPr/>
        </p:nvSpPr>
        <p:spPr>
          <a:xfrm>
            <a:off x="380079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noGrp="1"/>
          </p:cNvSpPr>
          <p:nvPr/>
        </p:nvSpPr>
        <p:spPr>
          <a:xfrm>
            <a:off x="3733406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noGrp="1"/>
          </p:cNvSpPr>
          <p:nvPr/>
        </p:nvSpPr>
        <p:spPr>
          <a:xfrm>
            <a:off x="3680650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noGrp="1"/>
          </p:cNvSpPr>
          <p:nvPr/>
        </p:nvSpPr>
        <p:spPr>
          <a:xfrm>
            <a:off x="3797041" y="16554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noGrp="1"/>
          </p:cNvSpPr>
          <p:nvPr/>
        </p:nvSpPr>
        <p:spPr>
          <a:xfrm>
            <a:off x="3655870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noGrp="1"/>
          </p:cNvSpPr>
          <p:nvPr/>
        </p:nvSpPr>
        <p:spPr>
          <a:xfrm>
            <a:off x="3827301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noGrp="1"/>
          </p:cNvSpPr>
          <p:nvPr/>
        </p:nvSpPr>
        <p:spPr>
          <a:xfrm>
            <a:off x="3842696" y="26957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noGrp="1"/>
          </p:cNvSpPr>
          <p:nvPr/>
        </p:nvSpPr>
        <p:spPr>
          <a:xfrm>
            <a:off x="376589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noGrp="1"/>
          </p:cNvSpPr>
          <p:nvPr/>
        </p:nvSpPr>
        <p:spPr>
          <a:xfrm>
            <a:off x="3627187" y="25407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noGrp="1"/>
          </p:cNvSpPr>
          <p:nvPr/>
        </p:nvSpPr>
        <p:spPr>
          <a:xfrm>
            <a:off x="3681842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noGrp="1"/>
          </p:cNvSpPr>
          <p:nvPr/>
        </p:nvSpPr>
        <p:spPr>
          <a:xfrm>
            <a:off x="382510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noGrp="1"/>
          </p:cNvSpPr>
          <p:nvPr/>
        </p:nvSpPr>
        <p:spPr>
          <a:xfrm>
            <a:off x="3646794" y="195333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noGrp="1"/>
          </p:cNvSpPr>
          <p:nvPr/>
        </p:nvSpPr>
        <p:spPr>
          <a:xfrm>
            <a:off x="372003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noGrp="1"/>
          </p:cNvSpPr>
          <p:nvPr/>
        </p:nvSpPr>
        <p:spPr>
          <a:xfrm>
            <a:off x="37445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noGrp="1"/>
          </p:cNvSpPr>
          <p:nvPr/>
        </p:nvSpPr>
        <p:spPr>
          <a:xfrm>
            <a:off x="3839408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noGrp="1"/>
          </p:cNvSpPr>
          <p:nvPr/>
        </p:nvSpPr>
        <p:spPr>
          <a:xfrm>
            <a:off x="37581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noGrp="1"/>
          </p:cNvSpPr>
          <p:nvPr/>
        </p:nvSpPr>
        <p:spPr>
          <a:xfrm>
            <a:off x="370585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noGrp="1"/>
          </p:cNvSpPr>
          <p:nvPr/>
        </p:nvSpPr>
        <p:spPr>
          <a:xfrm>
            <a:off x="3787166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noGrp="1"/>
          </p:cNvSpPr>
          <p:nvPr/>
        </p:nvSpPr>
        <p:spPr>
          <a:xfrm>
            <a:off x="363004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noGrp="1"/>
          </p:cNvSpPr>
          <p:nvPr/>
        </p:nvSpPr>
        <p:spPr>
          <a:xfrm>
            <a:off x="363944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noGrp="1"/>
          </p:cNvSpPr>
          <p:nvPr/>
        </p:nvSpPr>
        <p:spPr>
          <a:xfrm>
            <a:off x="374209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noGrp="1"/>
          </p:cNvSpPr>
          <p:nvPr/>
        </p:nvSpPr>
        <p:spPr>
          <a:xfrm>
            <a:off x="38209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noGrp="1"/>
          </p:cNvSpPr>
          <p:nvPr/>
        </p:nvSpPr>
        <p:spPr>
          <a:xfrm>
            <a:off x="3705365" y="28624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noGrp="1"/>
          </p:cNvSpPr>
          <p:nvPr/>
        </p:nvSpPr>
        <p:spPr>
          <a:xfrm>
            <a:off x="3766149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noGrp="1"/>
          </p:cNvSpPr>
          <p:nvPr/>
        </p:nvSpPr>
        <p:spPr>
          <a:xfrm>
            <a:off x="378268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noGrp="1"/>
          </p:cNvSpPr>
          <p:nvPr/>
        </p:nvSpPr>
        <p:spPr>
          <a:xfrm>
            <a:off x="36861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noGrp="1"/>
          </p:cNvSpPr>
          <p:nvPr/>
        </p:nvSpPr>
        <p:spPr>
          <a:xfrm>
            <a:off x="366603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noGrp="1"/>
          </p:cNvSpPr>
          <p:nvPr/>
        </p:nvSpPr>
        <p:spPr>
          <a:xfrm>
            <a:off x="3655130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noGrp="1"/>
          </p:cNvSpPr>
          <p:nvPr/>
        </p:nvSpPr>
        <p:spPr>
          <a:xfrm>
            <a:off x="3692833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noGrp="1"/>
          </p:cNvSpPr>
          <p:nvPr/>
        </p:nvSpPr>
        <p:spPr>
          <a:xfrm>
            <a:off x="370700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noGrp="1"/>
          </p:cNvSpPr>
          <p:nvPr/>
        </p:nvSpPr>
        <p:spPr>
          <a:xfrm>
            <a:off x="3715663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noGrp="1"/>
          </p:cNvSpPr>
          <p:nvPr/>
        </p:nvSpPr>
        <p:spPr>
          <a:xfrm>
            <a:off x="3830439" y="20812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noGrp="1"/>
          </p:cNvSpPr>
          <p:nvPr/>
        </p:nvSpPr>
        <p:spPr>
          <a:xfrm>
            <a:off x="380661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noGrp="1"/>
          </p:cNvSpPr>
          <p:nvPr/>
        </p:nvSpPr>
        <p:spPr>
          <a:xfrm>
            <a:off x="38053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noGrp="1"/>
          </p:cNvSpPr>
          <p:nvPr/>
        </p:nvSpPr>
        <p:spPr>
          <a:xfrm>
            <a:off x="363882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noGrp="1"/>
          </p:cNvSpPr>
          <p:nvPr/>
        </p:nvSpPr>
        <p:spPr>
          <a:xfrm>
            <a:off x="362604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noGrp="1"/>
          </p:cNvSpPr>
          <p:nvPr/>
        </p:nvSpPr>
        <p:spPr>
          <a:xfrm>
            <a:off x="3789166" y="16530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noGrp="1"/>
          </p:cNvSpPr>
          <p:nvPr/>
        </p:nvSpPr>
        <p:spPr>
          <a:xfrm>
            <a:off x="3802708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noGrp="1"/>
          </p:cNvSpPr>
          <p:nvPr/>
        </p:nvSpPr>
        <p:spPr>
          <a:xfrm>
            <a:off x="3701889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noGrp="1"/>
          </p:cNvSpPr>
          <p:nvPr/>
        </p:nvSpPr>
        <p:spPr>
          <a:xfrm>
            <a:off x="3840545" y="23318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noGrp="1"/>
          </p:cNvSpPr>
          <p:nvPr/>
        </p:nvSpPr>
        <p:spPr>
          <a:xfrm>
            <a:off x="3677084" y="20079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noGrp="1"/>
          </p:cNvSpPr>
          <p:nvPr/>
        </p:nvSpPr>
        <p:spPr>
          <a:xfrm>
            <a:off x="38258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noGrp="1"/>
          </p:cNvSpPr>
          <p:nvPr/>
        </p:nvSpPr>
        <p:spPr>
          <a:xfrm>
            <a:off x="374815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noGrp="1"/>
          </p:cNvSpPr>
          <p:nvPr/>
        </p:nvSpPr>
        <p:spPr>
          <a:xfrm>
            <a:off x="37465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noGrp="1"/>
          </p:cNvSpPr>
          <p:nvPr/>
        </p:nvSpPr>
        <p:spPr>
          <a:xfrm>
            <a:off x="3674239" y="19179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noGrp="1"/>
          </p:cNvSpPr>
          <p:nvPr/>
        </p:nvSpPr>
        <p:spPr>
          <a:xfrm>
            <a:off x="3762082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noGrp="1"/>
          </p:cNvSpPr>
          <p:nvPr/>
        </p:nvSpPr>
        <p:spPr>
          <a:xfrm>
            <a:off x="379791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noGrp="1"/>
          </p:cNvSpPr>
          <p:nvPr/>
        </p:nvSpPr>
        <p:spPr>
          <a:xfrm>
            <a:off x="3842526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noGrp="1"/>
          </p:cNvSpPr>
          <p:nvPr/>
        </p:nvSpPr>
        <p:spPr>
          <a:xfrm>
            <a:off x="3816597" y="20681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noGrp="1"/>
          </p:cNvSpPr>
          <p:nvPr/>
        </p:nvSpPr>
        <p:spPr>
          <a:xfrm>
            <a:off x="36488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noGrp="1"/>
          </p:cNvSpPr>
          <p:nvPr/>
        </p:nvSpPr>
        <p:spPr>
          <a:xfrm>
            <a:off x="381267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noGrp="1"/>
          </p:cNvSpPr>
          <p:nvPr/>
        </p:nvSpPr>
        <p:spPr>
          <a:xfrm>
            <a:off x="381514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noGrp="1"/>
          </p:cNvSpPr>
          <p:nvPr/>
        </p:nvSpPr>
        <p:spPr>
          <a:xfrm>
            <a:off x="373292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noGrp="1"/>
          </p:cNvSpPr>
          <p:nvPr/>
        </p:nvSpPr>
        <p:spPr>
          <a:xfrm>
            <a:off x="3746903" y="224901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noGrp="1"/>
          </p:cNvSpPr>
          <p:nvPr/>
        </p:nvSpPr>
        <p:spPr>
          <a:xfrm>
            <a:off x="37263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noGrp="1"/>
          </p:cNvSpPr>
          <p:nvPr/>
        </p:nvSpPr>
        <p:spPr>
          <a:xfrm>
            <a:off x="3657949" y="29840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noGrp="1"/>
          </p:cNvSpPr>
          <p:nvPr/>
        </p:nvSpPr>
        <p:spPr>
          <a:xfrm>
            <a:off x="383256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noGrp="1"/>
          </p:cNvSpPr>
          <p:nvPr/>
        </p:nvSpPr>
        <p:spPr>
          <a:xfrm>
            <a:off x="36704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noGrp="1"/>
          </p:cNvSpPr>
          <p:nvPr/>
        </p:nvSpPr>
        <p:spPr>
          <a:xfrm>
            <a:off x="37288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noGrp="1"/>
          </p:cNvSpPr>
          <p:nvPr/>
        </p:nvSpPr>
        <p:spPr>
          <a:xfrm>
            <a:off x="380303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noGrp="1"/>
          </p:cNvSpPr>
          <p:nvPr/>
        </p:nvSpPr>
        <p:spPr>
          <a:xfrm>
            <a:off x="370007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noGrp="1"/>
          </p:cNvSpPr>
          <p:nvPr/>
        </p:nvSpPr>
        <p:spPr>
          <a:xfrm>
            <a:off x="383771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noGrp="1"/>
          </p:cNvSpPr>
          <p:nvPr/>
        </p:nvSpPr>
        <p:spPr>
          <a:xfrm>
            <a:off x="3694159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noGrp="1"/>
          </p:cNvSpPr>
          <p:nvPr/>
        </p:nvSpPr>
        <p:spPr>
          <a:xfrm>
            <a:off x="3670415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noGrp="1"/>
          </p:cNvSpPr>
          <p:nvPr/>
        </p:nvSpPr>
        <p:spPr>
          <a:xfrm>
            <a:off x="37303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noGrp="1"/>
          </p:cNvSpPr>
          <p:nvPr/>
        </p:nvSpPr>
        <p:spPr>
          <a:xfrm>
            <a:off x="3656463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noGrp="1"/>
          </p:cNvSpPr>
          <p:nvPr/>
        </p:nvSpPr>
        <p:spPr>
          <a:xfrm>
            <a:off x="3739005" y="25735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noGrp="1"/>
          </p:cNvSpPr>
          <p:nvPr/>
        </p:nvSpPr>
        <p:spPr>
          <a:xfrm>
            <a:off x="365424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noGrp="1"/>
          </p:cNvSpPr>
          <p:nvPr/>
        </p:nvSpPr>
        <p:spPr>
          <a:xfrm>
            <a:off x="3680416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noGrp="1"/>
          </p:cNvSpPr>
          <p:nvPr/>
        </p:nvSpPr>
        <p:spPr>
          <a:xfrm>
            <a:off x="3642980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noGrp="1"/>
          </p:cNvSpPr>
          <p:nvPr/>
        </p:nvSpPr>
        <p:spPr>
          <a:xfrm>
            <a:off x="3836364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noGrp="1"/>
          </p:cNvSpPr>
          <p:nvPr/>
        </p:nvSpPr>
        <p:spPr>
          <a:xfrm>
            <a:off x="3702996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noGrp="1"/>
          </p:cNvSpPr>
          <p:nvPr/>
        </p:nvSpPr>
        <p:spPr>
          <a:xfrm>
            <a:off x="3638325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noGrp="1"/>
          </p:cNvSpPr>
          <p:nvPr/>
        </p:nvSpPr>
        <p:spPr>
          <a:xfrm>
            <a:off x="372865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noGrp="1"/>
          </p:cNvSpPr>
          <p:nvPr/>
        </p:nvSpPr>
        <p:spPr>
          <a:xfrm>
            <a:off x="3697516" y="284408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noGrp="1"/>
          </p:cNvSpPr>
          <p:nvPr/>
        </p:nvSpPr>
        <p:spPr>
          <a:xfrm>
            <a:off x="3687631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noGrp="1"/>
          </p:cNvSpPr>
          <p:nvPr/>
        </p:nvSpPr>
        <p:spPr>
          <a:xfrm>
            <a:off x="3771248" y="27415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noGrp="1"/>
          </p:cNvSpPr>
          <p:nvPr/>
        </p:nvSpPr>
        <p:spPr>
          <a:xfrm>
            <a:off x="3671746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noGrp="1"/>
          </p:cNvSpPr>
          <p:nvPr/>
        </p:nvSpPr>
        <p:spPr>
          <a:xfrm>
            <a:off x="3768257" y="22780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noGrp="1"/>
          </p:cNvSpPr>
          <p:nvPr/>
        </p:nvSpPr>
        <p:spPr>
          <a:xfrm>
            <a:off x="36414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noGrp="1"/>
          </p:cNvSpPr>
          <p:nvPr/>
        </p:nvSpPr>
        <p:spPr>
          <a:xfrm>
            <a:off x="3802962" y="1483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noGrp="1"/>
          </p:cNvSpPr>
          <p:nvPr/>
        </p:nvSpPr>
        <p:spPr>
          <a:xfrm>
            <a:off x="374487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noGrp="1"/>
          </p:cNvSpPr>
          <p:nvPr/>
        </p:nvSpPr>
        <p:spPr>
          <a:xfrm>
            <a:off x="3781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noGrp="1"/>
          </p:cNvSpPr>
          <p:nvPr/>
        </p:nvSpPr>
        <p:spPr>
          <a:xfrm>
            <a:off x="38032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noGrp="1"/>
          </p:cNvSpPr>
          <p:nvPr/>
        </p:nvSpPr>
        <p:spPr>
          <a:xfrm>
            <a:off x="3807868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noGrp="1"/>
          </p:cNvSpPr>
          <p:nvPr/>
        </p:nvSpPr>
        <p:spPr>
          <a:xfrm>
            <a:off x="3697818" y="19279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noGrp="1"/>
          </p:cNvSpPr>
          <p:nvPr/>
        </p:nvSpPr>
        <p:spPr>
          <a:xfrm>
            <a:off x="3650480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noGrp="1"/>
          </p:cNvSpPr>
          <p:nvPr/>
        </p:nvSpPr>
        <p:spPr>
          <a:xfrm>
            <a:off x="3687992" y="21512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noGrp="1"/>
          </p:cNvSpPr>
          <p:nvPr/>
        </p:nvSpPr>
        <p:spPr>
          <a:xfrm>
            <a:off x="37536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noGrp="1"/>
          </p:cNvSpPr>
          <p:nvPr/>
        </p:nvSpPr>
        <p:spPr>
          <a:xfrm>
            <a:off x="3764857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noGrp="1"/>
          </p:cNvSpPr>
          <p:nvPr/>
        </p:nvSpPr>
        <p:spPr>
          <a:xfrm>
            <a:off x="36725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noGrp="1"/>
          </p:cNvSpPr>
          <p:nvPr/>
        </p:nvSpPr>
        <p:spPr>
          <a:xfrm>
            <a:off x="3751550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noGrp="1"/>
          </p:cNvSpPr>
          <p:nvPr/>
        </p:nvSpPr>
        <p:spPr>
          <a:xfrm>
            <a:off x="3759899" y="222734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noGrp="1"/>
          </p:cNvSpPr>
          <p:nvPr/>
        </p:nvSpPr>
        <p:spPr>
          <a:xfrm>
            <a:off x="370862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noGrp="1"/>
          </p:cNvSpPr>
          <p:nvPr/>
        </p:nvSpPr>
        <p:spPr>
          <a:xfrm>
            <a:off x="3786854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noGrp="1"/>
          </p:cNvSpPr>
          <p:nvPr/>
        </p:nvSpPr>
        <p:spPr>
          <a:xfrm>
            <a:off x="375093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noGrp="1"/>
          </p:cNvSpPr>
          <p:nvPr/>
        </p:nvSpPr>
        <p:spPr>
          <a:xfrm>
            <a:off x="366310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noGrp="1"/>
          </p:cNvSpPr>
          <p:nvPr/>
        </p:nvSpPr>
        <p:spPr>
          <a:xfrm>
            <a:off x="3799482" y="25518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noGrp="1"/>
          </p:cNvSpPr>
          <p:nvPr/>
        </p:nvSpPr>
        <p:spPr>
          <a:xfrm>
            <a:off x="3784950" y="225750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noGrp="1"/>
          </p:cNvSpPr>
          <p:nvPr/>
        </p:nvSpPr>
        <p:spPr>
          <a:xfrm>
            <a:off x="384218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noGrp="1"/>
          </p:cNvSpPr>
          <p:nvPr/>
        </p:nvSpPr>
        <p:spPr>
          <a:xfrm>
            <a:off x="3748597" y="20183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noGrp="1"/>
          </p:cNvSpPr>
          <p:nvPr/>
        </p:nvSpPr>
        <p:spPr>
          <a:xfrm>
            <a:off x="3827808" y="21960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noGrp="1"/>
          </p:cNvSpPr>
          <p:nvPr/>
        </p:nvSpPr>
        <p:spPr>
          <a:xfrm>
            <a:off x="373587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noGrp="1"/>
          </p:cNvSpPr>
          <p:nvPr/>
        </p:nvSpPr>
        <p:spPr>
          <a:xfrm>
            <a:off x="3762693" y="29234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noGrp="1"/>
          </p:cNvSpPr>
          <p:nvPr/>
        </p:nvSpPr>
        <p:spPr>
          <a:xfrm>
            <a:off x="3662338" y="26973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noGrp="1"/>
          </p:cNvSpPr>
          <p:nvPr/>
        </p:nvSpPr>
        <p:spPr>
          <a:xfrm>
            <a:off x="382113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noGrp="1"/>
          </p:cNvSpPr>
          <p:nvPr/>
        </p:nvSpPr>
        <p:spPr>
          <a:xfrm>
            <a:off x="371527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noGrp="1"/>
          </p:cNvSpPr>
          <p:nvPr/>
        </p:nvSpPr>
        <p:spPr>
          <a:xfrm>
            <a:off x="37962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noGrp="1"/>
          </p:cNvSpPr>
          <p:nvPr/>
        </p:nvSpPr>
        <p:spPr>
          <a:xfrm>
            <a:off x="3629480" y="28527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noGrp="1"/>
          </p:cNvSpPr>
          <p:nvPr/>
        </p:nvSpPr>
        <p:spPr>
          <a:xfrm>
            <a:off x="373940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noGrp="1"/>
          </p:cNvSpPr>
          <p:nvPr/>
        </p:nvSpPr>
        <p:spPr>
          <a:xfrm>
            <a:off x="3737976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noGrp="1"/>
          </p:cNvSpPr>
          <p:nvPr/>
        </p:nvSpPr>
        <p:spPr>
          <a:xfrm>
            <a:off x="1217015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noGrp="1"/>
          </p:cNvSpPr>
          <p:nvPr/>
        </p:nvSpPr>
        <p:spPr>
          <a:xfrm>
            <a:off x="1217015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noGrp="1"/>
          </p:cNvSpPr>
          <p:nvPr/>
        </p:nvSpPr>
        <p:spPr>
          <a:xfrm>
            <a:off x="742040" y="1037862"/>
            <a:ext cx="9569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noGrp="1"/>
          </p:cNvSpPr>
          <p:nvPr/>
        </p:nvSpPr>
        <p:spPr>
          <a:xfrm>
            <a:off x="1217015" y="1060254"/>
            <a:ext cx="6153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noGrp="1"/>
          </p:cNvSpPr>
          <p:nvPr/>
        </p:nvSpPr>
        <p:spPr>
          <a:xfrm>
            <a:off x="1595777" y="3215296"/>
            <a:ext cx="191" cy="61453"/>
          </a:xfrm>
          <a:custGeom>
            <a:avLst/>
            <a:gdLst/>
            <a:ahLst/>
            <a:cxnLst/>
            <a:rect l="0" t="0" r="0" b="0"/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noGrp="1"/>
          </p:cNvSpPr>
          <p:nvPr/>
        </p:nvSpPr>
        <p:spPr>
          <a:xfrm>
            <a:off x="1530222" y="327674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noGrp="1"/>
          </p:cNvSpPr>
          <p:nvPr/>
        </p:nvSpPr>
        <p:spPr>
          <a:xfrm>
            <a:off x="1530222" y="32152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noGrp="1"/>
          </p:cNvSpPr>
          <p:nvPr/>
        </p:nvSpPr>
        <p:spPr>
          <a:xfrm>
            <a:off x="1945403" y="2368339"/>
            <a:ext cx="191" cy="155676"/>
          </a:xfrm>
          <a:custGeom>
            <a:avLst/>
            <a:gdLst/>
            <a:ahLst/>
            <a:cxnLst/>
            <a:rect l="0" t="0" r="0" b="0"/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noGrp="1"/>
          </p:cNvSpPr>
          <p:nvPr/>
        </p:nvSpPr>
        <p:spPr>
          <a:xfrm>
            <a:off x="1879848" y="2524015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noGrp="1"/>
          </p:cNvSpPr>
          <p:nvPr/>
        </p:nvSpPr>
        <p:spPr>
          <a:xfrm>
            <a:off x="1879848" y="236833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noGrp="1"/>
          </p:cNvSpPr>
          <p:nvPr/>
        </p:nvSpPr>
        <p:spPr>
          <a:xfrm>
            <a:off x="2295029" y="2169436"/>
            <a:ext cx="191" cy="148033"/>
          </a:xfrm>
          <a:custGeom>
            <a:avLst/>
            <a:gdLst/>
            <a:ahLst/>
            <a:cxnLst/>
            <a:rect l="0" t="0" r="0" b="0"/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noGrp="1"/>
          </p:cNvSpPr>
          <p:nvPr/>
        </p:nvSpPr>
        <p:spPr>
          <a:xfrm>
            <a:off x="2229474" y="231746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noGrp="1"/>
          </p:cNvSpPr>
          <p:nvPr/>
        </p:nvSpPr>
        <p:spPr>
          <a:xfrm>
            <a:off x="2229474" y="2169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noGrp="1"/>
          </p:cNvSpPr>
          <p:nvPr/>
        </p:nvSpPr>
        <p:spPr>
          <a:xfrm>
            <a:off x="3052553" y="2770436"/>
            <a:ext cx="191" cy="178760"/>
          </a:xfrm>
          <a:custGeom>
            <a:avLst/>
            <a:gdLst/>
            <a:ahLst/>
            <a:cxnLst/>
            <a:rect l="0" t="0" r="0" b="0"/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noGrp="1"/>
          </p:cNvSpPr>
          <p:nvPr/>
        </p:nvSpPr>
        <p:spPr>
          <a:xfrm>
            <a:off x="2986998" y="294919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noGrp="1"/>
          </p:cNvSpPr>
          <p:nvPr/>
        </p:nvSpPr>
        <p:spPr>
          <a:xfrm>
            <a:off x="2986998" y="277043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noGrp="1"/>
          </p:cNvSpPr>
          <p:nvPr/>
        </p:nvSpPr>
        <p:spPr>
          <a:xfrm>
            <a:off x="3402179" y="2234230"/>
            <a:ext cx="191" cy="182414"/>
          </a:xfrm>
          <a:custGeom>
            <a:avLst/>
            <a:gdLst/>
            <a:ahLst/>
            <a:cxnLst/>
            <a:rect l="0" t="0" r="0" b="0"/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noGrp="1"/>
          </p:cNvSpPr>
          <p:nvPr/>
        </p:nvSpPr>
        <p:spPr>
          <a:xfrm>
            <a:off x="3336624" y="241664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noGrp="1"/>
          </p:cNvSpPr>
          <p:nvPr/>
        </p:nvSpPr>
        <p:spPr>
          <a:xfrm>
            <a:off x="3336624" y="2234230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noGrp="1"/>
          </p:cNvSpPr>
          <p:nvPr/>
        </p:nvSpPr>
        <p:spPr>
          <a:xfrm>
            <a:off x="3751805" y="2006834"/>
            <a:ext cx="191" cy="178538"/>
          </a:xfrm>
          <a:custGeom>
            <a:avLst/>
            <a:gdLst/>
            <a:ahLst/>
            <a:cxnLst/>
            <a:rect l="0" t="0" r="0" b="0"/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noGrp="1"/>
          </p:cNvSpPr>
          <p:nvPr/>
        </p:nvSpPr>
        <p:spPr>
          <a:xfrm>
            <a:off x="3686250" y="218537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noGrp="1"/>
          </p:cNvSpPr>
          <p:nvPr/>
        </p:nvSpPr>
        <p:spPr>
          <a:xfrm>
            <a:off x="3686250" y="200683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noGrp="1"/>
          </p:cNvSpPr>
          <p:nvPr/>
        </p:nvSpPr>
        <p:spPr>
          <a:xfrm>
            <a:off x="1471951" y="32479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noGrp="1"/>
          </p:cNvSpPr>
          <p:nvPr/>
        </p:nvSpPr>
        <p:spPr>
          <a:xfrm>
            <a:off x="1821577" y="244508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noGrp="1"/>
          </p:cNvSpPr>
          <p:nvPr/>
        </p:nvSpPr>
        <p:spPr>
          <a:xfrm>
            <a:off x="2171203" y="22427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noGrp="1"/>
          </p:cNvSpPr>
          <p:nvPr/>
        </p:nvSpPr>
        <p:spPr>
          <a:xfrm>
            <a:off x="2928727" y="286184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noGrp="1"/>
          </p:cNvSpPr>
          <p:nvPr/>
        </p:nvSpPr>
        <p:spPr>
          <a:xfrm>
            <a:off x="3278353" y="2324749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noGrp="1"/>
          </p:cNvSpPr>
          <p:nvPr/>
        </p:nvSpPr>
        <p:spPr>
          <a:xfrm>
            <a:off x="3627979" y="2094846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2913552" cy="1992941"/>
          </a:xfrm>
          <a:custGeom>
            <a:avLst/>
            <a:gdLst/>
            <a:ahLst/>
            <a:cxnLst/>
            <a:rect l="0" t="0" r="0" b="0"/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noGrp="1"/>
          </p:cNvSpPr>
          <p:nvPr/>
        </p:nvSpPr>
        <p:spPr>
          <a:xfrm>
            <a:off x="6257460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noGrp="1"/>
          </p:cNvSpPr>
          <p:nvPr/>
        </p:nvSpPr>
        <p:spPr>
          <a:xfrm>
            <a:off x="5893945" y="3477297"/>
            <a:ext cx="735825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noGrp="1"/>
          </p:cNvSpPr>
          <p:nvPr/>
        </p:nvSpPr>
        <p:spPr>
          <a:xfrm>
            <a:off x="7714236" y="3341681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noGrp="1"/>
          </p:cNvSpPr>
          <p:nvPr/>
        </p:nvSpPr>
        <p:spPr>
          <a:xfrm>
            <a:off x="7357035" y="3477297"/>
            <a:ext cx="7234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noGrp="1"/>
          </p:cNvSpPr>
          <p:nvPr/>
        </p:nvSpPr>
        <p:spPr>
          <a:xfrm>
            <a:off x="7477381" y="3596051"/>
            <a:ext cx="7427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noGrp="1"/>
          </p:cNvSpPr>
          <p:nvPr/>
        </p:nvSpPr>
        <p:spPr>
          <a:xfrm>
            <a:off x="7542701" y="3596051"/>
            <a:ext cx="7757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noGrp="1"/>
          </p:cNvSpPr>
          <p:nvPr/>
        </p:nvSpPr>
        <p:spPr>
          <a:xfrm>
            <a:off x="7611354" y="3596051"/>
            <a:ext cx="8213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noGrp="1"/>
          </p:cNvSpPr>
          <p:nvPr/>
        </p:nvSpPr>
        <p:spPr>
          <a:xfrm>
            <a:off x="7684514" y="3596051"/>
            <a:ext cx="90112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noGrp="1"/>
          </p:cNvSpPr>
          <p:nvPr/>
        </p:nvSpPr>
        <p:spPr>
          <a:xfrm>
            <a:off x="7765638" y="3596051"/>
            <a:ext cx="76306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noGrp="1"/>
          </p:cNvSpPr>
          <p:nvPr/>
        </p:nvSpPr>
        <p:spPr>
          <a:xfrm>
            <a:off x="7834090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4" name="text_1143">
            <a:extLst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noGrp="1"/>
          </p:cNvSpPr>
          <p:nvPr/>
        </p:nvSpPr>
        <p:spPr>
          <a:xfrm>
            <a:off x="7878950" y="3643799"/>
            <a:ext cx="31139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noGrp="1"/>
          </p:cNvSpPr>
          <p:nvPr/>
        </p:nvSpPr>
        <p:spPr>
          <a:xfrm>
            <a:off x="7901293" y="3643799"/>
            <a:ext cx="53748" cy="1108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noGrp="1"/>
          </p:cNvSpPr>
          <p:nvPr/>
        </p:nvSpPr>
        <p:spPr>
          <a:xfrm>
            <a:off x="5485093" y="3341681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noGrp="1"/>
          </p:cNvSpPr>
          <p:nvPr/>
        </p:nvSpPr>
        <p:spPr>
          <a:xfrm>
            <a:off x="5263170" y="3284694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noGrp="1"/>
          </p:cNvSpPr>
          <p:nvPr/>
        </p:nvSpPr>
        <p:spPr>
          <a:xfrm>
            <a:off x="5529072" y="2401614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noGrp="1"/>
          </p:cNvSpPr>
          <p:nvPr/>
        </p:nvSpPr>
        <p:spPr>
          <a:xfrm>
            <a:off x="5485093" y="2401614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noGrp="1"/>
          </p:cNvSpPr>
          <p:nvPr/>
        </p:nvSpPr>
        <p:spPr>
          <a:xfrm>
            <a:off x="5263170" y="234462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noGrp="1"/>
          </p:cNvSpPr>
          <p:nvPr/>
        </p:nvSpPr>
        <p:spPr>
          <a:xfrm>
            <a:off x="5529072" y="1461548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noGrp="1"/>
          </p:cNvSpPr>
          <p:nvPr/>
        </p:nvSpPr>
        <p:spPr>
          <a:xfrm>
            <a:off x="5485093" y="1461548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noGrp="1"/>
          </p:cNvSpPr>
          <p:nvPr/>
        </p:nvSpPr>
        <p:spPr>
          <a:xfrm>
            <a:off x="5263170" y="1404561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noGrp="1"/>
          </p:cNvSpPr>
          <p:nvPr/>
        </p:nvSpPr>
        <p:spPr>
          <a:xfrm rot="-5400000">
            <a:off x="4996129" y="2261650"/>
            <a:ext cx="310416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noGrp="1"/>
          </p:cNvSpPr>
          <p:nvPr/>
        </p:nvSpPr>
        <p:spPr>
          <a:xfrm>
            <a:off x="5758514" y="3205172"/>
            <a:ext cx="298639" cy="136509"/>
          </a:xfrm>
          <a:custGeom>
            <a:avLst/>
            <a:gdLst/>
            <a:ahLst/>
            <a:cxnLst/>
            <a:rect l="0" t="0" r="0" b="0"/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noGrp="1"/>
          </p:cNvSpPr>
          <p:nvPr/>
        </p:nvSpPr>
        <p:spPr>
          <a:xfrm>
            <a:off x="6108140" y="2436390"/>
            <a:ext cx="298639" cy="905291"/>
          </a:xfrm>
          <a:custGeom>
            <a:avLst/>
            <a:gdLst/>
            <a:ahLst/>
            <a:cxnLst/>
            <a:rect l="0" t="0" r="0" b="0"/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noGrp="1"/>
          </p:cNvSpPr>
          <p:nvPr/>
        </p:nvSpPr>
        <p:spPr>
          <a:xfrm>
            <a:off x="6457767" y="2258321"/>
            <a:ext cx="298639" cy="1083360"/>
          </a:xfrm>
          <a:custGeom>
            <a:avLst/>
            <a:gdLst/>
            <a:ahLst/>
            <a:cxnLst/>
            <a:rect l="0" t="0" r="0" b="0"/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noGrp="1"/>
          </p:cNvSpPr>
          <p:nvPr/>
        </p:nvSpPr>
        <p:spPr>
          <a:xfrm>
            <a:off x="7215290" y="2472997"/>
            <a:ext cx="298639" cy="868684"/>
          </a:xfrm>
          <a:custGeom>
            <a:avLst/>
            <a:gdLst/>
            <a:ahLst/>
            <a:cxnLst/>
            <a:rect l="0" t="0" r="0" b="0"/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noGrp="1"/>
          </p:cNvSpPr>
          <p:nvPr/>
        </p:nvSpPr>
        <p:spPr>
          <a:xfrm>
            <a:off x="7564916" y="2265088"/>
            <a:ext cx="298639" cy="1076593"/>
          </a:xfrm>
          <a:custGeom>
            <a:avLst/>
            <a:gdLst/>
            <a:ahLst/>
            <a:cxnLst/>
            <a:rect l="0" t="0" r="0" b="0"/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noGrp="1"/>
          </p:cNvSpPr>
          <p:nvPr/>
        </p:nvSpPr>
        <p:spPr>
          <a:xfrm>
            <a:off x="7914543" y="2023438"/>
            <a:ext cx="298639" cy="1318243"/>
          </a:xfrm>
          <a:custGeom>
            <a:avLst/>
            <a:gdLst/>
            <a:ahLst/>
            <a:cxnLst/>
            <a:rect l="0" t="0" r="0" b="0"/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noGrp="1"/>
          </p:cNvSpPr>
          <p:nvPr/>
        </p:nvSpPr>
        <p:spPr>
          <a:xfrm>
            <a:off x="5832252" y="331348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noGrp="1"/>
          </p:cNvSpPr>
          <p:nvPr/>
        </p:nvSpPr>
        <p:spPr>
          <a:xfrm>
            <a:off x="5928402" y="32726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noGrp="1"/>
          </p:cNvSpPr>
          <p:nvPr/>
        </p:nvSpPr>
        <p:spPr>
          <a:xfrm>
            <a:off x="579494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noGrp="1"/>
          </p:cNvSpPr>
          <p:nvPr/>
        </p:nvSpPr>
        <p:spPr>
          <a:xfrm>
            <a:off x="5875950" y="32926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noGrp="1"/>
          </p:cNvSpPr>
          <p:nvPr/>
        </p:nvSpPr>
        <p:spPr>
          <a:xfrm>
            <a:off x="5813148" y="33140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noGrp="1"/>
          </p:cNvSpPr>
          <p:nvPr/>
        </p:nvSpPr>
        <p:spPr>
          <a:xfrm>
            <a:off x="5956700" y="27027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noGrp="1"/>
          </p:cNvSpPr>
          <p:nvPr/>
        </p:nvSpPr>
        <p:spPr>
          <a:xfrm>
            <a:off x="5904301" y="308632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noGrp="1"/>
          </p:cNvSpPr>
          <p:nvPr/>
        </p:nvSpPr>
        <p:spPr>
          <a:xfrm>
            <a:off x="5879966" y="33131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noGrp="1"/>
          </p:cNvSpPr>
          <p:nvPr/>
        </p:nvSpPr>
        <p:spPr>
          <a:xfrm>
            <a:off x="5806784" y="30036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noGrp="1"/>
          </p:cNvSpPr>
          <p:nvPr/>
        </p:nvSpPr>
        <p:spPr>
          <a:xfrm>
            <a:off x="5852607" y="330581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noGrp="1"/>
          </p:cNvSpPr>
          <p:nvPr/>
        </p:nvSpPr>
        <p:spPr>
          <a:xfrm>
            <a:off x="5857272" y="29494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noGrp="1"/>
          </p:cNvSpPr>
          <p:nvPr/>
        </p:nvSpPr>
        <p:spPr>
          <a:xfrm>
            <a:off x="5887454" y="32300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noGrp="1"/>
          </p:cNvSpPr>
          <p:nvPr/>
        </p:nvSpPr>
        <p:spPr>
          <a:xfrm>
            <a:off x="5947107" y="32547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noGrp="1"/>
          </p:cNvSpPr>
          <p:nvPr/>
        </p:nvSpPr>
        <p:spPr>
          <a:xfrm>
            <a:off x="589629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noGrp="1"/>
          </p:cNvSpPr>
          <p:nvPr/>
        </p:nvSpPr>
        <p:spPr>
          <a:xfrm>
            <a:off x="5974526" y="26958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noGrp="1"/>
          </p:cNvSpPr>
          <p:nvPr/>
        </p:nvSpPr>
        <p:spPr>
          <a:xfrm>
            <a:off x="58150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noGrp="1"/>
          </p:cNvSpPr>
          <p:nvPr/>
        </p:nvSpPr>
        <p:spPr>
          <a:xfrm>
            <a:off x="5799472" y="327792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noGrp="1"/>
          </p:cNvSpPr>
          <p:nvPr/>
        </p:nvSpPr>
        <p:spPr>
          <a:xfrm>
            <a:off x="5931370" y="30653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noGrp="1"/>
          </p:cNvSpPr>
          <p:nvPr/>
        </p:nvSpPr>
        <p:spPr>
          <a:xfrm>
            <a:off x="5961701" y="281205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noGrp="1"/>
          </p:cNvSpPr>
          <p:nvPr/>
        </p:nvSpPr>
        <p:spPr>
          <a:xfrm>
            <a:off x="59833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noGrp="1"/>
          </p:cNvSpPr>
          <p:nvPr/>
        </p:nvSpPr>
        <p:spPr>
          <a:xfrm>
            <a:off x="5969122" y="33227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noGrp="1"/>
          </p:cNvSpPr>
          <p:nvPr/>
        </p:nvSpPr>
        <p:spPr>
          <a:xfrm>
            <a:off x="589152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noGrp="1"/>
          </p:cNvSpPr>
          <p:nvPr/>
        </p:nvSpPr>
        <p:spPr>
          <a:xfrm>
            <a:off x="5949995" y="3171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noGrp="1"/>
          </p:cNvSpPr>
          <p:nvPr/>
        </p:nvSpPr>
        <p:spPr>
          <a:xfrm>
            <a:off x="5784150" y="21856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noGrp="1"/>
          </p:cNvSpPr>
          <p:nvPr/>
        </p:nvSpPr>
        <p:spPr>
          <a:xfrm>
            <a:off x="578152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noGrp="1"/>
          </p:cNvSpPr>
          <p:nvPr/>
        </p:nvSpPr>
        <p:spPr>
          <a:xfrm>
            <a:off x="5940915" y="33092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noGrp="1"/>
          </p:cNvSpPr>
          <p:nvPr/>
        </p:nvSpPr>
        <p:spPr>
          <a:xfrm>
            <a:off x="596229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noGrp="1"/>
          </p:cNvSpPr>
          <p:nvPr/>
        </p:nvSpPr>
        <p:spPr>
          <a:xfrm>
            <a:off x="5940822" y="217490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noGrp="1"/>
          </p:cNvSpPr>
          <p:nvPr/>
        </p:nvSpPr>
        <p:spPr>
          <a:xfrm>
            <a:off x="591064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noGrp="1"/>
          </p:cNvSpPr>
          <p:nvPr/>
        </p:nvSpPr>
        <p:spPr>
          <a:xfrm>
            <a:off x="5829061" y="321250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noGrp="1"/>
          </p:cNvSpPr>
          <p:nvPr/>
        </p:nvSpPr>
        <p:spPr>
          <a:xfrm>
            <a:off x="5958981" y="31760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noGrp="1"/>
          </p:cNvSpPr>
          <p:nvPr/>
        </p:nvSpPr>
        <p:spPr>
          <a:xfrm>
            <a:off x="5911014" y="304451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noGrp="1"/>
          </p:cNvSpPr>
          <p:nvPr/>
        </p:nvSpPr>
        <p:spPr>
          <a:xfrm>
            <a:off x="5824780" y="217343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noGrp="1"/>
          </p:cNvSpPr>
          <p:nvPr/>
        </p:nvSpPr>
        <p:spPr>
          <a:xfrm>
            <a:off x="5934402" y="33157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noGrp="1"/>
          </p:cNvSpPr>
          <p:nvPr/>
        </p:nvSpPr>
        <p:spPr>
          <a:xfrm>
            <a:off x="5847019" y="332106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noGrp="1"/>
          </p:cNvSpPr>
          <p:nvPr/>
        </p:nvSpPr>
        <p:spPr>
          <a:xfrm>
            <a:off x="579882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noGrp="1"/>
          </p:cNvSpPr>
          <p:nvPr/>
        </p:nvSpPr>
        <p:spPr>
          <a:xfrm>
            <a:off x="5947772" y="332009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noGrp="1"/>
          </p:cNvSpPr>
          <p:nvPr/>
        </p:nvSpPr>
        <p:spPr>
          <a:xfrm>
            <a:off x="5884495" y="330299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noGrp="1"/>
          </p:cNvSpPr>
          <p:nvPr/>
        </p:nvSpPr>
        <p:spPr>
          <a:xfrm>
            <a:off x="58453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noGrp="1"/>
          </p:cNvSpPr>
          <p:nvPr/>
        </p:nvSpPr>
        <p:spPr>
          <a:xfrm>
            <a:off x="5793177" y="33200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noGrp="1"/>
          </p:cNvSpPr>
          <p:nvPr/>
        </p:nvSpPr>
        <p:spPr>
          <a:xfrm>
            <a:off x="5975987" y="33210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noGrp="1"/>
          </p:cNvSpPr>
          <p:nvPr/>
        </p:nvSpPr>
        <p:spPr>
          <a:xfrm>
            <a:off x="5848512" y="3275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noGrp="1"/>
          </p:cNvSpPr>
          <p:nvPr/>
        </p:nvSpPr>
        <p:spPr>
          <a:xfrm>
            <a:off x="5948461" y="32442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noGrp="1"/>
          </p:cNvSpPr>
          <p:nvPr/>
        </p:nvSpPr>
        <p:spPr>
          <a:xfrm>
            <a:off x="5889572" y="33069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noGrp="1"/>
          </p:cNvSpPr>
          <p:nvPr/>
        </p:nvSpPr>
        <p:spPr>
          <a:xfrm>
            <a:off x="5783681" y="24276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noGrp="1"/>
          </p:cNvSpPr>
          <p:nvPr/>
        </p:nvSpPr>
        <p:spPr>
          <a:xfrm>
            <a:off x="583091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noGrp="1"/>
          </p:cNvSpPr>
          <p:nvPr/>
        </p:nvSpPr>
        <p:spPr>
          <a:xfrm>
            <a:off x="5795023" y="326502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noGrp="1"/>
          </p:cNvSpPr>
          <p:nvPr/>
        </p:nvSpPr>
        <p:spPr>
          <a:xfrm>
            <a:off x="5868944" y="32991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noGrp="1"/>
          </p:cNvSpPr>
          <p:nvPr/>
        </p:nvSpPr>
        <p:spPr>
          <a:xfrm>
            <a:off x="5934721" y="322195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noGrp="1"/>
          </p:cNvSpPr>
          <p:nvPr/>
        </p:nvSpPr>
        <p:spPr>
          <a:xfrm>
            <a:off x="5994427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noGrp="1"/>
          </p:cNvSpPr>
          <p:nvPr/>
        </p:nvSpPr>
        <p:spPr>
          <a:xfrm>
            <a:off x="5881491" y="3309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noGrp="1"/>
          </p:cNvSpPr>
          <p:nvPr/>
        </p:nvSpPr>
        <p:spPr>
          <a:xfrm>
            <a:off x="5835783" y="328154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noGrp="1"/>
          </p:cNvSpPr>
          <p:nvPr/>
        </p:nvSpPr>
        <p:spPr>
          <a:xfrm>
            <a:off x="5855509" y="331229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noGrp="1"/>
          </p:cNvSpPr>
          <p:nvPr/>
        </p:nvSpPr>
        <p:spPr>
          <a:xfrm>
            <a:off x="5815676" y="32988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noGrp="1"/>
          </p:cNvSpPr>
          <p:nvPr/>
        </p:nvSpPr>
        <p:spPr>
          <a:xfrm>
            <a:off x="5811443" y="30327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noGrp="1"/>
          </p:cNvSpPr>
          <p:nvPr/>
        </p:nvSpPr>
        <p:spPr>
          <a:xfrm>
            <a:off x="5940760" y="328618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noGrp="1"/>
          </p:cNvSpPr>
          <p:nvPr/>
        </p:nvSpPr>
        <p:spPr>
          <a:xfrm>
            <a:off x="5984585" y="32842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noGrp="1"/>
          </p:cNvSpPr>
          <p:nvPr/>
        </p:nvSpPr>
        <p:spPr>
          <a:xfrm>
            <a:off x="5911289" y="323330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noGrp="1"/>
          </p:cNvSpPr>
          <p:nvPr/>
        </p:nvSpPr>
        <p:spPr>
          <a:xfrm>
            <a:off x="5829231" y="31989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noGrp="1"/>
          </p:cNvSpPr>
          <p:nvPr/>
        </p:nvSpPr>
        <p:spPr>
          <a:xfrm>
            <a:off x="5864602" y="33010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noGrp="1"/>
          </p:cNvSpPr>
          <p:nvPr/>
        </p:nvSpPr>
        <p:spPr>
          <a:xfrm>
            <a:off x="5903064" y="315426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noGrp="1"/>
          </p:cNvSpPr>
          <p:nvPr/>
        </p:nvSpPr>
        <p:spPr>
          <a:xfrm>
            <a:off x="599300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noGrp="1"/>
          </p:cNvSpPr>
          <p:nvPr/>
        </p:nvSpPr>
        <p:spPr>
          <a:xfrm>
            <a:off x="5800803" y="330797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noGrp="1"/>
          </p:cNvSpPr>
          <p:nvPr/>
        </p:nvSpPr>
        <p:spPr>
          <a:xfrm>
            <a:off x="5842498" y="299280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noGrp="1"/>
          </p:cNvSpPr>
          <p:nvPr/>
        </p:nvSpPr>
        <p:spPr>
          <a:xfrm>
            <a:off x="5831507" y="326057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noGrp="1"/>
          </p:cNvSpPr>
          <p:nvPr/>
        </p:nvSpPr>
        <p:spPr>
          <a:xfrm>
            <a:off x="5956764" y="286084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noGrp="1"/>
          </p:cNvSpPr>
          <p:nvPr/>
        </p:nvSpPr>
        <p:spPr>
          <a:xfrm>
            <a:off x="5829063" y="331686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noGrp="1"/>
          </p:cNvSpPr>
          <p:nvPr/>
        </p:nvSpPr>
        <p:spPr>
          <a:xfrm>
            <a:off x="5791353" y="315381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noGrp="1"/>
          </p:cNvSpPr>
          <p:nvPr/>
        </p:nvSpPr>
        <p:spPr>
          <a:xfrm>
            <a:off x="5889822" y="331331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noGrp="1"/>
          </p:cNvSpPr>
          <p:nvPr/>
        </p:nvSpPr>
        <p:spPr>
          <a:xfrm>
            <a:off x="5933394" y="327689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noGrp="1"/>
          </p:cNvSpPr>
          <p:nvPr/>
        </p:nvSpPr>
        <p:spPr>
          <a:xfrm>
            <a:off x="5996048" y="3013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noGrp="1"/>
          </p:cNvSpPr>
          <p:nvPr/>
        </p:nvSpPr>
        <p:spPr>
          <a:xfrm>
            <a:off x="5997113" y="331700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noGrp="1"/>
          </p:cNvSpPr>
          <p:nvPr/>
        </p:nvSpPr>
        <p:spPr>
          <a:xfrm>
            <a:off x="5997512" y="306663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noGrp="1"/>
          </p:cNvSpPr>
          <p:nvPr/>
        </p:nvSpPr>
        <p:spPr>
          <a:xfrm>
            <a:off x="5989136" y="318993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noGrp="1"/>
          </p:cNvSpPr>
          <p:nvPr/>
        </p:nvSpPr>
        <p:spPr>
          <a:xfrm>
            <a:off x="5863450" y="330158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noGrp="1"/>
          </p:cNvSpPr>
          <p:nvPr/>
        </p:nvSpPr>
        <p:spPr>
          <a:xfrm>
            <a:off x="5982339" y="327590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noGrp="1"/>
          </p:cNvSpPr>
          <p:nvPr/>
        </p:nvSpPr>
        <p:spPr>
          <a:xfrm>
            <a:off x="5854551" y="3263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noGrp="1"/>
          </p:cNvSpPr>
          <p:nvPr/>
        </p:nvSpPr>
        <p:spPr>
          <a:xfrm>
            <a:off x="5928447" y="331930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noGrp="1"/>
          </p:cNvSpPr>
          <p:nvPr/>
        </p:nvSpPr>
        <p:spPr>
          <a:xfrm>
            <a:off x="5798364" y="325772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noGrp="1"/>
          </p:cNvSpPr>
          <p:nvPr/>
        </p:nvSpPr>
        <p:spPr>
          <a:xfrm>
            <a:off x="5895371" y="32245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noGrp="1"/>
          </p:cNvSpPr>
          <p:nvPr/>
        </p:nvSpPr>
        <p:spPr>
          <a:xfrm>
            <a:off x="5997018" y="329584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noGrp="1"/>
          </p:cNvSpPr>
          <p:nvPr/>
        </p:nvSpPr>
        <p:spPr>
          <a:xfrm>
            <a:off x="582818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noGrp="1"/>
          </p:cNvSpPr>
          <p:nvPr/>
        </p:nvSpPr>
        <p:spPr>
          <a:xfrm>
            <a:off x="5792995" y="331975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noGrp="1"/>
          </p:cNvSpPr>
          <p:nvPr/>
        </p:nvSpPr>
        <p:spPr>
          <a:xfrm>
            <a:off x="5913283" y="254319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noGrp="1"/>
          </p:cNvSpPr>
          <p:nvPr/>
        </p:nvSpPr>
        <p:spPr>
          <a:xfrm>
            <a:off x="5963126" y="331646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noGrp="1"/>
          </p:cNvSpPr>
          <p:nvPr/>
        </p:nvSpPr>
        <p:spPr>
          <a:xfrm>
            <a:off x="5858722" y="328742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noGrp="1"/>
          </p:cNvSpPr>
          <p:nvPr/>
        </p:nvSpPr>
        <p:spPr>
          <a:xfrm>
            <a:off x="5808209" y="328204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noGrp="1"/>
          </p:cNvSpPr>
          <p:nvPr/>
        </p:nvSpPr>
        <p:spPr>
          <a:xfrm>
            <a:off x="591432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noGrp="1"/>
          </p:cNvSpPr>
          <p:nvPr/>
        </p:nvSpPr>
        <p:spPr>
          <a:xfrm>
            <a:off x="596329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noGrp="1"/>
          </p:cNvSpPr>
          <p:nvPr/>
        </p:nvSpPr>
        <p:spPr>
          <a:xfrm>
            <a:off x="5995432" y="328463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noGrp="1"/>
          </p:cNvSpPr>
          <p:nvPr/>
        </p:nvSpPr>
        <p:spPr>
          <a:xfrm>
            <a:off x="5980813" y="326498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noGrp="1"/>
          </p:cNvSpPr>
          <p:nvPr/>
        </p:nvSpPr>
        <p:spPr>
          <a:xfrm>
            <a:off x="5910869" y="33076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noGrp="1"/>
          </p:cNvSpPr>
          <p:nvPr/>
        </p:nvSpPr>
        <p:spPr>
          <a:xfrm>
            <a:off x="5837890" y="3313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noGrp="1"/>
          </p:cNvSpPr>
          <p:nvPr/>
        </p:nvSpPr>
        <p:spPr>
          <a:xfrm>
            <a:off x="5856842" y="322317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noGrp="1"/>
          </p:cNvSpPr>
          <p:nvPr/>
        </p:nvSpPr>
        <p:spPr>
          <a:xfrm>
            <a:off x="6213421" y="190675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noGrp="1"/>
          </p:cNvSpPr>
          <p:nvPr/>
        </p:nvSpPr>
        <p:spPr>
          <a:xfrm>
            <a:off x="6348798" y="20907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noGrp="1"/>
          </p:cNvSpPr>
          <p:nvPr/>
        </p:nvSpPr>
        <p:spPr>
          <a:xfrm>
            <a:off x="6342765" y="178782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noGrp="1"/>
          </p:cNvSpPr>
          <p:nvPr/>
        </p:nvSpPr>
        <p:spPr>
          <a:xfrm>
            <a:off x="6266422" y="18257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noGrp="1"/>
          </p:cNvSpPr>
          <p:nvPr/>
        </p:nvSpPr>
        <p:spPr>
          <a:xfrm>
            <a:off x="6304498" y="1731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noGrp="1"/>
          </p:cNvSpPr>
          <p:nvPr/>
        </p:nvSpPr>
        <p:spPr>
          <a:xfrm>
            <a:off x="6140888" y="25092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noGrp="1"/>
          </p:cNvSpPr>
          <p:nvPr/>
        </p:nvSpPr>
        <p:spPr>
          <a:xfrm>
            <a:off x="6196656" y="226562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noGrp="1"/>
          </p:cNvSpPr>
          <p:nvPr/>
        </p:nvSpPr>
        <p:spPr>
          <a:xfrm>
            <a:off x="6179769" y="236745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noGrp="1"/>
          </p:cNvSpPr>
          <p:nvPr/>
        </p:nvSpPr>
        <p:spPr>
          <a:xfrm>
            <a:off x="6205448" y="1954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noGrp="1"/>
          </p:cNvSpPr>
          <p:nvPr/>
        </p:nvSpPr>
        <p:spPr>
          <a:xfrm>
            <a:off x="6143003" y="189491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noGrp="1"/>
          </p:cNvSpPr>
          <p:nvPr/>
        </p:nvSpPr>
        <p:spPr>
          <a:xfrm>
            <a:off x="6321368" y="239670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noGrp="1"/>
          </p:cNvSpPr>
          <p:nvPr/>
        </p:nvSpPr>
        <p:spPr>
          <a:xfrm>
            <a:off x="6227279" y="22814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noGrp="1"/>
          </p:cNvSpPr>
          <p:nvPr/>
        </p:nvSpPr>
        <p:spPr>
          <a:xfrm>
            <a:off x="6278103" y="288327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noGrp="1"/>
          </p:cNvSpPr>
          <p:nvPr/>
        </p:nvSpPr>
        <p:spPr>
          <a:xfrm>
            <a:off x="6173489" y="24876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noGrp="1"/>
          </p:cNvSpPr>
          <p:nvPr/>
        </p:nvSpPr>
        <p:spPr>
          <a:xfrm>
            <a:off x="6232478" y="18048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noGrp="1"/>
          </p:cNvSpPr>
          <p:nvPr/>
        </p:nvSpPr>
        <p:spPr>
          <a:xfrm>
            <a:off x="620050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noGrp="1"/>
          </p:cNvSpPr>
          <p:nvPr/>
        </p:nvSpPr>
        <p:spPr>
          <a:xfrm>
            <a:off x="6163059" y="1793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noGrp="1"/>
          </p:cNvSpPr>
          <p:nvPr/>
        </p:nvSpPr>
        <p:spPr>
          <a:xfrm>
            <a:off x="6156833" y="173617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noGrp="1"/>
          </p:cNvSpPr>
          <p:nvPr/>
        </p:nvSpPr>
        <p:spPr>
          <a:xfrm>
            <a:off x="6321010" y="23737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noGrp="1"/>
          </p:cNvSpPr>
          <p:nvPr/>
        </p:nvSpPr>
        <p:spPr>
          <a:xfrm>
            <a:off x="624943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noGrp="1"/>
          </p:cNvSpPr>
          <p:nvPr/>
        </p:nvSpPr>
        <p:spPr>
          <a:xfrm>
            <a:off x="6207578" y="249181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noGrp="1"/>
          </p:cNvSpPr>
          <p:nvPr/>
        </p:nvSpPr>
        <p:spPr>
          <a:xfrm>
            <a:off x="632040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noGrp="1"/>
          </p:cNvSpPr>
          <p:nvPr/>
        </p:nvSpPr>
        <p:spPr>
          <a:xfrm>
            <a:off x="6170088" y="175292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noGrp="1"/>
          </p:cNvSpPr>
          <p:nvPr/>
        </p:nvSpPr>
        <p:spPr>
          <a:xfrm>
            <a:off x="6150683" y="189227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noGrp="1"/>
          </p:cNvSpPr>
          <p:nvPr/>
        </p:nvSpPr>
        <p:spPr>
          <a:xfrm>
            <a:off x="6211040" y="20348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noGrp="1"/>
          </p:cNvSpPr>
          <p:nvPr/>
        </p:nvSpPr>
        <p:spPr>
          <a:xfrm>
            <a:off x="6162611" y="25660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noGrp="1"/>
          </p:cNvSpPr>
          <p:nvPr/>
        </p:nvSpPr>
        <p:spPr>
          <a:xfrm>
            <a:off x="6280004" y="318309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noGrp="1"/>
          </p:cNvSpPr>
          <p:nvPr/>
        </p:nvSpPr>
        <p:spPr>
          <a:xfrm>
            <a:off x="6149853" y="1920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noGrp="1"/>
          </p:cNvSpPr>
          <p:nvPr/>
        </p:nvSpPr>
        <p:spPr>
          <a:xfrm>
            <a:off x="622128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noGrp="1"/>
          </p:cNvSpPr>
          <p:nvPr/>
        </p:nvSpPr>
        <p:spPr>
          <a:xfrm>
            <a:off x="6231153" y="2438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noGrp="1"/>
          </p:cNvSpPr>
          <p:nvPr/>
        </p:nvSpPr>
        <p:spPr>
          <a:xfrm>
            <a:off x="6311444" y="32607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noGrp="1"/>
          </p:cNvSpPr>
          <p:nvPr/>
        </p:nvSpPr>
        <p:spPr>
          <a:xfrm>
            <a:off x="6260859" y="16885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noGrp="1"/>
          </p:cNvSpPr>
          <p:nvPr/>
        </p:nvSpPr>
        <p:spPr>
          <a:xfrm>
            <a:off x="6196586" y="190360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noGrp="1"/>
          </p:cNvSpPr>
          <p:nvPr/>
        </p:nvSpPr>
        <p:spPr>
          <a:xfrm>
            <a:off x="6141569" y="18361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noGrp="1"/>
          </p:cNvSpPr>
          <p:nvPr/>
        </p:nvSpPr>
        <p:spPr>
          <a:xfrm>
            <a:off x="6134507" y="30115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noGrp="1"/>
          </p:cNvSpPr>
          <p:nvPr/>
        </p:nvSpPr>
        <p:spPr>
          <a:xfrm>
            <a:off x="616604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noGrp="1"/>
          </p:cNvSpPr>
          <p:nvPr/>
        </p:nvSpPr>
        <p:spPr>
          <a:xfrm>
            <a:off x="6190326" y="179193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noGrp="1"/>
          </p:cNvSpPr>
          <p:nvPr/>
        </p:nvSpPr>
        <p:spPr>
          <a:xfrm>
            <a:off x="6323495" y="26072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noGrp="1"/>
          </p:cNvSpPr>
          <p:nvPr/>
        </p:nvSpPr>
        <p:spPr>
          <a:xfrm>
            <a:off x="6167722" y="25167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noGrp="1"/>
          </p:cNvSpPr>
          <p:nvPr/>
        </p:nvSpPr>
        <p:spPr>
          <a:xfrm>
            <a:off x="6271804" y="23718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noGrp="1"/>
          </p:cNvSpPr>
          <p:nvPr/>
        </p:nvSpPr>
        <p:spPr>
          <a:xfrm>
            <a:off x="6286730" y="285688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noGrp="1"/>
          </p:cNvSpPr>
          <p:nvPr/>
        </p:nvSpPr>
        <p:spPr>
          <a:xfrm>
            <a:off x="6251197" y="199566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noGrp="1"/>
          </p:cNvSpPr>
          <p:nvPr/>
        </p:nvSpPr>
        <p:spPr>
          <a:xfrm>
            <a:off x="6213610" y="18310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noGrp="1"/>
          </p:cNvSpPr>
          <p:nvPr/>
        </p:nvSpPr>
        <p:spPr>
          <a:xfrm>
            <a:off x="628488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noGrp="1"/>
          </p:cNvSpPr>
          <p:nvPr/>
        </p:nvSpPr>
        <p:spPr>
          <a:xfrm>
            <a:off x="6176646" y="1903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noGrp="1"/>
          </p:cNvSpPr>
          <p:nvPr/>
        </p:nvSpPr>
        <p:spPr>
          <a:xfrm>
            <a:off x="6138246" y="20049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noGrp="1"/>
          </p:cNvSpPr>
          <p:nvPr/>
        </p:nvSpPr>
        <p:spPr>
          <a:xfrm>
            <a:off x="6343885" y="168265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noGrp="1"/>
          </p:cNvSpPr>
          <p:nvPr/>
        </p:nvSpPr>
        <p:spPr>
          <a:xfrm>
            <a:off x="6284164" y="27974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noGrp="1"/>
          </p:cNvSpPr>
          <p:nvPr/>
        </p:nvSpPr>
        <p:spPr>
          <a:xfrm>
            <a:off x="6195484" y="17420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noGrp="1"/>
          </p:cNvSpPr>
          <p:nvPr/>
        </p:nvSpPr>
        <p:spPr>
          <a:xfrm>
            <a:off x="616464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noGrp="1"/>
          </p:cNvSpPr>
          <p:nvPr/>
        </p:nvSpPr>
        <p:spPr>
          <a:xfrm>
            <a:off x="6325313" y="30421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noGrp="1"/>
          </p:cNvSpPr>
          <p:nvPr/>
        </p:nvSpPr>
        <p:spPr>
          <a:xfrm>
            <a:off x="6174499" y="260174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noGrp="1"/>
          </p:cNvSpPr>
          <p:nvPr/>
        </p:nvSpPr>
        <p:spPr>
          <a:xfrm>
            <a:off x="6276943" y="26320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noGrp="1"/>
          </p:cNvSpPr>
          <p:nvPr/>
        </p:nvSpPr>
        <p:spPr>
          <a:xfrm>
            <a:off x="6164727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noGrp="1"/>
          </p:cNvSpPr>
          <p:nvPr/>
        </p:nvSpPr>
        <p:spPr>
          <a:xfrm>
            <a:off x="6250459" y="176511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noGrp="1"/>
          </p:cNvSpPr>
          <p:nvPr/>
        </p:nvSpPr>
        <p:spPr>
          <a:xfrm>
            <a:off x="633682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noGrp="1"/>
          </p:cNvSpPr>
          <p:nvPr/>
        </p:nvSpPr>
        <p:spPr>
          <a:xfrm>
            <a:off x="6210358" y="278654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noGrp="1"/>
          </p:cNvSpPr>
          <p:nvPr/>
        </p:nvSpPr>
        <p:spPr>
          <a:xfrm>
            <a:off x="6167457" y="178267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noGrp="1"/>
          </p:cNvSpPr>
          <p:nvPr/>
        </p:nvSpPr>
        <p:spPr>
          <a:xfrm>
            <a:off x="6251455" y="21003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noGrp="1"/>
          </p:cNvSpPr>
          <p:nvPr/>
        </p:nvSpPr>
        <p:spPr>
          <a:xfrm>
            <a:off x="6211104" y="25024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noGrp="1"/>
          </p:cNvSpPr>
          <p:nvPr/>
        </p:nvSpPr>
        <p:spPr>
          <a:xfrm>
            <a:off x="6217102" y="195566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noGrp="1"/>
          </p:cNvSpPr>
          <p:nvPr/>
        </p:nvSpPr>
        <p:spPr>
          <a:xfrm>
            <a:off x="620876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noGrp="1"/>
          </p:cNvSpPr>
          <p:nvPr/>
        </p:nvSpPr>
        <p:spPr>
          <a:xfrm>
            <a:off x="6324285" y="190530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noGrp="1"/>
          </p:cNvSpPr>
          <p:nvPr/>
        </p:nvSpPr>
        <p:spPr>
          <a:xfrm>
            <a:off x="619347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noGrp="1"/>
          </p:cNvSpPr>
          <p:nvPr/>
        </p:nvSpPr>
        <p:spPr>
          <a:xfrm>
            <a:off x="619003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noGrp="1"/>
          </p:cNvSpPr>
          <p:nvPr/>
        </p:nvSpPr>
        <p:spPr>
          <a:xfrm>
            <a:off x="6257340" y="229324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noGrp="1"/>
          </p:cNvSpPr>
          <p:nvPr/>
        </p:nvSpPr>
        <p:spPr>
          <a:xfrm>
            <a:off x="6173635" y="18608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noGrp="1"/>
          </p:cNvSpPr>
          <p:nvPr/>
        </p:nvSpPr>
        <p:spPr>
          <a:xfrm>
            <a:off x="6224197" y="21299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noGrp="1"/>
          </p:cNvSpPr>
          <p:nvPr/>
        </p:nvSpPr>
        <p:spPr>
          <a:xfrm>
            <a:off x="6190139" y="21864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noGrp="1"/>
          </p:cNvSpPr>
          <p:nvPr/>
        </p:nvSpPr>
        <p:spPr>
          <a:xfrm>
            <a:off x="6271450" y="190914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noGrp="1"/>
          </p:cNvSpPr>
          <p:nvPr/>
        </p:nvSpPr>
        <p:spPr>
          <a:xfrm>
            <a:off x="6150475" y="204846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noGrp="1"/>
          </p:cNvSpPr>
          <p:nvPr/>
        </p:nvSpPr>
        <p:spPr>
          <a:xfrm>
            <a:off x="6202894" y="20552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noGrp="1"/>
          </p:cNvSpPr>
          <p:nvPr/>
        </p:nvSpPr>
        <p:spPr>
          <a:xfrm>
            <a:off x="6287682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noGrp="1"/>
          </p:cNvSpPr>
          <p:nvPr/>
        </p:nvSpPr>
        <p:spPr>
          <a:xfrm>
            <a:off x="6151892" y="19978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noGrp="1"/>
          </p:cNvSpPr>
          <p:nvPr/>
        </p:nvSpPr>
        <p:spPr>
          <a:xfrm>
            <a:off x="6277051" y="231760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noGrp="1"/>
          </p:cNvSpPr>
          <p:nvPr/>
        </p:nvSpPr>
        <p:spPr>
          <a:xfrm>
            <a:off x="61658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noGrp="1"/>
          </p:cNvSpPr>
          <p:nvPr/>
        </p:nvSpPr>
        <p:spPr>
          <a:xfrm>
            <a:off x="6314848" y="312012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noGrp="1"/>
          </p:cNvSpPr>
          <p:nvPr/>
        </p:nvSpPr>
        <p:spPr>
          <a:xfrm>
            <a:off x="6233919" y="30954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noGrp="1"/>
          </p:cNvSpPr>
          <p:nvPr/>
        </p:nvSpPr>
        <p:spPr>
          <a:xfrm>
            <a:off x="6229772" y="307998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5" name="data_1334">
            <a:extLst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noGrp="1"/>
          </p:cNvSpPr>
          <p:nvPr/>
        </p:nvSpPr>
        <p:spPr>
          <a:xfrm>
            <a:off x="6219624" y="180929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6" name="data_1335">
            <a:extLst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noGrp="1"/>
          </p:cNvSpPr>
          <p:nvPr/>
        </p:nvSpPr>
        <p:spPr>
          <a:xfrm>
            <a:off x="6342917" y="28079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noGrp="1"/>
          </p:cNvSpPr>
          <p:nvPr/>
        </p:nvSpPr>
        <p:spPr>
          <a:xfrm>
            <a:off x="6193228" y="1900755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noGrp="1"/>
          </p:cNvSpPr>
          <p:nvPr/>
        </p:nvSpPr>
        <p:spPr>
          <a:xfrm>
            <a:off x="6316603" y="256894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noGrp="1"/>
          </p:cNvSpPr>
          <p:nvPr/>
        </p:nvSpPr>
        <p:spPr>
          <a:xfrm>
            <a:off x="6207787" y="294322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noGrp="1"/>
          </p:cNvSpPr>
          <p:nvPr/>
        </p:nvSpPr>
        <p:spPr>
          <a:xfrm>
            <a:off x="6187055" y="204866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noGrp="1"/>
          </p:cNvSpPr>
          <p:nvPr/>
        </p:nvSpPr>
        <p:spPr>
          <a:xfrm>
            <a:off x="6348455" y="18820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noGrp="1"/>
          </p:cNvSpPr>
          <p:nvPr/>
        </p:nvSpPr>
        <p:spPr>
          <a:xfrm>
            <a:off x="6231491" y="186865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noGrp="1"/>
          </p:cNvSpPr>
          <p:nvPr/>
        </p:nvSpPr>
        <p:spPr>
          <a:xfrm>
            <a:off x="623568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noGrp="1"/>
          </p:cNvSpPr>
          <p:nvPr/>
        </p:nvSpPr>
        <p:spPr>
          <a:xfrm>
            <a:off x="6216005" y="181303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noGrp="1"/>
          </p:cNvSpPr>
          <p:nvPr/>
        </p:nvSpPr>
        <p:spPr>
          <a:xfrm>
            <a:off x="6290368" y="212130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noGrp="1"/>
          </p:cNvSpPr>
          <p:nvPr/>
        </p:nvSpPr>
        <p:spPr>
          <a:xfrm>
            <a:off x="6257746" y="1926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noGrp="1"/>
          </p:cNvSpPr>
          <p:nvPr/>
        </p:nvSpPr>
        <p:spPr>
          <a:xfrm>
            <a:off x="6318883" y="251625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noGrp="1"/>
          </p:cNvSpPr>
          <p:nvPr/>
        </p:nvSpPr>
        <p:spPr>
          <a:xfrm>
            <a:off x="6250171" y="26318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noGrp="1"/>
          </p:cNvSpPr>
          <p:nvPr/>
        </p:nvSpPr>
        <p:spPr>
          <a:xfrm>
            <a:off x="621417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noGrp="1"/>
          </p:cNvSpPr>
          <p:nvPr/>
        </p:nvSpPr>
        <p:spPr>
          <a:xfrm>
            <a:off x="6624728" y="17365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noGrp="1"/>
          </p:cNvSpPr>
          <p:nvPr/>
        </p:nvSpPr>
        <p:spPr>
          <a:xfrm>
            <a:off x="6506105" y="19413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noGrp="1"/>
          </p:cNvSpPr>
          <p:nvPr/>
        </p:nvSpPr>
        <p:spPr>
          <a:xfrm>
            <a:off x="6672303" y="176630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noGrp="1"/>
          </p:cNvSpPr>
          <p:nvPr/>
        </p:nvSpPr>
        <p:spPr>
          <a:xfrm>
            <a:off x="6507852" y="182268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noGrp="1"/>
          </p:cNvSpPr>
          <p:nvPr/>
        </p:nvSpPr>
        <p:spPr>
          <a:xfrm>
            <a:off x="6610837" y="2529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noGrp="1"/>
          </p:cNvSpPr>
          <p:nvPr/>
        </p:nvSpPr>
        <p:spPr>
          <a:xfrm>
            <a:off x="6613110" y="256831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noGrp="1"/>
          </p:cNvSpPr>
          <p:nvPr/>
        </p:nvSpPr>
        <p:spPr>
          <a:xfrm>
            <a:off x="6697813" y="17806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noGrp="1"/>
          </p:cNvSpPr>
          <p:nvPr/>
        </p:nvSpPr>
        <p:spPr>
          <a:xfrm>
            <a:off x="6606260" y="20067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noGrp="1"/>
          </p:cNvSpPr>
          <p:nvPr/>
        </p:nvSpPr>
        <p:spPr>
          <a:xfrm>
            <a:off x="6604898" y="19517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noGrp="1"/>
          </p:cNvSpPr>
          <p:nvPr/>
        </p:nvSpPr>
        <p:spPr>
          <a:xfrm>
            <a:off x="6604822" y="18659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noGrp="1"/>
          </p:cNvSpPr>
          <p:nvPr/>
        </p:nvSpPr>
        <p:spPr>
          <a:xfrm>
            <a:off x="6555733" y="19152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noGrp="1"/>
          </p:cNvSpPr>
          <p:nvPr/>
        </p:nvSpPr>
        <p:spPr>
          <a:xfrm>
            <a:off x="6493560" y="19693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noGrp="1"/>
          </p:cNvSpPr>
          <p:nvPr/>
        </p:nvSpPr>
        <p:spPr>
          <a:xfrm>
            <a:off x="6668329" y="2459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noGrp="1"/>
          </p:cNvSpPr>
          <p:nvPr/>
        </p:nvSpPr>
        <p:spPr>
          <a:xfrm>
            <a:off x="6481573" y="199602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noGrp="1"/>
          </p:cNvSpPr>
          <p:nvPr/>
        </p:nvSpPr>
        <p:spPr>
          <a:xfrm>
            <a:off x="6696293" y="180436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noGrp="1"/>
          </p:cNvSpPr>
          <p:nvPr/>
        </p:nvSpPr>
        <p:spPr>
          <a:xfrm>
            <a:off x="667373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noGrp="1"/>
          </p:cNvSpPr>
          <p:nvPr/>
        </p:nvSpPr>
        <p:spPr>
          <a:xfrm>
            <a:off x="6559887" y="179510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noGrp="1"/>
          </p:cNvSpPr>
          <p:nvPr/>
        </p:nvSpPr>
        <p:spPr>
          <a:xfrm>
            <a:off x="6643493" y="1730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noGrp="1"/>
          </p:cNvSpPr>
          <p:nvPr/>
        </p:nvSpPr>
        <p:spPr>
          <a:xfrm>
            <a:off x="6539948" y="21952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noGrp="1"/>
          </p:cNvSpPr>
          <p:nvPr/>
        </p:nvSpPr>
        <p:spPr>
          <a:xfrm>
            <a:off x="64895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noGrp="1"/>
          </p:cNvSpPr>
          <p:nvPr/>
        </p:nvSpPr>
        <p:spPr>
          <a:xfrm>
            <a:off x="6664940" y="271783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noGrp="1"/>
          </p:cNvSpPr>
          <p:nvPr/>
        </p:nvSpPr>
        <p:spPr>
          <a:xfrm>
            <a:off x="650552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noGrp="1"/>
          </p:cNvSpPr>
          <p:nvPr/>
        </p:nvSpPr>
        <p:spPr>
          <a:xfrm>
            <a:off x="6523727" y="17529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noGrp="1"/>
          </p:cNvSpPr>
          <p:nvPr/>
        </p:nvSpPr>
        <p:spPr>
          <a:xfrm>
            <a:off x="6528030" y="187740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noGrp="1"/>
          </p:cNvSpPr>
          <p:nvPr/>
        </p:nvSpPr>
        <p:spPr>
          <a:xfrm>
            <a:off x="6643266" y="19501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noGrp="1"/>
          </p:cNvSpPr>
          <p:nvPr/>
        </p:nvSpPr>
        <p:spPr>
          <a:xfrm>
            <a:off x="6585605" y="23759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noGrp="1"/>
          </p:cNvSpPr>
          <p:nvPr/>
        </p:nvSpPr>
        <p:spPr>
          <a:xfrm>
            <a:off x="6481140" y="18626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noGrp="1"/>
          </p:cNvSpPr>
          <p:nvPr/>
        </p:nvSpPr>
        <p:spPr>
          <a:xfrm>
            <a:off x="6509993" y="19143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noGrp="1"/>
          </p:cNvSpPr>
          <p:nvPr/>
        </p:nvSpPr>
        <p:spPr>
          <a:xfrm>
            <a:off x="6587301" y="210150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noGrp="1"/>
          </p:cNvSpPr>
          <p:nvPr/>
        </p:nvSpPr>
        <p:spPr>
          <a:xfrm>
            <a:off x="6665450" y="24004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noGrp="1"/>
          </p:cNvSpPr>
          <p:nvPr/>
        </p:nvSpPr>
        <p:spPr>
          <a:xfrm>
            <a:off x="6565648" y="27611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noGrp="1"/>
          </p:cNvSpPr>
          <p:nvPr/>
        </p:nvSpPr>
        <p:spPr>
          <a:xfrm>
            <a:off x="6568036" y="168821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noGrp="1"/>
          </p:cNvSpPr>
          <p:nvPr/>
        </p:nvSpPr>
        <p:spPr>
          <a:xfrm>
            <a:off x="6501551" y="184895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noGrp="1"/>
          </p:cNvSpPr>
          <p:nvPr/>
        </p:nvSpPr>
        <p:spPr>
          <a:xfrm>
            <a:off x="6636400" y="17815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noGrp="1"/>
          </p:cNvSpPr>
          <p:nvPr/>
        </p:nvSpPr>
        <p:spPr>
          <a:xfrm>
            <a:off x="6592647" y="184577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noGrp="1"/>
          </p:cNvSpPr>
          <p:nvPr/>
        </p:nvSpPr>
        <p:spPr>
          <a:xfrm>
            <a:off x="651793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noGrp="1"/>
          </p:cNvSpPr>
          <p:nvPr/>
        </p:nvSpPr>
        <p:spPr>
          <a:xfrm>
            <a:off x="6685966" y="178998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noGrp="1"/>
          </p:cNvSpPr>
          <p:nvPr/>
        </p:nvSpPr>
        <p:spPr>
          <a:xfrm>
            <a:off x="6596130" y="23939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noGrp="1"/>
          </p:cNvSpPr>
          <p:nvPr/>
        </p:nvSpPr>
        <p:spPr>
          <a:xfrm>
            <a:off x="6531125" y="22777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noGrp="1"/>
          </p:cNvSpPr>
          <p:nvPr/>
        </p:nvSpPr>
        <p:spPr>
          <a:xfrm>
            <a:off x="6685179" y="20291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noGrp="1"/>
          </p:cNvSpPr>
          <p:nvPr/>
        </p:nvSpPr>
        <p:spPr>
          <a:xfrm>
            <a:off x="6502481" y="22308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noGrp="1"/>
          </p:cNvSpPr>
          <p:nvPr/>
        </p:nvSpPr>
        <p:spPr>
          <a:xfrm>
            <a:off x="6480708" y="182489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noGrp="1"/>
          </p:cNvSpPr>
          <p:nvPr/>
        </p:nvSpPr>
        <p:spPr>
          <a:xfrm>
            <a:off x="6644057" y="182914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noGrp="1"/>
          </p:cNvSpPr>
          <p:nvPr/>
        </p:nvSpPr>
        <p:spPr>
          <a:xfrm>
            <a:off x="6679651" y="248758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noGrp="1"/>
          </p:cNvSpPr>
          <p:nvPr/>
        </p:nvSpPr>
        <p:spPr>
          <a:xfrm>
            <a:off x="6631181" y="189582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noGrp="1"/>
          </p:cNvSpPr>
          <p:nvPr/>
        </p:nvSpPr>
        <p:spPr>
          <a:xfrm>
            <a:off x="6672357" y="20025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noGrp="1"/>
          </p:cNvSpPr>
          <p:nvPr/>
        </p:nvSpPr>
        <p:spPr>
          <a:xfrm>
            <a:off x="6494281" y="168057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noGrp="1"/>
          </p:cNvSpPr>
          <p:nvPr/>
        </p:nvSpPr>
        <p:spPr>
          <a:xfrm>
            <a:off x="6652616" y="27460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noGrp="1"/>
          </p:cNvSpPr>
          <p:nvPr/>
        </p:nvSpPr>
        <p:spPr>
          <a:xfrm>
            <a:off x="6498911" y="17261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noGrp="1"/>
          </p:cNvSpPr>
          <p:nvPr/>
        </p:nvSpPr>
        <p:spPr>
          <a:xfrm>
            <a:off x="648886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noGrp="1"/>
          </p:cNvSpPr>
          <p:nvPr/>
        </p:nvSpPr>
        <p:spPr>
          <a:xfrm>
            <a:off x="6577589" y="30216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noGrp="1"/>
          </p:cNvSpPr>
          <p:nvPr/>
        </p:nvSpPr>
        <p:spPr>
          <a:xfrm>
            <a:off x="6688985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noGrp="1"/>
          </p:cNvSpPr>
          <p:nvPr/>
        </p:nvSpPr>
        <p:spPr>
          <a:xfrm>
            <a:off x="6529756" y="2618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noGrp="1"/>
          </p:cNvSpPr>
          <p:nvPr/>
        </p:nvSpPr>
        <p:spPr>
          <a:xfrm>
            <a:off x="6557055" y="285786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noGrp="1"/>
          </p:cNvSpPr>
          <p:nvPr/>
        </p:nvSpPr>
        <p:spPr>
          <a:xfrm>
            <a:off x="6662833" y="175154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noGrp="1"/>
          </p:cNvSpPr>
          <p:nvPr/>
        </p:nvSpPr>
        <p:spPr>
          <a:xfrm>
            <a:off x="6495773" y="19944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noGrp="1"/>
          </p:cNvSpPr>
          <p:nvPr/>
        </p:nvSpPr>
        <p:spPr>
          <a:xfrm>
            <a:off x="6610805" y="226404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noGrp="1"/>
          </p:cNvSpPr>
          <p:nvPr/>
        </p:nvSpPr>
        <p:spPr>
          <a:xfrm>
            <a:off x="6615250" y="177906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noGrp="1"/>
          </p:cNvSpPr>
          <p:nvPr/>
        </p:nvSpPr>
        <p:spPr>
          <a:xfrm>
            <a:off x="6612933" y="190225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noGrp="1"/>
          </p:cNvSpPr>
          <p:nvPr/>
        </p:nvSpPr>
        <p:spPr>
          <a:xfrm>
            <a:off x="6630029" y="240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noGrp="1"/>
          </p:cNvSpPr>
          <p:nvPr/>
        </p:nvSpPr>
        <p:spPr>
          <a:xfrm>
            <a:off x="6630317" y="195525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noGrp="1"/>
          </p:cNvSpPr>
          <p:nvPr/>
        </p:nvSpPr>
        <p:spPr>
          <a:xfrm>
            <a:off x="6527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noGrp="1"/>
          </p:cNvSpPr>
          <p:nvPr/>
        </p:nvSpPr>
        <p:spPr>
          <a:xfrm>
            <a:off x="6684621" y="191030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noGrp="1"/>
          </p:cNvSpPr>
          <p:nvPr/>
        </p:nvSpPr>
        <p:spPr>
          <a:xfrm>
            <a:off x="664318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noGrp="1"/>
          </p:cNvSpPr>
          <p:nvPr/>
        </p:nvSpPr>
        <p:spPr>
          <a:xfrm>
            <a:off x="6547566" y="24126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noGrp="1"/>
          </p:cNvSpPr>
          <p:nvPr/>
        </p:nvSpPr>
        <p:spPr>
          <a:xfrm>
            <a:off x="6571995" y="20224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noGrp="1"/>
          </p:cNvSpPr>
          <p:nvPr/>
        </p:nvSpPr>
        <p:spPr>
          <a:xfrm>
            <a:off x="6499186" y="18438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noGrp="1"/>
          </p:cNvSpPr>
          <p:nvPr/>
        </p:nvSpPr>
        <p:spPr>
          <a:xfrm>
            <a:off x="6553764" y="22415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noGrp="1"/>
          </p:cNvSpPr>
          <p:nvPr/>
        </p:nvSpPr>
        <p:spPr>
          <a:xfrm>
            <a:off x="6492689" y="211501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noGrp="1"/>
          </p:cNvSpPr>
          <p:nvPr/>
        </p:nvSpPr>
        <p:spPr>
          <a:xfrm>
            <a:off x="6655558" y="19117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noGrp="1"/>
          </p:cNvSpPr>
          <p:nvPr/>
        </p:nvSpPr>
        <p:spPr>
          <a:xfrm>
            <a:off x="6613518" y="166025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noGrp="1"/>
          </p:cNvSpPr>
          <p:nvPr/>
        </p:nvSpPr>
        <p:spPr>
          <a:xfrm>
            <a:off x="6657361" y="206305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noGrp="1"/>
          </p:cNvSpPr>
          <p:nvPr/>
        </p:nvSpPr>
        <p:spPr>
          <a:xfrm>
            <a:off x="659769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noGrp="1"/>
          </p:cNvSpPr>
          <p:nvPr/>
        </p:nvSpPr>
        <p:spPr>
          <a:xfrm>
            <a:off x="6496327" y="19762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noGrp="1"/>
          </p:cNvSpPr>
          <p:nvPr/>
        </p:nvSpPr>
        <p:spPr>
          <a:xfrm>
            <a:off x="6663128" y="239807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noGrp="1"/>
          </p:cNvSpPr>
          <p:nvPr/>
        </p:nvSpPr>
        <p:spPr>
          <a:xfrm>
            <a:off x="6509792" y="31740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noGrp="1"/>
          </p:cNvSpPr>
          <p:nvPr/>
        </p:nvSpPr>
        <p:spPr>
          <a:xfrm>
            <a:off x="6607928" y="23288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noGrp="1"/>
          </p:cNvSpPr>
          <p:nvPr/>
        </p:nvSpPr>
        <p:spPr>
          <a:xfrm>
            <a:off x="6568301" y="263209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noGrp="1"/>
          </p:cNvSpPr>
          <p:nvPr/>
        </p:nvSpPr>
        <p:spPr>
          <a:xfrm>
            <a:off x="6520562" y="309536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noGrp="1"/>
          </p:cNvSpPr>
          <p:nvPr/>
        </p:nvSpPr>
        <p:spPr>
          <a:xfrm>
            <a:off x="6656353" y="18661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noGrp="1"/>
          </p:cNvSpPr>
          <p:nvPr/>
        </p:nvSpPr>
        <p:spPr>
          <a:xfrm>
            <a:off x="6532233" y="17536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noGrp="1"/>
          </p:cNvSpPr>
          <p:nvPr/>
        </p:nvSpPr>
        <p:spPr>
          <a:xfrm>
            <a:off x="6657552" y="179878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noGrp="1"/>
          </p:cNvSpPr>
          <p:nvPr/>
        </p:nvSpPr>
        <p:spPr>
          <a:xfrm>
            <a:off x="6567359" y="245111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noGrp="1"/>
          </p:cNvSpPr>
          <p:nvPr/>
        </p:nvSpPr>
        <p:spPr>
          <a:xfrm>
            <a:off x="6648770" y="294012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noGrp="1"/>
          </p:cNvSpPr>
          <p:nvPr/>
        </p:nvSpPr>
        <p:spPr>
          <a:xfrm>
            <a:off x="6510132" y="208721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noGrp="1"/>
          </p:cNvSpPr>
          <p:nvPr/>
        </p:nvSpPr>
        <p:spPr>
          <a:xfrm>
            <a:off x="6625761" y="178075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noGrp="1"/>
          </p:cNvSpPr>
          <p:nvPr/>
        </p:nvSpPr>
        <p:spPr>
          <a:xfrm>
            <a:off x="6513826" y="18702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noGrp="1"/>
          </p:cNvSpPr>
          <p:nvPr/>
        </p:nvSpPr>
        <p:spPr>
          <a:xfrm>
            <a:off x="649886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noGrp="1"/>
          </p:cNvSpPr>
          <p:nvPr/>
        </p:nvSpPr>
        <p:spPr>
          <a:xfrm>
            <a:off x="6530662" y="177678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noGrp="1"/>
          </p:cNvSpPr>
          <p:nvPr/>
        </p:nvSpPr>
        <p:spPr>
          <a:xfrm>
            <a:off x="6548528" y="211417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noGrp="1"/>
          </p:cNvSpPr>
          <p:nvPr/>
        </p:nvSpPr>
        <p:spPr>
          <a:xfrm>
            <a:off x="6632757" y="176061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noGrp="1"/>
          </p:cNvSpPr>
          <p:nvPr/>
        </p:nvSpPr>
        <p:spPr>
          <a:xfrm>
            <a:off x="6569449" y="18968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noGrp="1"/>
          </p:cNvSpPr>
          <p:nvPr/>
        </p:nvSpPr>
        <p:spPr>
          <a:xfrm>
            <a:off x="6671284" y="200852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noGrp="1"/>
          </p:cNvSpPr>
          <p:nvPr/>
        </p:nvSpPr>
        <p:spPr>
          <a:xfrm>
            <a:off x="65818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noGrp="1"/>
          </p:cNvSpPr>
          <p:nvPr/>
        </p:nvSpPr>
        <p:spPr>
          <a:xfrm>
            <a:off x="727152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noGrp="1"/>
          </p:cNvSpPr>
          <p:nvPr/>
        </p:nvSpPr>
        <p:spPr>
          <a:xfrm>
            <a:off x="7243912" y="178974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noGrp="1"/>
          </p:cNvSpPr>
          <p:nvPr/>
        </p:nvSpPr>
        <p:spPr>
          <a:xfrm>
            <a:off x="727013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noGrp="1"/>
          </p:cNvSpPr>
          <p:nvPr/>
        </p:nvSpPr>
        <p:spPr>
          <a:xfrm>
            <a:off x="727425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noGrp="1"/>
          </p:cNvSpPr>
          <p:nvPr/>
        </p:nvSpPr>
        <p:spPr>
          <a:xfrm>
            <a:off x="74226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noGrp="1"/>
          </p:cNvSpPr>
          <p:nvPr/>
        </p:nvSpPr>
        <p:spPr>
          <a:xfrm>
            <a:off x="7409608" y="1843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noGrp="1"/>
          </p:cNvSpPr>
          <p:nvPr/>
        </p:nvSpPr>
        <p:spPr>
          <a:xfrm>
            <a:off x="7249005" y="214676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noGrp="1"/>
          </p:cNvSpPr>
          <p:nvPr/>
        </p:nvSpPr>
        <p:spPr>
          <a:xfrm>
            <a:off x="7383763" y="183042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noGrp="1"/>
          </p:cNvSpPr>
          <p:nvPr/>
        </p:nvSpPr>
        <p:spPr>
          <a:xfrm>
            <a:off x="7278482" y="248847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noGrp="1"/>
          </p:cNvSpPr>
          <p:nvPr/>
        </p:nvSpPr>
        <p:spPr>
          <a:xfrm>
            <a:off x="732286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noGrp="1"/>
          </p:cNvSpPr>
          <p:nvPr/>
        </p:nvSpPr>
        <p:spPr>
          <a:xfrm>
            <a:off x="7430953" y="28540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noGrp="1"/>
          </p:cNvSpPr>
          <p:nvPr/>
        </p:nvSpPr>
        <p:spPr>
          <a:xfrm>
            <a:off x="7445561" y="19029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noGrp="1"/>
          </p:cNvSpPr>
          <p:nvPr/>
        </p:nvSpPr>
        <p:spPr>
          <a:xfrm>
            <a:off x="7318312" y="28994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noGrp="1"/>
          </p:cNvSpPr>
          <p:nvPr/>
        </p:nvSpPr>
        <p:spPr>
          <a:xfrm>
            <a:off x="740157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noGrp="1"/>
          </p:cNvSpPr>
          <p:nvPr/>
        </p:nvSpPr>
        <p:spPr>
          <a:xfrm>
            <a:off x="7355833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noGrp="1"/>
          </p:cNvSpPr>
          <p:nvPr/>
        </p:nvSpPr>
        <p:spPr>
          <a:xfrm>
            <a:off x="73908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noGrp="1"/>
          </p:cNvSpPr>
          <p:nvPr/>
        </p:nvSpPr>
        <p:spPr>
          <a:xfrm>
            <a:off x="726123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noGrp="1"/>
          </p:cNvSpPr>
          <p:nvPr/>
        </p:nvSpPr>
        <p:spPr>
          <a:xfrm>
            <a:off x="744232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noGrp="1"/>
          </p:cNvSpPr>
          <p:nvPr/>
        </p:nvSpPr>
        <p:spPr>
          <a:xfrm>
            <a:off x="7345695" y="297939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noGrp="1"/>
          </p:cNvSpPr>
          <p:nvPr/>
        </p:nvSpPr>
        <p:spPr>
          <a:xfrm>
            <a:off x="736060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noGrp="1"/>
          </p:cNvSpPr>
          <p:nvPr/>
        </p:nvSpPr>
        <p:spPr>
          <a:xfrm>
            <a:off x="7421042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noGrp="1"/>
          </p:cNvSpPr>
          <p:nvPr/>
        </p:nvSpPr>
        <p:spPr>
          <a:xfrm>
            <a:off x="729029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noGrp="1"/>
          </p:cNvSpPr>
          <p:nvPr/>
        </p:nvSpPr>
        <p:spPr>
          <a:xfrm>
            <a:off x="7310276" y="261903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noGrp="1"/>
          </p:cNvSpPr>
          <p:nvPr/>
        </p:nvSpPr>
        <p:spPr>
          <a:xfrm>
            <a:off x="738084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noGrp="1"/>
          </p:cNvSpPr>
          <p:nvPr/>
        </p:nvSpPr>
        <p:spPr>
          <a:xfrm>
            <a:off x="724076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noGrp="1"/>
          </p:cNvSpPr>
          <p:nvPr/>
        </p:nvSpPr>
        <p:spPr>
          <a:xfrm>
            <a:off x="7240406" y="2927715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noGrp="1"/>
          </p:cNvSpPr>
          <p:nvPr/>
        </p:nvSpPr>
        <p:spPr>
          <a:xfrm>
            <a:off x="728273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noGrp="1"/>
          </p:cNvSpPr>
          <p:nvPr/>
        </p:nvSpPr>
        <p:spPr>
          <a:xfrm>
            <a:off x="740061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noGrp="1"/>
          </p:cNvSpPr>
          <p:nvPr/>
        </p:nvSpPr>
        <p:spPr>
          <a:xfrm>
            <a:off x="7270080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noGrp="1"/>
          </p:cNvSpPr>
          <p:nvPr/>
        </p:nvSpPr>
        <p:spPr>
          <a:xfrm>
            <a:off x="7280601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noGrp="1"/>
          </p:cNvSpPr>
          <p:nvPr/>
        </p:nvSpPr>
        <p:spPr>
          <a:xfrm>
            <a:off x="726134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noGrp="1"/>
          </p:cNvSpPr>
          <p:nvPr/>
        </p:nvSpPr>
        <p:spPr>
          <a:xfrm>
            <a:off x="7413350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noGrp="1"/>
          </p:cNvSpPr>
          <p:nvPr/>
        </p:nvSpPr>
        <p:spPr>
          <a:xfrm>
            <a:off x="7430766" y="329331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noGrp="1"/>
          </p:cNvSpPr>
          <p:nvPr/>
        </p:nvSpPr>
        <p:spPr>
          <a:xfrm>
            <a:off x="743873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noGrp="1"/>
          </p:cNvSpPr>
          <p:nvPr/>
        </p:nvSpPr>
        <p:spPr>
          <a:xfrm>
            <a:off x="7367171" y="269737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noGrp="1"/>
          </p:cNvSpPr>
          <p:nvPr/>
        </p:nvSpPr>
        <p:spPr>
          <a:xfrm>
            <a:off x="726630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noGrp="1"/>
          </p:cNvSpPr>
          <p:nvPr/>
        </p:nvSpPr>
        <p:spPr>
          <a:xfrm>
            <a:off x="72579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noGrp="1"/>
          </p:cNvSpPr>
          <p:nvPr/>
        </p:nvSpPr>
        <p:spPr>
          <a:xfrm>
            <a:off x="7342973" y="18020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noGrp="1"/>
          </p:cNvSpPr>
          <p:nvPr/>
        </p:nvSpPr>
        <p:spPr>
          <a:xfrm>
            <a:off x="734434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noGrp="1"/>
          </p:cNvSpPr>
          <p:nvPr/>
        </p:nvSpPr>
        <p:spPr>
          <a:xfrm>
            <a:off x="7266550" y="28801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noGrp="1"/>
          </p:cNvSpPr>
          <p:nvPr/>
        </p:nvSpPr>
        <p:spPr>
          <a:xfrm>
            <a:off x="7382815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noGrp="1"/>
          </p:cNvSpPr>
          <p:nvPr/>
        </p:nvSpPr>
        <p:spPr>
          <a:xfrm>
            <a:off x="739903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noGrp="1"/>
          </p:cNvSpPr>
          <p:nvPr/>
        </p:nvSpPr>
        <p:spPr>
          <a:xfrm>
            <a:off x="74018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noGrp="1"/>
          </p:cNvSpPr>
          <p:nvPr/>
        </p:nvSpPr>
        <p:spPr>
          <a:xfrm>
            <a:off x="738639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noGrp="1"/>
          </p:cNvSpPr>
          <p:nvPr/>
        </p:nvSpPr>
        <p:spPr>
          <a:xfrm>
            <a:off x="7413743" y="19811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noGrp="1"/>
          </p:cNvSpPr>
          <p:nvPr/>
        </p:nvSpPr>
        <p:spPr>
          <a:xfrm>
            <a:off x="730545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noGrp="1"/>
          </p:cNvSpPr>
          <p:nvPr/>
        </p:nvSpPr>
        <p:spPr>
          <a:xfrm>
            <a:off x="731370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noGrp="1"/>
          </p:cNvSpPr>
          <p:nvPr/>
        </p:nvSpPr>
        <p:spPr>
          <a:xfrm>
            <a:off x="7385464" y="304426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noGrp="1"/>
          </p:cNvSpPr>
          <p:nvPr/>
        </p:nvSpPr>
        <p:spPr>
          <a:xfrm>
            <a:off x="7237943" y="217660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noGrp="1"/>
          </p:cNvSpPr>
          <p:nvPr/>
        </p:nvSpPr>
        <p:spPr>
          <a:xfrm>
            <a:off x="73133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noGrp="1"/>
          </p:cNvSpPr>
          <p:nvPr/>
        </p:nvSpPr>
        <p:spPr>
          <a:xfrm>
            <a:off x="7320055" y="332238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noGrp="1"/>
          </p:cNvSpPr>
          <p:nvPr/>
        </p:nvSpPr>
        <p:spPr>
          <a:xfrm>
            <a:off x="7322185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noGrp="1"/>
          </p:cNvSpPr>
          <p:nvPr/>
        </p:nvSpPr>
        <p:spPr>
          <a:xfrm>
            <a:off x="7314335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noGrp="1"/>
          </p:cNvSpPr>
          <p:nvPr/>
        </p:nvSpPr>
        <p:spPr>
          <a:xfrm>
            <a:off x="7406769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noGrp="1"/>
          </p:cNvSpPr>
          <p:nvPr/>
        </p:nvSpPr>
        <p:spPr>
          <a:xfrm>
            <a:off x="7305698" y="1913990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noGrp="1"/>
          </p:cNvSpPr>
          <p:nvPr/>
        </p:nvSpPr>
        <p:spPr>
          <a:xfrm>
            <a:off x="7410274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noGrp="1"/>
          </p:cNvSpPr>
          <p:nvPr/>
        </p:nvSpPr>
        <p:spPr>
          <a:xfrm>
            <a:off x="736601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noGrp="1"/>
          </p:cNvSpPr>
          <p:nvPr/>
        </p:nvSpPr>
        <p:spPr>
          <a:xfrm>
            <a:off x="7390731" y="152424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noGrp="1"/>
          </p:cNvSpPr>
          <p:nvPr/>
        </p:nvSpPr>
        <p:spPr>
          <a:xfrm>
            <a:off x="7362975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noGrp="1"/>
          </p:cNvSpPr>
          <p:nvPr/>
        </p:nvSpPr>
        <p:spPr>
          <a:xfrm>
            <a:off x="727324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noGrp="1"/>
          </p:cNvSpPr>
          <p:nvPr/>
        </p:nvSpPr>
        <p:spPr>
          <a:xfrm>
            <a:off x="7368781" y="229589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noGrp="1"/>
          </p:cNvSpPr>
          <p:nvPr/>
        </p:nvSpPr>
        <p:spPr>
          <a:xfrm>
            <a:off x="729973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noGrp="1"/>
          </p:cNvSpPr>
          <p:nvPr/>
        </p:nvSpPr>
        <p:spPr>
          <a:xfrm>
            <a:off x="73575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noGrp="1"/>
          </p:cNvSpPr>
          <p:nvPr/>
        </p:nvSpPr>
        <p:spPr>
          <a:xfrm>
            <a:off x="730382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noGrp="1"/>
          </p:cNvSpPr>
          <p:nvPr/>
        </p:nvSpPr>
        <p:spPr>
          <a:xfrm>
            <a:off x="7440931" y="297773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noGrp="1"/>
          </p:cNvSpPr>
          <p:nvPr/>
        </p:nvSpPr>
        <p:spPr>
          <a:xfrm>
            <a:off x="736756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noGrp="1"/>
          </p:cNvSpPr>
          <p:nvPr/>
        </p:nvSpPr>
        <p:spPr>
          <a:xfrm>
            <a:off x="7324709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noGrp="1"/>
          </p:cNvSpPr>
          <p:nvPr/>
        </p:nvSpPr>
        <p:spPr>
          <a:xfrm>
            <a:off x="730954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noGrp="1"/>
          </p:cNvSpPr>
          <p:nvPr/>
        </p:nvSpPr>
        <p:spPr>
          <a:xfrm>
            <a:off x="7309627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noGrp="1"/>
          </p:cNvSpPr>
          <p:nvPr/>
        </p:nvSpPr>
        <p:spPr>
          <a:xfrm>
            <a:off x="7418758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noGrp="1"/>
          </p:cNvSpPr>
          <p:nvPr/>
        </p:nvSpPr>
        <p:spPr>
          <a:xfrm>
            <a:off x="7344786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noGrp="1"/>
          </p:cNvSpPr>
          <p:nvPr/>
        </p:nvSpPr>
        <p:spPr>
          <a:xfrm>
            <a:off x="733597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noGrp="1"/>
          </p:cNvSpPr>
          <p:nvPr/>
        </p:nvSpPr>
        <p:spPr>
          <a:xfrm>
            <a:off x="7238230" y="329471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noGrp="1"/>
          </p:cNvSpPr>
          <p:nvPr/>
        </p:nvSpPr>
        <p:spPr>
          <a:xfrm>
            <a:off x="7425028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noGrp="1"/>
          </p:cNvSpPr>
          <p:nvPr/>
        </p:nvSpPr>
        <p:spPr>
          <a:xfrm>
            <a:off x="7280378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noGrp="1"/>
          </p:cNvSpPr>
          <p:nvPr/>
        </p:nvSpPr>
        <p:spPr>
          <a:xfrm>
            <a:off x="7285205" y="2878677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noGrp="1"/>
          </p:cNvSpPr>
          <p:nvPr/>
        </p:nvSpPr>
        <p:spPr>
          <a:xfrm>
            <a:off x="740970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noGrp="1"/>
          </p:cNvSpPr>
          <p:nvPr/>
        </p:nvSpPr>
        <p:spPr>
          <a:xfrm>
            <a:off x="731141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noGrp="1"/>
          </p:cNvSpPr>
          <p:nvPr/>
        </p:nvSpPr>
        <p:spPr>
          <a:xfrm>
            <a:off x="7428570" y="3261418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noGrp="1"/>
          </p:cNvSpPr>
          <p:nvPr/>
        </p:nvSpPr>
        <p:spPr>
          <a:xfrm>
            <a:off x="7419345" y="2898182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noGrp="1"/>
          </p:cNvSpPr>
          <p:nvPr/>
        </p:nvSpPr>
        <p:spPr>
          <a:xfrm>
            <a:off x="7289722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noGrp="1"/>
          </p:cNvSpPr>
          <p:nvPr/>
        </p:nvSpPr>
        <p:spPr>
          <a:xfrm>
            <a:off x="7279184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noGrp="1"/>
          </p:cNvSpPr>
          <p:nvPr/>
        </p:nvSpPr>
        <p:spPr>
          <a:xfrm>
            <a:off x="7375556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noGrp="1"/>
          </p:cNvSpPr>
          <p:nvPr/>
        </p:nvSpPr>
        <p:spPr>
          <a:xfrm>
            <a:off x="7316723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noGrp="1"/>
          </p:cNvSpPr>
          <p:nvPr/>
        </p:nvSpPr>
        <p:spPr>
          <a:xfrm>
            <a:off x="7371291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noGrp="1"/>
          </p:cNvSpPr>
          <p:nvPr/>
        </p:nvSpPr>
        <p:spPr>
          <a:xfrm>
            <a:off x="7423839" y="3010734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noGrp="1"/>
          </p:cNvSpPr>
          <p:nvPr/>
        </p:nvSpPr>
        <p:spPr>
          <a:xfrm>
            <a:off x="7243071" y="213815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noGrp="1"/>
          </p:cNvSpPr>
          <p:nvPr/>
        </p:nvSpPr>
        <p:spPr>
          <a:xfrm>
            <a:off x="7247785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noGrp="1"/>
          </p:cNvSpPr>
          <p:nvPr/>
        </p:nvSpPr>
        <p:spPr>
          <a:xfrm>
            <a:off x="7289672" y="3324089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noGrp="1"/>
          </p:cNvSpPr>
          <p:nvPr/>
        </p:nvSpPr>
        <p:spPr>
          <a:xfrm>
            <a:off x="7411502" y="148872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noGrp="1"/>
          </p:cNvSpPr>
          <p:nvPr/>
        </p:nvSpPr>
        <p:spPr>
          <a:xfrm>
            <a:off x="7451400" y="144395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noGrp="1"/>
          </p:cNvSpPr>
          <p:nvPr/>
        </p:nvSpPr>
        <p:spPr>
          <a:xfrm>
            <a:off x="7404010" y="3309401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noGrp="1"/>
          </p:cNvSpPr>
          <p:nvPr/>
        </p:nvSpPr>
        <p:spPr>
          <a:xfrm>
            <a:off x="7297013" y="2384023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noGrp="1"/>
          </p:cNvSpPr>
          <p:nvPr/>
        </p:nvSpPr>
        <p:spPr>
          <a:xfrm>
            <a:off x="7297421" y="3136076"/>
            <a:ext cx="35183" cy="35183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noGrp="1"/>
          </p:cNvSpPr>
          <p:nvPr/>
        </p:nvSpPr>
        <p:spPr>
          <a:xfrm>
            <a:off x="770883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noGrp="1"/>
          </p:cNvSpPr>
          <p:nvPr/>
        </p:nvSpPr>
        <p:spPr>
          <a:xfrm>
            <a:off x="7784760" y="147373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noGrp="1"/>
          </p:cNvSpPr>
          <p:nvPr/>
        </p:nvSpPr>
        <p:spPr>
          <a:xfrm>
            <a:off x="777468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noGrp="1"/>
          </p:cNvSpPr>
          <p:nvPr/>
        </p:nvSpPr>
        <p:spPr>
          <a:xfrm>
            <a:off x="767203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noGrp="1"/>
          </p:cNvSpPr>
          <p:nvPr/>
        </p:nvSpPr>
        <p:spPr>
          <a:xfrm>
            <a:off x="764081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noGrp="1"/>
          </p:cNvSpPr>
          <p:nvPr/>
        </p:nvSpPr>
        <p:spPr>
          <a:xfrm>
            <a:off x="7654519" y="241808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noGrp="1"/>
          </p:cNvSpPr>
          <p:nvPr/>
        </p:nvSpPr>
        <p:spPr>
          <a:xfrm>
            <a:off x="7698063" y="21875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noGrp="1"/>
          </p:cNvSpPr>
          <p:nvPr/>
        </p:nvSpPr>
        <p:spPr>
          <a:xfrm>
            <a:off x="7745355" y="246378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noGrp="1"/>
          </p:cNvSpPr>
          <p:nvPr/>
        </p:nvSpPr>
        <p:spPr>
          <a:xfrm>
            <a:off x="7597243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noGrp="1"/>
          </p:cNvSpPr>
          <p:nvPr/>
        </p:nvSpPr>
        <p:spPr>
          <a:xfrm>
            <a:off x="7744148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noGrp="1"/>
          </p:cNvSpPr>
          <p:nvPr/>
        </p:nvSpPr>
        <p:spPr>
          <a:xfrm>
            <a:off x="759510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noGrp="1"/>
          </p:cNvSpPr>
          <p:nvPr/>
        </p:nvSpPr>
        <p:spPr>
          <a:xfrm>
            <a:off x="7736267" y="1522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noGrp="1"/>
          </p:cNvSpPr>
          <p:nvPr/>
        </p:nvSpPr>
        <p:spPr>
          <a:xfrm>
            <a:off x="7785986" y="24618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noGrp="1"/>
          </p:cNvSpPr>
          <p:nvPr/>
        </p:nvSpPr>
        <p:spPr>
          <a:xfrm>
            <a:off x="7648632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noGrp="1"/>
          </p:cNvSpPr>
          <p:nvPr/>
        </p:nvSpPr>
        <p:spPr>
          <a:xfrm>
            <a:off x="762805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noGrp="1"/>
          </p:cNvSpPr>
          <p:nvPr/>
        </p:nvSpPr>
        <p:spPr>
          <a:xfrm>
            <a:off x="760256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noGrp="1"/>
          </p:cNvSpPr>
          <p:nvPr/>
        </p:nvSpPr>
        <p:spPr>
          <a:xfrm>
            <a:off x="7648141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noGrp="1"/>
          </p:cNvSpPr>
          <p:nvPr/>
        </p:nvSpPr>
        <p:spPr>
          <a:xfrm>
            <a:off x="779549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noGrp="1"/>
          </p:cNvSpPr>
          <p:nvPr/>
        </p:nvSpPr>
        <p:spPr>
          <a:xfrm>
            <a:off x="7650492" y="271428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noGrp="1"/>
          </p:cNvSpPr>
          <p:nvPr/>
        </p:nvSpPr>
        <p:spPr>
          <a:xfrm>
            <a:off x="761231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noGrp="1"/>
          </p:cNvSpPr>
          <p:nvPr/>
        </p:nvSpPr>
        <p:spPr>
          <a:xfrm>
            <a:off x="765864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noGrp="1"/>
          </p:cNvSpPr>
          <p:nvPr/>
        </p:nvSpPr>
        <p:spPr>
          <a:xfrm>
            <a:off x="766664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noGrp="1"/>
          </p:cNvSpPr>
          <p:nvPr/>
        </p:nvSpPr>
        <p:spPr>
          <a:xfrm>
            <a:off x="7768422" y="167897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noGrp="1"/>
          </p:cNvSpPr>
          <p:nvPr/>
        </p:nvSpPr>
        <p:spPr>
          <a:xfrm>
            <a:off x="77537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noGrp="1"/>
          </p:cNvSpPr>
          <p:nvPr/>
        </p:nvSpPr>
        <p:spPr>
          <a:xfrm>
            <a:off x="7592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noGrp="1"/>
          </p:cNvSpPr>
          <p:nvPr/>
        </p:nvSpPr>
        <p:spPr>
          <a:xfrm>
            <a:off x="7783289" y="274580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noGrp="1"/>
          </p:cNvSpPr>
          <p:nvPr/>
        </p:nvSpPr>
        <p:spPr>
          <a:xfrm>
            <a:off x="7656221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noGrp="1"/>
          </p:cNvSpPr>
          <p:nvPr/>
        </p:nvSpPr>
        <p:spPr>
          <a:xfrm>
            <a:off x="764578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noGrp="1"/>
          </p:cNvSpPr>
          <p:nvPr/>
        </p:nvSpPr>
        <p:spPr>
          <a:xfrm>
            <a:off x="770114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noGrp="1"/>
          </p:cNvSpPr>
          <p:nvPr/>
        </p:nvSpPr>
        <p:spPr>
          <a:xfrm>
            <a:off x="7775276" y="289298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noGrp="1"/>
          </p:cNvSpPr>
          <p:nvPr/>
        </p:nvSpPr>
        <p:spPr>
          <a:xfrm>
            <a:off x="7769661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noGrp="1"/>
          </p:cNvSpPr>
          <p:nvPr/>
        </p:nvSpPr>
        <p:spPr>
          <a:xfrm>
            <a:off x="7688589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noGrp="1"/>
          </p:cNvSpPr>
          <p:nvPr/>
        </p:nvSpPr>
        <p:spPr>
          <a:xfrm>
            <a:off x="7748134" y="329359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noGrp="1"/>
          </p:cNvSpPr>
          <p:nvPr/>
        </p:nvSpPr>
        <p:spPr>
          <a:xfrm>
            <a:off x="777724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noGrp="1"/>
          </p:cNvSpPr>
          <p:nvPr/>
        </p:nvSpPr>
        <p:spPr>
          <a:xfrm>
            <a:off x="770252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noGrp="1"/>
          </p:cNvSpPr>
          <p:nvPr/>
        </p:nvSpPr>
        <p:spPr>
          <a:xfrm>
            <a:off x="7735368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noGrp="1"/>
          </p:cNvSpPr>
          <p:nvPr/>
        </p:nvSpPr>
        <p:spPr>
          <a:xfrm>
            <a:off x="770538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noGrp="1"/>
          </p:cNvSpPr>
          <p:nvPr/>
        </p:nvSpPr>
        <p:spPr>
          <a:xfrm>
            <a:off x="7735212" y="16006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noGrp="1"/>
          </p:cNvSpPr>
          <p:nvPr/>
        </p:nvSpPr>
        <p:spPr>
          <a:xfrm>
            <a:off x="76465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noGrp="1"/>
          </p:cNvSpPr>
          <p:nvPr/>
        </p:nvSpPr>
        <p:spPr>
          <a:xfrm>
            <a:off x="776390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noGrp="1"/>
          </p:cNvSpPr>
          <p:nvPr/>
        </p:nvSpPr>
        <p:spPr>
          <a:xfrm>
            <a:off x="7687835" y="226129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noGrp="1"/>
          </p:cNvSpPr>
          <p:nvPr/>
        </p:nvSpPr>
        <p:spPr>
          <a:xfrm>
            <a:off x="777532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noGrp="1"/>
          </p:cNvSpPr>
          <p:nvPr/>
        </p:nvSpPr>
        <p:spPr>
          <a:xfrm>
            <a:off x="772901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noGrp="1"/>
          </p:cNvSpPr>
          <p:nvPr/>
        </p:nvSpPr>
        <p:spPr>
          <a:xfrm>
            <a:off x="7623176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noGrp="1"/>
          </p:cNvSpPr>
          <p:nvPr/>
        </p:nvSpPr>
        <p:spPr>
          <a:xfrm>
            <a:off x="7746902" y="198113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noGrp="1"/>
          </p:cNvSpPr>
          <p:nvPr/>
        </p:nvSpPr>
        <p:spPr>
          <a:xfrm>
            <a:off x="774284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noGrp="1"/>
          </p:cNvSpPr>
          <p:nvPr/>
        </p:nvSpPr>
        <p:spPr>
          <a:xfrm>
            <a:off x="768141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noGrp="1"/>
          </p:cNvSpPr>
          <p:nvPr/>
        </p:nvSpPr>
        <p:spPr>
          <a:xfrm>
            <a:off x="7766032" y="27549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noGrp="1"/>
          </p:cNvSpPr>
          <p:nvPr/>
        </p:nvSpPr>
        <p:spPr>
          <a:xfrm>
            <a:off x="7730532" y="153924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noGrp="1"/>
          </p:cNvSpPr>
          <p:nvPr/>
        </p:nvSpPr>
        <p:spPr>
          <a:xfrm>
            <a:off x="7623764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noGrp="1"/>
          </p:cNvSpPr>
          <p:nvPr/>
        </p:nvSpPr>
        <p:spPr>
          <a:xfrm>
            <a:off x="7792860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noGrp="1"/>
          </p:cNvSpPr>
          <p:nvPr/>
        </p:nvSpPr>
        <p:spPr>
          <a:xfrm>
            <a:off x="7699641" y="280183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noGrp="1"/>
          </p:cNvSpPr>
          <p:nvPr/>
        </p:nvSpPr>
        <p:spPr>
          <a:xfrm>
            <a:off x="7618770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noGrp="1"/>
          </p:cNvSpPr>
          <p:nvPr/>
        </p:nvSpPr>
        <p:spPr>
          <a:xfrm>
            <a:off x="7640965" y="305549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noGrp="1"/>
          </p:cNvSpPr>
          <p:nvPr/>
        </p:nvSpPr>
        <p:spPr>
          <a:xfrm>
            <a:off x="7755644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noGrp="1"/>
          </p:cNvSpPr>
          <p:nvPr/>
        </p:nvSpPr>
        <p:spPr>
          <a:xfrm>
            <a:off x="7804595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noGrp="1"/>
          </p:cNvSpPr>
          <p:nvPr/>
        </p:nvSpPr>
        <p:spPr>
          <a:xfrm>
            <a:off x="7738541" y="204716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5" name="data_1594">
            <a:extLst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noGrp="1"/>
          </p:cNvSpPr>
          <p:nvPr/>
        </p:nvSpPr>
        <p:spPr>
          <a:xfrm>
            <a:off x="773229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noGrp="1"/>
          </p:cNvSpPr>
          <p:nvPr/>
        </p:nvSpPr>
        <p:spPr>
          <a:xfrm>
            <a:off x="7692457" y="243671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7" name="data_1596">
            <a:extLst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noGrp="1"/>
          </p:cNvSpPr>
          <p:nvPr/>
        </p:nvSpPr>
        <p:spPr>
          <a:xfrm>
            <a:off x="7710521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noGrp="1"/>
          </p:cNvSpPr>
          <p:nvPr/>
        </p:nvSpPr>
        <p:spPr>
          <a:xfrm>
            <a:off x="7674545" y="191399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9" name="data_1598">
            <a:extLst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noGrp="1"/>
          </p:cNvSpPr>
          <p:nvPr/>
        </p:nvSpPr>
        <p:spPr>
          <a:xfrm>
            <a:off x="7673313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noGrp="1"/>
          </p:cNvSpPr>
          <p:nvPr/>
        </p:nvSpPr>
        <p:spPr>
          <a:xfrm>
            <a:off x="7784065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1" name="data_1600">
            <a:extLst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noGrp="1"/>
          </p:cNvSpPr>
          <p:nvPr/>
        </p:nvSpPr>
        <p:spPr>
          <a:xfrm>
            <a:off x="7748466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2" name="data_1601">
            <a:extLst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noGrp="1"/>
          </p:cNvSpPr>
          <p:nvPr/>
        </p:nvSpPr>
        <p:spPr>
          <a:xfrm>
            <a:off x="7693424" y="329275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noGrp="1"/>
          </p:cNvSpPr>
          <p:nvPr/>
        </p:nvSpPr>
        <p:spPr>
          <a:xfrm>
            <a:off x="766935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noGrp="1"/>
          </p:cNvSpPr>
          <p:nvPr/>
        </p:nvSpPr>
        <p:spPr>
          <a:xfrm>
            <a:off x="767201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5" name="data_1604">
            <a:extLst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noGrp="1"/>
          </p:cNvSpPr>
          <p:nvPr/>
        </p:nvSpPr>
        <p:spPr>
          <a:xfrm>
            <a:off x="7797904" y="331289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6" name="data_1605">
            <a:extLst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noGrp="1"/>
          </p:cNvSpPr>
          <p:nvPr/>
        </p:nvSpPr>
        <p:spPr>
          <a:xfrm>
            <a:off x="7733744" y="2697378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noGrp="1"/>
          </p:cNvSpPr>
          <p:nvPr/>
        </p:nvSpPr>
        <p:spPr>
          <a:xfrm>
            <a:off x="7648304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8" name="data_1607">
            <a:extLst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noGrp="1"/>
          </p:cNvSpPr>
          <p:nvPr/>
        </p:nvSpPr>
        <p:spPr>
          <a:xfrm>
            <a:off x="779405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9" name="data_1608">
            <a:extLst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noGrp="1"/>
          </p:cNvSpPr>
          <p:nvPr/>
        </p:nvSpPr>
        <p:spPr>
          <a:xfrm>
            <a:off x="7717977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noGrp="1"/>
          </p:cNvSpPr>
          <p:nvPr/>
        </p:nvSpPr>
        <p:spPr>
          <a:xfrm>
            <a:off x="7637080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noGrp="1"/>
          </p:cNvSpPr>
          <p:nvPr/>
        </p:nvSpPr>
        <p:spPr>
          <a:xfrm>
            <a:off x="7734573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2" name="data_1611">
            <a:extLst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noGrp="1"/>
          </p:cNvSpPr>
          <p:nvPr/>
        </p:nvSpPr>
        <p:spPr>
          <a:xfrm>
            <a:off x="7774565" y="280357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noGrp="1"/>
          </p:cNvSpPr>
          <p:nvPr/>
        </p:nvSpPr>
        <p:spPr>
          <a:xfrm>
            <a:off x="7650211" y="267443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noGrp="1"/>
          </p:cNvSpPr>
          <p:nvPr/>
        </p:nvSpPr>
        <p:spPr>
          <a:xfrm>
            <a:off x="7644622" y="319248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5" name="data_1614">
            <a:extLst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noGrp="1"/>
          </p:cNvSpPr>
          <p:nvPr/>
        </p:nvSpPr>
        <p:spPr>
          <a:xfrm>
            <a:off x="7731061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noGrp="1"/>
          </p:cNvSpPr>
          <p:nvPr/>
        </p:nvSpPr>
        <p:spPr>
          <a:xfrm>
            <a:off x="7784515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noGrp="1"/>
          </p:cNvSpPr>
          <p:nvPr/>
        </p:nvSpPr>
        <p:spPr>
          <a:xfrm>
            <a:off x="760054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8" name="data_1617">
            <a:extLst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noGrp="1"/>
          </p:cNvSpPr>
          <p:nvPr/>
        </p:nvSpPr>
        <p:spPr>
          <a:xfrm>
            <a:off x="7712846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9" name="data_1618">
            <a:extLst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noGrp="1"/>
          </p:cNvSpPr>
          <p:nvPr/>
        </p:nvSpPr>
        <p:spPr>
          <a:xfrm>
            <a:off x="7671480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noGrp="1"/>
          </p:cNvSpPr>
          <p:nvPr/>
        </p:nvSpPr>
        <p:spPr>
          <a:xfrm>
            <a:off x="7634696" y="301073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noGrp="1"/>
          </p:cNvSpPr>
          <p:nvPr/>
        </p:nvSpPr>
        <p:spPr>
          <a:xfrm>
            <a:off x="7713885" y="2927172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noGrp="1"/>
          </p:cNvSpPr>
          <p:nvPr/>
        </p:nvSpPr>
        <p:spPr>
          <a:xfrm>
            <a:off x="7702413" y="25407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noGrp="1"/>
          </p:cNvSpPr>
          <p:nvPr/>
        </p:nvSpPr>
        <p:spPr>
          <a:xfrm>
            <a:off x="7630916" y="2070667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noGrp="1"/>
          </p:cNvSpPr>
          <p:nvPr/>
        </p:nvSpPr>
        <p:spPr>
          <a:xfrm>
            <a:off x="7674426" y="2196010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noGrp="1"/>
          </p:cNvSpPr>
          <p:nvPr/>
        </p:nvSpPr>
        <p:spPr>
          <a:xfrm>
            <a:off x="7592179" y="3324089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noGrp="1"/>
          </p:cNvSpPr>
          <p:nvPr/>
        </p:nvSpPr>
        <p:spPr>
          <a:xfrm>
            <a:off x="7664092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noGrp="1"/>
          </p:cNvSpPr>
          <p:nvPr/>
        </p:nvSpPr>
        <p:spPr>
          <a:xfrm>
            <a:off x="7717315" y="2207201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noGrp="1"/>
          </p:cNvSpPr>
          <p:nvPr/>
        </p:nvSpPr>
        <p:spPr>
          <a:xfrm>
            <a:off x="7641469" y="14439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noGrp="1"/>
          </p:cNvSpPr>
          <p:nvPr/>
        </p:nvSpPr>
        <p:spPr>
          <a:xfrm>
            <a:off x="7788322" y="2854056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noGrp="1"/>
          </p:cNvSpPr>
          <p:nvPr/>
        </p:nvSpPr>
        <p:spPr>
          <a:xfrm>
            <a:off x="7748133" y="2384023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noGrp="1"/>
          </p:cNvSpPr>
          <p:nvPr/>
        </p:nvSpPr>
        <p:spPr>
          <a:xfrm>
            <a:off x="7752752" y="3189794"/>
            <a:ext cx="35183" cy="35183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noGrp="1"/>
          </p:cNvSpPr>
          <p:nvPr/>
        </p:nvSpPr>
        <p:spPr>
          <a:xfrm>
            <a:off x="80183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noGrp="1"/>
          </p:cNvSpPr>
          <p:nvPr/>
        </p:nvSpPr>
        <p:spPr>
          <a:xfrm>
            <a:off x="8111954" y="1458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noGrp="1"/>
          </p:cNvSpPr>
          <p:nvPr/>
        </p:nvSpPr>
        <p:spPr>
          <a:xfrm>
            <a:off x="81461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noGrp="1"/>
          </p:cNvSpPr>
          <p:nvPr/>
        </p:nvSpPr>
        <p:spPr>
          <a:xfrm>
            <a:off x="803274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noGrp="1"/>
          </p:cNvSpPr>
          <p:nvPr/>
        </p:nvSpPr>
        <p:spPr>
          <a:xfrm>
            <a:off x="814613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noGrp="1"/>
          </p:cNvSpPr>
          <p:nvPr/>
        </p:nvSpPr>
        <p:spPr>
          <a:xfrm>
            <a:off x="8141721" y="22710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noGrp="1"/>
          </p:cNvSpPr>
          <p:nvPr/>
        </p:nvSpPr>
        <p:spPr>
          <a:xfrm>
            <a:off x="800193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noGrp="1"/>
          </p:cNvSpPr>
          <p:nvPr/>
        </p:nvSpPr>
        <p:spPr>
          <a:xfrm>
            <a:off x="8059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noGrp="1"/>
          </p:cNvSpPr>
          <p:nvPr/>
        </p:nvSpPr>
        <p:spPr>
          <a:xfrm>
            <a:off x="8091592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noGrp="1"/>
          </p:cNvSpPr>
          <p:nvPr/>
        </p:nvSpPr>
        <p:spPr>
          <a:xfrm>
            <a:off x="808522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noGrp="1"/>
          </p:cNvSpPr>
          <p:nvPr/>
        </p:nvSpPr>
        <p:spPr>
          <a:xfrm>
            <a:off x="794450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noGrp="1"/>
          </p:cNvSpPr>
          <p:nvPr/>
        </p:nvSpPr>
        <p:spPr>
          <a:xfrm>
            <a:off x="811476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noGrp="1"/>
          </p:cNvSpPr>
          <p:nvPr/>
        </p:nvSpPr>
        <p:spPr>
          <a:xfrm>
            <a:off x="8058872" y="217511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noGrp="1"/>
          </p:cNvSpPr>
          <p:nvPr/>
        </p:nvSpPr>
        <p:spPr>
          <a:xfrm>
            <a:off x="810255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noGrp="1"/>
          </p:cNvSpPr>
          <p:nvPr/>
        </p:nvSpPr>
        <p:spPr>
          <a:xfrm>
            <a:off x="813597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noGrp="1"/>
          </p:cNvSpPr>
          <p:nvPr/>
        </p:nvSpPr>
        <p:spPr>
          <a:xfrm>
            <a:off x="805145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noGrp="1"/>
          </p:cNvSpPr>
          <p:nvPr/>
        </p:nvSpPr>
        <p:spPr>
          <a:xfrm>
            <a:off x="8029117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noGrp="1"/>
          </p:cNvSpPr>
          <p:nvPr/>
        </p:nvSpPr>
        <p:spPr>
          <a:xfrm>
            <a:off x="79588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noGrp="1"/>
          </p:cNvSpPr>
          <p:nvPr/>
        </p:nvSpPr>
        <p:spPr>
          <a:xfrm>
            <a:off x="8053825" y="269147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noGrp="1"/>
          </p:cNvSpPr>
          <p:nvPr/>
        </p:nvSpPr>
        <p:spPr>
          <a:xfrm>
            <a:off x="8069877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noGrp="1"/>
          </p:cNvSpPr>
          <p:nvPr/>
        </p:nvSpPr>
        <p:spPr>
          <a:xfrm>
            <a:off x="8013113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noGrp="1"/>
          </p:cNvSpPr>
          <p:nvPr/>
        </p:nvSpPr>
        <p:spPr>
          <a:xfrm>
            <a:off x="8031316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noGrp="1"/>
          </p:cNvSpPr>
          <p:nvPr/>
        </p:nvSpPr>
        <p:spPr>
          <a:xfrm>
            <a:off x="8136479" y="1678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noGrp="1"/>
          </p:cNvSpPr>
          <p:nvPr/>
        </p:nvSpPr>
        <p:spPr>
          <a:xfrm>
            <a:off x="798258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noGrp="1"/>
          </p:cNvSpPr>
          <p:nvPr/>
        </p:nvSpPr>
        <p:spPr>
          <a:xfrm>
            <a:off x="79509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noGrp="1"/>
          </p:cNvSpPr>
          <p:nvPr/>
        </p:nvSpPr>
        <p:spPr>
          <a:xfrm>
            <a:off x="8027019" y="18334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noGrp="1"/>
          </p:cNvSpPr>
          <p:nvPr/>
        </p:nvSpPr>
        <p:spPr>
          <a:xfrm>
            <a:off x="801966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noGrp="1"/>
          </p:cNvSpPr>
          <p:nvPr/>
        </p:nvSpPr>
        <p:spPr>
          <a:xfrm>
            <a:off x="80731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noGrp="1"/>
          </p:cNvSpPr>
          <p:nvPr/>
        </p:nvSpPr>
        <p:spPr>
          <a:xfrm>
            <a:off x="81277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noGrp="1"/>
          </p:cNvSpPr>
          <p:nvPr/>
        </p:nvSpPr>
        <p:spPr>
          <a:xfrm>
            <a:off x="8014929" y="249593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noGrp="1"/>
          </p:cNvSpPr>
          <p:nvPr/>
        </p:nvSpPr>
        <p:spPr>
          <a:xfrm>
            <a:off x="7960988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noGrp="1"/>
          </p:cNvSpPr>
          <p:nvPr/>
        </p:nvSpPr>
        <p:spPr>
          <a:xfrm>
            <a:off x="8097542" y="238402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noGrp="1"/>
          </p:cNvSpPr>
          <p:nvPr/>
        </p:nvSpPr>
        <p:spPr>
          <a:xfrm>
            <a:off x="8063036" y="328420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noGrp="1"/>
          </p:cNvSpPr>
          <p:nvPr/>
        </p:nvSpPr>
        <p:spPr>
          <a:xfrm>
            <a:off x="808682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noGrp="1"/>
          </p:cNvSpPr>
          <p:nvPr/>
        </p:nvSpPr>
        <p:spPr>
          <a:xfrm>
            <a:off x="81246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noGrp="1"/>
          </p:cNvSpPr>
          <p:nvPr/>
        </p:nvSpPr>
        <p:spPr>
          <a:xfrm>
            <a:off x="810507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noGrp="1"/>
          </p:cNvSpPr>
          <p:nvPr/>
        </p:nvSpPr>
        <p:spPr>
          <a:xfrm>
            <a:off x="81087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noGrp="1"/>
          </p:cNvSpPr>
          <p:nvPr/>
        </p:nvSpPr>
        <p:spPr>
          <a:xfrm>
            <a:off x="8114194" y="1809538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noGrp="1"/>
          </p:cNvSpPr>
          <p:nvPr/>
        </p:nvSpPr>
        <p:spPr>
          <a:xfrm>
            <a:off x="812019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noGrp="1"/>
          </p:cNvSpPr>
          <p:nvPr/>
        </p:nvSpPr>
        <p:spPr>
          <a:xfrm>
            <a:off x="80262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noGrp="1"/>
          </p:cNvSpPr>
          <p:nvPr/>
        </p:nvSpPr>
        <p:spPr>
          <a:xfrm>
            <a:off x="80776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noGrp="1"/>
          </p:cNvSpPr>
          <p:nvPr/>
        </p:nvSpPr>
        <p:spPr>
          <a:xfrm>
            <a:off x="802215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noGrp="1"/>
          </p:cNvSpPr>
          <p:nvPr/>
        </p:nvSpPr>
        <p:spPr>
          <a:xfrm>
            <a:off x="805399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noGrp="1"/>
          </p:cNvSpPr>
          <p:nvPr/>
        </p:nvSpPr>
        <p:spPr>
          <a:xfrm>
            <a:off x="799865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noGrp="1"/>
          </p:cNvSpPr>
          <p:nvPr/>
        </p:nvSpPr>
        <p:spPr>
          <a:xfrm>
            <a:off x="8084519" y="198113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noGrp="1"/>
          </p:cNvSpPr>
          <p:nvPr/>
        </p:nvSpPr>
        <p:spPr>
          <a:xfrm>
            <a:off x="802959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noGrp="1"/>
          </p:cNvSpPr>
          <p:nvPr/>
        </p:nvSpPr>
        <p:spPr>
          <a:xfrm>
            <a:off x="805696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noGrp="1"/>
          </p:cNvSpPr>
          <p:nvPr/>
        </p:nvSpPr>
        <p:spPr>
          <a:xfrm>
            <a:off x="8039071" y="238212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noGrp="1"/>
          </p:cNvSpPr>
          <p:nvPr/>
        </p:nvSpPr>
        <p:spPr>
          <a:xfrm>
            <a:off x="812451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noGrp="1"/>
          </p:cNvSpPr>
          <p:nvPr/>
        </p:nvSpPr>
        <p:spPr>
          <a:xfrm>
            <a:off x="8037320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noGrp="1"/>
          </p:cNvSpPr>
          <p:nvPr/>
        </p:nvSpPr>
        <p:spPr>
          <a:xfrm>
            <a:off x="8109441" y="28540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noGrp="1"/>
          </p:cNvSpPr>
          <p:nvPr/>
        </p:nvSpPr>
        <p:spPr>
          <a:xfrm>
            <a:off x="8075781" y="259292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noGrp="1"/>
          </p:cNvSpPr>
          <p:nvPr/>
        </p:nvSpPr>
        <p:spPr>
          <a:xfrm>
            <a:off x="8081347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noGrp="1"/>
          </p:cNvSpPr>
          <p:nvPr/>
        </p:nvSpPr>
        <p:spPr>
          <a:xfrm>
            <a:off x="8001764" y="305549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noGrp="1"/>
          </p:cNvSpPr>
          <p:nvPr/>
        </p:nvSpPr>
        <p:spPr>
          <a:xfrm>
            <a:off x="8006428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noGrp="1"/>
          </p:cNvSpPr>
          <p:nvPr/>
        </p:nvSpPr>
        <p:spPr>
          <a:xfrm>
            <a:off x="8125521" y="175731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noGrp="1"/>
          </p:cNvSpPr>
          <p:nvPr/>
        </p:nvSpPr>
        <p:spPr>
          <a:xfrm>
            <a:off x="7955015" y="204716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noGrp="1"/>
          </p:cNvSpPr>
          <p:nvPr/>
        </p:nvSpPr>
        <p:spPr>
          <a:xfrm>
            <a:off x="808063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noGrp="1"/>
          </p:cNvSpPr>
          <p:nvPr/>
        </p:nvSpPr>
        <p:spPr>
          <a:xfrm>
            <a:off x="801654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noGrp="1"/>
          </p:cNvSpPr>
          <p:nvPr/>
        </p:nvSpPr>
        <p:spPr>
          <a:xfrm>
            <a:off x="796932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noGrp="1"/>
          </p:cNvSpPr>
          <p:nvPr/>
        </p:nvSpPr>
        <p:spPr>
          <a:xfrm>
            <a:off x="8019611" y="191399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noGrp="1"/>
          </p:cNvSpPr>
          <p:nvPr/>
        </p:nvSpPr>
        <p:spPr>
          <a:xfrm>
            <a:off x="800158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noGrp="1"/>
          </p:cNvSpPr>
          <p:nvPr/>
        </p:nvSpPr>
        <p:spPr>
          <a:xfrm>
            <a:off x="806608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noGrp="1"/>
          </p:cNvSpPr>
          <p:nvPr/>
        </p:nvSpPr>
        <p:spPr>
          <a:xfrm>
            <a:off x="7969568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noGrp="1"/>
          </p:cNvSpPr>
          <p:nvPr/>
        </p:nvSpPr>
        <p:spPr>
          <a:xfrm>
            <a:off x="7960036" y="329275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noGrp="1"/>
          </p:cNvSpPr>
          <p:nvPr/>
        </p:nvSpPr>
        <p:spPr>
          <a:xfrm>
            <a:off x="795443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noGrp="1"/>
          </p:cNvSpPr>
          <p:nvPr/>
        </p:nvSpPr>
        <p:spPr>
          <a:xfrm>
            <a:off x="804653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noGrp="1"/>
          </p:cNvSpPr>
          <p:nvPr/>
        </p:nvSpPr>
        <p:spPr>
          <a:xfrm>
            <a:off x="8037133" y="3216973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noGrp="1"/>
          </p:cNvSpPr>
          <p:nvPr/>
        </p:nvSpPr>
        <p:spPr>
          <a:xfrm>
            <a:off x="8112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noGrp="1"/>
          </p:cNvSpPr>
          <p:nvPr/>
        </p:nvSpPr>
        <p:spPr>
          <a:xfrm>
            <a:off x="804546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noGrp="1"/>
          </p:cNvSpPr>
          <p:nvPr/>
        </p:nvSpPr>
        <p:spPr>
          <a:xfrm>
            <a:off x="7992707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noGrp="1"/>
          </p:cNvSpPr>
          <p:nvPr/>
        </p:nvSpPr>
        <p:spPr>
          <a:xfrm>
            <a:off x="810909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noGrp="1"/>
          </p:cNvSpPr>
          <p:nvPr/>
        </p:nvSpPr>
        <p:spPr>
          <a:xfrm>
            <a:off x="7967927" y="331429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noGrp="1"/>
          </p:cNvSpPr>
          <p:nvPr/>
        </p:nvSpPr>
        <p:spPr>
          <a:xfrm>
            <a:off x="813935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noGrp="1"/>
          </p:cNvSpPr>
          <p:nvPr/>
        </p:nvSpPr>
        <p:spPr>
          <a:xfrm>
            <a:off x="8154753" y="286450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noGrp="1"/>
          </p:cNvSpPr>
          <p:nvPr/>
        </p:nvSpPr>
        <p:spPr>
          <a:xfrm>
            <a:off x="8077954" y="2676871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noGrp="1"/>
          </p:cNvSpPr>
          <p:nvPr/>
        </p:nvSpPr>
        <p:spPr>
          <a:xfrm>
            <a:off x="7939244" y="276004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noGrp="1"/>
          </p:cNvSpPr>
          <p:nvPr/>
        </p:nvSpPr>
        <p:spPr>
          <a:xfrm>
            <a:off x="7993899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noGrp="1"/>
          </p:cNvSpPr>
          <p:nvPr/>
        </p:nvSpPr>
        <p:spPr>
          <a:xfrm>
            <a:off x="8137164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noGrp="1"/>
          </p:cNvSpPr>
          <p:nvPr/>
        </p:nvSpPr>
        <p:spPr>
          <a:xfrm>
            <a:off x="7958851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noGrp="1"/>
          </p:cNvSpPr>
          <p:nvPr/>
        </p:nvSpPr>
        <p:spPr>
          <a:xfrm>
            <a:off x="8032090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noGrp="1"/>
          </p:cNvSpPr>
          <p:nvPr/>
        </p:nvSpPr>
        <p:spPr>
          <a:xfrm>
            <a:off x="8056603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noGrp="1"/>
          </p:cNvSpPr>
          <p:nvPr/>
        </p:nvSpPr>
        <p:spPr>
          <a:xfrm>
            <a:off x="8151465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noGrp="1"/>
          </p:cNvSpPr>
          <p:nvPr/>
        </p:nvSpPr>
        <p:spPr>
          <a:xfrm>
            <a:off x="8070164" y="2977160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noGrp="1"/>
          </p:cNvSpPr>
          <p:nvPr/>
        </p:nvSpPr>
        <p:spPr>
          <a:xfrm>
            <a:off x="8017909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noGrp="1"/>
          </p:cNvSpPr>
          <p:nvPr/>
        </p:nvSpPr>
        <p:spPr>
          <a:xfrm>
            <a:off x="8099223" y="2070667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noGrp="1"/>
          </p:cNvSpPr>
          <p:nvPr/>
        </p:nvSpPr>
        <p:spPr>
          <a:xfrm>
            <a:off x="7942104" y="2885392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noGrp="1"/>
          </p:cNvSpPr>
          <p:nvPr/>
        </p:nvSpPr>
        <p:spPr>
          <a:xfrm>
            <a:off x="7951503" y="3324089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noGrp="1"/>
          </p:cNvSpPr>
          <p:nvPr/>
        </p:nvSpPr>
        <p:spPr>
          <a:xfrm>
            <a:off x="8054148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noGrp="1"/>
          </p:cNvSpPr>
          <p:nvPr/>
        </p:nvSpPr>
        <p:spPr>
          <a:xfrm>
            <a:off x="8133056" y="1522295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noGrp="1"/>
          </p:cNvSpPr>
          <p:nvPr/>
        </p:nvSpPr>
        <p:spPr>
          <a:xfrm>
            <a:off x="8017422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noGrp="1"/>
          </p:cNvSpPr>
          <p:nvPr/>
        </p:nvSpPr>
        <p:spPr>
          <a:xfrm>
            <a:off x="8078206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noGrp="1"/>
          </p:cNvSpPr>
          <p:nvPr/>
        </p:nvSpPr>
        <p:spPr>
          <a:xfrm>
            <a:off x="8094744" y="1443956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noGrp="1"/>
          </p:cNvSpPr>
          <p:nvPr/>
        </p:nvSpPr>
        <p:spPr>
          <a:xfrm>
            <a:off x="7998174" y="3100264"/>
            <a:ext cx="35183" cy="35183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noGrp="1"/>
          </p:cNvSpPr>
          <p:nvPr/>
        </p:nvSpPr>
        <p:spPr>
          <a:xfrm>
            <a:off x="5529072" y="1348740"/>
            <a:ext cx="191" cy="1992941"/>
          </a:xfrm>
          <a:custGeom>
            <a:avLst/>
            <a:gdLst/>
            <a:ahLst/>
            <a:cxnLst/>
            <a:rect l="0" t="0" r="0" b="0"/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noGrp="1"/>
          </p:cNvSpPr>
          <p:nvPr/>
        </p:nvSpPr>
        <p:spPr>
          <a:xfrm>
            <a:off x="5529072" y="3341681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noGrp="1"/>
          </p:cNvSpPr>
          <p:nvPr/>
        </p:nvSpPr>
        <p:spPr>
          <a:xfrm>
            <a:off x="5054096" y="1037862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noGrp="1"/>
          </p:cNvSpPr>
          <p:nvPr/>
        </p:nvSpPr>
        <p:spPr>
          <a:xfrm>
            <a:off x="5529072" y="1060254"/>
            <a:ext cx="96363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noGrp="1"/>
          </p:cNvSpPr>
          <p:nvPr/>
        </p:nvSpPr>
        <p:spPr>
          <a:xfrm>
            <a:off x="5907834" y="3149637"/>
            <a:ext cx="191" cy="101720"/>
          </a:xfrm>
          <a:custGeom>
            <a:avLst/>
            <a:gdLst/>
            <a:ahLst/>
            <a:cxnLst/>
            <a:rect l="0" t="0" r="0" b="0"/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noGrp="1"/>
          </p:cNvSpPr>
          <p:nvPr/>
        </p:nvSpPr>
        <p:spPr>
          <a:xfrm>
            <a:off x="5842279" y="325135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noGrp="1"/>
          </p:cNvSpPr>
          <p:nvPr/>
        </p:nvSpPr>
        <p:spPr>
          <a:xfrm>
            <a:off x="5842279" y="3149637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noGrp="1"/>
          </p:cNvSpPr>
          <p:nvPr/>
        </p:nvSpPr>
        <p:spPr>
          <a:xfrm>
            <a:off x="6257460" y="2324331"/>
            <a:ext cx="191" cy="227876"/>
          </a:xfrm>
          <a:custGeom>
            <a:avLst/>
            <a:gdLst/>
            <a:ahLst/>
            <a:cxnLst/>
            <a:rect l="0" t="0" r="0" b="0"/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noGrp="1"/>
          </p:cNvSpPr>
          <p:nvPr/>
        </p:nvSpPr>
        <p:spPr>
          <a:xfrm>
            <a:off x="6191905" y="255220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noGrp="1"/>
          </p:cNvSpPr>
          <p:nvPr/>
        </p:nvSpPr>
        <p:spPr>
          <a:xfrm>
            <a:off x="6191905" y="232433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noGrp="1"/>
          </p:cNvSpPr>
          <p:nvPr/>
        </p:nvSpPr>
        <p:spPr>
          <a:xfrm>
            <a:off x="6607086" y="2155501"/>
            <a:ext cx="191" cy="208521"/>
          </a:xfrm>
          <a:custGeom>
            <a:avLst/>
            <a:gdLst/>
            <a:ahLst/>
            <a:cxnLst/>
            <a:rect l="0" t="0" r="0" b="0"/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noGrp="1"/>
          </p:cNvSpPr>
          <p:nvPr/>
        </p:nvSpPr>
        <p:spPr>
          <a:xfrm>
            <a:off x="6541531" y="236402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noGrp="1"/>
          </p:cNvSpPr>
          <p:nvPr/>
        </p:nvSpPr>
        <p:spPr>
          <a:xfrm>
            <a:off x="6541531" y="215550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noGrp="1"/>
          </p:cNvSpPr>
          <p:nvPr/>
        </p:nvSpPr>
        <p:spPr>
          <a:xfrm>
            <a:off x="7364610" y="2309892"/>
            <a:ext cx="191" cy="323489"/>
          </a:xfrm>
          <a:custGeom>
            <a:avLst/>
            <a:gdLst/>
            <a:ahLst/>
            <a:cxnLst/>
            <a:rect l="0" t="0" r="0" b="0"/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noGrp="1"/>
          </p:cNvSpPr>
          <p:nvPr/>
        </p:nvSpPr>
        <p:spPr>
          <a:xfrm>
            <a:off x="7299055" y="2633381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noGrp="1"/>
          </p:cNvSpPr>
          <p:nvPr/>
        </p:nvSpPr>
        <p:spPr>
          <a:xfrm>
            <a:off x="7299055" y="2309892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noGrp="1"/>
          </p:cNvSpPr>
          <p:nvPr/>
        </p:nvSpPr>
        <p:spPr>
          <a:xfrm>
            <a:off x="7714236" y="2118184"/>
            <a:ext cx="191" cy="292135"/>
          </a:xfrm>
          <a:custGeom>
            <a:avLst/>
            <a:gdLst/>
            <a:ahLst/>
            <a:cxnLst/>
            <a:rect l="0" t="0" r="0" b="0"/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noGrp="1"/>
          </p:cNvSpPr>
          <p:nvPr/>
        </p:nvSpPr>
        <p:spPr>
          <a:xfrm>
            <a:off x="7648681" y="2410319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noGrp="1"/>
          </p:cNvSpPr>
          <p:nvPr/>
        </p:nvSpPr>
        <p:spPr>
          <a:xfrm>
            <a:off x="7648681" y="2118184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noGrp="1"/>
          </p:cNvSpPr>
          <p:nvPr/>
        </p:nvSpPr>
        <p:spPr>
          <a:xfrm>
            <a:off x="8063862" y="1879886"/>
            <a:ext cx="191" cy="288697"/>
          </a:xfrm>
          <a:custGeom>
            <a:avLst/>
            <a:gdLst/>
            <a:ahLst/>
            <a:cxnLst/>
            <a:rect l="0" t="0" r="0" b="0"/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noGrp="1"/>
          </p:cNvSpPr>
          <p:nvPr/>
        </p:nvSpPr>
        <p:spPr>
          <a:xfrm>
            <a:off x="7998307" y="2168583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noGrp="1"/>
          </p:cNvSpPr>
          <p:nvPr/>
        </p:nvSpPr>
        <p:spPr>
          <a:xfrm>
            <a:off x="7998307" y="1879886"/>
            <a:ext cx="131110" cy="191"/>
          </a:xfrm>
          <a:custGeom>
            <a:avLst/>
            <a:gdLst/>
            <a:ahLst/>
            <a:cxnLst/>
            <a:rect l="0" t="0" r="0" b="0"/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/>
          <a:ln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noGrp="1"/>
          </p:cNvSpPr>
          <p:nvPr/>
        </p:nvSpPr>
        <p:spPr>
          <a:xfrm>
            <a:off x="5784008" y="3205172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noGrp="1"/>
          </p:cNvSpPr>
          <p:nvPr/>
        </p:nvSpPr>
        <p:spPr>
          <a:xfrm>
            <a:off x="6133634" y="2436390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noGrp="1"/>
          </p:cNvSpPr>
          <p:nvPr/>
        </p:nvSpPr>
        <p:spPr>
          <a:xfrm>
            <a:off x="6483260" y="2258321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noGrp="1"/>
          </p:cNvSpPr>
          <p:nvPr/>
        </p:nvSpPr>
        <p:spPr>
          <a:xfrm>
            <a:off x="7240784" y="2472997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noGrp="1"/>
          </p:cNvSpPr>
          <p:nvPr/>
        </p:nvSpPr>
        <p:spPr>
          <a:xfrm>
            <a:off x="7590410" y="226508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noGrp="1"/>
          </p:cNvSpPr>
          <p:nvPr/>
        </p:nvSpPr>
        <p:spPr>
          <a:xfrm>
            <a:off x="7940036" y="2023438"/>
            <a:ext cx="247652" cy="191"/>
          </a:xfrm>
          <a:custGeom>
            <a:avLst/>
            <a:gdLst/>
            <a:ahLst/>
            <a:cxnLst/>
            <a:rect l="0" t="0" r="0" b="0"/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/>
          <a:ln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noGrp="1"/>
          </p:cNvSpPr>
          <p:nvPr/>
        </p:nvSpPr>
        <p:spPr>
          <a:xfrm>
            <a:off x="1136839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noGrp="1"/>
          </p:cNvSpPr>
          <p:nvPr/>
        </p:nvSpPr>
        <p:spPr>
          <a:xfrm>
            <a:off x="2673791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noGrp="1"/>
          </p:cNvSpPr>
          <p:nvPr/>
        </p:nvSpPr>
        <p:spPr>
          <a:xfrm>
            <a:off x="2593615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noGrp="1"/>
          </p:cNvSpPr>
          <p:nvPr/>
        </p:nvSpPr>
        <p:spPr>
          <a:xfrm>
            <a:off x="4130567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noGrp="1"/>
          </p:cNvSpPr>
          <p:nvPr/>
        </p:nvSpPr>
        <p:spPr>
          <a:xfrm>
            <a:off x="4050391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noGrp="1"/>
          </p:cNvSpPr>
          <p:nvPr/>
        </p:nvSpPr>
        <p:spPr>
          <a:xfrm>
            <a:off x="2308090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noGrp="1"/>
          </p:cNvSpPr>
          <p:nvPr/>
        </p:nvSpPr>
        <p:spPr>
          <a:xfrm>
            <a:off x="1745026" y="7948007"/>
            <a:ext cx="1866519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noGrp="1"/>
          </p:cNvSpPr>
          <p:nvPr/>
        </p:nvSpPr>
        <p:spPr>
          <a:xfrm>
            <a:off x="1173036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noGrp="1"/>
          </p:cNvSpPr>
          <p:nvPr/>
        </p:nvSpPr>
        <p:spPr>
          <a:xfrm>
            <a:off x="951113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noGrp="1"/>
          </p:cNvSpPr>
          <p:nvPr/>
        </p:nvSpPr>
        <p:spPr>
          <a:xfrm>
            <a:off x="1217015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noGrp="1"/>
          </p:cNvSpPr>
          <p:nvPr/>
        </p:nvSpPr>
        <p:spPr>
          <a:xfrm>
            <a:off x="1173036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noGrp="1"/>
          </p:cNvSpPr>
          <p:nvPr/>
        </p:nvSpPr>
        <p:spPr>
          <a:xfrm>
            <a:off x="951113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noGrp="1"/>
          </p:cNvSpPr>
          <p:nvPr/>
        </p:nvSpPr>
        <p:spPr>
          <a:xfrm>
            <a:off x="1173036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noGrp="1"/>
          </p:cNvSpPr>
          <p:nvPr/>
        </p:nvSpPr>
        <p:spPr>
          <a:xfrm>
            <a:off x="951113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noGrp="1"/>
          </p:cNvSpPr>
          <p:nvPr/>
        </p:nvSpPr>
        <p:spPr>
          <a:xfrm rot="-5400000">
            <a:off x="229440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noGrp="1"/>
          </p:cNvSpPr>
          <p:nvPr/>
        </p:nvSpPr>
        <p:spPr>
          <a:xfrm>
            <a:off x="1185301" y="5373862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noGrp="1"/>
          </p:cNvSpPr>
          <p:nvPr/>
        </p:nvSpPr>
        <p:spPr>
          <a:xfrm>
            <a:off x="2561866" y="5853862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67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noGrp="1"/>
          </p:cNvSpPr>
          <p:nvPr/>
        </p:nvSpPr>
        <p:spPr>
          <a:xfrm>
            <a:off x="1185301" y="6736988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noGrp="1"/>
          </p:cNvSpPr>
          <p:nvPr/>
        </p:nvSpPr>
        <p:spPr>
          <a:xfrm>
            <a:off x="3480192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noGrp="1"/>
          </p:cNvSpPr>
          <p:nvPr/>
        </p:nvSpPr>
        <p:spPr>
          <a:xfrm>
            <a:off x="3009740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noGrp="1"/>
          </p:cNvSpPr>
          <p:nvPr/>
        </p:nvSpPr>
        <p:spPr>
          <a:xfrm>
            <a:off x="3499956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noGrp="1"/>
          </p:cNvSpPr>
          <p:nvPr/>
        </p:nvSpPr>
        <p:spPr>
          <a:xfrm>
            <a:off x="1185301" y="5692966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noGrp="1"/>
          </p:cNvSpPr>
          <p:nvPr/>
        </p:nvSpPr>
        <p:spPr>
          <a:xfrm>
            <a:off x="1832757" y="6542752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75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noGrp="1"/>
          </p:cNvSpPr>
          <p:nvPr/>
        </p:nvSpPr>
        <p:spPr>
          <a:xfrm>
            <a:off x="1913689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noGrp="1"/>
          </p:cNvSpPr>
          <p:nvPr/>
        </p:nvSpPr>
        <p:spPr>
          <a:xfrm>
            <a:off x="3387512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noGrp="1"/>
          </p:cNvSpPr>
          <p:nvPr/>
        </p:nvSpPr>
        <p:spPr>
          <a:xfrm>
            <a:off x="3211936" y="5328772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noGrp="1"/>
          </p:cNvSpPr>
          <p:nvPr/>
        </p:nvSpPr>
        <p:spPr>
          <a:xfrm>
            <a:off x="1843399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noGrp="1"/>
          </p:cNvSpPr>
          <p:nvPr/>
        </p:nvSpPr>
        <p:spPr>
          <a:xfrm>
            <a:off x="3088822" y="5183094"/>
            <a:ext cx="63428" cy="63428"/>
          </a:xfrm>
          <a:prstGeom prst="ellipse">
            <a:avLst/>
          </a:prstGeom>
          <a:solidFill>
            <a:srgbClr val="4829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noGrp="1"/>
          </p:cNvSpPr>
          <p:nvPr/>
        </p:nvSpPr>
        <p:spPr>
          <a:xfrm>
            <a:off x="3006271" y="569296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43B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noGrp="1"/>
          </p:cNvSpPr>
          <p:nvPr/>
        </p:nvSpPr>
        <p:spPr>
          <a:xfrm>
            <a:off x="1751825" y="6251396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noGrp="1"/>
          </p:cNvSpPr>
          <p:nvPr/>
        </p:nvSpPr>
        <p:spPr>
          <a:xfrm>
            <a:off x="1185301" y="6902043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noGrp="1"/>
          </p:cNvSpPr>
          <p:nvPr/>
        </p:nvSpPr>
        <p:spPr>
          <a:xfrm>
            <a:off x="1601523" y="6681492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noGrp="1"/>
          </p:cNvSpPr>
          <p:nvPr/>
        </p:nvSpPr>
        <p:spPr>
          <a:xfrm>
            <a:off x="1596187" y="6787022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E4C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noGrp="1"/>
          </p:cNvSpPr>
          <p:nvPr/>
        </p:nvSpPr>
        <p:spPr>
          <a:xfrm>
            <a:off x="2277883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noGrp="1"/>
          </p:cNvSpPr>
          <p:nvPr/>
        </p:nvSpPr>
        <p:spPr>
          <a:xfrm>
            <a:off x="1185301" y="7190208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noGrp="1"/>
          </p:cNvSpPr>
          <p:nvPr/>
        </p:nvSpPr>
        <p:spPr>
          <a:xfrm>
            <a:off x="1185301" y="523446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A6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noGrp="1"/>
          </p:cNvSpPr>
          <p:nvPr/>
        </p:nvSpPr>
        <p:spPr>
          <a:xfrm>
            <a:off x="1799543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noGrp="1"/>
          </p:cNvSpPr>
          <p:nvPr/>
        </p:nvSpPr>
        <p:spPr>
          <a:xfrm>
            <a:off x="1185301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noGrp="1"/>
          </p:cNvSpPr>
          <p:nvPr/>
        </p:nvSpPr>
        <p:spPr>
          <a:xfrm>
            <a:off x="2836314" y="6057160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noGrp="1"/>
          </p:cNvSpPr>
          <p:nvPr/>
        </p:nvSpPr>
        <p:spPr>
          <a:xfrm>
            <a:off x="1185301" y="671574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noGrp="1"/>
          </p:cNvSpPr>
          <p:nvPr/>
        </p:nvSpPr>
        <p:spPr>
          <a:xfrm>
            <a:off x="1185301" y="5410617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noGrp="1"/>
          </p:cNvSpPr>
          <p:nvPr/>
        </p:nvSpPr>
        <p:spPr>
          <a:xfrm>
            <a:off x="3411066" y="5551120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noGrp="1"/>
          </p:cNvSpPr>
          <p:nvPr/>
        </p:nvSpPr>
        <p:spPr>
          <a:xfrm>
            <a:off x="1185301" y="5730891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noGrp="1"/>
          </p:cNvSpPr>
          <p:nvPr/>
        </p:nvSpPr>
        <p:spPr>
          <a:xfrm>
            <a:off x="3127669" y="5783147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noGrp="1"/>
          </p:cNvSpPr>
          <p:nvPr/>
        </p:nvSpPr>
        <p:spPr>
          <a:xfrm>
            <a:off x="1185301" y="626527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noGrp="1"/>
          </p:cNvSpPr>
          <p:nvPr/>
        </p:nvSpPr>
        <p:spPr>
          <a:xfrm>
            <a:off x="1241374" y="7446828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noGrp="1"/>
          </p:cNvSpPr>
          <p:nvPr/>
        </p:nvSpPr>
        <p:spPr>
          <a:xfrm>
            <a:off x="2035087" y="5535148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472C7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noGrp="1"/>
          </p:cNvSpPr>
          <p:nvPr/>
        </p:nvSpPr>
        <p:spPr>
          <a:xfrm>
            <a:off x="2156485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noGrp="1"/>
          </p:cNvSpPr>
          <p:nvPr/>
        </p:nvSpPr>
        <p:spPr>
          <a:xfrm>
            <a:off x="1185301" y="6172777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noGrp="1"/>
          </p:cNvSpPr>
          <p:nvPr/>
        </p:nvSpPr>
        <p:spPr>
          <a:xfrm>
            <a:off x="1185301" y="5551748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noGrp="1"/>
          </p:cNvSpPr>
          <p:nvPr/>
        </p:nvSpPr>
        <p:spPr>
          <a:xfrm>
            <a:off x="2327929" y="4600384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noGrp="1"/>
          </p:cNvSpPr>
          <p:nvPr/>
        </p:nvSpPr>
        <p:spPr>
          <a:xfrm>
            <a:off x="1185301" y="5829927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noGrp="1"/>
          </p:cNvSpPr>
          <p:nvPr/>
        </p:nvSpPr>
        <p:spPr>
          <a:xfrm>
            <a:off x="2954243" y="4746061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noGrp="1"/>
          </p:cNvSpPr>
          <p:nvPr/>
        </p:nvSpPr>
        <p:spPr>
          <a:xfrm>
            <a:off x="1185301" y="6542752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noGrp="1"/>
          </p:cNvSpPr>
          <p:nvPr/>
        </p:nvSpPr>
        <p:spPr>
          <a:xfrm>
            <a:off x="1529262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noGrp="1"/>
          </p:cNvSpPr>
          <p:nvPr/>
        </p:nvSpPr>
        <p:spPr>
          <a:xfrm>
            <a:off x="2083646" y="7194832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noGrp="1"/>
          </p:cNvSpPr>
          <p:nvPr/>
        </p:nvSpPr>
        <p:spPr>
          <a:xfrm>
            <a:off x="1282419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noGrp="1"/>
          </p:cNvSpPr>
          <p:nvPr/>
        </p:nvSpPr>
        <p:spPr>
          <a:xfrm>
            <a:off x="2156485" y="6542752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28C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noGrp="1"/>
          </p:cNvSpPr>
          <p:nvPr/>
        </p:nvSpPr>
        <p:spPr>
          <a:xfrm>
            <a:off x="1185301" y="4983492"/>
            <a:ext cx="63428" cy="63428"/>
          </a:xfrm>
          <a:prstGeom prst="ellipse">
            <a:avLst/>
          </a:prstGeom>
          <a:solidFill>
            <a:srgbClr val="218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noGrp="1"/>
          </p:cNvSpPr>
          <p:nvPr/>
        </p:nvSpPr>
        <p:spPr>
          <a:xfrm>
            <a:off x="2642077" y="6785548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noGrp="1"/>
          </p:cNvSpPr>
          <p:nvPr/>
        </p:nvSpPr>
        <p:spPr>
          <a:xfrm>
            <a:off x="3266410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noGrp="1"/>
          </p:cNvSpPr>
          <p:nvPr/>
        </p:nvSpPr>
        <p:spPr>
          <a:xfrm>
            <a:off x="1618925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noGrp="1"/>
          </p:cNvSpPr>
          <p:nvPr/>
        </p:nvSpPr>
        <p:spPr>
          <a:xfrm>
            <a:off x="1670893" y="589529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noGrp="1"/>
          </p:cNvSpPr>
          <p:nvPr/>
        </p:nvSpPr>
        <p:spPr>
          <a:xfrm>
            <a:off x="1185301" y="6292004"/>
            <a:ext cx="63428" cy="63428"/>
          </a:xfrm>
          <a:prstGeom prst="ellipse">
            <a:avLst/>
          </a:prstGeom>
          <a:solidFill>
            <a:srgbClr val="22A884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noGrp="1"/>
          </p:cNvSpPr>
          <p:nvPr/>
        </p:nvSpPr>
        <p:spPr>
          <a:xfrm>
            <a:off x="2963510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noGrp="1"/>
          </p:cNvSpPr>
          <p:nvPr/>
        </p:nvSpPr>
        <p:spPr>
          <a:xfrm>
            <a:off x="1187060" y="6542752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5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noGrp="1"/>
          </p:cNvSpPr>
          <p:nvPr/>
        </p:nvSpPr>
        <p:spPr>
          <a:xfrm>
            <a:off x="1564525" y="4843180"/>
            <a:ext cx="63428" cy="63428"/>
          </a:xfrm>
          <a:prstGeom prst="ellipse">
            <a:avLst/>
          </a:prstGeom>
          <a:solidFill>
            <a:srgbClr val="218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noGrp="1"/>
          </p:cNvSpPr>
          <p:nvPr/>
        </p:nvSpPr>
        <p:spPr>
          <a:xfrm>
            <a:off x="1670893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87D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noGrp="1"/>
          </p:cNvSpPr>
          <p:nvPr/>
        </p:nvSpPr>
        <p:spPr>
          <a:xfrm>
            <a:off x="3370465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noGrp="1"/>
          </p:cNvSpPr>
          <p:nvPr/>
        </p:nvSpPr>
        <p:spPr>
          <a:xfrm>
            <a:off x="1185301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noGrp="1"/>
          </p:cNvSpPr>
          <p:nvPr/>
        </p:nvSpPr>
        <p:spPr>
          <a:xfrm>
            <a:off x="2474674" y="611962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noGrp="1"/>
          </p:cNvSpPr>
          <p:nvPr/>
        </p:nvSpPr>
        <p:spPr>
          <a:xfrm>
            <a:off x="3127669" y="5571568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noGrp="1"/>
          </p:cNvSpPr>
          <p:nvPr/>
        </p:nvSpPr>
        <p:spPr>
          <a:xfrm>
            <a:off x="3483768" y="5306542"/>
            <a:ext cx="63428" cy="63428"/>
          </a:xfrm>
          <a:prstGeom prst="ellipse">
            <a:avLst/>
          </a:prstGeom>
          <a:solidFill>
            <a:srgbClr val="28AE8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noGrp="1"/>
          </p:cNvSpPr>
          <p:nvPr/>
        </p:nvSpPr>
        <p:spPr>
          <a:xfrm>
            <a:off x="4098853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noGrp="1"/>
          </p:cNvSpPr>
          <p:nvPr/>
        </p:nvSpPr>
        <p:spPr>
          <a:xfrm>
            <a:off x="2579870" y="6057160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noGrp="1"/>
          </p:cNvSpPr>
          <p:nvPr/>
        </p:nvSpPr>
        <p:spPr>
          <a:xfrm>
            <a:off x="2205044" y="664329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noGrp="1"/>
          </p:cNvSpPr>
          <p:nvPr/>
        </p:nvSpPr>
        <p:spPr>
          <a:xfrm>
            <a:off x="1185301" y="5474449"/>
            <a:ext cx="63428" cy="63428"/>
          </a:xfrm>
          <a:prstGeom prst="ellipse">
            <a:avLst/>
          </a:prstGeom>
          <a:solidFill>
            <a:srgbClr val="3859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noGrp="1"/>
          </p:cNvSpPr>
          <p:nvPr/>
        </p:nvSpPr>
        <p:spPr>
          <a:xfrm>
            <a:off x="1913689" y="5328772"/>
            <a:ext cx="63428" cy="63428"/>
          </a:xfrm>
          <a:prstGeom prst="ellipse">
            <a:avLst/>
          </a:prstGeom>
          <a:solidFill>
            <a:srgbClr val="46085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noGrp="1"/>
          </p:cNvSpPr>
          <p:nvPr/>
        </p:nvSpPr>
        <p:spPr>
          <a:xfrm>
            <a:off x="1185301" y="5479738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noGrp="1"/>
          </p:cNvSpPr>
          <p:nvPr/>
        </p:nvSpPr>
        <p:spPr>
          <a:xfrm>
            <a:off x="2247534" y="508597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noGrp="1"/>
          </p:cNvSpPr>
          <p:nvPr/>
        </p:nvSpPr>
        <p:spPr>
          <a:xfrm>
            <a:off x="1185301" y="5571568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noGrp="1"/>
          </p:cNvSpPr>
          <p:nvPr/>
        </p:nvSpPr>
        <p:spPr>
          <a:xfrm>
            <a:off x="1185301" y="6057160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noGrp="1"/>
          </p:cNvSpPr>
          <p:nvPr/>
        </p:nvSpPr>
        <p:spPr>
          <a:xfrm>
            <a:off x="1303097" y="6362770"/>
            <a:ext cx="63428" cy="63428"/>
          </a:xfrm>
          <a:prstGeom prst="ellipse">
            <a:avLst/>
          </a:prstGeom>
          <a:solidFill>
            <a:srgbClr val="3E49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1B6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noGrp="1"/>
          </p:cNvSpPr>
          <p:nvPr/>
        </p:nvSpPr>
        <p:spPr>
          <a:xfrm>
            <a:off x="1185301" y="5891707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noGrp="1"/>
          </p:cNvSpPr>
          <p:nvPr/>
        </p:nvSpPr>
        <p:spPr>
          <a:xfrm>
            <a:off x="1185301" y="4750686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noGrp="1"/>
          </p:cNvSpPr>
          <p:nvPr/>
        </p:nvSpPr>
        <p:spPr>
          <a:xfrm>
            <a:off x="2140049" y="6922120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noGrp="1"/>
          </p:cNvSpPr>
          <p:nvPr/>
        </p:nvSpPr>
        <p:spPr>
          <a:xfrm>
            <a:off x="1185301" y="619474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noGrp="1"/>
          </p:cNvSpPr>
          <p:nvPr/>
        </p:nvSpPr>
        <p:spPr>
          <a:xfrm>
            <a:off x="1185301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noGrp="1"/>
          </p:cNvSpPr>
          <p:nvPr/>
        </p:nvSpPr>
        <p:spPr>
          <a:xfrm>
            <a:off x="2642077" y="7028344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noGrp="1"/>
          </p:cNvSpPr>
          <p:nvPr/>
        </p:nvSpPr>
        <p:spPr>
          <a:xfrm>
            <a:off x="2607392" y="6057160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noGrp="1"/>
          </p:cNvSpPr>
          <p:nvPr/>
        </p:nvSpPr>
        <p:spPr>
          <a:xfrm>
            <a:off x="3370465" y="6303450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noGrp="1"/>
          </p:cNvSpPr>
          <p:nvPr/>
        </p:nvSpPr>
        <p:spPr>
          <a:xfrm>
            <a:off x="2642077" y="619474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noGrp="1"/>
          </p:cNvSpPr>
          <p:nvPr/>
        </p:nvSpPr>
        <p:spPr>
          <a:xfrm>
            <a:off x="1230825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noGrp="1"/>
          </p:cNvSpPr>
          <p:nvPr/>
        </p:nvSpPr>
        <p:spPr>
          <a:xfrm>
            <a:off x="1185301" y="6299956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noGrp="1"/>
          </p:cNvSpPr>
          <p:nvPr/>
        </p:nvSpPr>
        <p:spPr>
          <a:xfrm>
            <a:off x="1185301" y="659529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470E6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noGrp="1"/>
          </p:cNvSpPr>
          <p:nvPr/>
        </p:nvSpPr>
        <p:spPr>
          <a:xfrm>
            <a:off x="1806512" y="6607865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noGrp="1"/>
          </p:cNvSpPr>
          <p:nvPr/>
        </p:nvSpPr>
        <p:spPr>
          <a:xfrm>
            <a:off x="1185301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noGrp="1"/>
          </p:cNvSpPr>
          <p:nvPr/>
        </p:nvSpPr>
        <p:spPr>
          <a:xfrm>
            <a:off x="2838327" y="5586240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noGrp="1"/>
          </p:cNvSpPr>
          <p:nvPr/>
        </p:nvSpPr>
        <p:spPr>
          <a:xfrm>
            <a:off x="1282419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noGrp="1"/>
          </p:cNvSpPr>
          <p:nvPr/>
        </p:nvSpPr>
        <p:spPr>
          <a:xfrm>
            <a:off x="2632425" y="4600384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noGrp="1"/>
          </p:cNvSpPr>
          <p:nvPr/>
        </p:nvSpPr>
        <p:spPr>
          <a:xfrm>
            <a:off x="1845310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noGrp="1"/>
          </p:cNvSpPr>
          <p:nvPr/>
        </p:nvSpPr>
        <p:spPr>
          <a:xfrm>
            <a:off x="2156485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noGrp="1"/>
          </p:cNvSpPr>
          <p:nvPr/>
        </p:nvSpPr>
        <p:spPr>
          <a:xfrm>
            <a:off x="1185301" y="6785548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noGrp="1"/>
          </p:cNvSpPr>
          <p:nvPr/>
        </p:nvSpPr>
        <p:spPr>
          <a:xfrm>
            <a:off x="2439090" y="5487456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noGrp="1"/>
          </p:cNvSpPr>
          <p:nvPr/>
        </p:nvSpPr>
        <p:spPr>
          <a:xfrm>
            <a:off x="1185301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noGrp="1"/>
          </p:cNvSpPr>
          <p:nvPr/>
        </p:nvSpPr>
        <p:spPr>
          <a:xfrm>
            <a:off x="1185301" y="5541218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noGrp="1"/>
          </p:cNvSpPr>
          <p:nvPr/>
        </p:nvSpPr>
        <p:spPr>
          <a:xfrm>
            <a:off x="4098853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noGrp="1"/>
          </p:cNvSpPr>
          <p:nvPr/>
        </p:nvSpPr>
        <p:spPr>
          <a:xfrm>
            <a:off x="1549495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noGrp="1"/>
          </p:cNvSpPr>
          <p:nvPr/>
        </p:nvSpPr>
        <p:spPr>
          <a:xfrm>
            <a:off x="1185301" y="6639870"/>
            <a:ext cx="63428" cy="63428"/>
          </a:xfrm>
          <a:prstGeom prst="ellipse">
            <a:avLst/>
          </a:prstGeom>
          <a:solidFill>
            <a:srgbClr val="433E8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noGrp="1"/>
          </p:cNvSpPr>
          <p:nvPr/>
        </p:nvSpPr>
        <p:spPr>
          <a:xfrm>
            <a:off x="3023080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noGrp="1"/>
          </p:cNvSpPr>
          <p:nvPr/>
        </p:nvSpPr>
        <p:spPr>
          <a:xfrm>
            <a:off x="3613261" y="4600384"/>
            <a:ext cx="63428" cy="63428"/>
          </a:xfrm>
          <a:prstGeom prst="ellipse">
            <a:avLst/>
          </a:prstGeom>
          <a:solidFill>
            <a:srgbClr val="1F96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noGrp="1"/>
          </p:cNvSpPr>
          <p:nvPr/>
        </p:nvSpPr>
        <p:spPr>
          <a:xfrm>
            <a:off x="1185301" y="589529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noGrp="1"/>
          </p:cNvSpPr>
          <p:nvPr/>
        </p:nvSpPr>
        <p:spPr>
          <a:xfrm>
            <a:off x="1185301" y="5085976"/>
            <a:ext cx="63428" cy="63428"/>
          </a:xfrm>
          <a:prstGeom prst="ellipse">
            <a:avLst/>
          </a:prstGeom>
          <a:solidFill>
            <a:srgbClr val="258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noGrp="1"/>
          </p:cNvSpPr>
          <p:nvPr/>
        </p:nvSpPr>
        <p:spPr>
          <a:xfrm>
            <a:off x="2404236" y="6772169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noGrp="1"/>
          </p:cNvSpPr>
          <p:nvPr/>
        </p:nvSpPr>
        <p:spPr>
          <a:xfrm>
            <a:off x="1185301" y="6267673"/>
            <a:ext cx="63428" cy="63428"/>
          </a:xfrm>
          <a:prstGeom prst="ellipse">
            <a:avLst/>
          </a:prstGeom>
          <a:solidFill>
            <a:srgbClr val="1F9A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noGrp="1"/>
          </p:cNvSpPr>
          <p:nvPr/>
        </p:nvSpPr>
        <p:spPr>
          <a:xfrm>
            <a:off x="1403937" y="6170994"/>
            <a:ext cx="63428" cy="63428"/>
          </a:xfrm>
          <a:prstGeom prst="ellipse">
            <a:avLst/>
          </a:prstGeom>
          <a:solidFill>
            <a:srgbClr val="41448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noGrp="1"/>
          </p:cNvSpPr>
          <p:nvPr/>
        </p:nvSpPr>
        <p:spPr>
          <a:xfrm>
            <a:off x="2406218" y="6348515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noGrp="1"/>
          </p:cNvSpPr>
          <p:nvPr/>
        </p:nvSpPr>
        <p:spPr>
          <a:xfrm>
            <a:off x="4098853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noGrp="1"/>
          </p:cNvSpPr>
          <p:nvPr/>
        </p:nvSpPr>
        <p:spPr>
          <a:xfrm>
            <a:off x="1250960" y="6893015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noGrp="1"/>
          </p:cNvSpPr>
          <p:nvPr/>
        </p:nvSpPr>
        <p:spPr>
          <a:xfrm>
            <a:off x="1192888" y="7271140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noGrp="1"/>
          </p:cNvSpPr>
          <p:nvPr/>
        </p:nvSpPr>
        <p:spPr>
          <a:xfrm>
            <a:off x="1185301" y="4600384"/>
            <a:ext cx="63428" cy="63428"/>
          </a:xfrm>
          <a:prstGeom prst="ellipse">
            <a:avLst/>
          </a:prstGeom>
          <a:solidFill>
            <a:srgbClr val="48287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noGrp="1"/>
          </p:cNvSpPr>
          <p:nvPr/>
        </p:nvSpPr>
        <p:spPr>
          <a:xfrm>
            <a:off x="2642077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noGrp="1"/>
          </p:cNvSpPr>
          <p:nvPr/>
        </p:nvSpPr>
        <p:spPr>
          <a:xfrm>
            <a:off x="4098853" y="7513936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noGrp="1"/>
          </p:cNvSpPr>
          <p:nvPr/>
        </p:nvSpPr>
        <p:spPr>
          <a:xfrm>
            <a:off x="2395871" y="6376454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noGrp="1"/>
          </p:cNvSpPr>
          <p:nvPr/>
        </p:nvSpPr>
        <p:spPr>
          <a:xfrm>
            <a:off x="1185301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noGrp="1"/>
          </p:cNvSpPr>
          <p:nvPr/>
        </p:nvSpPr>
        <p:spPr>
          <a:xfrm>
            <a:off x="1476656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noGrp="1"/>
          </p:cNvSpPr>
          <p:nvPr/>
        </p:nvSpPr>
        <p:spPr>
          <a:xfrm>
            <a:off x="1217015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noGrp="1"/>
          </p:cNvSpPr>
          <p:nvPr/>
        </p:nvSpPr>
        <p:spPr>
          <a:xfrm>
            <a:off x="1217015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noGrp="1"/>
          </p:cNvSpPr>
          <p:nvPr/>
        </p:nvSpPr>
        <p:spPr>
          <a:xfrm>
            <a:off x="742040" y="4321220"/>
            <a:ext cx="82329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noGrp="1"/>
          </p:cNvSpPr>
          <p:nvPr/>
        </p:nvSpPr>
        <p:spPr>
          <a:xfrm>
            <a:off x="1217015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noGrp="1"/>
          </p:cNvSpPr>
          <p:nvPr/>
        </p:nvSpPr>
        <p:spPr>
          <a:xfrm>
            <a:off x="129889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noGrp="1"/>
          </p:cNvSpPr>
          <p:nvPr/>
        </p:nvSpPr>
        <p:spPr>
          <a:xfrm>
            <a:off x="133386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noGrp="1"/>
          </p:cNvSpPr>
          <p:nvPr/>
        </p:nvSpPr>
        <p:spPr>
          <a:xfrm>
            <a:off x="1368835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noGrp="1"/>
          </p:cNvSpPr>
          <p:nvPr/>
        </p:nvSpPr>
        <p:spPr>
          <a:xfrm>
            <a:off x="140102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noGrp="1"/>
          </p:cNvSpPr>
          <p:nvPr/>
        </p:nvSpPr>
        <p:spPr>
          <a:xfrm>
            <a:off x="1435994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noGrp="1"/>
          </p:cNvSpPr>
          <p:nvPr/>
        </p:nvSpPr>
        <p:spPr>
          <a:xfrm>
            <a:off x="1470964" y="4334816"/>
            <a:ext cx="7633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noGrp="1"/>
          </p:cNvSpPr>
          <p:nvPr/>
        </p:nvSpPr>
        <p:spPr>
          <a:xfrm>
            <a:off x="1538470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noGrp="1"/>
          </p:cNvSpPr>
          <p:nvPr/>
        </p:nvSpPr>
        <p:spPr>
          <a:xfrm>
            <a:off x="1608758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noGrp="1"/>
          </p:cNvSpPr>
          <p:nvPr/>
        </p:nvSpPr>
        <p:spPr>
          <a:xfrm>
            <a:off x="1685163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noGrp="1"/>
          </p:cNvSpPr>
          <p:nvPr/>
        </p:nvSpPr>
        <p:spPr>
          <a:xfrm>
            <a:off x="1761569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noGrp="1"/>
          </p:cNvSpPr>
          <p:nvPr/>
        </p:nvSpPr>
        <p:spPr>
          <a:xfrm>
            <a:off x="181836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noGrp="1"/>
          </p:cNvSpPr>
          <p:nvPr/>
        </p:nvSpPr>
        <p:spPr>
          <a:xfrm>
            <a:off x="1850558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noGrp="1"/>
          </p:cNvSpPr>
          <p:nvPr/>
        </p:nvSpPr>
        <p:spPr>
          <a:xfrm>
            <a:off x="1888656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noGrp="1"/>
          </p:cNvSpPr>
          <p:nvPr/>
        </p:nvSpPr>
        <p:spPr>
          <a:xfrm>
            <a:off x="192084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noGrp="1"/>
          </p:cNvSpPr>
          <p:nvPr/>
        </p:nvSpPr>
        <p:spPr>
          <a:xfrm>
            <a:off x="1955815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noGrp="1"/>
          </p:cNvSpPr>
          <p:nvPr/>
        </p:nvSpPr>
        <p:spPr>
          <a:xfrm>
            <a:off x="2032221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noGrp="1"/>
          </p:cNvSpPr>
          <p:nvPr/>
        </p:nvSpPr>
        <p:spPr>
          <a:xfrm>
            <a:off x="2089021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noGrp="1"/>
          </p:cNvSpPr>
          <p:nvPr/>
        </p:nvSpPr>
        <p:spPr>
          <a:xfrm>
            <a:off x="2138382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noGrp="1"/>
          </p:cNvSpPr>
          <p:nvPr/>
        </p:nvSpPr>
        <p:spPr>
          <a:xfrm>
            <a:off x="220867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noGrp="1"/>
          </p:cNvSpPr>
          <p:nvPr/>
        </p:nvSpPr>
        <p:spPr>
          <a:xfrm>
            <a:off x="2285075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noGrp="1"/>
          </p:cNvSpPr>
          <p:nvPr/>
        </p:nvSpPr>
        <p:spPr>
          <a:xfrm>
            <a:off x="2344656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noGrp="1"/>
          </p:cNvSpPr>
          <p:nvPr/>
        </p:nvSpPr>
        <p:spPr>
          <a:xfrm>
            <a:off x="2416334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noGrp="1"/>
          </p:cNvSpPr>
          <p:nvPr/>
        </p:nvSpPr>
        <p:spPr>
          <a:xfrm>
            <a:off x="245992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noGrp="1"/>
          </p:cNvSpPr>
          <p:nvPr/>
        </p:nvSpPr>
        <p:spPr>
          <a:xfrm>
            <a:off x="249489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noGrp="1"/>
          </p:cNvSpPr>
          <p:nvPr/>
        </p:nvSpPr>
        <p:spPr>
          <a:xfrm>
            <a:off x="2566573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noGrp="1"/>
          </p:cNvSpPr>
          <p:nvPr/>
        </p:nvSpPr>
        <p:spPr>
          <a:xfrm>
            <a:off x="263394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noGrp="1"/>
          </p:cNvSpPr>
          <p:nvPr/>
        </p:nvSpPr>
        <p:spPr>
          <a:xfrm>
            <a:off x="2705619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noGrp="1"/>
          </p:cNvSpPr>
          <p:nvPr/>
        </p:nvSpPr>
        <p:spPr>
          <a:xfrm>
            <a:off x="2740589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noGrp="1"/>
          </p:cNvSpPr>
          <p:nvPr/>
        </p:nvSpPr>
        <p:spPr>
          <a:xfrm>
            <a:off x="2772778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noGrp="1"/>
          </p:cNvSpPr>
          <p:nvPr/>
        </p:nvSpPr>
        <p:spPr>
          <a:xfrm>
            <a:off x="2848557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noGrp="1"/>
          </p:cNvSpPr>
          <p:nvPr/>
        </p:nvSpPr>
        <p:spPr>
          <a:xfrm>
            <a:off x="2928717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noGrp="1"/>
          </p:cNvSpPr>
          <p:nvPr/>
        </p:nvSpPr>
        <p:spPr>
          <a:xfrm>
            <a:off x="3014995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noGrp="1"/>
          </p:cNvSpPr>
          <p:nvPr/>
        </p:nvSpPr>
        <p:spPr>
          <a:xfrm>
            <a:off x="3107947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noGrp="1"/>
          </p:cNvSpPr>
          <p:nvPr/>
        </p:nvSpPr>
        <p:spPr>
          <a:xfrm>
            <a:off x="318448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1" name="text_1990">
            <a:extLst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noGrp="1"/>
          </p:cNvSpPr>
          <p:nvPr/>
        </p:nvSpPr>
        <p:spPr>
          <a:xfrm>
            <a:off x="3234999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2" name="text_1991">
            <a:extLst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noGrp="1"/>
          </p:cNvSpPr>
          <p:nvPr/>
        </p:nvSpPr>
        <p:spPr>
          <a:xfrm>
            <a:off x="3261619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noGrp="1"/>
          </p:cNvSpPr>
          <p:nvPr/>
        </p:nvSpPr>
        <p:spPr>
          <a:xfrm>
            <a:off x="4238278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noGrp="1"/>
          </p:cNvSpPr>
          <p:nvPr/>
        </p:nvSpPr>
        <p:spPr>
          <a:xfrm>
            <a:off x="4238278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noGrp="1"/>
          </p:cNvSpPr>
          <p:nvPr/>
        </p:nvSpPr>
        <p:spPr>
          <a:xfrm>
            <a:off x="4238278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noGrp="1"/>
          </p:cNvSpPr>
          <p:nvPr/>
        </p:nvSpPr>
        <p:spPr>
          <a:xfrm>
            <a:off x="4238278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noGrp="1"/>
          </p:cNvSpPr>
          <p:nvPr/>
        </p:nvSpPr>
        <p:spPr>
          <a:xfrm>
            <a:off x="4238278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noGrp="1"/>
          </p:cNvSpPr>
          <p:nvPr/>
        </p:nvSpPr>
        <p:spPr>
          <a:xfrm>
            <a:off x="4238278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noGrp="1"/>
          </p:cNvSpPr>
          <p:nvPr/>
        </p:nvSpPr>
        <p:spPr>
          <a:xfrm>
            <a:off x="4238278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noGrp="1"/>
          </p:cNvSpPr>
          <p:nvPr/>
        </p:nvSpPr>
        <p:spPr>
          <a:xfrm>
            <a:off x="4238278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noGrp="1"/>
          </p:cNvSpPr>
          <p:nvPr/>
        </p:nvSpPr>
        <p:spPr>
          <a:xfrm>
            <a:off x="4238278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noGrp="1"/>
          </p:cNvSpPr>
          <p:nvPr/>
        </p:nvSpPr>
        <p:spPr>
          <a:xfrm>
            <a:off x="4238278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noGrp="1"/>
          </p:cNvSpPr>
          <p:nvPr/>
        </p:nvSpPr>
        <p:spPr>
          <a:xfrm>
            <a:off x="4238278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noGrp="1"/>
          </p:cNvSpPr>
          <p:nvPr/>
        </p:nvSpPr>
        <p:spPr>
          <a:xfrm>
            <a:off x="4238278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noGrp="1"/>
          </p:cNvSpPr>
          <p:nvPr/>
        </p:nvSpPr>
        <p:spPr>
          <a:xfrm>
            <a:off x="4238278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noGrp="1"/>
          </p:cNvSpPr>
          <p:nvPr/>
        </p:nvSpPr>
        <p:spPr>
          <a:xfrm>
            <a:off x="4238278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noGrp="1"/>
          </p:cNvSpPr>
          <p:nvPr/>
        </p:nvSpPr>
        <p:spPr>
          <a:xfrm>
            <a:off x="4238278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noGrp="1"/>
          </p:cNvSpPr>
          <p:nvPr/>
        </p:nvSpPr>
        <p:spPr>
          <a:xfrm>
            <a:off x="4238278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noGrp="1"/>
          </p:cNvSpPr>
          <p:nvPr/>
        </p:nvSpPr>
        <p:spPr>
          <a:xfrm>
            <a:off x="4238278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noGrp="1"/>
          </p:cNvSpPr>
          <p:nvPr/>
        </p:nvSpPr>
        <p:spPr>
          <a:xfrm>
            <a:off x="4238278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noGrp="1"/>
          </p:cNvSpPr>
          <p:nvPr/>
        </p:nvSpPr>
        <p:spPr>
          <a:xfrm>
            <a:off x="4238278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noGrp="1"/>
          </p:cNvSpPr>
          <p:nvPr/>
        </p:nvSpPr>
        <p:spPr>
          <a:xfrm>
            <a:off x="4238278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noGrp="1"/>
          </p:cNvSpPr>
          <p:nvPr/>
        </p:nvSpPr>
        <p:spPr>
          <a:xfrm>
            <a:off x="4238278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noGrp="1"/>
          </p:cNvSpPr>
          <p:nvPr/>
        </p:nvSpPr>
        <p:spPr>
          <a:xfrm>
            <a:off x="4238278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noGrp="1"/>
          </p:cNvSpPr>
          <p:nvPr/>
        </p:nvSpPr>
        <p:spPr>
          <a:xfrm>
            <a:off x="4238278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noGrp="1"/>
          </p:cNvSpPr>
          <p:nvPr/>
        </p:nvSpPr>
        <p:spPr>
          <a:xfrm>
            <a:off x="4238278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noGrp="1"/>
          </p:cNvSpPr>
          <p:nvPr/>
        </p:nvSpPr>
        <p:spPr>
          <a:xfrm>
            <a:off x="4238278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noGrp="1"/>
          </p:cNvSpPr>
          <p:nvPr/>
        </p:nvSpPr>
        <p:spPr>
          <a:xfrm>
            <a:off x="4238278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noGrp="1"/>
          </p:cNvSpPr>
          <p:nvPr/>
        </p:nvSpPr>
        <p:spPr>
          <a:xfrm>
            <a:off x="4238278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noGrp="1"/>
          </p:cNvSpPr>
          <p:nvPr/>
        </p:nvSpPr>
        <p:spPr>
          <a:xfrm>
            <a:off x="4238278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noGrp="1"/>
          </p:cNvSpPr>
          <p:nvPr/>
        </p:nvSpPr>
        <p:spPr>
          <a:xfrm>
            <a:off x="4238278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noGrp="1"/>
          </p:cNvSpPr>
          <p:nvPr/>
        </p:nvSpPr>
        <p:spPr>
          <a:xfrm>
            <a:off x="4238278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noGrp="1"/>
          </p:cNvSpPr>
          <p:nvPr/>
        </p:nvSpPr>
        <p:spPr>
          <a:xfrm>
            <a:off x="4238278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noGrp="1"/>
          </p:cNvSpPr>
          <p:nvPr/>
        </p:nvSpPr>
        <p:spPr>
          <a:xfrm>
            <a:off x="4238278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noGrp="1"/>
          </p:cNvSpPr>
          <p:nvPr/>
        </p:nvSpPr>
        <p:spPr>
          <a:xfrm>
            <a:off x="4238278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noGrp="1"/>
          </p:cNvSpPr>
          <p:nvPr/>
        </p:nvSpPr>
        <p:spPr>
          <a:xfrm>
            <a:off x="4238278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noGrp="1"/>
          </p:cNvSpPr>
          <p:nvPr/>
        </p:nvSpPr>
        <p:spPr>
          <a:xfrm>
            <a:off x="4238278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noGrp="1"/>
          </p:cNvSpPr>
          <p:nvPr/>
        </p:nvSpPr>
        <p:spPr>
          <a:xfrm>
            <a:off x="4238278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noGrp="1"/>
          </p:cNvSpPr>
          <p:nvPr/>
        </p:nvSpPr>
        <p:spPr>
          <a:xfrm>
            <a:off x="4238278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noGrp="1"/>
          </p:cNvSpPr>
          <p:nvPr/>
        </p:nvSpPr>
        <p:spPr>
          <a:xfrm>
            <a:off x="4238278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noGrp="1"/>
          </p:cNvSpPr>
          <p:nvPr/>
        </p:nvSpPr>
        <p:spPr>
          <a:xfrm>
            <a:off x="4238278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noGrp="1"/>
          </p:cNvSpPr>
          <p:nvPr/>
        </p:nvSpPr>
        <p:spPr>
          <a:xfrm>
            <a:off x="4238278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noGrp="1"/>
          </p:cNvSpPr>
          <p:nvPr/>
        </p:nvSpPr>
        <p:spPr>
          <a:xfrm>
            <a:off x="4238278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noGrp="1"/>
          </p:cNvSpPr>
          <p:nvPr/>
        </p:nvSpPr>
        <p:spPr>
          <a:xfrm>
            <a:off x="4238278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noGrp="1"/>
          </p:cNvSpPr>
          <p:nvPr/>
        </p:nvSpPr>
        <p:spPr>
          <a:xfrm>
            <a:off x="4238278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noGrp="1"/>
          </p:cNvSpPr>
          <p:nvPr/>
        </p:nvSpPr>
        <p:spPr>
          <a:xfrm>
            <a:off x="4238278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noGrp="1"/>
          </p:cNvSpPr>
          <p:nvPr/>
        </p:nvSpPr>
        <p:spPr>
          <a:xfrm>
            <a:off x="4238278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noGrp="1"/>
          </p:cNvSpPr>
          <p:nvPr/>
        </p:nvSpPr>
        <p:spPr>
          <a:xfrm>
            <a:off x="4238278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noGrp="1"/>
          </p:cNvSpPr>
          <p:nvPr/>
        </p:nvSpPr>
        <p:spPr>
          <a:xfrm>
            <a:off x="4238278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noGrp="1"/>
          </p:cNvSpPr>
          <p:nvPr/>
        </p:nvSpPr>
        <p:spPr>
          <a:xfrm>
            <a:off x="4238278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noGrp="1"/>
          </p:cNvSpPr>
          <p:nvPr/>
        </p:nvSpPr>
        <p:spPr>
          <a:xfrm>
            <a:off x="4238278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noGrp="1"/>
          </p:cNvSpPr>
          <p:nvPr/>
        </p:nvSpPr>
        <p:spPr>
          <a:xfrm>
            <a:off x="4238278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noGrp="1"/>
          </p:cNvSpPr>
          <p:nvPr/>
        </p:nvSpPr>
        <p:spPr>
          <a:xfrm>
            <a:off x="4238278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noGrp="1"/>
          </p:cNvSpPr>
          <p:nvPr/>
        </p:nvSpPr>
        <p:spPr>
          <a:xfrm>
            <a:off x="4238278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noGrp="1"/>
          </p:cNvSpPr>
          <p:nvPr/>
        </p:nvSpPr>
        <p:spPr>
          <a:xfrm>
            <a:off x="4238278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noGrp="1"/>
          </p:cNvSpPr>
          <p:nvPr/>
        </p:nvSpPr>
        <p:spPr>
          <a:xfrm>
            <a:off x="4238278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noGrp="1"/>
          </p:cNvSpPr>
          <p:nvPr/>
        </p:nvSpPr>
        <p:spPr>
          <a:xfrm>
            <a:off x="4238278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noGrp="1"/>
          </p:cNvSpPr>
          <p:nvPr/>
        </p:nvSpPr>
        <p:spPr>
          <a:xfrm>
            <a:off x="4238278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noGrp="1"/>
          </p:cNvSpPr>
          <p:nvPr/>
        </p:nvSpPr>
        <p:spPr>
          <a:xfrm>
            <a:off x="4238278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noGrp="1"/>
          </p:cNvSpPr>
          <p:nvPr/>
        </p:nvSpPr>
        <p:spPr>
          <a:xfrm>
            <a:off x="4238278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noGrp="1"/>
          </p:cNvSpPr>
          <p:nvPr/>
        </p:nvSpPr>
        <p:spPr>
          <a:xfrm>
            <a:off x="4238278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noGrp="1"/>
          </p:cNvSpPr>
          <p:nvPr/>
        </p:nvSpPr>
        <p:spPr>
          <a:xfrm>
            <a:off x="4238278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noGrp="1"/>
          </p:cNvSpPr>
          <p:nvPr/>
        </p:nvSpPr>
        <p:spPr>
          <a:xfrm>
            <a:off x="4238278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noGrp="1"/>
          </p:cNvSpPr>
          <p:nvPr/>
        </p:nvSpPr>
        <p:spPr>
          <a:xfrm>
            <a:off x="4238278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noGrp="1"/>
          </p:cNvSpPr>
          <p:nvPr/>
        </p:nvSpPr>
        <p:spPr>
          <a:xfrm>
            <a:off x="4238278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noGrp="1"/>
          </p:cNvSpPr>
          <p:nvPr/>
        </p:nvSpPr>
        <p:spPr>
          <a:xfrm>
            <a:off x="4238278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noGrp="1"/>
          </p:cNvSpPr>
          <p:nvPr/>
        </p:nvSpPr>
        <p:spPr>
          <a:xfrm>
            <a:off x="4238278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noGrp="1"/>
          </p:cNvSpPr>
          <p:nvPr/>
        </p:nvSpPr>
        <p:spPr>
          <a:xfrm>
            <a:off x="4238278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noGrp="1"/>
          </p:cNvSpPr>
          <p:nvPr/>
        </p:nvSpPr>
        <p:spPr>
          <a:xfrm>
            <a:off x="4238278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noGrp="1"/>
          </p:cNvSpPr>
          <p:nvPr/>
        </p:nvSpPr>
        <p:spPr>
          <a:xfrm>
            <a:off x="4238278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noGrp="1"/>
          </p:cNvSpPr>
          <p:nvPr/>
        </p:nvSpPr>
        <p:spPr>
          <a:xfrm>
            <a:off x="4238278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noGrp="1"/>
          </p:cNvSpPr>
          <p:nvPr/>
        </p:nvSpPr>
        <p:spPr>
          <a:xfrm>
            <a:off x="4238278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noGrp="1"/>
          </p:cNvSpPr>
          <p:nvPr/>
        </p:nvSpPr>
        <p:spPr>
          <a:xfrm>
            <a:off x="4238278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noGrp="1"/>
          </p:cNvSpPr>
          <p:nvPr/>
        </p:nvSpPr>
        <p:spPr>
          <a:xfrm>
            <a:off x="4238278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noGrp="1"/>
          </p:cNvSpPr>
          <p:nvPr/>
        </p:nvSpPr>
        <p:spPr>
          <a:xfrm>
            <a:off x="4238278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noGrp="1"/>
          </p:cNvSpPr>
          <p:nvPr/>
        </p:nvSpPr>
        <p:spPr>
          <a:xfrm>
            <a:off x="4238278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noGrp="1"/>
          </p:cNvSpPr>
          <p:nvPr/>
        </p:nvSpPr>
        <p:spPr>
          <a:xfrm>
            <a:off x="4238278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noGrp="1"/>
          </p:cNvSpPr>
          <p:nvPr/>
        </p:nvSpPr>
        <p:spPr>
          <a:xfrm>
            <a:off x="4238278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noGrp="1"/>
          </p:cNvSpPr>
          <p:nvPr/>
        </p:nvSpPr>
        <p:spPr>
          <a:xfrm>
            <a:off x="4238278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noGrp="1"/>
          </p:cNvSpPr>
          <p:nvPr/>
        </p:nvSpPr>
        <p:spPr>
          <a:xfrm>
            <a:off x="4238278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noGrp="1"/>
          </p:cNvSpPr>
          <p:nvPr/>
        </p:nvSpPr>
        <p:spPr>
          <a:xfrm>
            <a:off x="4238278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noGrp="1"/>
          </p:cNvSpPr>
          <p:nvPr/>
        </p:nvSpPr>
        <p:spPr>
          <a:xfrm>
            <a:off x="4238278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noGrp="1"/>
          </p:cNvSpPr>
          <p:nvPr/>
        </p:nvSpPr>
        <p:spPr>
          <a:xfrm>
            <a:off x="4238278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noGrp="1"/>
          </p:cNvSpPr>
          <p:nvPr/>
        </p:nvSpPr>
        <p:spPr>
          <a:xfrm>
            <a:off x="4238278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noGrp="1"/>
          </p:cNvSpPr>
          <p:nvPr/>
        </p:nvSpPr>
        <p:spPr>
          <a:xfrm>
            <a:off x="4238278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noGrp="1"/>
          </p:cNvSpPr>
          <p:nvPr/>
        </p:nvSpPr>
        <p:spPr>
          <a:xfrm>
            <a:off x="4238278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noGrp="1"/>
          </p:cNvSpPr>
          <p:nvPr/>
        </p:nvSpPr>
        <p:spPr>
          <a:xfrm>
            <a:off x="4238278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noGrp="1"/>
          </p:cNvSpPr>
          <p:nvPr/>
        </p:nvSpPr>
        <p:spPr>
          <a:xfrm>
            <a:off x="4238278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noGrp="1"/>
          </p:cNvSpPr>
          <p:nvPr/>
        </p:nvSpPr>
        <p:spPr>
          <a:xfrm>
            <a:off x="4238278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noGrp="1"/>
          </p:cNvSpPr>
          <p:nvPr/>
        </p:nvSpPr>
        <p:spPr>
          <a:xfrm>
            <a:off x="4238278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noGrp="1"/>
          </p:cNvSpPr>
          <p:nvPr/>
        </p:nvSpPr>
        <p:spPr>
          <a:xfrm>
            <a:off x="4238278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noGrp="1"/>
          </p:cNvSpPr>
          <p:nvPr/>
        </p:nvSpPr>
        <p:spPr>
          <a:xfrm>
            <a:off x="4238278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noGrp="1"/>
          </p:cNvSpPr>
          <p:nvPr/>
        </p:nvSpPr>
        <p:spPr>
          <a:xfrm>
            <a:off x="4238278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noGrp="1"/>
          </p:cNvSpPr>
          <p:nvPr/>
        </p:nvSpPr>
        <p:spPr>
          <a:xfrm>
            <a:off x="4238278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noGrp="1"/>
          </p:cNvSpPr>
          <p:nvPr/>
        </p:nvSpPr>
        <p:spPr>
          <a:xfrm>
            <a:off x="4238278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noGrp="1"/>
          </p:cNvSpPr>
          <p:nvPr/>
        </p:nvSpPr>
        <p:spPr>
          <a:xfrm>
            <a:off x="4238278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noGrp="1"/>
          </p:cNvSpPr>
          <p:nvPr/>
        </p:nvSpPr>
        <p:spPr>
          <a:xfrm>
            <a:off x="4238278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noGrp="1"/>
          </p:cNvSpPr>
          <p:nvPr/>
        </p:nvSpPr>
        <p:spPr>
          <a:xfrm>
            <a:off x="4238278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noGrp="1"/>
          </p:cNvSpPr>
          <p:nvPr/>
        </p:nvSpPr>
        <p:spPr>
          <a:xfrm>
            <a:off x="4238278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noGrp="1"/>
          </p:cNvSpPr>
          <p:nvPr/>
        </p:nvSpPr>
        <p:spPr>
          <a:xfrm>
            <a:off x="4238278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noGrp="1"/>
          </p:cNvSpPr>
          <p:nvPr/>
        </p:nvSpPr>
        <p:spPr>
          <a:xfrm>
            <a:off x="4238278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noGrp="1"/>
          </p:cNvSpPr>
          <p:nvPr/>
        </p:nvSpPr>
        <p:spPr>
          <a:xfrm>
            <a:off x="4238278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noGrp="1"/>
          </p:cNvSpPr>
          <p:nvPr/>
        </p:nvSpPr>
        <p:spPr>
          <a:xfrm>
            <a:off x="4238278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noGrp="1"/>
          </p:cNvSpPr>
          <p:nvPr/>
        </p:nvSpPr>
        <p:spPr>
          <a:xfrm>
            <a:off x="4238278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noGrp="1"/>
          </p:cNvSpPr>
          <p:nvPr/>
        </p:nvSpPr>
        <p:spPr>
          <a:xfrm>
            <a:off x="4238278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noGrp="1"/>
          </p:cNvSpPr>
          <p:nvPr/>
        </p:nvSpPr>
        <p:spPr>
          <a:xfrm>
            <a:off x="4238278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noGrp="1"/>
          </p:cNvSpPr>
          <p:nvPr/>
        </p:nvSpPr>
        <p:spPr>
          <a:xfrm>
            <a:off x="4238278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noGrp="1"/>
          </p:cNvSpPr>
          <p:nvPr/>
        </p:nvSpPr>
        <p:spPr>
          <a:xfrm>
            <a:off x="4238278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noGrp="1"/>
          </p:cNvSpPr>
          <p:nvPr/>
        </p:nvSpPr>
        <p:spPr>
          <a:xfrm>
            <a:off x="4238278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noGrp="1"/>
          </p:cNvSpPr>
          <p:nvPr/>
        </p:nvSpPr>
        <p:spPr>
          <a:xfrm>
            <a:off x="4238278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noGrp="1"/>
          </p:cNvSpPr>
          <p:nvPr/>
        </p:nvSpPr>
        <p:spPr>
          <a:xfrm>
            <a:off x="4238278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noGrp="1"/>
          </p:cNvSpPr>
          <p:nvPr/>
        </p:nvSpPr>
        <p:spPr>
          <a:xfrm>
            <a:off x="4238278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noGrp="1"/>
          </p:cNvSpPr>
          <p:nvPr/>
        </p:nvSpPr>
        <p:spPr>
          <a:xfrm>
            <a:off x="4238278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noGrp="1"/>
          </p:cNvSpPr>
          <p:nvPr/>
        </p:nvSpPr>
        <p:spPr>
          <a:xfrm>
            <a:off x="4238278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noGrp="1"/>
          </p:cNvSpPr>
          <p:nvPr/>
        </p:nvSpPr>
        <p:spPr>
          <a:xfrm>
            <a:off x="4238278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noGrp="1"/>
          </p:cNvSpPr>
          <p:nvPr/>
        </p:nvSpPr>
        <p:spPr>
          <a:xfrm>
            <a:off x="4238278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noGrp="1"/>
          </p:cNvSpPr>
          <p:nvPr/>
        </p:nvSpPr>
        <p:spPr>
          <a:xfrm>
            <a:off x="4238278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noGrp="1"/>
          </p:cNvSpPr>
          <p:nvPr/>
        </p:nvSpPr>
        <p:spPr>
          <a:xfrm>
            <a:off x="4238278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noGrp="1"/>
          </p:cNvSpPr>
          <p:nvPr/>
        </p:nvSpPr>
        <p:spPr>
          <a:xfrm>
            <a:off x="4238278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noGrp="1"/>
          </p:cNvSpPr>
          <p:nvPr/>
        </p:nvSpPr>
        <p:spPr>
          <a:xfrm>
            <a:off x="4238278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noGrp="1"/>
          </p:cNvSpPr>
          <p:nvPr/>
        </p:nvSpPr>
        <p:spPr>
          <a:xfrm>
            <a:off x="4238278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noGrp="1"/>
          </p:cNvSpPr>
          <p:nvPr/>
        </p:nvSpPr>
        <p:spPr>
          <a:xfrm>
            <a:off x="4238278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noGrp="1"/>
          </p:cNvSpPr>
          <p:nvPr/>
        </p:nvSpPr>
        <p:spPr>
          <a:xfrm>
            <a:off x="4238278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noGrp="1"/>
          </p:cNvSpPr>
          <p:nvPr/>
        </p:nvSpPr>
        <p:spPr>
          <a:xfrm>
            <a:off x="4238278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noGrp="1"/>
          </p:cNvSpPr>
          <p:nvPr/>
        </p:nvSpPr>
        <p:spPr>
          <a:xfrm>
            <a:off x="4238278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noGrp="1"/>
          </p:cNvSpPr>
          <p:nvPr/>
        </p:nvSpPr>
        <p:spPr>
          <a:xfrm>
            <a:off x="4238278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noGrp="1"/>
          </p:cNvSpPr>
          <p:nvPr/>
        </p:nvSpPr>
        <p:spPr>
          <a:xfrm>
            <a:off x="4238278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noGrp="1"/>
          </p:cNvSpPr>
          <p:nvPr/>
        </p:nvSpPr>
        <p:spPr>
          <a:xfrm>
            <a:off x="4238278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noGrp="1"/>
          </p:cNvSpPr>
          <p:nvPr/>
        </p:nvSpPr>
        <p:spPr>
          <a:xfrm>
            <a:off x="4238278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noGrp="1"/>
          </p:cNvSpPr>
          <p:nvPr/>
        </p:nvSpPr>
        <p:spPr>
          <a:xfrm>
            <a:off x="4238278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noGrp="1"/>
          </p:cNvSpPr>
          <p:nvPr/>
        </p:nvSpPr>
        <p:spPr>
          <a:xfrm>
            <a:off x="4238278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noGrp="1"/>
          </p:cNvSpPr>
          <p:nvPr/>
        </p:nvSpPr>
        <p:spPr>
          <a:xfrm>
            <a:off x="4238278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noGrp="1"/>
          </p:cNvSpPr>
          <p:nvPr/>
        </p:nvSpPr>
        <p:spPr>
          <a:xfrm>
            <a:off x="4238278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noGrp="1"/>
          </p:cNvSpPr>
          <p:nvPr/>
        </p:nvSpPr>
        <p:spPr>
          <a:xfrm>
            <a:off x="4238278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noGrp="1"/>
          </p:cNvSpPr>
          <p:nvPr/>
        </p:nvSpPr>
        <p:spPr>
          <a:xfrm>
            <a:off x="4238278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noGrp="1"/>
          </p:cNvSpPr>
          <p:nvPr/>
        </p:nvSpPr>
        <p:spPr>
          <a:xfrm>
            <a:off x="4238278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noGrp="1"/>
          </p:cNvSpPr>
          <p:nvPr/>
        </p:nvSpPr>
        <p:spPr>
          <a:xfrm>
            <a:off x="4238278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noGrp="1"/>
          </p:cNvSpPr>
          <p:nvPr/>
        </p:nvSpPr>
        <p:spPr>
          <a:xfrm>
            <a:off x="4238278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noGrp="1"/>
          </p:cNvSpPr>
          <p:nvPr/>
        </p:nvSpPr>
        <p:spPr>
          <a:xfrm>
            <a:off x="4238278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noGrp="1"/>
          </p:cNvSpPr>
          <p:nvPr/>
        </p:nvSpPr>
        <p:spPr>
          <a:xfrm>
            <a:off x="4238278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noGrp="1"/>
          </p:cNvSpPr>
          <p:nvPr/>
        </p:nvSpPr>
        <p:spPr>
          <a:xfrm>
            <a:off x="4238278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noGrp="1"/>
          </p:cNvSpPr>
          <p:nvPr/>
        </p:nvSpPr>
        <p:spPr>
          <a:xfrm>
            <a:off x="4238278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noGrp="1"/>
          </p:cNvSpPr>
          <p:nvPr/>
        </p:nvSpPr>
        <p:spPr>
          <a:xfrm>
            <a:off x="4238278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noGrp="1"/>
          </p:cNvSpPr>
          <p:nvPr/>
        </p:nvSpPr>
        <p:spPr>
          <a:xfrm>
            <a:off x="4238278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noGrp="1"/>
          </p:cNvSpPr>
          <p:nvPr/>
        </p:nvSpPr>
        <p:spPr>
          <a:xfrm>
            <a:off x="4238278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noGrp="1"/>
          </p:cNvSpPr>
          <p:nvPr/>
        </p:nvSpPr>
        <p:spPr>
          <a:xfrm>
            <a:off x="4238278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noGrp="1"/>
          </p:cNvSpPr>
          <p:nvPr/>
        </p:nvSpPr>
        <p:spPr>
          <a:xfrm>
            <a:off x="4238278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noGrp="1"/>
          </p:cNvSpPr>
          <p:nvPr/>
        </p:nvSpPr>
        <p:spPr>
          <a:xfrm>
            <a:off x="4238278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noGrp="1"/>
          </p:cNvSpPr>
          <p:nvPr/>
        </p:nvSpPr>
        <p:spPr>
          <a:xfrm>
            <a:off x="4238278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noGrp="1"/>
          </p:cNvSpPr>
          <p:nvPr/>
        </p:nvSpPr>
        <p:spPr>
          <a:xfrm>
            <a:off x="4238278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noGrp="1"/>
          </p:cNvSpPr>
          <p:nvPr/>
        </p:nvSpPr>
        <p:spPr>
          <a:xfrm>
            <a:off x="4238278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noGrp="1"/>
          </p:cNvSpPr>
          <p:nvPr/>
        </p:nvSpPr>
        <p:spPr>
          <a:xfrm>
            <a:off x="4238278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noGrp="1"/>
          </p:cNvSpPr>
          <p:nvPr/>
        </p:nvSpPr>
        <p:spPr>
          <a:xfrm>
            <a:off x="4238278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noGrp="1"/>
          </p:cNvSpPr>
          <p:nvPr/>
        </p:nvSpPr>
        <p:spPr>
          <a:xfrm>
            <a:off x="4238278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noGrp="1"/>
          </p:cNvSpPr>
          <p:nvPr/>
        </p:nvSpPr>
        <p:spPr>
          <a:xfrm>
            <a:off x="4238278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noGrp="1"/>
          </p:cNvSpPr>
          <p:nvPr/>
        </p:nvSpPr>
        <p:spPr>
          <a:xfrm>
            <a:off x="4238278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noGrp="1"/>
          </p:cNvSpPr>
          <p:nvPr/>
        </p:nvSpPr>
        <p:spPr>
          <a:xfrm>
            <a:off x="4238278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noGrp="1"/>
          </p:cNvSpPr>
          <p:nvPr/>
        </p:nvSpPr>
        <p:spPr>
          <a:xfrm>
            <a:off x="4238278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noGrp="1"/>
          </p:cNvSpPr>
          <p:nvPr/>
        </p:nvSpPr>
        <p:spPr>
          <a:xfrm>
            <a:off x="4238278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noGrp="1"/>
          </p:cNvSpPr>
          <p:nvPr/>
        </p:nvSpPr>
        <p:spPr>
          <a:xfrm>
            <a:off x="4238278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noGrp="1"/>
          </p:cNvSpPr>
          <p:nvPr/>
        </p:nvSpPr>
        <p:spPr>
          <a:xfrm>
            <a:off x="4238278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noGrp="1"/>
          </p:cNvSpPr>
          <p:nvPr/>
        </p:nvSpPr>
        <p:spPr>
          <a:xfrm>
            <a:off x="4238278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noGrp="1"/>
          </p:cNvSpPr>
          <p:nvPr/>
        </p:nvSpPr>
        <p:spPr>
          <a:xfrm>
            <a:off x="4238278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noGrp="1"/>
          </p:cNvSpPr>
          <p:nvPr/>
        </p:nvSpPr>
        <p:spPr>
          <a:xfrm>
            <a:off x="4238278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noGrp="1"/>
          </p:cNvSpPr>
          <p:nvPr/>
        </p:nvSpPr>
        <p:spPr>
          <a:xfrm>
            <a:off x="4238278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noGrp="1"/>
          </p:cNvSpPr>
          <p:nvPr/>
        </p:nvSpPr>
        <p:spPr>
          <a:xfrm>
            <a:off x="4238278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noGrp="1"/>
          </p:cNvSpPr>
          <p:nvPr/>
        </p:nvSpPr>
        <p:spPr>
          <a:xfrm>
            <a:off x="4238278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noGrp="1"/>
          </p:cNvSpPr>
          <p:nvPr/>
        </p:nvSpPr>
        <p:spPr>
          <a:xfrm>
            <a:off x="4238278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noGrp="1"/>
          </p:cNvSpPr>
          <p:nvPr/>
        </p:nvSpPr>
        <p:spPr>
          <a:xfrm>
            <a:off x="4238278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noGrp="1"/>
          </p:cNvSpPr>
          <p:nvPr/>
        </p:nvSpPr>
        <p:spPr>
          <a:xfrm>
            <a:off x="4238278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noGrp="1"/>
          </p:cNvSpPr>
          <p:nvPr/>
        </p:nvSpPr>
        <p:spPr>
          <a:xfrm>
            <a:off x="4238278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noGrp="1"/>
          </p:cNvSpPr>
          <p:nvPr/>
        </p:nvSpPr>
        <p:spPr>
          <a:xfrm>
            <a:off x="4238278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noGrp="1"/>
          </p:cNvSpPr>
          <p:nvPr/>
        </p:nvSpPr>
        <p:spPr>
          <a:xfrm>
            <a:off x="4238278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noGrp="1"/>
          </p:cNvSpPr>
          <p:nvPr/>
        </p:nvSpPr>
        <p:spPr>
          <a:xfrm>
            <a:off x="4238278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noGrp="1"/>
          </p:cNvSpPr>
          <p:nvPr/>
        </p:nvSpPr>
        <p:spPr>
          <a:xfrm>
            <a:off x="4238278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noGrp="1"/>
          </p:cNvSpPr>
          <p:nvPr/>
        </p:nvSpPr>
        <p:spPr>
          <a:xfrm>
            <a:off x="4238278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noGrp="1"/>
          </p:cNvSpPr>
          <p:nvPr/>
        </p:nvSpPr>
        <p:spPr>
          <a:xfrm>
            <a:off x="4238278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noGrp="1"/>
          </p:cNvSpPr>
          <p:nvPr/>
        </p:nvSpPr>
        <p:spPr>
          <a:xfrm>
            <a:off x="4238278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noGrp="1"/>
          </p:cNvSpPr>
          <p:nvPr/>
        </p:nvSpPr>
        <p:spPr>
          <a:xfrm>
            <a:off x="4238278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noGrp="1"/>
          </p:cNvSpPr>
          <p:nvPr/>
        </p:nvSpPr>
        <p:spPr>
          <a:xfrm>
            <a:off x="4238278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noGrp="1"/>
          </p:cNvSpPr>
          <p:nvPr/>
        </p:nvSpPr>
        <p:spPr>
          <a:xfrm>
            <a:off x="4238278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noGrp="1"/>
          </p:cNvSpPr>
          <p:nvPr/>
        </p:nvSpPr>
        <p:spPr>
          <a:xfrm>
            <a:off x="4238278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noGrp="1"/>
          </p:cNvSpPr>
          <p:nvPr/>
        </p:nvSpPr>
        <p:spPr>
          <a:xfrm>
            <a:off x="4238278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noGrp="1"/>
          </p:cNvSpPr>
          <p:nvPr/>
        </p:nvSpPr>
        <p:spPr>
          <a:xfrm>
            <a:off x="4238278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noGrp="1"/>
          </p:cNvSpPr>
          <p:nvPr/>
        </p:nvSpPr>
        <p:spPr>
          <a:xfrm>
            <a:off x="4238278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noGrp="1"/>
          </p:cNvSpPr>
          <p:nvPr/>
        </p:nvSpPr>
        <p:spPr>
          <a:xfrm>
            <a:off x="4238278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noGrp="1"/>
          </p:cNvSpPr>
          <p:nvPr/>
        </p:nvSpPr>
        <p:spPr>
          <a:xfrm>
            <a:off x="4238278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noGrp="1"/>
          </p:cNvSpPr>
          <p:nvPr/>
        </p:nvSpPr>
        <p:spPr>
          <a:xfrm>
            <a:off x="4238278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noGrp="1"/>
          </p:cNvSpPr>
          <p:nvPr/>
        </p:nvSpPr>
        <p:spPr>
          <a:xfrm>
            <a:off x="4238278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noGrp="1"/>
          </p:cNvSpPr>
          <p:nvPr/>
        </p:nvSpPr>
        <p:spPr>
          <a:xfrm>
            <a:off x="4238278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noGrp="1"/>
          </p:cNvSpPr>
          <p:nvPr/>
        </p:nvSpPr>
        <p:spPr>
          <a:xfrm>
            <a:off x="4238278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noGrp="1"/>
          </p:cNvSpPr>
          <p:nvPr/>
        </p:nvSpPr>
        <p:spPr>
          <a:xfrm>
            <a:off x="4238278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noGrp="1"/>
          </p:cNvSpPr>
          <p:nvPr/>
        </p:nvSpPr>
        <p:spPr>
          <a:xfrm>
            <a:off x="4238278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noGrp="1"/>
          </p:cNvSpPr>
          <p:nvPr/>
        </p:nvSpPr>
        <p:spPr>
          <a:xfrm>
            <a:off x="4238278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noGrp="1"/>
          </p:cNvSpPr>
          <p:nvPr/>
        </p:nvSpPr>
        <p:spPr>
          <a:xfrm>
            <a:off x="4238278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noGrp="1"/>
          </p:cNvSpPr>
          <p:nvPr/>
        </p:nvSpPr>
        <p:spPr>
          <a:xfrm>
            <a:off x="4238278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noGrp="1"/>
          </p:cNvSpPr>
          <p:nvPr/>
        </p:nvSpPr>
        <p:spPr>
          <a:xfrm>
            <a:off x="4238278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noGrp="1"/>
          </p:cNvSpPr>
          <p:nvPr/>
        </p:nvSpPr>
        <p:spPr>
          <a:xfrm>
            <a:off x="4238278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noGrp="1"/>
          </p:cNvSpPr>
          <p:nvPr/>
        </p:nvSpPr>
        <p:spPr>
          <a:xfrm>
            <a:off x="4238278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noGrp="1"/>
          </p:cNvSpPr>
          <p:nvPr/>
        </p:nvSpPr>
        <p:spPr>
          <a:xfrm>
            <a:off x="4238278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noGrp="1"/>
          </p:cNvSpPr>
          <p:nvPr/>
        </p:nvSpPr>
        <p:spPr>
          <a:xfrm>
            <a:off x="4238278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noGrp="1"/>
          </p:cNvSpPr>
          <p:nvPr/>
        </p:nvSpPr>
        <p:spPr>
          <a:xfrm>
            <a:off x="4238278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noGrp="1"/>
          </p:cNvSpPr>
          <p:nvPr/>
        </p:nvSpPr>
        <p:spPr>
          <a:xfrm>
            <a:off x="4238278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noGrp="1"/>
          </p:cNvSpPr>
          <p:nvPr/>
        </p:nvSpPr>
        <p:spPr>
          <a:xfrm>
            <a:off x="4238278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noGrp="1"/>
          </p:cNvSpPr>
          <p:nvPr/>
        </p:nvSpPr>
        <p:spPr>
          <a:xfrm>
            <a:off x="4238278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noGrp="1"/>
          </p:cNvSpPr>
          <p:nvPr/>
        </p:nvSpPr>
        <p:spPr>
          <a:xfrm>
            <a:off x="4238278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noGrp="1"/>
          </p:cNvSpPr>
          <p:nvPr/>
        </p:nvSpPr>
        <p:spPr>
          <a:xfrm>
            <a:off x="4238278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noGrp="1"/>
          </p:cNvSpPr>
          <p:nvPr/>
        </p:nvSpPr>
        <p:spPr>
          <a:xfrm>
            <a:off x="4238278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noGrp="1"/>
          </p:cNvSpPr>
          <p:nvPr/>
        </p:nvSpPr>
        <p:spPr>
          <a:xfrm>
            <a:off x="4238278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noGrp="1"/>
          </p:cNvSpPr>
          <p:nvPr/>
        </p:nvSpPr>
        <p:spPr>
          <a:xfrm>
            <a:off x="4238278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noGrp="1"/>
          </p:cNvSpPr>
          <p:nvPr/>
        </p:nvSpPr>
        <p:spPr>
          <a:xfrm>
            <a:off x="4238278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noGrp="1"/>
          </p:cNvSpPr>
          <p:nvPr/>
        </p:nvSpPr>
        <p:spPr>
          <a:xfrm>
            <a:off x="4238278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noGrp="1"/>
          </p:cNvSpPr>
          <p:nvPr/>
        </p:nvSpPr>
        <p:spPr>
          <a:xfrm>
            <a:off x="4238278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noGrp="1"/>
          </p:cNvSpPr>
          <p:nvPr/>
        </p:nvSpPr>
        <p:spPr>
          <a:xfrm>
            <a:off x="4238278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noGrp="1"/>
          </p:cNvSpPr>
          <p:nvPr/>
        </p:nvSpPr>
        <p:spPr>
          <a:xfrm>
            <a:off x="4238278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noGrp="1"/>
          </p:cNvSpPr>
          <p:nvPr/>
        </p:nvSpPr>
        <p:spPr>
          <a:xfrm>
            <a:off x="4238278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noGrp="1"/>
          </p:cNvSpPr>
          <p:nvPr/>
        </p:nvSpPr>
        <p:spPr>
          <a:xfrm>
            <a:off x="4238278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noGrp="1"/>
          </p:cNvSpPr>
          <p:nvPr/>
        </p:nvSpPr>
        <p:spPr>
          <a:xfrm>
            <a:off x="4238278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noGrp="1"/>
          </p:cNvSpPr>
          <p:nvPr/>
        </p:nvSpPr>
        <p:spPr>
          <a:xfrm>
            <a:off x="4238278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noGrp="1"/>
          </p:cNvSpPr>
          <p:nvPr/>
        </p:nvSpPr>
        <p:spPr>
          <a:xfrm>
            <a:off x="4238278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noGrp="1"/>
          </p:cNvSpPr>
          <p:nvPr/>
        </p:nvSpPr>
        <p:spPr>
          <a:xfrm>
            <a:off x="4238278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noGrp="1"/>
          </p:cNvSpPr>
          <p:nvPr/>
        </p:nvSpPr>
        <p:spPr>
          <a:xfrm>
            <a:off x="4238278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noGrp="1"/>
          </p:cNvSpPr>
          <p:nvPr/>
        </p:nvSpPr>
        <p:spPr>
          <a:xfrm>
            <a:off x="4238278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noGrp="1"/>
          </p:cNvSpPr>
          <p:nvPr/>
        </p:nvSpPr>
        <p:spPr>
          <a:xfrm>
            <a:off x="4238278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noGrp="1"/>
          </p:cNvSpPr>
          <p:nvPr/>
        </p:nvSpPr>
        <p:spPr>
          <a:xfrm>
            <a:off x="4238278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noGrp="1"/>
          </p:cNvSpPr>
          <p:nvPr/>
        </p:nvSpPr>
        <p:spPr>
          <a:xfrm>
            <a:off x="4238278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noGrp="1"/>
          </p:cNvSpPr>
          <p:nvPr/>
        </p:nvSpPr>
        <p:spPr>
          <a:xfrm>
            <a:off x="4238278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noGrp="1"/>
          </p:cNvSpPr>
          <p:nvPr/>
        </p:nvSpPr>
        <p:spPr>
          <a:xfrm>
            <a:off x="4238278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noGrp="1"/>
          </p:cNvSpPr>
          <p:nvPr/>
        </p:nvSpPr>
        <p:spPr>
          <a:xfrm>
            <a:off x="4238278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noGrp="1"/>
          </p:cNvSpPr>
          <p:nvPr/>
        </p:nvSpPr>
        <p:spPr>
          <a:xfrm>
            <a:off x="4238278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noGrp="1"/>
          </p:cNvSpPr>
          <p:nvPr/>
        </p:nvSpPr>
        <p:spPr>
          <a:xfrm>
            <a:off x="4238278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noGrp="1"/>
          </p:cNvSpPr>
          <p:nvPr/>
        </p:nvSpPr>
        <p:spPr>
          <a:xfrm>
            <a:off x="4238278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noGrp="1"/>
          </p:cNvSpPr>
          <p:nvPr/>
        </p:nvSpPr>
        <p:spPr>
          <a:xfrm>
            <a:off x="4238278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noGrp="1"/>
          </p:cNvSpPr>
          <p:nvPr/>
        </p:nvSpPr>
        <p:spPr>
          <a:xfrm>
            <a:off x="4238278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noGrp="1"/>
          </p:cNvSpPr>
          <p:nvPr/>
        </p:nvSpPr>
        <p:spPr>
          <a:xfrm>
            <a:off x="4238278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noGrp="1"/>
          </p:cNvSpPr>
          <p:nvPr/>
        </p:nvSpPr>
        <p:spPr>
          <a:xfrm>
            <a:off x="4238278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noGrp="1"/>
          </p:cNvSpPr>
          <p:nvPr/>
        </p:nvSpPr>
        <p:spPr>
          <a:xfrm>
            <a:off x="4238278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noGrp="1"/>
          </p:cNvSpPr>
          <p:nvPr/>
        </p:nvSpPr>
        <p:spPr>
          <a:xfrm>
            <a:off x="4238278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noGrp="1"/>
          </p:cNvSpPr>
          <p:nvPr/>
        </p:nvSpPr>
        <p:spPr>
          <a:xfrm>
            <a:off x="4238278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noGrp="1"/>
          </p:cNvSpPr>
          <p:nvPr/>
        </p:nvSpPr>
        <p:spPr>
          <a:xfrm>
            <a:off x="4238278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noGrp="1"/>
          </p:cNvSpPr>
          <p:nvPr/>
        </p:nvSpPr>
        <p:spPr>
          <a:xfrm>
            <a:off x="4238278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noGrp="1"/>
          </p:cNvSpPr>
          <p:nvPr/>
        </p:nvSpPr>
        <p:spPr>
          <a:xfrm>
            <a:off x="4238278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noGrp="1"/>
          </p:cNvSpPr>
          <p:nvPr/>
        </p:nvSpPr>
        <p:spPr>
          <a:xfrm>
            <a:off x="4238278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noGrp="1"/>
          </p:cNvSpPr>
          <p:nvPr/>
        </p:nvSpPr>
        <p:spPr>
          <a:xfrm>
            <a:off x="4238278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noGrp="1"/>
          </p:cNvSpPr>
          <p:nvPr/>
        </p:nvSpPr>
        <p:spPr>
          <a:xfrm>
            <a:off x="4238278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noGrp="1"/>
          </p:cNvSpPr>
          <p:nvPr/>
        </p:nvSpPr>
        <p:spPr>
          <a:xfrm>
            <a:off x="4238278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noGrp="1"/>
          </p:cNvSpPr>
          <p:nvPr/>
        </p:nvSpPr>
        <p:spPr>
          <a:xfrm>
            <a:off x="4238278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noGrp="1"/>
          </p:cNvSpPr>
          <p:nvPr/>
        </p:nvSpPr>
        <p:spPr>
          <a:xfrm>
            <a:off x="4238278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noGrp="1"/>
          </p:cNvSpPr>
          <p:nvPr/>
        </p:nvSpPr>
        <p:spPr>
          <a:xfrm>
            <a:off x="4238278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noGrp="1"/>
          </p:cNvSpPr>
          <p:nvPr/>
        </p:nvSpPr>
        <p:spPr>
          <a:xfrm>
            <a:off x="4238278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noGrp="1"/>
          </p:cNvSpPr>
          <p:nvPr/>
        </p:nvSpPr>
        <p:spPr>
          <a:xfrm>
            <a:off x="4238278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noGrp="1"/>
          </p:cNvSpPr>
          <p:nvPr/>
        </p:nvSpPr>
        <p:spPr>
          <a:xfrm>
            <a:off x="4238278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noGrp="1"/>
          </p:cNvSpPr>
          <p:nvPr/>
        </p:nvSpPr>
        <p:spPr>
          <a:xfrm>
            <a:off x="4238278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noGrp="1"/>
          </p:cNvSpPr>
          <p:nvPr/>
        </p:nvSpPr>
        <p:spPr>
          <a:xfrm>
            <a:off x="4238278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noGrp="1"/>
          </p:cNvSpPr>
          <p:nvPr/>
        </p:nvSpPr>
        <p:spPr>
          <a:xfrm>
            <a:off x="4238278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noGrp="1"/>
          </p:cNvSpPr>
          <p:nvPr/>
        </p:nvSpPr>
        <p:spPr>
          <a:xfrm>
            <a:off x="4238278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noGrp="1"/>
          </p:cNvSpPr>
          <p:nvPr/>
        </p:nvSpPr>
        <p:spPr>
          <a:xfrm>
            <a:off x="4238278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noGrp="1"/>
          </p:cNvSpPr>
          <p:nvPr/>
        </p:nvSpPr>
        <p:spPr>
          <a:xfrm>
            <a:off x="4238278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noGrp="1"/>
          </p:cNvSpPr>
          <p:nvPr/>
        </p:nvSpPr>
        <p:spPr>
          <a:xfrm>
            <a:off x="4328037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noGrp="1"/>
          </p:cNvSpPr>
          <p:nvPr/>
        </p:nvSpPr>
        <p:spPr>
          <a:xfrm>
            <a:off x="4424791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noGrp="1"/>
          </p:cNvSpPr>
          <p:nvPr/>
        </p:nvSpPr>
        <p:spPr>
          <a:xfrm>
            <a:off x="4328037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noGrp="1"/>
          </p:cNvSpPr>
          <p:nvPr/>
        </p:nvSpPr>
        <p:spPr>
          <a:xfrm>
            <a:off x="4424791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noGrp="1"/>
          </p:cNvSpPr>
          <p:nvPr/>
        </p:nvSpPr>
        <p:spPr>
          <a:xfrm>
            <a:off x="4328037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noGrp="1"/>
          </p:cNvSpPr>
          <p:nvPr/>
        </p:nvSpPr>
        <p:spPr>
          <a:xfrm>
            <a:off x="4424791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noGrp="1"/>
          </p:cNvSpPr>
          <p:nvPr/>
        </p:nvSpPr>
        <p:spPr>
          <a:xfrm>
            <a:off x="4328037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noGrp="1"/>
          </p:cNvSpPr>
          <p:nvPr/>
        </p:nvSpPr>
        <p:spPr>
          <a:xfrm>
            <a:off x="4424791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noGrp="1"/>
          </p:cNvSpPr>
          <p:nvPr/>
        </p:nvSpPr>
        <p:spPr>
          <a:xfrm rot="-5400000">
            <a:off x="4258526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noGrp="1"/>
          </p:cNvSpPr>
          <p:nvPr/>
        </p:nvSpPr>
        <p:spPr>
          <a:xfrm>
            <a:off x="5448896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noGrp="1"/>
          </p:cNvSpPr>
          <p:nvPr/>
        </p:nvSpPr>
        <p:spPr>
          <a:xfrm>
            <a:off x="6985848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noGrp="1"/>
          </p:cNvSpPr>
          <p:nvPr/>
        </p:nvSpPr>
        <p:spPr>
          <a:xfrm>
            <a:off x="6905672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noGrp="1"/>
          </p:cNvSpPr>
          <p:nvPr/>
        </p:nvSpPr>
        <p:spPr>
          <a:xfrm>
            <a:off x="8442624" y="7545649"/>
            <a:ext cx="191" cy="43979"/>
          </a:xfrm>
          <a:custGeom>
            <a:avLst/>
            <a:gdLst/>
            <a:ahLst/>
            <a:cxnLst/>
            <a:rect l="0" t="0" r="0" b="0"/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noGrp="1"/>
          </p:cNvSpPr>
          <p:nvPr/>
        </p:nvSpPr>
        <p:spPr>
          <a:xfrm>
            <a:off x="8362448" y="7637287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noGrp="1"/>
          </p:cNvSpPr>
          <p:nvPr/>
        </p:nvSpPr>
        <p:spPr>
          <a:xfrm>
            <a:off x="6620147" y="7816324"/>
            <a:ext cx="740131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noGrp="1"/>
          </p:cNvSpPr>
          <p:nvPr/>
        </p:nvSpPr>
        <p:spPr>
          <a:xfrm>
            <a:off x="6089183" y="7948007"/>
            <a:ext cx="1802303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noGrp="1"/>
          </p:cNvSpPr>
          <p:nvPr/>
        </p:nvSpPr>
        <p:spPr>
          <a:xfrm>
            <a:off x="5485093" y="7545649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noGrp="1"/>
          </p:cNvSpPr>
          <p:nvPr/>
        </p:nvSpPr>
        <p:spPr>
          <a:xfrm>
            <a:off x="5263170" y="7488662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noGrp="1"/>
          </p:cNvSpPr>
          <p:nvPr/>
        </p:nvSpPr>
        <p:spPr>
          <a:xfrm>
            <a:off x="5529072" y="6088873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noGrp="1"/>
          </p:cNvSpPr>
          <p:nvPr/>
        </p:nvSpPr>
        <p:spPr>
          <a:xfrm>
            <a:off x="5485093" y="6088873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noGrp="1"/>
          </p:cNvSpPr>
          <p:nvPr/>
        </p:nvSpPr>
        <p:spPr>
          <a:xfrm>
            <a:off x="5263170" y="6031886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noGrp="1"/>
          </p:cNvSpPr>
          <p:nvPr/>
        </p:nvSpPr>
        <p:spPr>
          <a:xfrm>
            <a:off x="5485093" y="4632097"/>
            <a:ext cx="43979" cy="191"/>
          </a:xfrm>
          <a:custGeom>
            <a:avLst/>
            <a:gdLst/>
            <a:ahLst/>
            <a:cxnLst/>
            <a:rect l="0" t="0" r="0" b="0"/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noGrp="1"/>
          </p:cNvSpPr>
          <p:nvPr/>
        </p:nvSpPr>
        <p:spPr>
          <a:xfrm>
            <a:off x="5263170" y="4575110"/>
            <a:ext cx="169148" cy="1583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noGrp="1"/>
          </p:cNvSpPr>
          <p:nvPr/>
        </p:nvSpPr>
        <p:spPr>
          <a:xfrm rot="-5400000">
            <a:off x="4541497" y="6005313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2913552" cy="2913552"/>
          </a:xfrm>
          <a:custGeom>
            <a:avLst/>
            <a:gdLst/>
            <a:ahLst/>
            <a:cxnLst/>
            <a:rect l="0" t="0" r="0" b="0"/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/>
          <a:ln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43983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noGrp="1"/>
          </p:cNvSpPr>
          <p:nvPr/>
        </p:nvSpPr>
        <p:spPr>
          <a:xfrm>
            <a:off x="7875061" y="4646535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noGrp="1"/>
          </p:cNvSpPr>
          <p:nvPr/>
        </p:nvSpPr>
        <p:spPr>
          <a:xfrm>
            <a:off x="7792249" y="6109948"/>
            <a:ext cx="63428" cy="63428"/>
          </a:xfrm>
          <a:prstGeom prst="ellipse">
            <a:avLst/>
          </a:prstGeom>
          <a:solidFill>
            <a:srgbClr val="65CB5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noGrp="1"/>
          </p:cNvSpPr>
          <p:nvPr/>
        </p:nvSpPr>
        <p:spPr>
          <a:xfrm>
            <a:off x="7321796" y="5752701"/>
            <a:ext cx="63428" cy="63428"/>
          </a:xfrm>
          <a:prstGeom prst="ellipse">
            <a:avLst/>
          </a:prstGeom>
          <a:solidFill>
            <a:srgbClr val="3C50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noGrp="1"/>
          </p:cNvSpPr>
          <p:nvPr/>
        </p:nvSpPr>
        <p:spPr>
          <a:xfrm>
            <a:off x="7812013" y="6180765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noGrp="1"/>
          </p:cNvSpPr>
          <p:nvPr/>
        </p:nvSpPr>
        <p:spPr>
          <a:xfrm>
            <a:off x="6792270" y="5571568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noGrp="1"/>
          </p:cNvSpPr>
          <p:nvPr/>
        </p:nvSpPr>
        <p:spPr>
          <a:xfrm>
            <a:off x="6225746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noGrp="1"/>
          </p:cNvSpPr>
          <p:nvPr/>
        </p:nvSpPr>
        <p:spPr>
          <a:xfrm>
            <a:off x="7699569" y="4721581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noGrp="1"/>
          </p:cNvSpPr>
          <p:nvPr/>
        </p:nvSpPr>
        <p:spPr>
          <a:xfrm>
            <a:off x="6155456" y="6177740"/>
            <a:ext cx="63428" cy="63428"/>
          </a:xfrm>
          <a:prstGeom prst="ellipse">
            <a:avLst/>
          </a:prstGeom>
          <a:solidFill>
            <a:srgbClr val="46075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70D60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1F988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noGrp="1"/>
          </p:cNvSpPr>
          <p:nvPr/>
        </p:nvSpPr>
        <p:spPr>
          <a:xfrm>
            <a:off x="6468542" y="5571568"/>
            <a:ext cx="63428" cy="63428"/>
          </a:xfrm>
          <a:prstGeom prst="ellipse">
            <a:avLst/>
          </a:prstGeom>
          <a:solidFill>
            <a:srgbClr val="1F9E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noGrp="1"/>
          </p:cNvSpPr>
          <p:nvPr/>
        </p:nvSpPr>
        <p:spPr>
          <a:xfrm>
            <a:off x="6031509" y="6568948"/>
            <a:ext cx="63428" cy="63428"/>
          </a:xfrm>
          <a:prstGeom prst="ellipse">
            <a:avLst/>
          </a:prstGeom>
          <a:solidFill>
            <a:srgbClr val="2D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noGrp="1"/>
          </p:cNvSpPr>
          <p:nvPr/>
        </p:nvSpPr>
        <p:spPr>
          <a:xfrm>
            <a:off x="6954134" y="7028344"/>
            <a:ext cx="63428" cy="63428"/>
          </a:xfrm>
          <a:prstGeom prst="ellipse">
            <a:avLst/>
          </a:prstGeom>
          <a:solidFill>
            <a:srgbClr val="355E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092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noGrp="1"/>
          </p:cNvSpPr>
          <p:nvPr/>
        </p:nvSpPr>
        <p:spPr>
          <a:xfrm>
            <a:off x="6589940" y="4964578"/>
            <a:ext cx="63428" cy="63428"/>
          </a:xfrm>
          <a:prstGeom prst="ellipse">
            <a:avLst/>
          </a:prstGeom>
          <a:solidFill>
            <a:srgbClr val="268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B7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264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noGrp="1"/>
          </p:cNvSpPr>
          <p:nvPr/>
        </p:nvSpPr>
        <p:spPr>
          <a:xfrm>
            <a:off x="6111600" y="6617798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481A6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1467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noGrp="1"/>
          </p:cNvSpPr>
          <p:nvPr/>
        </p:nvSpPr>
        <p:spPr>
          <a:xfrm>
            <a:off x="5497358" y="6845879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noGrp="1"/>
          </p:cNvSpPr>
          <p:nvPr/>
        </p:nvSpPr>
        <p:spPr>
          <a:xfrm>
            <a:off x="5497358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noGrp="1"/>
          </p:cNvSpPr>
          <p:nvPr/>
        </p:nvSpPr>
        <p:spPr>
          <a:xfrm>
            <a:off x="5545050" y="7466677"/>
            <a:ext cx="63428" cy="63428"/>
          </a:xfrm>
          <a:prstGeom prst="ellipse">
            <a:avLst/>
          </a:prstGeom>
          <a:solidFill>
            <a:srgbClr val="4EC36B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F47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noGrp="1"/>
          </p:cNvSpPr>
          <p:nvPr/>
        </p:nvSpPr>
        <p:spPr>
          <a:xfrm>
            <a:off x="6468542" y="7513936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363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noGrp="1"/>
          </p:cNvSpPr>
          <p:nvPr/>
        </p:nvSpPr>
        <p:spPr>
          <a:xfrm>
            <a:off x="7855948" y="4843180"/>
            <a:ext cx="63428" cy="63428"/>
          </a:xfrm>
          <a:prstGeom prst="ellipse">
            <a:avLst/>
          </a:prstGeom>
          <a:solidFill>
            <a:srgbClr val="278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E4A8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noGrp="1"/>
          </p:cNvSpPr>
          <p:nvPr/>
        </p:nvSpPr>
        <p:spPr>
          <a:xfrm>
            <a:off x="6185280" y="6057160"/>
            <a:ext cx="63428" cy="63428"/>
          </a:xfrm>
          <a:prstGeom prst="ellipse">
            <a:avLst/>
          </a:prstGeom>
          <a:solidFill>
            <a:srgbClr val="2AB07F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noGrp="1"/>
          </p:cNvSpPr>
          <p:nvPr/>
        </p:nvSpPr>
        <p:spPr>
          <a:xfrm>
            <a:off x="5594476" y="5866969"/>
            <a:ext cx="63428" cy="63428"/>
          </a:xfrm>
          <a:prstGeom prst="ellipse">
            <a:avLst/>
          </a:prstGeom>
          <a:solidFill>
            <a:srgbClr val="460A5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noGrp="1"/>
          </p:cNvSpPr>
          <p:nvPr/>
        </p:nvSpPr>
        <p:spPr>
          <a:xfrm>
            <a:off x="8410910" y="6057160"/>
            <a:ext cx="63428" cy="63428"/>
          </a:xfrm>
          <a:prstGeom prst="ellipse">
            <a:avLst/>
          </a:prstGeom>
          <a:solidFill>
            <a:srgbClr val="3265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noGrp="1"/>
          </p:cNvSpPr>
          <p:nvPr/>
        </p:nvSpPr>
        <p:spPr>
          <a:xfrm>
            <a:off x="7578467" y="5432827"/>
            <a:ext cx="63428" cy="63428"/>
          </a:xfrm>
          <a:prstGeom prst="ellipse">
            <a:avLst/>
          </a:prstGeom>
          <a:solidFill>
            <a:srgbClr val="2A7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28B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noGrp="1"/>
          </p:cNvSpPr>
          <p:nvPr/>
        </p:nvSpPr>
        <p:spPr>
          <a:xfrm>
            <a:off x="5930982" y="6632011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noGrp="1"/>
          </p:cNvSpPr>
          <p:nvPr/>
        </p:nvSpPr>
        <p:spPr>
          <a:xfrm>
            <a:off x="7275567" y="4748040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noGrp="1"/>
          </p:cNvSpPr>
          <p:nvPr/>
        </p:nvSpPr>
        <p:spPr>
          <a:xfrm>
            <a:off x="5499997" y="6785548"/>
            <a:ext cx="63428" cy="63428"/>
          </a:xfrm>
          <a:prstGeom prst="ellipse">
            <a:avLst/>
          </a:prstGeom>
          <a:solidFill>
            <a:srgbClr val="3461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noGrp="1"/>
          </p:cNvSpPr>
          <p:nvPr/>
        </p:nvSpPr>
        <p:spPr>
          <a:xfrm>
            <a:off x="5982950" y="6704616"/>
            <a:ext cx="63428" cy="63428"/>
          </a:xfrm>
          <a:prstGeom prst="ellipse">
            <a:avLst/>
          </a:prstGeom>
          <a:solidFill>
            <a:srgbClr val="453781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noGrp="1"/>
          </p:cNvSpPr>
          <p:nvPr/>
        </p:nvSpPr>
        <p:spPr>
          <a:xfrm>
            <a:off x="7682522" y="6057160"/>
            <a:ext cx="63428" cy="63428"/>
          </a:xfrm>
          <a:prstGeom prst="ellipse">
            <a:avLst/>
          </a:prstGeom>
          <a:solidFill>
            <a:srgbClr val="297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noGrp="1"/>
          </p:cNvSpPr>
          <p:nvPr/>
        </p:nvSpPr>
        <p:spPr>
          <a:xfrm>
            <a:off x="5497358" y="7097714"/>
            <a:ext cx="63428" cy="63428"/>
          </a:xfrm>
          <a:prstGeom prst="ellipse">
            <a:avLst/>
          </a:prstGeom>
          <a:solidFill>
            <a:srgbClr val="3858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noGrp="1"/>
          </p:cNvSpPr>
          <p:nvPr/>
        </p:nvSpPr>
        <p:spPr>
          <a:xfrm>
            <a:off x="7682522" y="5328772"/>
            <a:ext cx="63428" cy="63428"/>
          </a:xfrm>
          <a:prstGeom prst="ellipse">
            <a:avLst/>
          </a:prstGeom>
          <a:solidFill>
            <a:srgbClr val="287C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noGrp="1"/>
          </p:cNvSpPr>
          <p:nvPr/>
        </p:nvSpPr>
        <p:spPr>
          <a:xfrm>
            <a:off x="8410910" y="5535148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noGrp="1"/>
          </p:cNvSpPr>
          <p:nvPr/>
        </p:nvSpPr>
        <p:spPr>
          <a:xfrm>
            <a:off x="8286495" y="4600384"/>
            <a:ext cx="63428" cy="63428"/>
          </a:xfrm>
          <a:prstGeom prst="ellipse">
            <a:avLst/>
          </a:prstGeom>
          <a:solidFill>
            <a:srgbClr val="34B679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noGrp="1"/>
          </p:cNvSpPr>
          <p:nvPr/>
        </p:nvSpPr>
        <p:spPr>
          <a:xfrm>
            <a:off x="8410910" y="6138812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46327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noGrp="1"/>
          </p:cNvSpPr>
          <p:nvPr/>
        </p:nvSpPr>
        <p:spPr>
          <a:xfrm>
            <a:off x="7090707" y="5328772"/>
            <a:ext cx="63428" cy="63428"/>
          </a:xfrm>
          <a:prstGeom prst="ellipse">
            <a:avLst/>
          </a:prstGeom>
          <a:solidFill>
            <a:srgbClr val="25AC8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E6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77E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306A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noGrp="1"/>
          </p:cNvSpPr>
          <p:nvPr/>
        </p:nvSpPr>
        <p:spPr>
          <a:xfrm>
            <a:off x="6034084" y="7465376"/>
            <a:ext cx="63428" cy="63428"/>
          </a:xfrm>
          <a:prstGeom prst="ellipse">
            <a:avLst/>
          </a:prstGeom>
          <a:solidFill>
            <a:srgbClr val="472E7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C72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noGrp="1"/>
          </p:cNvSpPr>
          <p:nvPr/>
        </p:nvSpPr>
        <p:spPr>
          <a:xfrm>
            <a:off x="5497358" y="7496593"/>
            <a:ext cx="63428" cy="63428"/>
          </a:xfrm>
          <a:prstGeom prst="ellipse">
            <a:avLst/>
          </a:prstGeom>
          <a:solidFill>
            <a:srgbClr val="365D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noGrp="1"/>
          </p:cNvSpPr>
          <p:nvPr/>
        </p:nvSpPr>
        <p:spPr>
          <a:xfrm>
            <a:off x="8410910" y="6542752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noGrp="1"/>
          </p:cNvSpPr>
          <p:nvPr/>
        </p:nvSpPr>
        <p:spPr>
          <a:xfrm>
            <a:off x="8341540" y="4600384"/>
            <a:ext cx="63428" cy="63428"/>
          </a:xfrm>
          <a:prstGeom prst="ellipse">
            <a:avLst/>
          </a:prstGeom>
          <a:solidFill>
            <a:srgbClr val="3D4D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55F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noGrp="1"/>
          </p:cNvSpPr>
          <p:nvPr/>
        </p:nvSpPr>
        <p:spPr>
          <a:xfrm>
            <a:off x="5542882" y="7513936"/>
            <a:ext cx="63428" cy="63428"/>
          </a:xfrm>
          <a:prstGeom prst="ellipse">
            <a:avLst/>
          </a:prstGeom>
          <a:solidFill>
            <a:srgbClr val="5EC962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362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noGrp="1"/>
          </p:cNvSpPr>
          <p:nvPr/>
        </p:nvSpPr>
        <p:spPr>
          <a:xfrm>
            <a:off x="5497358" y="6707313"/>
            <a:ext cx="63428" cy="63428"/>
          </a:xfrm>
          <a:prstGeom prst="ellipse">
            <a:avLst/>
          </a:prstGeom>
          <a:solidFill>
            <a:srgbClr val="2F6B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noGrp="1"/>
          </p:cNvSpPr>
          <p:nvPr/>
        </p:nvSpPr>
        <p:spPr>
          <a:xfrm>
            <a:off x="6187592" y="6507191"/>
            <a:ext cx="63428" cy="63428"/>
          </a:xfrm>
          <a:prstGeom prst="ellipse">
            <a:avLst/>
          </a:prstGeom>
          <a:solidFill>
            <a:srgbClr val="219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noGrp="1"/>
          </p:cNvSpPr>
          <p:nvPr/>
        </p:nvSpPr>
        <p:spPr>
          <a:xfrm>
            <a:off x="5497358" y="7309987"/>
            <a:ext cx="63428" cy="63428"/>
          </a:xfrm>
          <a:prstGeom prst="ellipse">
            <a:avLst/>
          </a:prstGeom>
          <a:solidFill>
            <a:srgbClr val="3069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482475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noGrp="1"/>
          </p:cNvSpPr>
          <p:nvPr/>
        </p:nvSpPr>
        <p:spPr>
          <a:xfrm>
            <a:off x="5594476" y="7513936"/>
            <a:ext cx="63428" cy="63428"/>
          </a:xfrm>
          <a:prstGeom prst="ellipse">
            <a:avLst/>
          </a:prstGeom>
          <a:solidFill>
            <a:srgbClr val="2C71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noGrp="1"/>
          </p:cNvSpPr>
          <p:nvPr/>
        </p:nvSpPr>
        <p:spPr>
          <a:xfrm>
            <a:off x="6157367" y="4600384"/>
            <a:ext cx="63428" cy="63428"/>
          </a:xfrm>
          <a:prstGeom prst="ellipse">
            <a:avLst/>
          </a:prstGeom>
          <a:solidFill>
            <a:srgbClr val="1F9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3C4F8A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noGrp="1"/>
          </p:cNvSpPr>
          <p:nvPr/>
        </p:nvSpPr>
        <p:spPr>
          <a:xfrm>
            <a:off x="5497358" y="7028344"/>
            <a:ext cx="63428" cy="63428"/>
          </a:xfrm>
          <a:prstGeom prst="ellipse">
            <a:avLst/>
          </a:prstGeom>
          <a:solidFill>
            <a:srgbClr val="2D70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noGrp="1"/>
          </p:cNvSpPr>
          <p:nvPr/>
        </p:nvSpPr>
        <p:spPr>
          <a:xfrm>
            <a:off x="5497358" y="6898852"/>
            <a:ext cx="63428" cy="63428"/>
          </a:xfrm>
          <a:prstGeom prst="ellipse">
            <a:avLst/>
          </a:prstGeom>
          <a:solidFill>
            <a:srgbClr val="238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noGrp="1"/>
          </p:cNvSpPr>
          <p:nvPr/>
        </p:nvSpPr>
        <p:spPr>
          <a:xfrm>
            <a:off x="8410910" y="6299956"/>
            <a:ext cx="63428" cy="63428"/>
          </a:xfrm>
          <a:prstGeom prst="ellipse">
            <a:avLst/>
          </a:prstGeom>
          <a:solidFill>
            <a:srgbClr val="375A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noGrp="1"/>
          </p:cNvSpPr>
          <p:nvPr/>
        </p:nvSpPr>
        <p:spPr>
          <a:xfrm>
            <a:off x="5982950" y="5571568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noGrp="1"/>
          </p:cNvSpPr>
          <p:nvPr/>
        </p:nvSpPr>
        <p:spPr>
          <a:xfrm>
            <a:off x="7335137" y="5765804"/>
            <a:ext cx="63428" cy="63428"/>
          </a:xfrm>
          <a:prstGeom prst="ellipse">
            <a:avLst/>
          </a:prstGeom>
          <a:solidFill>
            <a:srgbClr val="34608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noGrp="1"/>
          </p:cNvSpPr>
          <p:nvPr/>
        </p:nvSpPr>
        <p:spPr>
          <a:xfrm>
            <a:off x="5497358" y="7513936"/>
            <a:ext cx="63428" cy="63428"/>
          </a:xfrm>
          <a:prstGeom prst="ellipse">
            <a:avLst/>
          </a:prstGeom>
          <a:solidFill>
            <a:srgbClr val="277F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noGrp="1"/>
          </p:cNvSpPr>
          <p:nvPr/>
        </p:nvSpPr>
        <p:spPr>
          <a:xfrm>
            <a:off x="5497358" y="4600384"/>
            <a:ext cx="63428" cy="63428"/>
          </a:xfrm>
          <a:prstGeom prst="ellipse">
            <a:avLst/>
          </a:prstGeom>
          <a:solidFill>
            <a:srgbClr val="4045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noGrp="1"/>
          </p:cNvSpPr>
          <p:nvPr/>
        </p:nvSpPr>
        <p:spPr>
          <a:xfrm>
            <a:off x="8341540" y="5783147"/>
            <a:ext cx="63428" cy="63428"/>
          </a:xfrm>
          <a:prstGeom prst="ellipse">
            <a:avLst/>
          </a:prstGeom>
          <a:solidFill>
            <a:srgbClr val="1FA188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noGrp="1"/>
          </p:cNvSpPr>
          <p:nvPr/>
        </p:nvSpPr>
        <p:spPr>
          <a:xfrm>
            <a:off x="8410910" y="4600384"/>
            <a:ext cx="63428" cy="63428"/>
          </a:xfrm>
          <a:prstGeom prst="ellipse">
            <a:avLst/>
          </a:prstGeom>
          <a:solidFill>
            <a:srgbClr val="31688E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noGrp="1"/>
          </p:cNvSpPr>
          <p:nvPr/>
        </p:nvSpPr>
        <p:spPr>
          <a:xfrm>
            <a:off x="5520120" y="6785548"/>
            <a:ext cx="63428" cy="63428"/>
          </a:xfrm>
          <a:prstGeom prst="ellipse">
            <a:avLst/>
          </a:prstGeom>
          <a:solidFill>
            <a:srgbClr val="472F7D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noGrp="1"/>
          </p:cNvSpPr>
          <p:nvPr/>
        </p:nvSpPr>
        <p:spPr>
          <a:xfrm>
            <a:off x="6954134" y="6057160"/>
            <a:ext cx="63428" cy="63428"/>
          </a:xfrm>
          <a:prstGeom prst="ellipse">
            <a:avLst/>
          </a:prstGeom>
          <a:solidFill>
            <a:srgbClr val="3956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noGrp="1"/>
          </p:cNvSpPr>
          <p:nvPr/>
        </p:nvSpPr>
        <p:spPr>
          <a:xfrm>
            <a:off x="5788713" y="7305825"/>
            <a:ext cx="63428" cy="63428"/>
          </a:xfrm>
          <a:prstGeom prst="ellipse">
            <a:avLst/>
          </a:prstGeom>
          <a:solidFill>
            <a:srgbClr val="3A548C">
              <a:alpha val="80000"/>
            </a:srgbClr>
          </a:solidFill>
          <a:ln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noGrp="1"/>
          </p:cNvSpPr>
          <p:nvPr/>
        </p:nvSpPr>
        <p:spPr>
          <a:xfrm>
            <a:off x="5529072" y="4632097"/>
            <a:ext cx="191" cy="2913552"/>
          </a:xfrm>
          <a:custGeom>
            <a:avLst/>
            <a:gdLst/>
            <a:ahLst/>
            <a:cxnLst/>
            <a:rect l="0" t="0" r="0" b="0"/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noGrp="1"/>
          </p:cNvSpPr>
          <p:nvPr/>
        </p:nvSpPr>
        <p:spPr>
          <a:xfrm>
            <a:off x="5529072" y="7545649"/>
            <a:ext cx="2913552" cy="191"/>
          </a:xfrm>
          <a:custGeom>
            <a:avLst/>
            <a:gdLst/>
            <a:ahLst/>
            <a:cxnLst/>
            <a:rect l="0" t="0" r="0" b="0"/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/>
          <a:ln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noGrp="1"/>
          </p:cNvSpPr>
          <p:nvPr/>
        </p:nvSpPr>
        <p:spPr>
          <a:xfrm>
            <a:off x="5054096" y="4321220"/>
            <a:ext cx="103263" cy="2198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noGrp="1"/>
          </p:cNvSpPr>
          <p:nvPr/>
        </p:nvSpPr>
        <p:spPr>
          <a:xfrm>
            <a:off x="5529072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noGrp="1"/>
          </p:cNvSpPr>
          <p:nvPr/>
        </p:nvSpPr>
        <p:spPr>
          <a:xfrm>
            <a:off x="5596370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noGrp="1"/>
          </p:cNvSpPr>
          <p:nvPr/>
        </p:nvSpPr>
        <p:spPr>
          <a:xfrm>
            <a:off x="5712195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noGrp="1"/>
          </p:cNvSpPr>
          <p:nvPr/>
        </p:nvSpPr>
        <p:spPr>
          <a:xfrm>
            <a:off x="578248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noGrp="1"/>
          </p:cNvSpPr>
          <p:nvPr/>
        </p:nvSpPr>
        <p:spPr>
          <a:xfrm>
            <a:off x="5817452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noGrp="1"/>
          </p:cNvSpPr>
          <p:nvPr/>
        </p:nvSpPr>
        <p:spPr>
          <a:xfrm>
            <a:off x="5852422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noGrp="1"/>
          </p:cNvSpPr>
          <p:nvPr/>
        </p:nvSpPr>
        <p:spPr>
          <a:xfrm>
            <a:off x="5884611" y="4334816"/>
            <a:ext cx="12464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noGrp="1"/>
          </p:cNvSpPr>
          <p:nvPr/>
        </p:nvSpPr>
        <p:spPr>
          <a:xfrm>
            <a:off x="6000436" y="4334816"/>
            <a:ext cx="8545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noGrp="1"/>
          </p:cNvSpPr>
          <p:nvPr/>
        </p:nvSpPr>
        <p:spPr>
          <a:xfrm>
            <a:off x="6076981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noGrp="1"/>
          </p:cNvSpPr>
          <p:nvPr/>
        </p:nvSpPr>
        <p:spPr>
          <a:xfrm>
            <a:off x="61119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noGrp="1"/>
          </p:cNvSpPr>
          <p:nvPr/>
        </p:nvSpPr>
        <p:spPr>
          <a:xfrm>
            <a:off x="6183629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noGrp="1"/>
          </p:cNvSpPr>
          <p:nvPr/>
        </p:nvSpPr>
        <p:spPr>
          <a:xfrm>
            <a:off x="62432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noGrp="1"/>
          </p:cNvSpPr>
          <p:nvPr/>
        </p:nvSpPr>
        <p:spPr>
          <a:xfrm>
            <a:off x="6319615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noGrp="1"/>
          </p:cNvSpPr>
          <p:nvPr/>
        </p:nvSpPr>
        <p:spPr>
          <a:xfrm>
            <a:off x="635458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noGrp="1"/>
          </p:cNvSpPr>
          <p:nvPr/>
        </p:nvSpPr>
        <p:spPr>
          <a:xfrm>
            <a:off x="6426263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noGrp="1"/>
          </p:cNvSpPr>
          <p:nvPr/>
        </p:nvSpPr>
        <p:spPr>
          <a:xfrm>
            <a:off x="648306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noGrp="1"/>
          </p:cNvSpPr>
          <p:nvPr/>
        </p:nvSpPr>
        <p:spPr>
          <a:xfrm>
            <a:off x="6515252" y="4334816"/>
            <a:ext cx="4698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noGrp="1"/>
          </p:cNvSpPr>
          <p:nvPr/>
        </p:nvSpPr>
        <p:spPr>
          <a:xfrm>
            <a:off x="6553351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noGrp="1"/>
          </p:cNvSpPr>
          <p:nvPr/>
        </p:nvSpPr>
        <p:spPr>
          <a:xfrm>
            <a:off x="658554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noGrp="1"/>
          </p:cNvSpPr>
          <p:nvPr/>
        </p:nvSpPr>
        <p:spPr>
          <a:xfrm>
            <a:off x="6620510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noGrp="1"/>
          </p:cNvSpPr>
          <p:nvPr/>
        </p:nvSpPr>
        <p:spPr>
          <a:xfrm>
            <a:off x="6696915" y="4334816"/>
            <a:ext cx="6565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noGrp="1"/>
          </p:cNvSpPr>
          <p:nvPr/>
        </p:nvSpPr>
        <p:spPr>
          <a:xfrm>
            <a:off x="6753716" y="4334816"/>
            <a:ext cx="58241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noGrp="1"/>
          </p:cNvSpPr>
          <p:nvPr/>
        </p:nvSpPr>
        <p:spPr>
          <a:xfrm>
            <a:off x="6803077" y="4334816"/>
            <a:ext cx="79187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noGrp="1"/>
          </p:cNvSpPr>
          <p:nvPr/>
        </p:nvSpPr>
        <p:spPr>
          <a:xfrm>
            <a:off x="6873364" y="4334816"/>
            <a:ext cx="8531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noGrp="1"/>
          </p:cNvSpPr>
          <p:nvPr/>
        </p:nvSpPr>
        <p:spPr>
          <a:xfrm>
            <a:off x="6949770" y="4334816"/>
            <a:ext cx="68358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noGrp="1"/>
          </p:cNvSpPr>
          <p:nvPr/>
        </p:nvSpPr>
        <p:spPr>
          <a:xfrm>
            <a:off x="7009351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noGrp="1"/>
          </p:cNvSpPr>
          <p:nvPr/>
        </p:nvSpPr>
        <p:spPr>
          <a:xfrm>
            <a:off x="7081029" y="4334816"/>
            <a:ext cx="523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noGrp="1"/>
          </p:cNvSpPr>
          <p:nvPr/>
        </p:nvSpPr>
        <p:spPr>
          <a:xfrm>
            <a:off x="7124620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noGrp="1"/>
          </p:cNvSpPr>
          <p:nvPr/>
        </p:nvSpPr>
        <p:spPr>
          <a:xfrm>
            <a:off x="7159590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noGrp="1"/>
          </p:cNvSpPr>
          <p:nvPr/>
        </p:nvSpPr>
        <p:spPr>
          <a:xfrm>
            <a:off x="7231268" y="4334816"/>
            <a:ext cx="76195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noGrp="1"/>
          </p:cNvSpPr>
          <p:nvPr/>
        </p:nvSpPr>
        <p:spPr>
          <a:xfrm>
            <a:off x="7298635" y="4334816"/>
            <a:ext cx="80470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noGrp="1"/>
          </p:cNvSpPr>
          <p:nvPr/>
        </p:nvSpPr>
        <p:spPr>
          <a:xfrm>
            <a:off x="7370313" y="4334816"/>
            <a:ext cx="4384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noGrp="1"/>
          </p:cNvSpPr>
          <p:nvPr/>
        </p:nvSpPr>
        <p:spPr>
          <a:xfrm>
            <a:off x="7405283" y="4334816"/>
            <a:ext cx="4099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noGrp="1"/>
          </p:cNvSpPr>
          <p:nvPr/>
        </p:nvSpPr>
        <p:spPr>
          <a:xfrm>
            <a:off x="7437472" y="4334816"/>
            <a:ext cx="84602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noGrp="1"/>
          </p:cNvSpPr>
          <p:nvPr/>
        </p:nvSpPr>
        <p:spPr>
          <a:xfrm>
            <a:off x="7513252" y="4334816"/>
            <a:ext cx="89019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noGrp="1"/>
          </p:cNvSpPr>
          <p:nvPr/>
        </p:nvSpPr>
        <p:spPr>
          <a:xfrm>
            <a:off x="7593412" y="4334816"/>
            <a:ext cx="95146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noGrp="1"/>
          </p:cNvSpPr>
          <p:nvPr/>
        </p:nvSpPr>
        <p:spPr>
          <a:xfrm>
            <a:off x="7679689" y="4334816"/>
            <a:ext cx="10184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noGrp="1"/>
          </p:cNvSpPr>
          <p:nvPr/>
        </p:nvSpPr>
        <p:spPr>
          <a:xfrm>
            <a:off x="7772641" y="4334816"/>
            <a:ext cx="84174" cy="1781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noGrp="1"/>
          </p:cNvSpPr>
          <p:nvPr/>
        </p:nvSpPr>
        <p:spPr>
          <a:xfrm>
            <a:off x="7849178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5" name="text_2414">
            <a:extLst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noGrp="1"/>
          </p:cNvSpPr>
          <p:nvPr/>
        </p:nvSpPr>
        <p:spPr>
          <a:xfrm>
            <a:off x="7899693" y="4388707"/>
            <a:ext cx="35428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6" name="text_2415">
            <a:extLst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noGrp="1"/>
          </p:cNvSpPr>
          <p:nvPr/>
        </p:nvSpPr>
        <p:spPr>
          <a:xfrm>
            <a:off x="7926313" y="4388707"/>
            <a:ext cx="59366" cy="1246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2913552"/>
          </a:xfrm>
          <a:custGeom>
            <a:avLst/>
            <a:gdLst/>
            <a:ahLst/>
            <a:cxnLst/>
            <a:rect l="0" t="0" r="0" b="0"/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noGrp="1"/>
          </p:cNvSpPr>
          <p:nvPr/>
        </p:nvSpPr>
        <p:spPr>
          <a:xfrm>
            <a:off x="8550335" y="75342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DE725"/>
          </a:solidFill>
          <a:ln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noGrp="1"/>
          </p:cNvSpPr>
          <p:nvPr/>
        </p:nvSpPr>
        <p:spPr>
          <a:xfrm>
            <a:off x="8550335" y="75228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BE723"/>
          </a:solidFill>
          <a:ln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noGrp="1"/>
          </p:cNvSpPr>
          <p:nvPr/>
        </p:nvSpPr>
        <p:spPr>
          <a:xfrm>
            <a:off x="8550335" y="75115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8E621"/>
          </a:solidFill>
          <a:ln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noGrp="1"/>
          </p:cNvSpPr>
          <p:nvPr/>
        </p:nvSpPr>
        <p:spPr>
          <a:xfrm>
            <a:off x="8550335" y="75001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6E620"/>
          </a:solidFill>
          <a:ln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noGrp="1"/>
          </p:cNvSpPr>
          <p:nvPr/>
        </p:nvSpPr>
        <p:spPr>
          <a:xfrm>
            <a:off x="8550335" y="74887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4E61E"/>
          </a:solidFill>
          <a:ln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noGrp="1"/>
          </p:cNvSpPr>
          <p:nvPr/>
        </p:nvSpPr>
        <p:spPr>
          <a:xfrm>
            <a:off x="8550335" y="74773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F1E51D"/>
          </a:solidFill>
          <a:ln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noGrp="1"/>
          </p:cNvSpPr>
          <p:nvPr/>
        </p:nvSpPr>
        <p:spPr>
          <a:xfrm>
            <a:off x="8550335" y="74659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FE51C"/>
          </a:solidFill>
          <a:ln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noGrp="1"/>
          </p:cNvSpPr>
          <p:nvPr/>
        </p:nvSpPr>
        <p:spPr>
          <a:xfrm>
            <a:off x="8550335" y="74546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CE51B"/>
          </a:solidFill>
          <a:ln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noGrp="1"/>
          </p:cNvSpPr>
          <p:nvPr/>
        </p:nvSpPr>
        <p:spPr>
          <a:xfrm>
            <a:off x="8550335" y="74432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AE51A"/>
          </a:solidFill>
          <a:ln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noGrp="1"/>
          </p:cNvSpPr>
          <p:nvPr/>
        </p:nvSpPr>
        <p:spPr>
          <a:xfrm>
            <a:off x="8550335" y="74318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7E419"/>
          </a:solidFill>
          <a:ln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noGrp="1"/>
          </p:cNvSpPr>
          <p:nvPr/>
        </p:nvSpPr>
        <p:spPr>
          <a:xfrm>
            <a:off x="8550335" y="74204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5E419"/>
          </a:solidFill>
          <a:ln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noGrp="1"/>
          </p:cNvSpPr>
          <p:nvPr/>
        </p:nvSpPr>
        <p:spPr>
          <a:xfrm>
            <a:off x="8550335" y="74090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E2E418"/>
          </a:solidFill>
          <a:ln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noGrp="1"/>
          </p:cNvSpPr>
          <p:nvPr/>
        </p:nvSpPr>
        <p:spPr>
          <a:xfrm>
            <a:off x="8550335" y="73976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FE318"/>
          </a:solidFill>
          <a:ln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noGrp="1"/>
          </p:cNvSpPr>
          <p:nvPr/>
        </p:nvSpPr>
        <p:spPr>
          <a:xfrm>
            <a:off x="8550335" y="73863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DE318"/>
          </a:solidFill>
          <a:ln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noGrp="1"/>
          </p:cNvSpPr>
          <p:nvPr/>
        </p:nvSpPr>
        <p:spPr>
          <a:xfrm>
            <a:off x="8550335" y="73749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AE319"/>
          </a:solidFill>
          <a:ln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noGrp="1"/>
          </p:cNvSpPr>
          <p:nvPr/>
        </p:nvSpPr>
        <p:spPr>
          <a:xfrm>
            <a:off x="8550335" y="73635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8E219"/>
          </a:solidFill>
          <a:ln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noGrp="1"/>
          </p:cNvSpPr>
          <p:nvPr/>
        </p:nvSpPr>
        <p:spPr>
          <a:xfrm>
            <a:off x="8550335" y="73521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5E21A"/>
          </a:solidFill>
          <a:ln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noGrp="1"/>
          </p:cNvSpPr>
          <p:nvPr/>
        </p:nvSpPr>
        <p:spPr>
          <a:xfrm>
            <a:off x="8550335" y="73407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2E21B"/>
          </a:solidFill>
          <a:ln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noGrp="1"/>
          </p:cNvSpPr>
          <p:nvPr/>
        </p:nvSpPr>
        <p:spPr>
          <a:xfrm>
            <a:off x="8550335" y="73294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D0E11C"/>
          </a:solidFill>
          <a:ln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noGrp="1"/>
          </p:cNvSpPr>
          <p:nvPr/>
        </p:nvSpPr>
        <p:spPr>
          <a:xfrm>
            <a:off x="8550335" y="73180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DE11D"/>
          </a:solidFill>
          <a:ln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noGrp="1"/>
          </p:cNvSpPr>
          <p:nvPr/>
        </p:nvSpPr>
        <p:spPr>
          <a:xfrm>
            <a:off x="8550335" y="73066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AE11F"/>
          </a:solidFill>
          <a:ln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noGrp="1"/>
          </p:cNvSpPr>
          <p:nvPr/>
        </p:nvSpPr>
        <p:spPr>
          <a:xfrm>
            <a:off x="8550335" y="72952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8E020"/>
          </a:solidFill>
          <a:ln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noGrp="1"/>
          </p:cNvSpPr>
          <p:nvPr/>
        </p:nvSpPr>
        <p:spPr>
          <a:xfrm>
            <a:off x="8550335" y="72838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5E021"/>
          </a:solidFill>
          <a:ln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noGrp="1"/>
          </p:cNvSpPr>
          <p:nvPr/>
        </p:nvSpPr>
        <p:spPr>
          <a:xfrm>
            <a:off x="8550335" y="72725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2DF23"/>
          </a:solidFill>
          <a:ln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noGrp="1"/>
          </p:cNvSpPr>
          <p:nvPr/>
        </p:nvSpPr>
        <p:spPr>
          <a:xfrm>
            <a:off x="8550335" y="72611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C0DF25"/>
          </a:solidFill>
          <a:ln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noGrp="1"/>
          </p:cNvSpPr>
          <p:nvPr/>
        </p:nvSpPr>
        <p:spPr>
          <a:xfrm>
            <a:off x="8550335" y="72497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DDF26"/>
          </a:solidFill>
          <a:ln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noGrp="1"/>
          </p:cNvSpPr>
          <p:nvPr/>
        </p:nvSpPr>
        <p:spPr>
          <a:xfrm>
            <a:off x="8550335" y="72383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ADE28"/>
          </a:solidFill>
          <a:ln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noGrp="1"/>
          </p:cNvSpPr>
          <p:nvPr/>
        </p:nvSpPr>
        <p:spPr>
          <a:xfrm>
            <a:off x="8550335" y="72269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8DE29"/>
          </a:solidFill>
          <a:ln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noGrp="1"/>
          </p:cNvSpPr>
          <p:nvPr/>
        </p:nvSpPr>
        <p:spPr>
          <a:xfrm>
            <a:off x="8550335" y="72155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5DE2B"/>
          </a:solidFill>
          <a:ln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noGrp="1"/>
          </p:cNvSpPr>
          <p:nvPr/>
        </p:nvSpPr>
        <p:spPr>
          <a:xfrm>
            <a:off x="8550335" y="72042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2DD2D"/>
          </a:solidFill>
          <a:ln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noGrp="1"/>
          </p:cNvSpPr>
          <p:nvPr/>
        </p:nvSpPr>
        <p:spPr>
          <a:xfrm>
            <a:off x="8550335" y="71928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B0DD2F"/>
          </a:solidFill>
          <a:ln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noGrp="1"/>
          </p:cNvSpPr>
          <p:nvPr/>
        </p:nvSpPr>
        <p:spPr>
          <a:xfrm>
            <a:off x="8550335" y="71814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DDC30"/>
          </a:solidFill>
          <a:ln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noGrp="1"/>
          </p:cNvSpPr>
          <p:nvPr/>
        </p:nvSpPr>
        <p:spPr>
          <a:xfrm>
            <a:off x="8550335" y="71700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ADC32"/>
          </a:solidFill>
          <a:ln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noGrp="1"/>
          </p:cNvSpPr>
          <p:nvPr/>
        </p:nvSpPr>
        <p:spPr>
          <a:xfrm>
            <a:off x="8550335" y="71586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8DB34"/>
          </a:solidFill>
          <a:ln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noGrp="1"/>
          </p:cNvSpPr>
          <p:nvPr/>
        </p:nvSpPr>
        <p:spPr>
          <a:xfrm>
            <a:off x="8550335" y="71473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5DB36"/>
          </a:solidFill>
          <a:ln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noGrp="1"/>
          </p:cNvSpPr>
          <p:nvPr/>
        </p:nvSpPr>
        <p:spPr>
          <a:xfrm>
            <a:off x="8550335" y="71359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2DA37"/>
          </a:solidFill>
          <a:ln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noGrp="1"/>
          </p:cNvSpPr>
          <p:nvPr/>
        </p:nvSpPr>
        <p:spPr>
          <a:xfrm>
            <a:off x="8550335" y="71245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A0DA39"/>
          </a:solidFill>
          <a:ln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noGrp="1"/>
          </p:cNvSpPr>
          <p:nvPr/>
        </p:nvSpPr>
        <p:spPr>
          <a:xfrm>
            <a:off x="8550335" y="71131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DD93B"/>
          </a:solidFill>
          <a:ln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noGrp="1"/>
          </p:cNvSpPr>
          <p:nvPr/>
        </p:nvSpPr>
        <p:spPr>
          <a:xfrm>
            <a:off x="8550335" y="71017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BD93C"/>
          </a:solidFill>
          <a:ln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noGrp="1"/>
          </p:cNvSpPr>
          <p:nvPr/>
        </p:nvSpPr>
        <p:spPr>
          <a:xfrm>
            <a:off x="8550335" y="70904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8D83E"/>
          </a:solidFill>
          <a:ln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noGrp="1"/>
          </p:cNvSpPr>
          <p:nvPr/>
        </p:nvSpPr>
        <p:spPr>
          <a:xfrm>
            <a:off x="8550335" y="70790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5D840"/>
          </a:solidFill>
          <a:ln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noGrp="1"/>
          </p:cNvSpPr>
          <p:nvPr/>
        </p:nvSpPr>
        <p:spPr>
          <a:xfrm>
            <a:off x="8550335" y="70676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3D741"/>
          </a:solidFill>
          <a:ln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noGrp="1"/>
          </p:cNvSpPr>
          <p:nvPr/>
        </p:nvSpPr>
        <p:spPr>
          <a:xfrm>
            <a:off x="8550335" y="70562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90D743"/>
          </a:solidFill>
          <a:ln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noGrp="1"/>
          </p:cNvSpPr>
          <p:nvPr/>
        </p:nvSpPr>
        <p:spPr>
          <a:xfrm>
            <a:off x="8550335" y="70448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ED645"/>
          </a:solidFill>
          <a:ln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noGrp="1"/>
          </p:cNvSpPr>
          <p:nvPr/>
        </p:nvSpPr>
        <p:spPr>
          <a:xfrm>
            <a:off x="8550335" y="70335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BD646"/>
          </a:solidFill>
          <a:ln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noGrp="1"/>
          </p:cNvSpPr>
          <p:nvPr/>
        </p:nvSpPr>
        <p:spPr>
          <a:xfrm>
            <a:off x="8550335" y="70221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9D548"/>
          </a:solidFill>
          <a:ln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noGrp="1"/>
          </p:cNvSpPr>
          <p:nvPr/>
        </p:nvSpPr>
        <p:spPr>
          <a:xfrm>
            <a:off x="8550335" y="70107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6D549"/>
          </a:solidFill>
          <a:ln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noGrp="1"/>
          </p:cNvSpPr>
          <p:nvPr/>
        </p:nvSpPr>
        <p:spPr>
          <a:xfrm>
            <a:off x="8550335" y="69993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4D44B"/>
          </a:solidFill>
          <a:ln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noGrp="1"/>
          </p:cNvSpPr>
          <p:nvPr/>
        </p:nvSpPr>
        <p:spPr>
          <a:xfrm>
            <a:off x="8550335" y="69879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81D34D"/>
          </a:solidFill>
          <a:ln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noGrp="1"/>
          </p:cNvSpPr>
          <p:nvPr/>
        </p:nvSpPr>
        <p:spPr>
          <a:xfrm>
            <a:off x="8550335" y="69765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FD34E"/>
          </a:solidFill>
          <a:ln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noGrp="1"/>
          </p:cNvSpPr>
          <p:nvPr/>
        </p:nvSpPr>
        <p:spPr>
          <a:xfrm>
            <a:off x="8550335" y="69652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CD250"/>
          </a:solidFill>
          <a:ln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noGrp="1"/>
          </p:cNvSpPr>
          <p:nvPr/>
        </p:nvSpPr>
        <p:spPr>
          <a:xfrm>
            <a:off x="8550335" y="69538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AD151"/>
          </a:solidFill>
          <a:ln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noGrp="1"/>
          </p:cNvSpPr>
          <p:nvPr/>
        </p:nvSpPr>
        <p:spPr>
          <a:xfrm>
            <a:off x="8550335" y="69424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7D153"/>
          </a:solidFill>
          <a:ln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noGrp="1"/>
          </p:cNvSpPr>
          <p:nvPr/>
        </p:nvSpPr>
        <p:spPr>
          <a:xfrm>
            <a:off x="8550335" y="69310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5D054"/>
          </a:solidFill>
          <a:ln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noGrp="1"/>
          </p:cNvSpPr>
          <p:nvPr/>
        </p:nvSpPr>
        <p:spPr>
          <a:xfrm>
            <a:off x="8550335" y="69196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3D056"/>
          </a:solidFill>
          <a:ln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noGrp="1"/>
          </p:cNvSpPr>
          <p:nvPr/>
        </p:nvSpPr>
        <p:spPr>
          <a:xfrm>
            <a:off x="8550335" y="69083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70CF57"/>
          </a:solidFill>
          <a:ln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noGrp="1"/>
          </p:cNvSpPr>
          <p:nvPr/>
        </p:nvSpPr>
        <p:spPr>
          <a:xfrm>
            <a:off x="8550335" y="68969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ECE58"/>
          </a:solidFill>
          <a:ln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noGrp="1"/>
          </p:cNvSpPr>
          <p:nvPr/>
        </p:nvSpPr>
        <p:spPr>
          <a:xfrm>
            <a:off x="8550335" y="68855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CCD5A"/>
          </a:solidFill>
          <a:ln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noGrp="1"/>
          </p:cNvSpPr>
          <p:nvPr/>
        </p:nvSpPr>
        <p:spPr>
          <a:xfrm>
            <a:off x="8550335" y="68741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9CD5B"/>
          </a:solidFill>
          <a:ln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noGrp="1"/>
          </p:cNvSpPr>
          <p:nvPr/>
        </p:nvSpPr>
        <p:spPr>
          <a:xfrm>
            <a:off x="8550335" y="68627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7CC5C"/>
          </a:solidFill>
          <a:ln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noGrp="1"/>
          </p:cNvSpPr>
          <p:nvPr/>
        </p:nvSpPr>
        <p:spPr>
          <a:xfrm>
            <a:off x="8550335" y="68514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5CB5E"/>
          </a:solidFill>
          <a:ln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noGrp="1"/>
          </p:cNvSpPr>
          <p:nvPr/>
        </p:nvSpPr>
        <p:spPr>
          <a:xfrm>
            <a:off x="8550335" y="68400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3CB5F"/>
          </a:solidFill>
          <a:ln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noGrp="1"/>
          </p:cNvSpPr>
          <p:nvPr/>
        </p:nvSpPr>
        <p:spPr>
          <a:xfrm>
            <a:off x="8550335" y="68286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60CA60"/>
          </a:solidFill>
          <a:ln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noGrp="1"/>
          </p:cNvSpPr>
          <p:nvPr/>
        </p:nvSpPr>
        <p:spPr>
          <a:xfrm>
            <a:off x="8550335" y="68172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EC962"/>
          </a:solidFill>
          <a:ln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noGrp="1"/>
          </p:cNvSpPr>
          <p:nvPr/>
        </p:nvSpPr>
        <p:spPr>
          <a:xfrm>
            <a:off x="8550335" y="68058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CC863"/>
          </a:solidFill>
          <a:ln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noGrp="1"/>
          </p:cNvSpPr>
          <p:nvPr/>
        </p:nvSpPr>
        <p:spPr>
          <a:xfrm>
            <a:off x="8550335" y="67944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AC864"/>
          </a:solidFill>
          <a:ln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noGrp="1"/>
          </p:cNvSpPr>
          <p:nvPr/>
        </p:nvSpPr>
        <p:spPr>
          <a:xfrm>
            <a:off x="8550335" y="67831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8C765"/>
          </a:solidFill>
          <a:ln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noGrp="1"/>
          </p:cNvSpPr>
          <p:nvPr/>
        </p:nvSpPr>
        <p:spPr>
          <a:xfrm>
            <a:off x="8550335" y="67717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6C667"/>
          </a:solidFill>
          <a:ln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noGrp="1"/>
          </p:cNvSpPr>
          <p:nvPr/>
        </p:nvSpPr>
        <p:spPr>
          <a:xfrm>
            <a:off x="8550335" y="67603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4C568"/>
          </a:solidFill>
          <a:ln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noGrp="1"/>
          </p:cNvSpPr>
          <p:nvPr/>
        </p:nvSpPr>
        <p:spPr>
          <a:xfrm>
            <a:off x="8550335" y="67489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2C569"/>
          </a:solidFill>
          <a:ln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noGrp="1"/>
          </p:cNvSpPr>
          <p:nvPr/>
        </p:nvSpPr>
        <p:spPr>
          <a:xfrm>
            <a:off x="8550335" y="67375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50C46A"/>
          </a:solidFill>
          <a:ln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noGrp="1"/>
          </p:cNvSpPr>
          <p:nvPr/>
        </p:nvSpPr>
        <p:spPr>
          <a:xfrm>
            <a:off x="8550335" y="67262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EC36B"/>
          </a:solidFill>
          <a:ln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noGrp="1"/>
          </p:cNvSpPr>
          <p:nvPr/>
        </p:nvSpPr>
        <p:spPr>
          <a:xfrm>
            <a:off x="8550335" y="67148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CC26C"/>
          </a:solidFill>
          <a:ln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noGrp="1"/>
          </p:cNvSpPr>
          <p:nvPr/>
        </p:nvSpPr>
        <p:spPr>
          <a:xfrm>
            <a:off x="8550335" y="67034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AC16D"/>
          </a:solidFill>
          <a:ln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noGrp="1"/>
          </p:cNvSpPr>
          <p:nvPr/>
        </p:nvSpPr>
        <p:spPr>
          <a:xfrm>
            <a:off x="8550335" y="66920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C16E"/>
          </a:solidFill>
          <a:ln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noGrp="1"/>
          </p:cNvSpPr>
          <p:nvPr/>
        </p:nvSpPr>
        <p:spPr>
          <a:xfrm>
            <a:off x="8550335" y="66806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C06F"/>
          </a:solidFill>
          <a:ln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noGrp="1"/>
          </p:cNvSpPr>
          <p:nvPr/>
        </p:nvSpPr>
        <p:spPr>
          <a:xfrm>
            <a:off x="8550335" y="66693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BF70"/>
          </a:solidFill>
          <a:ln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noGrp="1"/>
          </p:cNvSpPr>
          <p:nvPr/>
        </p:nvSpPr>
        <p:spPr>
          <a:xfrm>
            <a:off x="8550335" y="66579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BE71"/>
          </a:solidFill>
          <a:ln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noGrp="1"/>
          </p:cNvSpPr>
          <p:nvPr/>
        </p:nvSpPr>
        <p:spPr>
          <a:xfrm>
            <a:off x="8550335" y="66465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BD72"/>
          </a:solidFill>
          <a:ln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noGrp="1"/>
          </p:cNvSpPr>
          <p:nvPr/>
        </p:nvSpPr>
        <p:spPr>
          <a:xfrm>
            <a:off x="8550335" y="66351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BC73"/>
          </a:solidFill>
          <a:ln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noGrp="1"/>
          </p:cNvSpPr>
          <p:nvPr/>
        </p:nvSpPr>
        <p:spPr>
          <a:xfrm>
            <a:off x="8550335" y="66237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BC74"/>
          </a:solidFill>
          <a:ln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noGrp="1"/>
          </p:cNvSpPr>
          <p:nvPr/>
        </p:nvSpPr>
        <p:spPr>
          <a:xfrm>
            <a:off x="8550335" y="66124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BB75"/>
          </a:solidFill>
          <a:ln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noGrp="1"/>
          </p:cNvSpPr>
          <p:nvPr/>
        </p:nvSpPr>
        <p:spPr>
          <a:xfrm>
            <a:off x="8550335" y="66010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BA76"/>
          </a:solidFill>
          <a:ln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noGrp="1"/>
          </p:cNvSpPr>
          <p:nvPr/>
        </p:nvSpPr>
        <p:spPr>
          <a:xfrm>
            <a:off x="8550335" y="65896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B977"/>
          </a:solidFill>
          <a:ln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noGrp="1"/>
          </p:cNvSpPr>
          <p:nvPr/>
        </p:nvSpPr>
        <p:spPr>
          <a:xfrm>
            <a:off x="8550335" y="65782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B878"/>
          </a:solidFill>
          <a:ln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noGrp="1"/>
          </p:cNvSpPr>
          <p:nvPr/>
        </p:nvSpPr>
        <p:spPr>
          <a:xfrm>
            <a:off x="8550335" y="65668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B779"/>
          </a:solidFill>
          <a:ln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noGrp="1"/>
          </p:cNvSpPr>
          <p:nvPr/>
        </p:nvSpPr>
        <p:spPr>
          <a:xfrm>
            <a:off x="8550335" y="65554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B679"/>
          </a:solidFill>
          <a:ln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noGrp="1"/>
          </p:cNvSpPr>
          <p:nvPr/>
        </p:nvSpPr>
        <p:spPr>
          <a:xfrm>
            <a:off x="8550335" y="65441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B67A"/>
          </a:solidFill>
          <a:ln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noGrp="1"/>
          </p:cNvSpPr>
          <p:nvPr/>
        </p:nvSpPr>
        <p:spPr>
          <a:xfrm>
            <a:off x="8550335" y="65327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B57B"/>
          </a:solidFill>
          <a:ln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noGrp="1"/>
          </p:cNvSpPr>
          <p:nvPr/>
        </p:nvSpPr>
        <p:spPr>
          <a:xfrm>
            <a:off x="8550335" y="65213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B47C"/>
          </a:solidFill>
          <a:ln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noGrp="1"/>
          </p:cNvSpPr>
          <p:nvPr/>
        </p:nvSpPr>
        <p:spPr>
          <a:xfrm>
            <a:off x="8550335" y="65099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B37C"/>
          </a:solidFill>
          <a:ln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noGrp="1"/>
          </p:cNvSpPr>
          <p:nvPr/>
        </p:nvSpPr>
        <p:spPr>
          <a:xfrm>
            <a:off x="8550335" y="64985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B27D"/>
          </a:solidFill>
          <a:ln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noGrp="1"/>
          </p:cNvSpPr>
          <p:nvPr/>
        </p:nvSpPr>
        <p:spPr>
          <a:xfrm>
            <a:off x="8550335" y="64872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B17E"/>
          </a:solidFill>
          <a:ln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noGrp="1"/>
          </p:cNvSpPr>
          <p:nvPr/>
        </p:nvSpPr>
        <p:spPr>
          <a:xfrm>
            <a:off x="8550335" y="64758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B07F"/>
          </a:solidFill>
          <a:ln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noGrp="1"/>
          </p:cNvSpPr>
          <p:nvPr/>
        </p:nvSpPr>
        <p:spPr>
          <a:xfrm>
            <a:off x="8550335" y="64644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AF7F"/>
          </a:solidFill>
          <a:ln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noGrp="1"/>
          </p:cNvSpPr>
          <p:nvPr/>
        </p:nvSpPr>
        <p:spPr>
          <a:xfrm>
            <a:off x="8550335" y="64530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AE80"/>
          </a:solidFill>
          <a:ln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noGrp="1"/>
          </p:cNvSpPr>
          <p:nvPr/>
        </p:nvSpPr>
        <p:spPr>
          <a:xfrm>
            <a:off x="8550335" y="64416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AD81"/>
          </a:solidFill>
          <a:ln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noGrp="1"/>
          </p:cNvSpPr>
          <p:nvPr/>
        </p:nvSpPr>
        <p:spPr>
          <a:xfrm>
            <a:off x="8550335" y="64303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AD81"/>
          </a:solidFill>
          <a:ln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noGrp="1"/>
          </p:cNvSpPr>
          <p:nvPr/>
        </p:nvSpPr>
        <p:spPr>
          <a:xfrm>
            <a:off x="8550335" y="64189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C82"/>
          </a:solidFill>
          <a:ln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noGrp="1"/>
          </p:cNvSpPr>
          <p:nvPr/>
        </p:nvSpPr>
        <p:spPr>
          <a:xfrm>
            <a:off x="8550335" y="64075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AB82"/>
          </a:solidFill>
          <a:ln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noGrp="1"/>
          </p:cNvSpPr>
          <p:nvPr/>
        </p:nvSpPr>
        <p:spPr>
          <a:xfrm>
            <a:off x="8550335" y="63961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AA83"/>
          </a:solidFill>
          <a:ln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noGrp="1"/>
          </p:cNvSpPr>
          <p:nvPr/>
        </p:nvSpPr>
        <p:spPr>
          <a:xfrm>
            <a:off x="8550335" y="63847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A983"/>
          </a:solidFill>
          <a:ln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noGrp="1"/>
          </p:cNvSpPr>
          <p:nvPr/>
        </p:nvSpPr>
        <p:spPr>
          <a:xfrm>
            <a:off x="8550335" y="63734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884"/>
          </a:solidFill>
          <a:ln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noGrp="1"/>
          </p:cNvSpPr>
          <p:nvPr/>
        </p:nvSpPr>
        <p:spPr>
          <a:xfrm>
            <a:off x="8550335" y="63620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A785"/>
          </a:solidFill>
          <a:ln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noGrp="1"/>
          </p:cNvSpPr>
          <p:nvPr/>
        </p:nvSpPr>
        <p:spPr>
          <a:xfrm>
            <a:off x="8550335" y="63506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685"/>
          </a:solidFill>
          <a:ln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noGrp="1"/>
          </p:cNvSpPr>
          <p:nvPr/>
        </p:nvSpPr>
        <p:spPr>
          <a:xfrm>
            <a:off x="8550335" y="63392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A585"/>
          </a:solidFill>
          <a:ln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noGrp="1"/>
          </p:cNvSpPr>
          <p:nvPr/>
        </p:nvSpPr>
        <p:spPr>
          <a:xfrm>
            <a:off x="8550335" y="63278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486"/>
          </a:solidFill>
          <a:ln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noGrp="1"/>
          </p:cNvSpPr>
          <p:nvPr/>
        </p:nvSpPr>
        <p:spPr>
          <a:xfrm>
            <a:off x="8550335" y="63164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A386"/>
          </a:solidFill>
          <a:ln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noGrp="1"/>
          </p:cNvSpPr>
          <p:nvPr/>
        </p:nvSpPr>
        <p:spPr>
          <a:xfrm>
            <a:off x="8550335" y="63051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287"/>
          </a:solidFill>
          <a:ln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noGrp="1"/>
          </p:cNvSpPr>
          <p:nvPr/>
        </p:nvSpPr>
        <p:spPr>
          <a:xfrm>
            <a:off x="8550335" y="62937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7"/>
          </a:solidFill>
          <a:ln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noGrp="1"/>
          </p:cNvSpPr>
          <p:nvPr/>
        </p:nvSpPr>
        <p:spPr>
          <a:xfrm>
            <a:off x="8550335" y="62823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188"/>
          </a:solidFill>
          <a:ln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noGrp="1"/>
          </p:cNvSpPr>
          <p:nvPr/>
        </p:nvSpPr>
        <p:spPr>
          <a:xfrm>
            <a:off x="8550335" y="62709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A088"/>
          </a:solidFill>
          <a:ln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noGrp="1"/>
          </p:cNvSpPr>
          <p:nvPr/>
        </p:nvSpPr>
        <p:spPr>
          <a:xfrm>
            <a:off x="8550335" y="62595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F88"/>
          </a:solidFill>
          <a:ln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noGrp="1"/>
          </p:cNvSpPr>
          <p:nvPr/>
        </p:nvSpPr>
        <p:spPr>
          <a:xfrm>
            <a:off x="8550335" y="62482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E89"/>
          </a:solidFill>
          <a:ln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noGrp="1"/>
          </p:cNvSpPr>
          <p:nvPr/>
        </p:nvSpPr>
        <p:spPr>
          <a:xfrm>
            <a:off x="8550335" y="62368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D89"/>
          </a:solidFill>
          <a:ln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noGrp="1"/>
          </p:cNvSpPr>
          <p:nvPr/>
        </p:nvSpPr>
        <p:spPr>
          <a:xfrm>
            <a:off x="8550335" y="62254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C89"/>
          </a:solidFill>
          <a:ln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noGrp="1"/>
          </p:cNvSpPr>
          <p:nvPr/>
        </p:nvSpPr>
        <p:spPr>
          <a:xfrm>
            <a:off x="8550335" y="62140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E9B8A"/>
          </a:solidFill>
          <a:ln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noGrp="1"/>
          </p:cNvSpPr>
          <p:nvPr/>
        </p:nvSpPr>
        <p:spPr>
          <a:xfrm>
            <a:off x="8550335" y="62026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A8A"/>
          </a:solidFill>
          <a:ln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noGrp="1"/>
          </p:cNvSpPr>
          <p:nvPr/>
        </p:nvSpPr>
        <p:spPr>
          <a:xfrm>
            <a:off x="8550335" y="61913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98A"/>
          </a:solidFill>
          <a:ln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noGrp="1"/>
          </p:cNvSpPr>
          <p:nvPr/>
        </p:nvSpPr>
        <p:spPr>
          <a:xfrm>
            <a:off x="8550335" y="61799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88B"/>
          </a:solidFill>
          <a:ln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noGrp="1"/>
          </p:cNvSpPr>
          <p:nvPr/>
        </p:nvSpPr>
        <p:spPr>
          <a:xfrm>
            <a:off x="8550335" y="61685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78B"/>
          </a:solidFill>
          <a:ln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noGrp="1"/>
          </p:cNvSpPr>
          <p:nvPr/>
        </p:nvSpPr>
        <p:spPr>
          <a:xfrm>
            <a:off x="8550335" y="61571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68B"/>
          </a:solidFill>
          <a:ln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noGrp="1"/>
          </p:cNvSpPr>
          <p:nvPr/>
        </p:nvSpPr>
        <p:spPr>
          <a:xfrm>
            <a:off x="8550335" y="61457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58B"/>
          </a:solidFill>
          <a:ln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noGrp="1"/>
          </p:cNvSpPr>
          <p:nvPr/>
        </p:nvSpPr>
        <p:spPr>
          <a:xfrm>
            <a:off x="8550335" y="61343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1F948C"/>
          </a:solidFill>
          <a:ln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noGrp="1"/>
          </p:cNvSpPr>
          <p:nvPr/>
        </p:nvSpPr>
        <p:spPr>
          <a:xfrm>
            <a:off x="8550335" y="61230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38C"/>
          </a:solidFill>
          <a:ln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noGrp="1"/>
          </p:cNvSpPr>
          <p:nvPr/>
        </p:nvSpPr>
        <p:spPr>
          <a:xfrm>
            <a:off x="8550335" y="61116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noGrp="1"/>
          </p:cNvSpPr>
          <p:nvPr/>
        </p:nvSpPr>
        <p:spPr>
          <a:xfrm>
            <a:off x="8550335" y="61002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0928C"/>
          </a:solidFill>
          <a:ln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noGrp="1"/>
          </p:cNvSpPr>
          <p:nvPr/>
        </p:nvSpPr>
        <p:spPr>
          <a:xfrm>
            <a:off x="8550335" y="60888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18C"/>
          </a:solidFill>
          <a:ln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noGrp="1"/>
          </p:cNvSpPr>
          <p:nvPr/>
        </p:nvSpPr>
        <p:spPr>
          <a:xfrm>
            <a:off x="8550335" y="607749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908D"/>
          </a:solidFill>
          <a:ln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noGrp="1"/>
          </p:cNvSpPr>
          <p:nvPr/>
        </p:nvSpPr>
        <p:spPr>
          <a:xfrm>
            <a:off x="8550335" y="606611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F8D"/>
          </a:solidFill>
          <a:ln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noGrp="1"/>
          </p:cNvSpPr>
          <p:nvPr/>
        </p:nvSpPr>
        <p:spPr>
          <a:xfrm>
            <a:off x="8550335" y="605473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18E8D"/>
          </a:solidFill>
          <a:ln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noGrp="1"/>
          </p:cNvSpPr>
          <p:nvPr/>
        </p:nvSpPr>
        <p:spPr>
          <a:xfrm>
            <a:off x="8550335" y="604334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D8D"/>
          </a:solidFill>
          <a:ln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noGrp="1"/>
          </p:cNvSpPr>
          <p:nvPr/>
        </p:nvSpPr>
        <p:spPr>
          <a:xfrm>
            <a:off x="8550335" y="603196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C8D"/>
          </a:solidFill>
          <a:ln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noGrp="1"/>
          </p:cNvSpPr>
          <p:nvPr/>
        </p:nvSpPr>
        <p:spPr>
          <a:xfrm>
            <a:off x="8550335" y="602058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28B8D"/>
          </a:solidFill>
          <a:ln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noGrp="1"/>
          </p:cNvSpPr>
          <p:nvPr/>
        </p:nvSpPr>
        <p:spPr>
          <a:xfrm>
            <a:off x="8550335" y="600920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A8D"/>
          </a:solidFill>
          <a:ln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noGrp="1"/>
          </p:cNvSpPr>
          <p:nvPr/>
        </p:nvSpPr>
        <p:spPr>
          <a:xfrm>
            <a:off x="8550335" y="599782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98E"/>
          </a:solidFill>
          <a:ln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noGrp="1"/>
          </p:cNvSpPr>
          <p:nvPr/>
        </p:nvSpPr>
        <p:spPr>
          <a:xfrm>
            <a:off x="8550335" y="598644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3888E"/>
          </a:solidFill>
          <a:ln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noGrp="1"/>
          </p:cNvSpPr>
          <p:nvPr/>
        </p:nvSpPr>
        <p:spPr>
          <a:xfrm>
            <a:off x="8550335" y="597506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78E"/>
          </a:solidFill>
          <a:ln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noGrp="1"/>
          </p:cNvSpPr>
          <p:nvPr/>
        </p:nvSpPr>
        <p:spPr>
          <a:xfrm>
            <a:off x="8550335" y="59636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4868E"/>
          </a:solidFill>
          <a:ln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noGrp="1"/>
          </p:cNvSpPr>
          <p:nvPr/>
        </p:nvSpPr>
        <p:spPr>
          <a:xfrm>
            <a:off x="8550335" y="59523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58E"/>
          </a:solidFill>
          <a:ln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noGrp="1"/>
          </p:cNvSpPr>
          <p:nvPr/>
        </p:nvSpPr>
        <p:spPr>
          <a:xfrm>
            <a:off x="8550335" y="59409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48E"/>
          </a:solidFill>
          <a:ln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noGrp="1"/>
          </p:cNvSpPr>
          <p:nvPr/>
        </p:nvSpPr>
        <p:spPr>
          <a:xfrm>
            <a:off x="8550335" y="59295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5838E"/>
          </a:solidFill>
          <a:ln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noGrp="1"/>
          </p:cNvSpPr>
          <p:nvPr/>
        </p:nvSpPr>
        <p:spPr>
          <a:xfrm>
            <a:off x="8550335" y="59181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noGrp="1"/>
          </p:cNvSpPr>
          <p:nvPr/>
        </p:nvSpPr>
        <p:spPr>
          <a:xfrm>
            <a:off x="8550335" y="59067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28E"/>
          </a:solidFill>
          <a:ln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noGrp="1"/>
          </p:cNvSpPr>
          <p:nvPr/>
        </p:nvSpPr>
        <p:spPr>
          <a:xfrm>
            <a:off x="8550335" y="589539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6818E"/>
          </a:solidFill>
          <a:ln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noGrp="1"/>
          </p:cNvSpPr>
          <p:nvPr/>
        </p:nvSpPr>
        <p:spPr>
          <a:xfrm>
            <a:off x="8550335" y="588401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808E"/>
          </a:solidFill>
          <a:ln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noGrp="1"/>
          </p:cNvSpPr>
          <p:nvPr/>
        </p:nvSpPr>
        <p:spPr>
          <a:xfrm>
            <a:off x="8550335" y="587263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F8E"/>
          </a:solidFill>
          <a:ln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noGrp="1"/>
          </p:cNvSpPr>
          <p:nvPr/>
        </p:nvSpPr>
        <p:spPr>
          <a:xfrm>
            <a:off x="8550335" y="586125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77E8E"/>
          </a:solidFill>
          <a:ln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noGrp="1"/>
          </p:cNvSpPr>
          <p:nvPr/>
        </p:nvSpPr>
        <p:spPr>
          <a:xfrm>
            <a:off x="8550335" y="584987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D8E"/>
          </a:solidFill>
          <a:ln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noGrp="1"/>
          </p:cNvSpPr>
          <p:nvPr/>
        </p:nvSpPr>
        <p:spPr>
          <a:xfrm>
            <a:off x="8550335" y="583849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87C8E"/>
          </a:solidFill>
          <a:ln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noGrp="1"/>
          </p:cNvSpPr>
          <p:nvPr/>
        </p:nvSpPr>
        <p:spPr>
          <a:xfrm>
            <a:off x="8550335" y="582710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B8E"/>
          </a:solidFill>
          <a:ln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noGrp="1"/>
          </p:cNvSpPr>
          <p:nvPr/>
        </p:nvSpPr>
        <p:spPr>
          <a:xfrm>
            <a:off x="8550335" y="581572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A8E"/>
          </a:solidFill>
          <a:ln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noGrp="1"/>
          </p:cNvSpPr>
          <p:nvPr/>
        </p:nvSpPr>
        <p:spPr>
          <a:xfrm>
            <a:off x="8550335" y="580434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9798E"/>
          </a:solidFill>
          <a:ln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noGrp="1"/>
          </p:cNvSpPr>
          <p:nvPr/>
        </p:nvSpPr>
        <p:spPr>
          <a:xfrm>
            <a:off x="8550335" y="579296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88E"/>
          </a:solidFill>
          <a:ln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noGrp="1"/>
          </p:cNvSpPr>
          <p:nvPr/>
        </p:nvSpPr>
        <p:spPr>
          <a:xfrm>
            <a:off x="8550335" y="57815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78E"/>
          </a:solidFill>
          <a:ln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noGrp="1"/>
          </p:cNvSpPr>
          <p:nvPr/>
        </p:nvSpPr>
        <p:spPr>
          <a:xfrm>
            <a:off x="8550335" y="57702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A768E"/>
          </a:solidFill>
          <a:ln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noGrp="1"/>
          </p:cNvSpPr>
          <p:nvPr/>
        </p:nvSpPr>
        <p:spPr>
          <a:xfrm>
            <a:off x="8550335" y="57588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58E"/>
          </a:solidFill>
          <a:ln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noGrp="1"/>
          </p:cNvSpPr>
          <p:nvPr/>
        </p:nvSpPr>
        <p:spPr>
          <a:xfrm>
            <a:off x="8550335" y="57474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B748E"/>
          </a:solidFill>
          <a:ln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noGrp="1"/>
          </p:cNvSpPr>
          <p:nvPr/>
        </p:nvSpPr>
        <p:spPr>
          <a:xfrm>
            <a:off x="8550335" y="57360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38E"/>
          </a:solidFill>
          <a:ln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noGrp="1"/>
          </p:cNvSpPr>
          <p:nvPr/>
        </p:nvSpPr>
        <p:spPr>
          <a:xfrm>
            <a:off x="8550335" y="57246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28E"/>
          </a:solidFill>
          <a:ln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noGrp="1"/>
          </p:cNvSpPr>
          <p:nvPr/>
        </p:nvSpPr>
        <p:spPr>
          <a:xfrm>
            <a:off x="8550335" y="571329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C718E"/>
          </a:solidFill>
          <a:ln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noGrp="1"/>
          </p:cNvSpPr>
          <p:nvPr/>
        </p:nvSpPr>
        <p:spPr>
          <a:xfrm>
            <a:off x="8550335" y="570191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18E"/>
          </a:solidFill>
          <a:ln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noGrp="1"/>
          </p:cNvSpPr>
          <p:nvPr/>
        </p:nvSpPr>
        <p:spPr>
          <a:xfrm>
            <a:off x="8550335" y="569053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D708E"/>
          </a:solidFill>
          <a:ln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noGrp="1"/>
          </p:cNvSpPr>
          <p:nvPr/>
        </p:nvSpPr>
        <p:spPr>
          <a:xfrm>
            <a:off x="8550335" y="567915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F8E"/>
          </a:solidFill>
          <a:ln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noGrp="1"/>
          </p:cNvSpPr>
          <p:nvPr/>
        </p:nvSpPr>
        <p:spPr>
          <a:xfrm>
            <a:off x="8550335" y="566777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E8E"/>
          </a:solidFill>
          <a:ln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noGrp="1"/>
          </p:cNvSpPr>
          <p:nvPr/>
        </p:nvSpPr>
        <p:spPr>
          <a:xfrm>
            <a:off x="8550335" y="565639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E6D8E"/>
          </a:solidFill>
          <a:ln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noGrp="1"/>
          </p:cNvSpPr>
          <p:nvPr/>
        </p:nvSpPr>
        <p:spPr>
          <a:xfrm>
            <a:off x="8550335" y="564501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C8E"/>
          </a:solidFill>
          <a:ln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noGrp="1"/>
          </p:cNvSpPr>
          <p:nvPr/>
        </p:nvSpPr>
        <p:spPr>
          <a:xfrm>
            <a:off x="8550335" y="563363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2F6B8E"/>
          </a:solidFill>
          <a:ln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noGrp="1"/>
          </p:cNvSpPr>
          <p:nvPr/>
        </p:nvSpPr>
        <p:spPr>
          <a:xfrm>
            <a:off x="8550335" y="562225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A8E"/>
          </a:solidFill>
          <a:ln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noGrp="1"/>
          </p:cNvSpPr>
          <p:nvPr/>
        </p:nvSpPr>
        <p:spPr>
          <a:xfrm>
            <a:off x="8550335" y="561086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0698E"/>
          </a:solidFill>
          <a:ln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noGrp="1"/>
          </p:cNvSpPr>
          <p:nvPr/>
        </p:nvSpPr>
        <p:spPr>
          <a:xfrm>
            <a:off x="8550335" y="55994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88E"/>
          </a:solidFill>
          <a:ln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noGrp="1"/>
          </p:cNvSpPr>
          <p:nvPr/>
        </p:nvSpPr>
        <p:spPr>
          <a:xfrm>
            <a:off x="8550335" y="55881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78E"/>
          </a:solidFill>
          <a:ln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noGrp="1"/>
          </p:cNvSpPr>
          <p:nvPr/>
        </p:nvSpPr>
        <p:spPr>
          <a:xfrm>
            <a:off x="8550335" y="55767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1668E"/>
          </a:solidFill>
          <a:ln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noGrp="1"/>
          </p:cNvSpPr>
          <p:nvPr/>
        </p:nvSpPr>
        <p:spPr>
          <a:xfrm>
            <a:off x="8550335" y="55653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58E"/>
          </a:solidFill>
          <a:ln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noGrp="1"/>
          </p:cNvSpPr>
          <p:nvPr/>
        </p:nvSpPr>
        <p:spPr>
          <a:xfrm>
            <a:off x="8550335" y="55539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2648E"/>
          </a:solidFill>
          <a:ln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noGrp="1"/>
          </p:cNvSpPr>
          <p:nvPr/>
        </p:nvSpPr>
        <p:spPr>
          <a:xfrm>
            <a:off x="8550335" y="554258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38D"/>
          </a:solidFill>
          <a:ln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noGrp="1"/>
          </p:cNvSpPr>
          <p:nvPr/>
        </p:nvSpPr>
        <p:spPr>
          <a:xfrm>
            <a:off x="8550335" y="553120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3628D"/>
          </a:solidFill>
          <a:ln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noGrp="1"/>
          </p:cNvSpPr>
          <p:nvPr/>
        </p:nvSpPr>
        <p:spPr>
          <a:xfrm>
            <a:off x="8550335" y="551982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18D"/>
          </a:solidFill>
          <a:ln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noGrp="1"/>
          </p:cNvSpPr>
          <p:nvPr/>
        </p:nvSpPr>
        <p:spPr>
          <a:xfrm>
            <a:off x="8550335" y="550843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4608D"/>
          </a:solidFill>
          <a:ln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noGrp="1"/>
          </p:cNvSpPr>
          <p:nvPr/>
        </p:nvSpPr>
        <p:spPr>
          <a:xfrm>
            <a:off x="8550335" y="549705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F8D"/>
          </a:solidFill>
          <a:ln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noGrp="1"/>
          </p:cNvSpPr>
          <p:nvPr/>
        </p:nvSpPr>
        <p:spPr>
          <a:xfrm>
            <a:off x="8550335" y="548567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55E8D"/>
          </a:solidFill>
          <a:ln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noGrp="1"/>
          </p:cNvSpPr>
          <p:nvPr/>
        </p:nvSpPr>
        <p:spPr>
          <a:xfrm>
            <a:off x="8550335" y="547429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D8D"/>
          </a:solidFill>
          <a:ln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noGrp="1"/>
          </p:cNvSpPr>
          <p:nvPr/>
        </p:nvSpPr>
        <p:spPr>
          <a:xfrm>
            <a:off x="8550335" y="546291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65C8D"/>
          </a:solidFill>
          <a:ln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noGrp="1"/>
          </p:cNvSpPr>
          <p:nvPr/>
        </p:nvSpPr>
        <p:spPr>
          <a:xfrm>
            <a:off x="8550335" y="545153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B8D"/>
          </a:solidFill>
          <a:ln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noGrp="1"/>
          </p:cNvSpPr>
          <p:nvPr/>
        </p:nvSpPr>
        <p:spPr>
          <a:xfrm>
            <a:off x="8550335" y="544015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75A8C"/>
          </a:solidFill>
          <a:ln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noGrp="1"/>
          </p:cNvSpPr>
          <p:nvPr/>
        </p:nvSpPr>
        <p:spPr>
          <a:xfrm>
            <a:off x="8550335" y="542877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98C"/>
          </a:solidFill>
          <a:ln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noGrp="1"/>
          </p:cNvSpPr>
          <p:nvPr/>
        </p:nvSpPr>
        <p:spPr>
          <a:xfrm>
            <a:off x="8550335" y="54173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8588C"/>
          </a:solidFill>
          <a:ln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noGrp="1"/>
          </p:cNvSpPr>
          <p:nvPr/>
        </p:nvSpPr>
        <p:spPr>
          <a:xfrm>
            <a:off x="8550335" y="54060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68C"/>
          </a:solidFill>
          <a:ln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noGrp="1"/>
          </p:cNvSpPr>
          <p:nvPr/>
        </p:nvSpPr>
        <p:spPr>
          <a:xfrm>
            <a:off x="8550335" y="53946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9558C"/>
          </a:solidFill>
          <a:ln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noGrp="1"/>
          </p:cNvSpPr>
          <p:nvPr/>
        </p:nvSpPr>
        <p:spPr>
          <a:xfrm>
            <a:off x="8550335" y="53832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48C"/>
          </a:solidFill>
          <a:ln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noGrp="1"/>
          </p:cNvSpPr>
          <p:nvPr/>
        </p:nvSpPr>
        <p:spPr>
          <a:xfrm>
            <a:off x="8550335" y="53718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A538B"/>
          </a:solidFill>
          <a:ln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noGrp="1"/>
          </p:cNvSpPr>
          <p:nvPr/>
        </p:nvSpPr>
        <p:spPr>
          <a:xfrm>
            <a:off x="8550335" y="536048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28B"/>
          </a:solidFill>
          <a:ln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noGrp="1"/>
          </p:cNvSpPr>
          <p:nvPr/>
        </p:nvSpPr>
        <p:spPr>
          <a:xfrm>
            <a:off x="8550335" y="534910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B518B"/>
          </a:solidFill>
          <a:ln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noGrp="1"/>
          </p:cNvSpPr>
          <p:nvPr/>
        </p:nvSpPr>
        <p:spPr>
          <a:xfrm>
            <a:off x="8550335" y="533772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508B"/>
          </a:solidFill>
          <a:ln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noGrp="1"/>
          </p:cNvSpPr>
          <p:nvPr/>
        </p:nvSpPr>
        <p:spPr>
          <a:xfrm>
            <a:off x="8550335" y="532634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C4F8A"/>
          </a:solidFill>
          <a:ln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noGrp="1"/>
          </p:cNvSpPr>
          <p:nvPr/>
        </p:nvSpPr>
        <p:spPr>
          <a:xfrm>
            <a:off x="8550335" y="531496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E8A"/>
          </a:solidFill>
          <a:ln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noGrp="1"/>
          </p:cNvSpPr>
          <p:nvPr/>
        </p:nvSpPr>
        <p:spPr>
          <a:xfrm>
            <a:off x="8550335" y="530358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D4D8A"/>
          </a:solidFill>
          <a:ln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noGrp="1"/>
          </p:cNvSpPr>
          <p:nvPr/>
        </p:nvSpPr>
        <p:spPr>
          <a:xfrm>
            <a:off x="8550335" y="529219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C8A"/>
          </a:solidFill>
          <a:ln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noGrp="1"/>
          </p:cNvSpPr>
          <p:nvPr/>
        </p:nvSpPr>
        <p:spPr>
          <a:xfrm>
            <a:off x="8550335" y="528081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A89"/>
          </a:solidFill>
          <a:ln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noGrp="1"/>
          </p:cNvSpPr>
          <p:nvPr/>
        </p:nvSpPr>
        <p:spPr>
          <a:xfrm>
            <a:off x="8550335" y="526943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E4989"/>
          </a:solidFill>
          <a:ln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noGrp="1"/>
          </p:cNvSpPr>
          <p:nvPr/>
        </p:nvSpPr>
        <p:spPr>
          <a:xfrm>
            <a:off x="8550335" y="525805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889"/>
          </a:solidFill>
          <a:ln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noGrp="1"/>
          </p:cNvSpPr>
          <p:nvPr/>
        </p:nvSpPr>
        <p:spPr>
          <a:xfrm>
            <a:off x="8550335" y="524667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3F4788"/>
          </a:solidFill>
          <a:ln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noGrp="1"/>
          </p:cNvSpPr>
          <p:nvPr/>
        </p:nvSpPr>
        <p:spPr>
          <a:xfrm>
            <a:off x="8550335" y="52352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688"/>
          </a:solidFill>
          <a:ln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noGrp="1"/>
          </p:cNvSpPr>
          <p:nvPr/>
        </p:nvSpPr>
        <p:spPr>
          <a:xfrm>
            <a:off x="8550335" y="52239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04588"/>
          </a:solidFill>
          <a:ln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noGrp="1"/>
          </p:cNvSpPr>
          <p:nvPr/>
        </p:nvSpPr>
        <p:spPr>
          <a:xfrm>
            <a:off x="8550335" y="52125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487"/>
          </a:solidFill>
          <a:ln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noGrp="1"/>
          </p:cNvSpPr>
          <p:nvPr/>
        </p:nvSpPr>
        <p:spPr>
          <a:xfrm>
            <a:off x="8550335" y="52011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14287"/>
          </a:solidFill>
          <a:ln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noGrp="1"/>
          </p:cNvSpPr>
          <p:nvPr/>
        </p:nvSpPr>
        <p:spPr>
          <a:xfrm>
            <a:off x="8550335" y="51897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186"/>
          </a:solidFill>
          <a:ln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noGrp="1"/>
          </p:cNvSpPr>
          <p:nvPr/>
        </p:nvSpPr>
        <p:spPr>
          <a:xfrm>
            <a:off x="8550335" y="517838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4086"/>
          </a:solidFill>
          <a:ln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noGrp="1"/>
          </p:cNvSpPr>
          <p:nvPr/>
        </p:nvSpPr>
        <p:spPr>
          <a:xfrm>
            <a:off x="8550335" y="516700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23F85"/>
          </a:solidFill>
          <a:ln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noGrp="1"/>
          </p:cNvSpPr>
          <p:nvPr/>
        </p:nvSpPr>
        <p:spPr>
          <a:xfrm>
            <a:off x="8550335" y="515562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E85"/>
          </a:solidFill>
          <a:ln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noGrp="1"/>
          </p:cNvSpPr>
          <p:nvPr/>
        </p:nvSpPr>
        <p:spPr>
          <a:xfrm>
            <a:off x="8550335" y="514424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33D84"/>
          </a:solidFill>
          <a:ln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noGrp="1"/>
          </p:cNvSpPr>
          <p:nvPr/>
        </p:nvSpPr>
        <p:spPr>
          <a:xfrm>
            <a:off x="8550335" y="513286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B84"/>
          </a:solidFill>
          <a:ln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noGrp="1"/>
          </p:cNvSpPr>
          <p:nvPr/>
        </p:nvSpPr>
        <p:spPr>
          <a:xfrm>
            <a:off x="8550335" y="512148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A83"/>
          </a:solidFill>
          <a:ln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noGrp="1"/>
          </p:cNvSpPr>
          <p:nvPr/>
        </p:nvSpPr>
        <p:spPr>
          <a:xfrm>
            <a:off x="8550335" y="511010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3983"/>
          </a:solidFill>
          <a:ln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noGrp="1"/>
          </p:cNvSpPr>
          <p:nvPr/>
        </p:nvSpPr>
        <p:spPr>
          <a:xfrm>
            <a:off x="8550335" y="509872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882"/>
          </a:solidFill>
          <a:ln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noGrp="1"/>
          </p:cNvSpPr>
          <p:nvPr/>
        </p:nvSpPr>
        <p:spPr>
          <a:xfrm>
            <a:off x="8550335" y="508734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781"/>
          </a:solidFill>
          <a:ln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noGrp="1"/>
          </p:cNvSpPr>
          <p:nvPr/>
        </p:nvSpPr>
        <p:spPr>
          <a:xfrm>
            <a:off x="8550335" y="507595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3581"/>
          </a:solidFill>
          <a:ln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noGrp="1"/>
          </p:cNvSpPr>
          <p:nvPr/>
        </p:nvSpPr>
        <p:spPr>
          <a:xfrm>
            <a:off x="8550335" y="506457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480"/>
          </a:solidFill>
          <a:ln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noGrp="1"/>
          </p:cNvSpPr>
          <p:nvPr/>
        </p:nvSpPr>
        <p:spPr>
          <a:xfrm>
            <a:off x="8550335" y="50531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37F"/>
          </a:solidFill>
          <a:ln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noGrp="1"/>
          </p:cNvSpPr>
          <p:nvPr/>
        </p:nvSpPr>
        <p:spPr>
          <a:xfrm>
            <a:off x="8550335" y="504181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27E"/>
          </a:solidFill>
          <a:ln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noGrp="1"/>
          </p:cNvSpPr>
          <p:nvPr/>
        </p:nvSpPr>
        <p:spPr>
          <a:xfrm>
            <a:off x="8550335" y="503043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307E"/>
          </a:solidFill>
          <a:ln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noGrp="1"/>
          </p:cNvSpPr>
          <p:nvPr/>
        </p:nvSpPr>
        <p:spPr>
          <a:xfrm>
            <a:off x="8550335" y="501905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F7D"/>
          </a:solidFill>
          <a:ln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noGrp="1"/>
          </p:cNvSpPr>
          <p:nvPr/>
        </p:nvSpPr>
        <p:spPr>
          <a:xfrm>
            <a:off x="8550335" y="500767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E7C"/>
          </a:solidFill>
          <a:ln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noGrp="1"/>
          </p:cNvSpPr>
          <p:nvPr/>
        </p:nvSpPr>
        <p:spPr>
          <a:xfrm>
            <a:off x="8550335" y="499629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D7B"/>
          </a:solidFill>
          <a:ln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noGrp="1"/>
          </p:cNvSpPr>
          <p:nvPr/>
        </p:nvSpPr>
        <p:spPr>
          <a:xfrm>
            <a:off x="8550335" y="498491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C7A"/>
          </a:solidFill>
          <a:ln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noGrp="1"/>
          </p:cNvSpPr>
          <p:nvPr/>
        </p:nvSpPr>
        <p:spPr>
          <a:xfrm>
            <a:off x="8550335" y="497352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2A7A"/>
          </a:solidFill>
          <a:ln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noGrp="1"/>
          </p:cNvSpPr>
          <p:nvPr/>
        </p:nvSpPr>
        <p:spPr>
          <a:xfrm>
            <a:off x="8550335" y="496214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979"/>
          </a:solidFill>
          <a:ln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noGrp="1"/>
          </p:cNvSpPr>
          <p:nvPr/>
        </p:nvSpPr>
        <p:spPr>
          <a:xfrm>
            <a:off x="8550335" y="495076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878"/>
          </a:solidFill>
          <a:ln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noGrp="1"/>
          </p:cNvSpPr>
          <p:nvPr/>
        </p:nvSpPr>
        <p:spPr>
          <a:xfrm>
            <a:off x="8550335" y="493938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677"/>
          </a:solidFill>
          <a:ln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noGrp="1"/>
          </p:cNvSpPr>
          <p:nvPr/>
        </p:nvSpPr>
        <p:spPr>
          <a:xfrm>
            <a:off x="8550335" y="492800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576"/>
          </a:solidFill>
          <a:ln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noGrp="1"/>
          </p:cNvSpPr>
          <p:nvPr/>
        </p:nvSpPr>
        <p:spPr>
          <a:xfrm>
            <a:off x="8550335" y="491662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475"/>
          </a:solidFill>
          <a:ln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noGrp="1"/>
          </p:cNvSpPr>
          <p:nvPr/>
        </p:nvSpPr>
        <p:spPr>
          <a:xfrm>
            <a:off x="8550335" y="490524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374"/>
          </a:solidFill>
          <a:ln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noGrp="1"/>
          </p:cNvSpPr>
          <p:nvPr/>
        </p:nvSpPr>
        <p:spPr>
          <a:xfrm>
            <a:off x="8550335" y="489386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173"/>
          </a:solidFill>
          <a:ln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noGrp="1"/>
          </p:cNvSpPr>
          <p:nvPr/>
        </p:nvSpPr>
        <p:spPr>
          <a:xfrm>
            <a:off x="8550335" y="488248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2071"/>
          </a:solidFill>
          <a:ln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noGrp="1"/>
          </p:cNvSpPr>
          <p:nvPr/>
        </p:nvSpPr>
        <p:spPr>
          <a:xfrm>
            <a:off x="8550335" y="487110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F70"/>
          </a:solidFill>
          <a:ln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noGrp="1"/>
          </p:cNvSpPr>
          <p:nvPr/>
        </p:nvSpPr>
        <p:spPr>
          <a:xfrm>
            <a:off x="8550335" y="485971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D6F"/>
          </a:solidFill>
          <a:ln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noGrp="1"/>
          </p:cNvSpPr>
          <p:nvPr/>
        </p:nvSpPr>
        <p:spPr>
          <a:xfrm>
            <a:off x="8550335" y="484833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C6E"/>
          </a:solidFill>
          <a:ln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noGrp="1"/>
          </p:cNvSpPr>
          <p:nvPr/>
        </p:nvSpPr>
        <p:spPr>
          <a:xfrm>
            <a:off x="8550335" y="483695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B6D"/>
          </a:solidFill>
          <a:ln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noGrp="1"/>
          </p:cNvSpPr>
          <p:nvPr/>
        </p:nvSpPr>
        <p:spPr>
          <a:xfrm>
            <a:off x="8550335" y="482557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A6C"/>
          </a:solidFill>
          <a:ln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noGrp="1"/>
          </p:cNvSpPr>
          <p:nvPr/>
        </p:nvSpPr>
        <p:spPr>
          <a:xfrm>
            <a:off x="8550335" y="481419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86A"/>
          </a:solidFill>
          <a:ln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noGrp="1"/>
          </p:cNvSpPr>
          <p:nvPr/>
        </p:nvSpPr>
        <p:spPr>
          <a:xfrm>
            <a:off x="8550335" y="480281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769"/>
          </a:solidFill>
          <a:ln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noGrp="1"/>
          </p:cNvSpPr>
          <p:nvPr/>
        </p:nvSpPr>
        <p:spPr>
          <a:xfrm>
            <a:off x="8550335" y="479143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668"/>
          </a:solidFill>
          <a:ln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noGrp="1"/>
          </p:cNvSpPr>
          <p:nvPr/>
        </p:nvSpPr>
        <p:spPr>
          <a:xfrm>
            <a:off x="8550335" y="478005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81467"/>
          </a:solidFill>
          <a:ln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noGrp="1"/>
          </p:cNvSpPr>
          <p:nvPr/>
        </p:nvSpPr>
        <p:spPr>
          <a:xfrm>
            <a:off x="8550335" y="476867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365"/>
          </a:solidFill>
          <a:ln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noGrp="1"/>
          </p:cNvSpPr>
          <p:nvPr/>
        </p:nvSpPr>
        <p:spPr>
          <a:xfrm>
            <a:off x="8550335" y="475728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164"/>
          </a:solidFill>
          <a:ln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noGrp="1"/>
          </p:cNvSpPr>
          <p:nvPr/>
        </p:nvSpPr>
        <p:spPr>
          <a:xfrm>
            <a:off x="8550335" y="4745908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1063"/>
          </a:solidFill>
          <a:ln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noGrp="1"/>
          </p:cNvSpPr>
          <p:nvPr/>
        </p:nvSpPr>
        <p:spPr>
          <a:xfrm>
            <a:off x="8550335" y="473452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E61"/>
          </a:solidFill>
          <a:ln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noGrp="1"/>
          </p:cNvSpPr>
          <p:nvPr/>
        </p:nvSpPr>
        <p:spPr>
          <a:xfrm>
            <a:off x="8550335" y="4723146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70D60"/>
          </a:solidFill>
          <a:ln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noGrp="1"/>
          </p:cNvSpPr>
          <p:nvPr/>
        </p:nvSpPr>
        <p:spPr>
          <a:xfrm>
            <a:off x="8550335" y="4711765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B5E"/>
          </a:solidFill>
          <a:ln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noGrp="1"/>
          </p:cNvSpPr>
          <p:nvPr/>
        </p:nvSpPr>
        <p:spPr>
          <a:xfrm>
            <a:off x="8550335" y="4700384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A5D"/>
          </a:solidFill>
          <a:ln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noGrp="1"/>
          </p:cNvSpPr>
          <p:nvPr/>
        </p:nvSpPr>
        <p:spPr>
          <a:xfrm>
            <a:off x="8550335" y="4689003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85C"/>
          </a:solidFill>
          <a:ln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noGrp="1"/>
          </p:cNvSpPr>
          <p:nvPr/>
        </p:nvSpPr>
        <p:spPr>
          <a:xfrm>
            <a:off x="8550335" y="4677622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6075A"/>
          </a:solidFill>
          <a:ln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noGrp="1"/>
          </p:cNvSpPr>
          <p:nvPr/>
        </p:nvSpPr>
        <p:spPr>
          <a:xfrm>
            <a:off x="8550335" y="4666241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559"/>
          </a:solidFill>
          <a:ln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noGrp="1"/>
          </p:cNvSpPr>
          <p:nvPr/>
        </p:nvSpPr>
        <p:spPr>
          <a:xfrm>
            <a:off x="8550335" y="4654860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50457"/>
          </a:solidFill>
          <a:ln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noGrp="1"/>
          </p:cNvSpPr>
          <p:nvPr/>
        </p:nvSpPr>
        <p:spPr>
          <a:xfrm>
            <a:off x="8550335" y="4643479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256"/>
          </a:solidFill>
          <a:ln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noGrp="1"/>
          </p:cNvSpPr>
          <p:nvPr/>
        </p:nvSpPr>
        <p:spPr>
          <a:xfrm>
            <a:off x="8550335" y="4632097"/>
            <a:ext cx="89759" cy="11381"/>
          </a:xfrm>
          <a:custGeom>
            <a:avLst/>
            <a:gdLst/>
            <a:ahLst/>
            <a:cxnLst/>
            <a:rect l="0" t="0" r="0" b="0"/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>
            <a:srgbClr val="440154"/>
          </a:solidFill>
          <a:ln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noGrp="1"/>
          </p:cNvSpPr>
          <p:nvPr/>
        </p:nvSpPr>
        <p:spPr>
          <a:xfrm>
            <a:off x="8640094" y="7545649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noGrp="1"/>
          </p:cNvSpPr>
          <p:nvPr/>
        </p:nvSpPr>
        <p:spPr>
          <a:xfrm>
            <a:off x="8736848" y="7489454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noGrp="1"/>
          </p:cNvSpPr>
          <p:nvPr/>
        </p:nvSpPr>
        <p:spPr>
          <a:xfrm>
            <a:off x="8640094" y="6574465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noGrp="1"/>
          </p:cNvSpPr>
          <p:nvPr/>
        </p:nvSpPr>
        <p:spPr>
          <a:xfrm>
            <a:off x="8736848" y="6518270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noGrp="1"/>
          </p:cNvSpPr>
          <p:nvPr/>
        </p:nvSpPr>
        <p:spPr>
          <a:xfrm>
            <a:off x="8640094" y="5603281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noGrp="1"/>
          </p:cNvSpPr>
          <p:nvPr/>
        </p:nvSpPr>
        <p:spPr>
          <a:xfrm>
            <a:off x="8736848" y="5547086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noGrp="1"/>
          </p:cNvSpPr>
          <p:nvPr/>
        </p:nvSpPr>
        <p:spPr>
          <a:xfrm>
            <a:off x="8640094" y="4632097"/>
            <a:ext cx="35183" cy="191"/>
          </a:xfrm>
          <a:custGeom>
            <a:avLst/>
            <a:gdLst/>
            <a:ahLst/>
            <a:cxnLst/>
            <a:rect l="0" t="0" r="0" b="0"/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>
            <a:srgbClr val="263746"/>
          </a:solidFill>
          <a:ln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noGrp="1"/>
          </p:cNvSpPr>
          <p:nvPr/>
        </p:nvSpPr>
        <p:spPr>
          <a:xfrm>
            <a:off x="8736848" y="4575902"/>
            <a:ext cx="72121" cy="15612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noGrp="1"/>
          </p:cNvSpPr>
          <p:nvPr/>
        </p:nvSpPr>
        <p:spPr>
          <a:xfrm rot="-5400000">
            <a:off x="8570583" y="6008611"/>
            <a:ext cx="746179" cy="1605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noGrp="1"/>
          </p:cNvSpPr>
          <p:nvPr/>
        </p:nvSpPr>
        <p:spPr>
          <a:xfrm>
            <a:off x="2996844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noGrp="1"/>
          </p:cNvSpPr>
          <p:nvPr/>
        </p:nvSpPr>
        <p:spPr>
          <a:xfrm>
            <a:off x="3264238" y="397378"/>
            <a:ext cx="7807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noGrp="1"/>
          </p:cNvSpPr>
          <p:nvPr/>
        </p:nvSpPr>
        <p:spPr>
          <a:xfrm>
            <a:off x="4196710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2686" name="text_2685">
            <a:extLst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noGrp="1"/>
          </p:cNvSpPr>
          <p:nvPr/>
        </p:nvSpPr>
        <p:spPr>
          <a:xfrm>
            <a:off x="4464104" y="397378"/>
            <a:ext cx="1219554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noGrp="1"/>
          </p:cNvSpPr>
          <p:nvPr/>
        </p:nvSpPr>
        <p:spPr>
          <a:xfrm>
            <a:off x="5835477" y="409411"/>
            <a:ext cx="160436" cy="93588"/>
          </a:xfrm>
          <a:custGeom>
            <a:avLst/>
            <a:gdLst/>
            <a:ahLst/>
            <a:cxnLst/>
            <a:rect l="0" t="0" r="0" b="0"/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2688" name="text_2687">
            <a:extLst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noGrp="1"/>
          </p:cNvSpPr>
          <p:nvPr/>
        </p:nvSpPr>
        <p:spPr>
          <a:xfrm>
            <a:off x="6102871" y="397378"/>
            <a:ext cx="1152561" cy="1671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2688">
            <a:extLst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noGrp="1"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2689">
            <a:extLst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690">
            <a:extLst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noGrp="1"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noGrp="1"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noGrp="1"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noGrp="1"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noGrp="1"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noGrp="1"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noGrp="1"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noGrp="1"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noGrp="1"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noGrp="1"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noGrp="1"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noGrp="1"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noGrp="1"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noGrp="1"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noGrp="1"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noGrp="1"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noGrp="1"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noGrp="1"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noGrp="1"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noGrp="1"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noGrp="1"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noGrp="1"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2713">
            <a:extLst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noGrp="1"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2714">
            <a:extLst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noGrp="1"/>
          </p:cNvSpPr>
          <p:nvPr/>
        </p:nvSpPr>
        <p:spPr>
          <a:xfrm>
            <a:off x="1369994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2715">
            <a:extLst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noGrp="1"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2716">
            <a:extLst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noGrp="1"/>
          </p:cNvSpPr>
          <p:nvPr/>
        </p:nvSpPr>
        <p:spPr>
          <a:xfrm>
            <a:off x="1419945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2717">
            <a:extLst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noGrp="1"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2718">
            <a:extLst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noGrp="1"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2719">
            <a:extLst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noGrp="1"/>
          </p:cNvSpPr>
          <p:nvPr/>
        </p:nvSpPr>
        <p:spPr>
          <a:xfrm>
            <a:off x="1424394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2720">
            <a:extLst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noGrp="1"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2721">
            <a:extLst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noGrp="1"/>
          </p:cNvSpPr>
          <p:nvPr/>
        </p:nvSpPr>
        <p:spPr>
          <a:xfrm>
            <a:off x="1462036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2722">
            <a:extLst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noGrp="1"/>
          </p:cNvSpPr>
          <p:nvPr/>
        </p:nvSpPr>
        <p:spPr>
          <a:xfrm>
            <a:off x="1423991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2723">
            <a:extLst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noGrp="1"/>
          </p:cNvSpPr>
          <p:nvPr/>
        </p:nvSpPr>
        <p:spPr>
          <a:xfrm>
            <a:off x="1558316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2724">
            <a:extLst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noGrp="1"/>
          </p:cNvSpPr>
          <p:nvPr/>
        </p:nvSpPr>
        <p:spPr>
          <a:xfrm>
            <a:off x="1540654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2725">
            <a:extLst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noGrp="1"/>
          </p:cNvSpPr>
          <p:nvPr/>
        </p:nvSpPr>
        <p:spPr>
          <a:xfrm>
            <a:off x="15704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2726">
            <a:extLst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noGrp="1"/>
          </p:cNvSpPr>
          <p:nvPr/>
        </p:nvSpPr>
        <p:spPr>
          <a:xfrm>
            <a:off x="1446788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2727">
            <a:extLst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noGrp="1"/>
          </p:cNvSpPr>
          <p:nvPr/>
        </p:nvSpPr>
        <p:spPr>
          <a:xfrm>
            <a:off x="1516219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2728">
            <a:extLst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noGrp="1"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2729">
            <a:extLst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noGrp="1"/>
          </p:cNvSpPr>
          <p:nvPr/>
        </p:nvSpPr>
        <p:spPr>
          <a:xfrm>
            <a:off x="158467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2730">
            <a:extLst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noGrp="1"/>
          </p:cNvSpPr>
          <p:nvPr/>
        </p:nvSpPr>
        <p:spPr>
          <a:xfrm>
            <a:off x="1525131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2731">
            <a:extLst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noGrp="1"/>
          </p:cNvSpPr>
          <p:nvPr/>
        </p:nvSpPr>
        <p:spPr>
          <a:xfrm>
            <a:off x="1584563" y="3958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2732">
            <a:extLst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noGrp="1"/>
          </p:cNvSpPr>
          <p:nvPr/>
        </p:nvSpPr>
        <p:spPr>
          <a:xfrm>
            <a:off x="1389567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2733">
            <a:extLst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noGrp="1"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2734">
            <a:extLst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noGrp="1"/>
          </p:cNvSpPr>
          <p:nvPr/>
        </p:nvSpPr>
        <p:spPr>
          <a:xfrm>
            <a:off x="151515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2735">
            <a:extLst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noGrp="1"/>
          </p:cNvSpPr>
          <p:nvPr/>
        </p:nvSpPr>
        <p:spPr>
          <a:xfrm>
            <a:off x="1440787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2736">
            <a:extLst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noGrp="1"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2737">
            <a:extLst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noGrp="1"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2738">
            <a:extLst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noGrp="1"/>
          </p:cNvSpPr>
          <p:nvPr/>
        </p:nvSpPr>
        <p:spPr>
          <a:xfrm>
            <a:off x="1392293" y="39673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2739">
            <a:extLst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noGrp="1"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2740">
            <a:extLst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noGrp="1"/>
          </p:cNvSpPr>
          <p:nvPr/>
        </p:nvSpPr>
        <p:spPr>
          <a:xfrm>
            <a:off x="1390415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2741">
            <a:extLst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noGrp="1"/>
          </p:cNvSpPr>
          <p:nvPr/>
        </p:nvSpPr>
        <p:spPr>
          <a:xfrm>
            <a:off x="157385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2742">
            <a:extLst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noGrp="1"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2743">
            <a:extLst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noGrp="1"/>
          </p:cNvSpPr>
          <p:nvPr/>
        </p:nvSpPr>
        <p:spPr>
          <a:xfrm>
            <a:off x="1515489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2744">
            <a:extLst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noGrp="1"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2745">
            <a:extLst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noGrp="1"/>
          </p:cNvSpPr>
          <p:nvPr/>
        </p:nvSpPr>
        <p:spPr>
          <a:xfrm>
            <a:off x="1484477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2746">
            <a:extLst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noGrp="1"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2747">
            <a:extLst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noGrp="1"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2748">
            <a:extLst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noGrp="1"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2749">
            <a:extLst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noGrp="1"/>
          </p:cNvSpPr>
          <p:nvPr/>
        </p:nvSpPr>
        <p:spPr>
          <a:xfrm>
            <a:off x="1415549" y="3975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2750">
            <a:extLst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noGrp="1"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2751">
            <a:extLst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noGrp="1"/>
          </p:cNvSpPr>
          <p:nvPr/>
        </p:nvSpPr>
        <p:spPr>
          <a:xfrm>
            <a:off x="1406326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2752">
            <a:extLst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noGrp="1"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2753">
            <a:extLst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noGrp="1"/>
          </p:cNvSpPr>
          <p:nvPr/>
        </p:nvSpPr>
        <p:spPr>
          <a:xfrm>
            <a:off x="15284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2754">
            <a:extLst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noGrp="1"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2755">
            <a:extLst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noGrp="1"/>
          </p:cNvSpPr>
          <p:nvPr/>
        </p:nvSpPr>
        <p:spPr>
          <a:xfrm>
            <a:off x="15046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2756">
            <a:extLst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noGrp="1"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2757">
            <a:extLst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noGrp="1"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2758">
            <a:extLst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noGrp="1"/>
          </p:cNvSpPr>
          <p:nvPr/>
        </p:nvSpPr>
        <p:spPr>
          <a:xfrm>
            <a:off x="1499953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2759">
            <a:extLst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noGrp="1"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2760">
            <a:extLst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noGrp="1"/>
          </p:cNvSpPr>
          <p:nvPr/>
        </p:nvSpPr>
        <p:spPr>
          <a:xfrm>
            <a:off x="1558769" y="39540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2761">
            <a:extLst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noGrp="1"/>
          </p:cNvSpPr>
          <p:nvPr/>
        </p:nvSpPr>
        <p:spPr>
          <a:xfrm>
            <a:off x="14666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2762">
            <a:extLst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noGrp="1"/>
          </p:cNvSpPr>
          <p:nvPr/>
        </p:nvSpPr>
        <p:spPr>
          <a:xfrm>
            <a:off x="1487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2763">
            <a:extLst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noGrp="1"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2764">
            <a:extLst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noGrp="1"/>
          </p:cNvSpPr>
          <p:nvPr/>
        </p:nvSpPr>
        <p:spPr>
          <a:xfrm>
            <a:off x="14352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2765">
            <a:extLst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noGrp="1"/>
          </p:cNvSpPr>
          <p:nvPr/>
        </p:nvSpPr>
        <p:spPr>
          <a:xfrm>
            <a:off x="1451655" y="27850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2766">
            <a:extLst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noGrp="1"/>
          </p:cNvSpPr>
          <p:nvPr/>
        </p:nvSpPr>
        <p:spPr>
          <a:xfrm>
            <a:off x="14071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2767">
            <a:extLst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noGrp="1"/>
          </p:cNvSpPr>
          <p:nvPr/>
        </p:nvSpPr>
        <p:spPr>
          <a:xfrm>
            <a:off x="1396884" y="3959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2768">
            <a:extLst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noGrp="1"/>
          </p:cNvSpPr>
          <p:nvPr/>
        </p:nvSpPr>
        <p:spPr>
          <a:xfrm>
            <a:off x="15794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2769">
            <a:extLst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noGrp="1"/>
          </p:cNvSpPr>
          <p:nvPr/>
        </p:nvSpPr>
        <p:spPr>
          <a:xfrm>
            <a:off x="1379223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2770">
            <a:extLst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noGrp="1"/>
          </p:cNvSpPr>
          <p:nvPr/>
        </p:nvSpPr>
        <p:spPr>
          <a:xfrm>
            <a:off x="1381613" y="38719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2771">
            <a:extLst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noGrp="1"/>
          </p:cNvSpPr>
          <p:nvPr/>
        </p:nvSpPr>
        <p:spPr>
          <a:xfrm>
            <a:off x="1533700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2772">
            <a:extLst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noGrp="1"/>
          </p:cNvSpPr>
          <p:nvPr/>
        </p:nvSpPr>
        <p:spPr>
          <a:xfrm>
            <a:off x="1378695" y="39549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2773">
            <a:extLst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noGrp="1"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2774">
            <a:extLst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noGrp="1"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2775">
            <a:extLst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noGrp="1"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2776">
            <a:extLst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noGrp="1"/>
          </p:cNvSpPr>
          <p:nvPr/>
        </p:nvSpPr>
        <p:spPr>
          <a:xfrm>
            <a:off x="1493376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2777">
            <a:extLst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noGrp="1"/>
          </p:cNvSpPr>
          <p:nvPr/>
        </p:nvSpPr>
        <p:spPr>
          <a:xfrm>
            <a:off x="15399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2778">
            <a:extLst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noGrp="1"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2779">
            <a:extLst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noGrp="1"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2780">
            <a:extLst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noGrp="1"/>
          </p:cNvSpPr>
          <p:nvPr/>
        </p:nvSpPr>
        <p:spPr>
          <a:xfrm>
            <a:off x="1568718" y="3947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2781">
            <a:extLst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noGrp="1"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2782">
            <a:extLst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noGrp="1"/>
          </p:cNvSpPr>
          <p:nvPr/>
        </p:nvSpPr>
        <p:spPr>
          <a:xfrm>
            <a:off x="1540348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2783">
            <a:extLst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noGrp="1"/>
          </p:cNvSpPr>
          <p:nvPr/>
        </p:nvSpPr>
        <p:spPr>
          <a:xfrm>
            <a:off x="1367217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2784">
            <a:extLst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noGrp="1"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2785">
            <a:extLst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noGrp="1"/>
          </p:cNvSpPr>
          <p:nvPr/>
        </p:nvSpPr>
        <p:spPr>
          <a:xfrm>
            <a:off x="1372600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2786">
            <a:extLst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noGrp="1"/>
          </p:cNvSpPr>
          <p:nvPr/>
        </p:nvSpPr>
        <p:spPr>
          <a:xfrm>
            <a:off x="1541140" y="39718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2787">
            <a:extLst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noGrp="1"/>
          </p:cNvSpPr>
          <p:nvPr/>
        </p:nvSpPr>
        <p:spPr>
          <a:xfrm>
            <a:off x="1552757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2788">
            <a:extLst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noGrp="1"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2789">
            <a:extLst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noGrp="1"/>
          </p:cNvSpPr>
          <p:nvPr/>
        </p:nvSpPr>
        <p:spPr>
          <a:xfrm>
            <a:off x="1420613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2790">
            <a:extLst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noGrp="1"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2791">
            <a:extLst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noGrp="1"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2792">
            <a:extLst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noGrp="1"/>
          </p:cNvSpPr>
          <p:nvPr/>
        </p:nvSpPr>
        <p:spPr>
          <a:xfrm>
            <a:off x="1470849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2793">
            <a:extLst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noGrp="1"/>
          </p:cNvSpPr>
          <p:nvPr/>
        </p:nvSpPr>
        <p:spPr>
          <a:xfrm>
            <a:off x="1577818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2794">
            <a:extLst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noGrp="1"/>
          </p:cNvSpPr>
          <p:nvPr/>
        </p:nvSpPr>
        <p:spPr>
          <a:xfrm>
            <a:off x="1487003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2795">
            <a:extLst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noGrp="1"/>
          </p:cNvSpPr>
          <p:nvPr/>
        </p:nvSpPr>
        <p:spPr>
          <a:xfrm>
            <a:off x="144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2796">
            <a:extLst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noGrp="1"/>
          </p:cNvSpPr>
          <p:nvPr/>
        </p:nvSpPr>
        <p:spPr>
          <a:xfrm>
            <a:off x="14932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2797">
            <a:extLst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noGrp="1"/>
          </p:cNvSpPr>
          <p:nvPr/>
        </p:nvSpPr>
        <p:spPr>
          <a:xfrm>
            <a:off x="1389642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2798">
            <a:extLst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noGrp="1"/>
          </p:cNvSpPr>
          <p:nvPr/>
        </p:nvSpPr>
        <p:spPr>
          <a:xfrm>
            <a:off x="1418441" y="38804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2799">
            <a:extLst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noGrp="1"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2800">
            <a:extLst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noGrp="1"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2801">
            <a:extLst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noGrp="1"/>
          </p:cNvSpPr>
          <p:nvPr/>
        </p:nvSpPr>
        <p:spPr>
          <a:xfrm>
            <a:off x="1477370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2802">
            <a:extLst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noGrp="1"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2803">
            <a:extLst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noGrp="1"/>
          </p:cNvSpPr>
          <p:nvPr/>
        </p:nvSpPr>
        <p:spPr>
          <a:xfrm>
            <a:off x="1451448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2804">
            <a:extLst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noGrp="1"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2805">
            <a:extLst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noGrp="1"/>
          </p:cNvSpPr>
          <p:nvPr/>
        </p:nvSpPr>
        <p:spPr>
          <a:xfrm>
            <a:off x="1502373" y="39661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2806">
            <a:extLst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noGrp="1"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2807">
            <a:extLst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noGrp="1"/>
          </p:cNvSpPr>
          <p:nvPr/>
        </p:nvSpPr>
        <p:spPr>
          <a:xfrm>
            <a:off x="156941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2808">
            <a:extLst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noGrp="1"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2809">
            <a:extLst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noGrp="1"/>
          </p:cNvSpPr>
          <p:nvPr/>
        </p:nvSpPr>
        <p:spPr>
          <a:xfrm>
            <a:off x="1446914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2810">
            <a:extLst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noGrp="1"/>
          </p:cNvSpPr>
          <p:nvPr/>
        </p:nvSpPr>
        <p:spPr>
          <a:xfrm>
            <a:off x="14700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2811">
            <a:extLst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noGrp="1"/>
          </p:cNvSpPr>
          <p:nvPr/>
        </p:nvSpPr>
        <p:spPr>
          <a:xfrm>
            <a:off x="1553435" y="3440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2812">
            <a:extLst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noGrp="1"/>
          </p:cNvSpPr>
          <p:nvPr/>
        </p:nvSpPr>
        <p:spPr>
          <a:xfrm>
            <a:off x="139120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2813">
            <a:extLst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noGrp="1"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2814">
            <a:extLst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noGrp="1"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2815">
            <a:extLst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noGrp="1"/>
          </p:cNvSpPr>
          <p:nvPr/>
        </p:nvSpPr>
        <p:spPr>
          <a:xfrm>
            <a:off x="1564314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2816">
            <a:extLst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noGrp="1"/>
          </p:cNvSpPr>
          <p:nvPr/>
        </p:nvSpPr>
        <p:spPr>
          <a:xfrm>
            <a:off x="1417595" y="38530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2817">
            <a:extLst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noGrp="1"/>
          </p:cNvSpPr>
          <p:nvPr/>
        </p:nvSpPr>
        <p:spPr>
          <a:xfrm>
            <a:off x="1491025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2818">
            <a:extLst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noGrp="1"/>
          </p:cNvSpPr>
          <p:nvPr/>
        </p:nvSpPr>
        <p:spPr>
          <a:xfrm>
            <a:off x="1470236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2819">
            <a:extLst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noGrp="1"/>
          </p:cNvSpPr>
          <p:nvPr/>
        </p:nvSpPr>
        <p:spPr>
          <a:xfrm>
            <a:off x="1438881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2820">
            <a:extLst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noGrp="1"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2821">
            <a:extLst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noGrp="1"/>
          </p:cNvSpPr>
          <p:nvPr/>
        </p:nvSpPr>
        <p:spPr>
          <a:xfrm>
            <a:off x="147164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2822">
            <a:extLst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noGrp="1"/>
          </p:cNvSpPr>
          <p:nvPr/>
        </p:nvSpPr>
        <p:spPr>
          <a:xfrm>
            <a:off x="1364364" y="39641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2823">
            <a:extLst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noGrp="1"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2824">
            <a:extLst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noGrp="1"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2825">
            <a:extLst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noGrp="1"/>
          </p:cNvSpPr>
          <p:nvPr/>
        </p:nvSpPr>
        <p:spPr>
          <a:xfrm>
            <a:off x="1503547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2826">
            <a:extLst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noGrp="1"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2827">
            <a:extLst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noGrp="1"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2828">
            <a:extLst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noGrp="1"/>
          </p:cNvSpPr>
          <p:nvPr/>
        </p:nvSpPr>
        <p:spPr>
          <a:xfrm>
            <a:off x="1486553" y="38021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2829">
            <a:extLst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noGrp="1"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2830">
            <a:extLst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noGrp="1"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2831">
            <a:extLst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noGrp="1"/>
          </p:cNvSpPr>
          <p:nvPr/>
        </p:nvSpPr>
        <p:spPr>
          <a:xfrm>
            <a:off x="1503254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2832">
            <a:extLst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noGrp="1"/>
          </p:cNvSpPr>
          <p:nvPr/>
        </p:nvSpPr>
        <p:spPr>
          <a:xfrm>
            <a:off x="13661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2833">
            <a:extLst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noGrp="1"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2834">
            <a:extLst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noGrp="1"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2835">
            <a:extLst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noGrp="1"/>
          </p:cNvSpPr>
          <p:nvPr/>
        </p:nvSpPr>
        <p:spPr>
          <a:xfrm>
            <a:off x="1398698" y="39046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2836">
            <a:extLst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noGrp="1"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2837">
            <a:extLst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noGrp="1"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2838">
            <a:extLst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noGrp="1"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2839">
            <a:extLst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noGrp="1"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2840">
            <a:extLst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noGrp="1"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2841">
            <a:extLst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noGrp="1"/>
          </p:cNvSpPr>
          <p:nvPr/>
        </p:nvSpPr>
        <p:spPr>
          <a:xfrm>
            <a:off x="1576793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2842">
            <a:extLst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noGrp="1"/>
          </p:cNvSpPr>
          <p:nvPr/>
        </p:nvSpPr>
        <p:spPr>
          <a:xfrm>
            <a:off x="1444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2843">
            <a:extLst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noGrp="1"/>
          </p:cNvSpPr>
          <p:nvPr/>
        </p:nvSpPr>
        <p:spPr>
          <a:xfrm>
            <a:off x="1427449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2844">
            <a:extLst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noGrp="1"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2845">
            <a:extLst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noGrp="1"/>
          </p:cNvSpPr>
          <p:nvPr/>
        </p:nvSpPr>
        <p:spPr>
          <a:xfrm>
            <a:off x="1566408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2846">
            <a:extLst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noGrp="1"/>
          </p:cNvSpPr>
          <p:nvPr/>
        </p:nvSpPr>
        <p:spPr>
          <a:xfrm>
            <a:off x="1471861" y="391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2847">
            <a:extLst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noGrp="1"/>
          </p:cNvSpPr>
          <p:nvPr/>
        </p:nvSpPr>
        <p:spPr>
          <a:xfrm>
            <a:off x="1426514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2848">
            <a:extLst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noGrp="1"/>
          </p:cNvSpPr>
          <p:nvPr/>
        </p:nvSpPr>
        <p:spPr>
          <a:xfrm>
            <a:off x="1517138" y="397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2849">
            <a:extLst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noGrp="1"/>
          </p:cNvSpPr>
          <p:nvPr/>
        </p:nvSpPr>
        <p:spPr>
          <a:xfrm>
            <a:off x="139394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2850">
            <a:extLst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noGrp="1"/>
          </p:cNvSpPr>
          <p:nvPr/>
        </p:nvSpPr>
        <p:spPr>
          <a:xfrm>
            <a:off x="149073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2851">
            <a:extLst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noGrp="1"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2852">
            <a:extLst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noGrp="1"/>
          </p:cNvSpPr>
          <p:nvPr/>
        </p:nvSpPr>
        <p:spPr>
          <a:xfrm>
            <a:off x="1478102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2853">
            <a:extLst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noGrp="1"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2854">
            <a:extLst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noGrp="1"/>
          </p:cNvSpPr>
          <p:nvPr/>
        </p:nvSpPr>
        <p:spPr>
          <a:xfrm>
            <a:off x="14827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2855">
            <a:extLst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noGrp="1"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2856">
            <a:extLst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noGrp="1"/>
          </p:cNvSpPr>
          <p:nvPr/>
        </p:nvSpPr>
        <p:spPr>
          <a:xfrm>
            <a:off x="1499303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2857">
            <a:extLst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noGrp="1"/>
          </p:cNvSpPr>
          <p:nvPr/>
        </p:nvSpPr>
        <p:spPr>
          <a:xfrm>
            <a:off x="14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2858">
            <a:extLst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noGrp="1"/>
          </p:cNvSpPr>
          <p:nvPr/>
        </p:nvSpPr>
        <p:spPr>
          <a:xfrm>
            <a:off x="1576286" y="393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2859">
            <a:extLst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noGrp="1"/>
          </p:cNvSpPr>
          <p:nvPr/>
        </p:nvSpPr>
        <p:spPr>
          <a:xfrm>
            <a:off x="1519225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2860">
            <a:extLst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noGrp="1"/>
          </p:cNvSpPr>
          <p:nvPr/>
        </p:nvSpPr>
        <p:spPr>
          <a:xfrm>
            <a:off x="1400222" y="3968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2861">
            <a:extLst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noGrp="1"/>
          </p:cNvSpPr>
          <p:nvPr/>
        </p:nvSpPr>
        <p:spPr>
          <a:xfrm>
            <a:off x="1386726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2862">
            <a:extLst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noGrp="1"/>
          </p:cNvSpPr>
          <p:nvPr/>
        </p:nvSpPr>
        <p:spPr>
          <a:xfrm>
            <a:off x="1522833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2863">
            <a:extLst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noGrp="1"/>
          </p:cNvSpPr>
          <p:nvPr/>
        </p:nvSpPr>
        <p:spPr>
          <a:xfrm>
            <a:off x="15705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2864">
            <a:extLst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noGrp="1"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2865">
            <a:extLst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noGrp="1"/>
          </p:cNvSpPr>
          <p:nvPr/>
        </p:nvSpPr>
        <p:spPr>
          <a:xfrm>
            <a:off x="1534698" y="39615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2866">
            <a:extLst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noGrp="1"/>
          </p:cNvSpPr>
          <p:nvPr/>
        </p:nvSpPr>
        <p:spPr>
          <a:xfrm>
            <a:off x="15117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2867">
            <a:extLst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noGrp="1"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2868">
            <a:extLst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noGrp="1"/>
          </p:cNvSpPr>
          <p:nvPr/>
        </p:nvSpPr>
        <p:spPr>
          <a:xfrm>
            <a:off x="1516821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2869">
            <a:extLst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noGrp="1"/>
          </p:cNvSpPr>
          <p:nvPr/>
        </p:nvSpPr>
        <p:spPr>
          <a:xfrm>
            <a:off x="1449837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2870">
            <a:extLst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noGrp="1"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2871">
            <a:extLst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noGrp="1"/>
          </p:cNvSpPr>
          <p:nvPr/>
        </p:nvSpPr>
        <p:spPr>
          <a:xfrm>
            <a:off x="1463801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2872">
            <a:extLst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noGrp="1"/>
          </p:cNvSpPr>
          <p:nvPr/>
        </p:nvSpPr>
        <p:spPr>
          <a:xfrm>
            <a:off x="1407384" y="39468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2873">
            <a:extLst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noGrp="1"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2874">
            <a:extLst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noGrp="1"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2875">
            <a:extLst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noGrp="1"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2876">
            <a:extLst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noGrp="1"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2877">
            <a:extLst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noGrp="1"/>
          </p:cNvSpPr>
          <p:nvPr/>
        </p:nvSpPr>
        <p:spPr>
          <a:xfrm>
            <a:off x="1530703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2878">
            <a:extLst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noGrp="1"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2879">
            <a:extLst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noGrp="1"/>
          </p:cNvSpPr>
          <p:nvPr/>
        </p:nvSpPr>
        <p:spPr>
          <a:xfrm>
            <a:off x="1407218" y="39277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2880">
            <a:extLst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noGrp="1"/>
          </p:cNvSpPr>
          <p:nvPr/>
        </p:nvSpPr>
        <p:spPr>
          <a:xfrm>
            <a:off x="1363147" y="39747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2881">
            <a:extLst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noGrp="1"/>
          </p:cNvSpPr>
          <p:nvPr/>
        </p:nvSpPr>
        <p:spPr>
          <a:xfrm>
            <a:off x="1490985" y="39501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2882">
            <a:extLst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noGrp="1"/>
          </p:cNvSpPr>
          <p:nvPr/>
        </p:nvSpPr>
        <p:spPr>
          <a:xfrm>
            <a:off x="1388327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2883">
            <a:extLst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noGrp="1"/>
          </p:cNvSpPr>
          <p:nvPr/>
        </p:nvSpPr>
        <p:spPr>
          <a:xfrm>
            <a:off x="1547426" y="38436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2884">
            <a:extLst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noGrp="1"/>
          </p:cNvSpPr>
          <p:nvPr/>
        </p:nvSpPr>
        <p:spPr>
          <a:xfrm>
            <a:off x="1432952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2885">
            <a:extLst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noGrp="1"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2886">
            <a:extLst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noGrp="1"/>
          </p:cNvSpPr>
          <p:nvPr/>
        </p:nvSpPr>
        <p:spPr>
          <a:xfrm>
            <a:off x="1387804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2887">
            <a:extLst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noGrp="1"/>
          </p:cNvSpPr>
          <p:nvPr/>
        </p:nvSpPr>
        <p:spPr>
          <a:xfrm>
            <a:off x="1444423" y="39785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2888">
            <a:extLst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noGrp="1"/>
          </p:cNvSpPr>
          <p:nvPr/>
        </p:nvSpPr>
        <p:spPr>
          <a:xfrm>
            <a:off x="1537530" y="3717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2889">
            <a:extLst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noGrp="1"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2890">
            <a:extLst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noGrp="1"/>
          </p:cNvSpPr>
          <p:nvPr/>
        </p:nvSpPr>
        <p:spPr>
          <a:xfrm>
            <a:off x="1403893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2891">
            <a:extLst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noGrp="1"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2892">
            <a:extLst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noGrp="1"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2893">
            <a:extLst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noGrp="1"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2894">
            <a:extLst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noGrp="1"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2895">
            <a:extLst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noGrp="1"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2896">
            <a:extLst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noGrp="1"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2897">
            <a:extLst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noGrp="1"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2898">
            <a:extLst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noGrp="1"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2899">
            <a:extLst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noGrp="1"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2900">
            <a:extLst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noGrp="1"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2901">
            <a:extLst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noGrp="1"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2902">
            <a:extLst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noGrp="1"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2903">
            <a:extLst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noGrp="1"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2904">
            <a:extLst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noGrp="1"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2905">
            <a:extLst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noGrp="1"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2906">
            <a:extLst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noGrp="1"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2907">
            <a:extLst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noGrp="1"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2908">
            <a:extLst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noGrp="1"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2909">
            <a:extLst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noGrp="1"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2910">
            <a:extLst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noGrp="1"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2911">
            <a:extLst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noGrp="1"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2912">
            <a:extLst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noGrp="1"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2913">
            <a:extLst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noGrp="1"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2914">
            <a:extLst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noGrp="1"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2915">
            <a:extLst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noGrp="1"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2916">
            <a:extLst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noGrp="1"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2917">
            <a:extLst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noGrp="1"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2918">
            <a:extLst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noGrp="1"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2919">
            <a:extLst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noGrp="1"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2920">
            <a:extLst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noGrp="1"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2921">
            <a:extLst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noGrp="1"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2922">
            <a:extLst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noGrp="1"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2923">
            <a:extLst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noGrp="1"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2924">
            <a:extLst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noGrp="1"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2925">
            <a:extLst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noGrp="1"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2926">
            <a:extLst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noGrp="1"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2927">
            <a:extLst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noGrp="1"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2928">
            <a:extLst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noGrp="1"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2929">
            <a:extLst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noGrp="1"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2930">
            <a:extLst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noGrp="1"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2931">
            <a:extLst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noGrp="1"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2932">
            <a:extLst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noGrp="1"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2933">
            <a:extLst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noGrp="1"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2934">
            <a:extLst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noGrp="1"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2935">
            <a:extLst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noGrp="1"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2936">
            <a:extLst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noGrp="1"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2937">
            <a:extLst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noGrp="1"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2938">
            <a:extLst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noGrp="1"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2939">
            <a:extLst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noGrp="1"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2940">
            <a:extLst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noGrp="1"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2941">
            <a:extLst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noGrp="1"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2942">
            <a:extLst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noGrp="1"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2943">
            <a:extLst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noGrp="1"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2944">
            <a:extLst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noGrp="1"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2945">
            <a:extLst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noGrp="1"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2946">
            <a:extLst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noGrp="1"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2947">
            <a:extLst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noGrp="1"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2948">
            <a:extLst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noGrp="1"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2949">
            <a:extLst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noGrp="1"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2950">
            <a:extLst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noGrp="1"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2951">
            <a:extLst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noGrp="1"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2952">
            <a:extLst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noGrp="1"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2953">
            <a:extLst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noGrp="1"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2954">
            <a:extLst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noGrp="1"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2955">
            <a:extLst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noGrp="1"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2956">
            <a:extLst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noGrp="1"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2957">
            <a:extLst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noGrp="1"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2958">
            <a:extLst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noGrp="1"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2959">
            <a:extLst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noGrp="1"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2960">
            <a:extLst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noGrp="1"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2961">
            <a:extLst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noGrp="1"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2962">
            <a:extLst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noGrp="1"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2963">
            <a:extLst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noGrp="1"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2964">
            <a:extLst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noGrp="1"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2965">
            <a:extLst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noGrp="1"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2966">
            <a:extLst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noGrp="1"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2967">
            <a:extLst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noGrp="1"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2968">
            <a:extLst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noGrp="1"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2969">
            <a:extLst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noGrp="1"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2970">
            <a:extLst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noGrp="1"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2971">
            <a:extLst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noGrp="1"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2972">
            <a:extLst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noGrp="1"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2973">
            <a:extLst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noGrp="1"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2974">
            <a:extLst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noGrp="1"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2975">
            <a:extLst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noGrp="1"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2976">
            <a:extLst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noGrp="1"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2977">
            <a:extLst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noGrp="1"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2978">
            <a:extLst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noGrp="1"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2979">
            <a:extLst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noGrp="1"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2980">
            <a:extLst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noGrp="1"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2981">
            <a:extLst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noGrp="1"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2982">
            <a:extLst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noGrp="1"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2983">
            <a:extLst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noGrp="1"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2984">
            <a:extLst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noGrp="1"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2985">
            <a:extLst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noGrp="1"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2986">
            <a:extLst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noGrp="1"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2987">
            <a:extLst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noGrp="1"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2988">
            <a:extLst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noGrp="1"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2989">
            <a:extLst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noGrp="1"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2990">
            <a:extLst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noGrp="1"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2991">
            <a:extLst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noGrp="1"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2992">
            <a:extLst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noGrp="1"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2993">
            <a:extLst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noGrp="1"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2994">
            <a:extLst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noGrp="1"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2995">
            <a:extLst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noGrp="1"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2996">
            <a:extLst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noGrp="1"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2997">
            <a:extLst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noGrp="1"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2998">
            <a:extLst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noGrp="1"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2999">
            <a:extLst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noGrp="1"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3000">
            <a:extLst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noGrp="1"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3001">
            <a:extLst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noGrp="1"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3002">
            <a:extLst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noGrp="1"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3003">
            <a:extLst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noGrp="1"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3004">
            <a:extLst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noGrp="1"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3005">
            <a:extLst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noGrp="1"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3006">
            <a:extLst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noGrp="1"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3007">
            <a:extLst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noGrp="1"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3008">
            <a:extLst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noGrp="1"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3009">
            <a:extLst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noGrp="1"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3010">
            <a:extLst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noGrp="1"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3011">
            <a:extLst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noGrp="1"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3012">
            <a:extLst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noGrp="1"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3013">
            <a:extLst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noGrp="1"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3014">
            <a:extLst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noGrp="1"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3015">
            <a:extLst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noGrp="1"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3016">
            <a:extLst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noGrp="1"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3017">
            <a:extLst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noGrp="1"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3018">
            <a:extLst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noGrp="1"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3019">
            <a:extLst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noGrp="1"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3020">
            <a:extLst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noGrp="1"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3021">
            <a:extLst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noGrp="1"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3022">
            <a:extLst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noGrp="1"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3023">
            <a:extLst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noGrp="1"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3024">
            <a:extLst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noGrp="1"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3025">
            <a:extLst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noGrp="1"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3026">
            <a:extLst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noGrp="1"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3027">
            <a:extLst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noGrp="1"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3028">
            <a:extLst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noGrp="1"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3029">
            <a:extLst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noGrp="1"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3030">
            <a:extLst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noGrp="1"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3031">
            <a:extLst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noGrp="1"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3032">
            <a:extLst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noGrp="1"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3033">
            <a:extLst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noGrp="1"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3034">
            <a:extLst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noGrp="1"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3035">
            <a:extLst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noGrp="1"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3036">
            <a:extLst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noGrp="1"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3037">
            <a:extLst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noGrp="1"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3038">
            <a:extLst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noGrp="1"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3039">
            <a:extLst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noGrp="1"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3040">
            <a:extLst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noGrp="1"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3041">
            <a:extLst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noGrp="1"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3042">
            <a:extLst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noGrp="1"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3043">
            <a:extLst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noGrp="1"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3044">
            <a:extLst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noGrp="1"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3045">
            <a:extLst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noGrp="1"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3046">
            <a:extLst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noGrp="1"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3047">
            <a:extLst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noGrp="1"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3048">
            <a:extLst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noGrp="1"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3049">
            <a:extLst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noGrp="1"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3050">
            <a:extLst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noGrp="1"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3051">
            <a:extLst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noGrp="1"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3052">
            <a:extLst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noGrp="1"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3053">
            <a:extLst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noGrp="1"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3054">
            <a:extLst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noGrp="1"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3055">
            <a:extLst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noGrp="1"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3056">
            <a:extLst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noGrp="1"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3057">
            <a:extLst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noGrp="1"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3058">
            <a:extLst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noGrp="1"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3059">
            <a:extLst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noGrp="1"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3060">
            <a:extLst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noGrp="1"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3061">
            <a:extLst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noGrp="1"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3062">
            <a:extLst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noGrp="1"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3063">
            <a:extLst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noGrp="1"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3064">
            <a:extLst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noGrp="1"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3065">
            <a:extLst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noGrp="1"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3066">
            <a:extLst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noGrp="1"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3067">
            <a:extLst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noGrp="1"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3068">
            <a:extLst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noGrp="1"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3069">
            <a:extLst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noGrp="1"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3070">
            <a:extLst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noGrp="1"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3071">
            <a:extLst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noGrp="1"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3072">
            <a:extLst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noGrp="1"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3073">
            <a:extLst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noGrp="1"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3074">
            <a:extLst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noGrp="1"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3075">
            <a:extLst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noGrp="1"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3076">
            <a:extLst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noGrp="1"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3077">
            <a:extLst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noGrp="1"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3078">
            <a:extLst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noGrp="1"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3079">
            <a:extLst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noGrp="1"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3080">
            <a:extLst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noGrp="1"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3081">
            <a:extLst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noGrp="1"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3082">
            <a:extLst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noGrp="1"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3083">
            <a:extLst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noGrp="1"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3084">
            <a:extLst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noGrp="1"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3085">
            <a:extLst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noGrp="1"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3086">
            <a:extLst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noGrp="1"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3087">
            <a:extLst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noGrp="1"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3088">
            <a:extLst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noGrp="1"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3089">
            <a:extLst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noGrp="1"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3090">
            <a:extLst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noGrp="1"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3091">
            <a:extLst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noGrp="1"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3092">
            <a:extLst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noGrp="1"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3093">
            <a:extLst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noGrp="1"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3094">
            <a:extLst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noGrp="1"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3095">
            <a:extLst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noGrp="1"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3096">
            <a:extLst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noGrp="1"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3097">
            <a:extLst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noGrp="1"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3098">
            <a:extLst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noGrp="1"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3099">
            <a:extLst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noGrp="1"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3100">
            <a:extLst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noGrp="1"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3101">
            <a:extLst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noGrp="1"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3102">
            <a:extLst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noGrp="1"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3103">
            <a:extLst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noGrp="1"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3104">
            <a:extLst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noGrp="1"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3105">
            <a:extLst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noGrp="1"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3106">
            <a:extLst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noGrp="1"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3107">
            <a:extLst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noGrp="1"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3108">
            <a:extLst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noGrp="1"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3109">
            <a:extLst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noGrp="1"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3110">
            <a:extLst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noGrp="1"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3111">
            <a:extLst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noGrp="1"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3112">
            <a:extLst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noGrp="1"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3113">
            <a:extLst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noGrp="1"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3114">
            <a:extLst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noGrp="1"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3115">
            <a:extLst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noGrp="1"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3116">
            <a:extLst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noGrp="1"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3117">
            <a:extLst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noGrp="1"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3118">
            <a:extLst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noGrp="1"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3119">
            <a:extLst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noGrp="1"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3120">
            <a:extLst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noGrp="1"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3121">
            <a:extLst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noGrp="1"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3122">
            <a:extLst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noGrp="1"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3123">
            <a:extLst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noGrp="1"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3124">
            <a:extLst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noGrp="1"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3125">
            <a:extLst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noGrp="1"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3126">
            <a:extLst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noGrp="1"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3127">
            <a:extLst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noGrp="1"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3128">
            <a:extLst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noGrp="1"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3129">
            <a:extLst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noGrp="1"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3130">
            <a:extLst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noGrp="1"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3131">
            <a:extLst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noGrp="1"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3132">
            <a:extLst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noGrp="1"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3133">
            <a:extLst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noGrp="1"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3134">
            <a:extLst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noGrp="1"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3135">
            <a:extLst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noGrp="1"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3136">
            <a:extLst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noGrp="1"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3137">
            <a:extLst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noGrp="1"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3138">
            <a:extLst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noGrp="1"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3139">
            <a:extLst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noGrp="1"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3140">
            <a:extLst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noGrp="1"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3141">
            <a:extLst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noGrp="1"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3142">
            <a:extLst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noGrp="1"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3143">
            <a:extLst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noGrp="1"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3144">
            <a:extLst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noGrp="1"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3145">
            <a:extLst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noGrp="1"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3146">
            <a:extLst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noGrp="1"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3147">
            <a:extLst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noGrp="1"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3148">
            <a:extLst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noGrp="1"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3149">
            <a:extLst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noGrp="1"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3150">
            <a:extLst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noGrp="1"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3151">
            <a:extLst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noGrp="1"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3152">
            <a:extLst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noGrp="1"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3153">
            <a:extLst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noGrp="1"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3154">
            <a:extLst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noGrp="1"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3155">
            <a:extLst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noGrp="1"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3156">
            <a:extLst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noGrp="1"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3157">
            <a:extLst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noGrp="1"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3158">
            <a:extLst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noGrp="1"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3159">
            <a:extLst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noGrp="1"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3160">
            <a:extLst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noGrp="1"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3161">
            <a:extLst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noGrp="1"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3162">
            <a:extLst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noGrp="1"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3163">
            <a:extLst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noGrp="1"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3164">
            <a:extLst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noGrp="1"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3165">
            <a:extLst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noGrp="1"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3166">
            <a:extLst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noGrp="1"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3167">
            <a:extLst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noGrp="1"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3168">
            <a:extLst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noGrp="1"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3169">
            <a:extLst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noGrp="1"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3170">
            <a:extLst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noGrp="1"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3171">
            <a:extLst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noGrp="1"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3172">
            <a:extLst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noGrp="1"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3173">
            <a:extLst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noGrp="1"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3174">
            <a:extLst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noGrp="1"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3175">
            <a:extLst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noGrp="1"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3176">
            <a:extLst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noGrp="1"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3177">
            <a:extLst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noGrp="1"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3178">
            <a:extLst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noGrp="1"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3179">
            <a:extLst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noGrp="1"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3180">
            <a:extLst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noGrp="1"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3181">
            <a:extLst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noGrp="1"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3182">
            <a:extLst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noGrp="1"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3183">
            <a:extLst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noGrp="1"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3184">
            <a:extLst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noGrp="1"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3185">
            <a:extLst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noGrp="1"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3186">
            <a:extLst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noGrp="1"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3187">
            <a:extLst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noGrp="1"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3188">
            <a:extLst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noGrp="1"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3189">
            <a:extLst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noGrp="1"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3190">
            <a:extLst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noGrp="1"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3191">
            <a:extLst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noGrp="1"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3192">
            <a:extLst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noGrp="1"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3193">
            <a:extLst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noGrp="1"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3194">
            <a:extLst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noGrp="1"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3195">
            <a:extLst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noGrp="1"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3196">
            <a:extLst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noGrp="1"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3197">
            <a:extLst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noGrp="1"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3198">
            <a:extLst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noGrp="1"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3199">
            <a:extLst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noGrp="1"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3200">
            <a:extLst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noGrp="1"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3201">
            <a:extLst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noGrp="1"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3202">
            <a:extLst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noGrp="1"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3203">
            <a:extLst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noGrp="1"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3204">
            <a:extLst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noGrp="1"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3205">
            <a:extLst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noGrp="1"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3206">
            <a:extLst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noGrp="1"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3207">
            <a:extLst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noGrp="1"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3208">
            <a:extLst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noGrp="1"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3209">
            <a:extLst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noGrp="1"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3210">
            <a:extLst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noGrp="1"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3211">
            <a:extLst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noGrp="1"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3212">
            <a:extLst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noGrp="1"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3213">
            <a:extLst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noGrp="1"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3214">
            <a:extLst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noGrp="1"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3215">
            <a:extLst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noGrp="1"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3216">
            <a:extLst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noGrp="1"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3217">
            <a:extLst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noGrp="1"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3218">
            <a:extLst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noGrp="1"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3219">
            <a:extLst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noGrp="1"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3220">
            <a:extLst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noGrp="1"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3221">
            <a:extLst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noGrp="1"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3222">
            <a:extLst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noGrp="1"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3223">
            <a:extLst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noGrp="1"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3224">
            <a:extLst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noGrp="1"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3225">
            <a:extLst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noGrp="1"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3226">
            <a:extLst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noGrp="1"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3227">
            <a:extLst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noGrp="1"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3228">
            <a:extLst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noGrp="1"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3229">
            <a:extLst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noGrp="1"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3230">
            <a:extLst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noGrp="1"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3231">
            <a:extLst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noGrp="1"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3232">
            <a:extLst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noGrp="1"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3233">
            <a:extLst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noGrp="1"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3234">
            <a:extLst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noGrp="1"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3235">
            <a:extLst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noGrp="1"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3236">
            <a:extLst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noGrp="1"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3237">
            <a:extLst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noGrp="1"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3238">
            <a:extLst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noGrp="1"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3239">
            <a:extLst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noGrp="1"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3240">
            <a:extLst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noGrp="1"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3241">
            <a:extLst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noGrp="1"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3242">
            <a:extLst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noGrp="1"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3243">
            <a:extLst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noGrp="1"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3244">
            <a:extLst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noGrp="1"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3245">
            <a:extLst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noGrp="1"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3246">
            <a:extLst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noGrp="1"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3247">
            <a:extLst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noGrp="1"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3248">
            <a:extLst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noGrp="1"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3249">
            <a:extLst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noGrp="1"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3250">
            <a:extLst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noGrp="1"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3251">
            <a:extLst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noGrp="1"/>
          </p:cNvSpPr>
          <p:nvPr/>
        </p:nvSpPr>
        <p:spPr>
          <a:xfrm>
            <a:off x="335701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3252">
            <a:extLst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noGrp="1"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3253">
            <a:extLst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noGrp="1"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3254">
            <a:extLst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noGrp="1"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3255">
            <a:extLst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noGrp="1"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3256">
            <a:extLst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noGrp="1"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3257">
            <a:extLst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noGrp="1"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3258">
            <a:extLst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noGrp="1"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3259">
            <a:extLst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noGrp="1"/>
          </p:cNvSpPr>
          <p:nvPr/>
        </p:nvSpPr>
        <p:spPr>
          <a:xfrm>
            <a:off x="3455280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3260">
            <a:extLst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noGrp="1"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3261">
            <a:extLst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noGrp="1"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3262">
            <a:extLst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noGrp="1"/>
          </p:cNvSpPr>
          <p:nvPr/>
        </p:nvSpPr>
        <p:spPr>
          <a:xfrm>
            <a:off x="34910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3263">
            <a:extLst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noGrp="1"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3264">
            <a:extLst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noGrp="1"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3265">
            <a:extLst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noGrp="1"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3266">
            <a:extLst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noGrp="1"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3267">
            <a:extLst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noGrp="1"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3268">
            <a:extLst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noGrp="1"/>
          </p:cNvSpPr>
          <p:nvPr/>
        </p:nvSpPr>
        <p:spPr>
          <a:xfrm>
            <a:off x="3461399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3269">
            <a:extLst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noGrp="1"/>
          </p:cNvSpPr>
          <p:nvPr/>
        </p:nvSpPr>
        <p:spPr>
          <a:xfrm>
            <a:off x="32955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3270">
            <a:extLst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noGrp="1"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3271">
            <a:extLst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noGrp="1"/>
          </p:cNvSpPr>
          <p:nvPr/>
        </p:nvSpPr>
        <p:spPr>
          <a:xfrm>
            <a:off x="334502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3272">
            <a:extLst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noGrp="1"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3273">
            <a:extLst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noGrp="1"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3274">
            <a:extLst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noGrp="1"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3275">
            <a:extLst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noGrp="1"/>
          </p:cNvSpPr>
          <p:nvPr/>
        </p:nvSpPr>
        <p:spPr>
          <a:xfrm>
            <a:off x="34637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3276">
            <a:extLst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noGrp="1"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3277">
            <a:extLst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noGrp="1"/>
          </p:cNvSpPr>
          <p:nvPr/>
        </p:nvSpPr>
        <p:spPr>
          <a:xfrm>
            <a:off x="3400060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3278">
            <a:extLst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noGrp="1"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3279">
            <a:extLst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noGrp="1"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3280">
            <a:extLst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noGrp="1"/>
          </p:cNvSpPr>
          <p:nvPr/>
        </p:nvSpPr>
        <p:spPr>
          <a:xfrm>
            <a:off x="3284804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3281">
            <a:extLst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noGrp="1"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3282">
            <a:extLst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noGrp="1"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3283">
            <a:extLst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noGrp="1"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3284">
            <a:extLst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noGrp="1"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3285">
            <a:extLst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noGrp="1"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3286">
            <a:extLst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noGrp="1"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3287">
            <a:extLst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noGrp="1"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3288">
            <a:extLst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noGrp="1"/>
          </p:cNvSpPr>
          <p:nvPr/>
        </p:nvSpPr>
        <p:spPr>
          <a:xfrm>
            <a:off x="336122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3289">
            <a:extLst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noGrp="1"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3290">
            <a:extLst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noGrp="1"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3291">
            <a:extLst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noGrp="1"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3292">
            <a:extLst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noGrp="1"/>
          </p:cNvSpPr>
          <p:nvPr/>
        </p:nvSpPr>
        <p:spPr>
          <a:xfrm>
            <a:off x="34510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3293">
            <a:extLst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noGrp="1"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3294">
            <a:extLst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noGrp="1"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3295">
            <a:extLst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noGrp="1"/>
          </p:cNvSpPr>
          <p:nvPr/>
        </p:nvSpPr>
        <p:spPr>
          <a:xfrm>
            <a:off x="33207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3296">
            <a:extLst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noGrp="1"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3297">
            <a:extLst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noGrp="1"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3298">
            <a:extLst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noGrp="1"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3299">
            <a:extLst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noGrp="1"/>
          </p:cNvSpPr>
          <p:nvPr/>
        </p:nvSpPr>
        <p:spPr>
          <a:xfrm>
            <a:off x="34593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3300">
            <a:extLst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noGrp="1"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3301">
            <a:extLst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noGrp="1"/>
          </p:cNvSpPr>
          <p:nvPr/>
        </p:nvSpPr>
        <p:spPr>
          <a:xfrm>
            <a:off x="334869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3302">
            <a:extLst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noGrp="1"/>
          </p:cNvSpPr>
          <p:nvPr/>
        </p:nvSpPr>
        <p:spPr>
          <a:xfrm>
            <a:off x="3325537" y="26566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3303">
            <a:extLst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noGrp="1"/>
          </p:cNvSpPr>
          <p:nvPr/>
        </p:nvSpPr>
        <p:spPr>
          <a:xfrm>
            <a:off x="33968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3304">
            <a:extLst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noGrp="1"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3305">
            <a:extLst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noGrp="1"/>
          </p:cNvSpPr>
          <p:nvPr/>
        </p:nvSpPr>
        <p:spPr>
          <a:xfrm>
            <a:off x="3387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3306">
            <a:extLst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noGrp="1"/>
          </p:cNvSpPr>
          <p:nvPr/>
        </p:nvSpPr>
        <p:spPr>
          <a:xfrm>
            <a:off x="34790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3307">
            <a:extLst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noGrp="1"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3308">
            <a:extLst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noGrp="1"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3309">
            <a:extLst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noGrp="1"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3310">
            <a:extLst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noGrp="1"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3311">
            <a:extLst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noGrp="1"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3312">
            <a:extLst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noGrp="1"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3313">
            <a:extLst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noGrp="1"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3314">
            <a:extLst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noGrp="1"/>
          </p:cNvSpPr>
          <p:nvPr/>
        </p:nvSpPr>
        <p:spPr>
          <a:xfrm>
            <a:off x="34685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3315">
            <a:extLst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noGrp="1"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3316">
            <a:extLst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noGrp="1"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3317">
            <a:extLst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noGrp="1"/>
          </p:cNvSpPr>
          <p:nvPr/>
        </p:nvSpPr>
        <p:spPr>
          <a:xfrm>
            <a:off x="3434561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3318">
            <a:extLst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noGrp="1"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3319">
            <a:extLst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noGrp="1"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3320">
            <a:extLst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noGrp="1"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3321">
            <a:extLst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noGrp="1"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3322">
            <a:extLst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noGrp="1"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3323">
            <a:extLst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noGrp="1"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3324">
            <a:extLst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noGrp="1"/>
          </p:cNvSpPr>
          <p:nvPr/>
        </p:nvSpPr>
        <p:spPr>
          <a:xfrm>
            <a:off x="3301021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3325">
            <a:extLst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noGrp="1"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3326">
            <a:extLst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noGrp="1"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3327">
            <a:extLst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noGrp="1"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3328">
            <a:extLst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noGrp="1"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3329">
            <a:extLst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noGrp="1"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3330">
            <a:extLst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noGrp="1"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3331">
            <a:extLst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noGrp="1"/>
          </p:cNvSpPr>
          <p:nvPr/>
        </p:nvSpPr>
        <p:spPr>
          <a:xfrm>
            <a:off x="3422598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3332">
            <a:extLst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noGrp="1"/>
          </p:cNvSpPr>
          <p:nvPr/>
        </p:nvSpPr>
        <p:spPr>
          <a:xfrm>
            <a:off x="33572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3333">
            <a:extLst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noGrp="1"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3334">
            <a:extLst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noGrp="1"/>
          </p:cNvSpPr>
          <p:nvPr/>
        </p:nvSpPr>
        <p:spPr>
          <a:xfrm>
            <a:off x="3419557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3335">
            <a:extLst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noGrp="1"/>
          </p:cNvSpPr>
          <p:nvPr/>
        </p:nvSpPr>
        <p:spPr>
          <a:xfrm>
            <a:off x="33659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3336">
            <a:extLst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noGrp="1"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3337">
            <a:extLst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noGrp="1"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3338">
            <a:extLst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noGrp="1"/>
          </p:cNvSpPr>
          <p:nvPr/>
        </p:nvSpPr>
        <p:spPr>
          <a:xfrm>
            <a:off x="3374193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3339">
            <a:extLst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noGrp="1"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3340">
            <a:extLst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noGrp="1"/>
          </p:cNvSpPr>
          <p:nvPr/>
        </p:nvSpPr>
        <p:spPr>
          <a:xfrm>
            <a:off x="3371417" y="393274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3341">
            <a:extLst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noGrp="1"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3342">
            <a:extLst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noGrp="1"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3343">
            <a:extLst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noGrp="1"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3344">
            <a:extLst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noGrp="1"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3345">
            <a:extLst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noGrp="1"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3346">
            <a:extLst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noGrp="1"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3347">
            <a:extLst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noGrp="1"/>
          </p:cNvSpPr>
          <p:nvPr/>
        </p:nvSpPr>
        <p:spPr>
          <a:xfrm>
            <a:off x="32920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3348">
            <a:extLst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noGrp="1"/>
          </p:cNvSpPr>
          <p:nvPr/>
        </p:nvSpPr>
        <p:spPr>
          <a:xfrm>
            <a:off x="3361646" y="3002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3349">
            <a:extLst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noGrp="1"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3350">
            <a:extLst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noGrp="1"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3351">
            <a:extLst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noGrp="1"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3352">
            <a:extLst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noGrp="1"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3353">
            <a:extLst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noGrp="1"/>
          </p:cNvSpPr>
          <p:nvPr/>
        </p:nvSpPr>
        <p:spPr>
          <a:xfrm>
            <a:off x="3315400" y="25534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3354">
            <a:extLst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noGrp="1"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3355">
            <a:extLst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noGrp="1"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3356">
            <a:extLst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noGrp="1"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3357">
            <a:extLst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noGrp="1"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3358">
            <a:extLst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noGrp="1"/>
          </p:cNvSpPr>
          <p:nvPr/>
        </p:nvSpPr>
        <p:spPr>
          <a:xfrm>
            <a:off x="32913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3359">
            <a:extLst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noGrp="1"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3360">
            <a:extLst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noGrp="1"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3361">
            <a:extLst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noGrp="1"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3362">
            <a:extLst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noGrp="1"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3363">
            <a:extLst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noGrp="1"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3364">
            <a:extLst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noGrp="1"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3365">
            <a:extLst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noGrp="1"/>
          </p:cNvSpPr>
          <p:nvPr/>
        </p:nvSpPr>
        <p:spPr>
          <a:xfrm>
            <a:off x="331820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3366">
            <a:extLst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noGrp="1"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3367">
            <a:extLst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noGrp="1"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3368">
            <a:extLst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noGrp="1"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3369">
            <a:extLst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noGrp="1"/>
          </p:cNvSpPr>
          <p:nvPr/>
        </p:nvSpPr>
        <p:spPr>
          <a:xfrm>
            <a:off x="33462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3370">
            <a:extLst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noGrp="1"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3371">
            <a:extLst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noGrp="1"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3372">
            <a:extLst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noGrp="1"/>
          </p:cNvSpPr>
          <p:nvPr/>
        </p:nvSpPr>
        <p:spPr>
          <a:xfrm>
            <a:off x="349258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3373">
            <a:extLst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noGrp="1"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3374">
            <a:extLst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noGrp="1"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3375">
            <a:extLst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noGrp="1"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3376">
            <a:extLst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noGrp="1"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3377">
            <a:extLst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noGrp="1"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3378">
            <a:extLst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noGrp="1"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3379">
            <a:extLst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noGrp="1"/>
          </p:cNvSpPr>
          <p:nvPr/>
        </p:nvSpPr>
        <p:spPr>
          <a:xfrm>
            <a:off x="34342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3380">
            <a:extLst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noGrp="1"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3381">
            <a:extLst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noGrp="1"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3382">
            <a:extLst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noGrp="1"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3383">
            <a:extLst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noGrp="1"/>
          </p:cNvSpPr>
          <p:nvPr/>
        </p:nvSpPr>
        <p:spPr>
          <a:xfrm>
            <a:off x="343414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3384">
            <a:extLst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noGrp="1"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3385">
            <a:extLst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noGrp="1"/>
          </p:cNvSpPr>
          <p:nvPr/>
        </p:nvSpPr>
        <p:spPr>
          <a:xfrm>
            <a:off x="33377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3386">
            <a:extLst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noGrp="1"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3387">
            <a:extLst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noGrp="1"/>
          </p:cNvSpPr>
          <p:nvPr/>
        </p:nvSpPr>
        <p:spPr>
          <a:xfrm>
            <a:off x="3371658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3388">
            <a:extLst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noGrp="1"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3389">
            <a:extLst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noGrp="1"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3390">
            <a:extLst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noGrp="1"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3391">
            <a:extLst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noGrp="1"/>
          </p:cNvSpPr>
          <p:nvPr/>
        </p:nvSpPr>
        <p:spPr>
          <a:xfrm>
            <a:off x="33553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3392">
            <a:extLst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noGrp="1"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3393">
            <a:extLst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noGrp="1"/>
          </p:cNvSpPr>
          <p:nvPr/>
        </p:nvSpPr>
        <p:spPr>
          <a:xfrm>
            <a:off x="3280911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3394">
            <a:extLst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noGrp="1"/>
          </p:cNvSpPr>
          <p:nvPr/>
        </p:nvSpPr>
        <p:spPr>
          <a:xfrm>
            <a:off x="33396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3395">
            <a:extLst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noGrp="1"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3396">
            <a:extLst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noGrp="1"/>
          </p:cNvSpPr>
          <p:nvPr/>
        </p:nvSpPr>
        <p:spPr>
          <a:xfrm>
            <a:off x="33549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3397">
            <a:extLst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noGrp="1"/>
          </p:cNvSpPr>
          <p:nvPr/>
        </p:nvSpPr>
        <p:spPr>
          <a:xfrm>
            <a:off x="3482076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3398">
            <a:extLst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noGrp="1"/>
          </p:cNvSpPr>
          <p:nvPr/>
        </p:nvSpPr>
        <p:spPr>
          <a:xfrm>
            <a:off x="3365158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3399">
            <a:extLst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noGrp="1"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3400">
            <a:extLst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noGrp="1"/>
          </p:cNvSpPr>
          <p:nvPr/>
        </p:nvSpPr>
        <p:spPr>
          <a:xfrm>
            <a:off x="34179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3401">
            <a:extLst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noGrp="1"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3402">
            <a:extLst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noGrp="1"/>
          </p:cNvSpPr>
          <p:nvPr/>
        </p:nvSpPr>
        <p:spPr>
          <a:xfrm>
            <a:off x="3374575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3403">
            <a:extLst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noGrp="1"/>
          </p:cNvSpPr>
          <p:nvPr/>
        </p:nvSpPr>
        <p:spPr>
          <a:xfrm>
            <a:off x="3478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3404">
            <a:extLst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noGrp="1"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3405">
            <a:extLst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noGrp="1"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3406">
            <a:extLst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noGrp="1"/>
          </p:cNvSpPr>
          <p:nvPr/>
        </p:nvSpPr>
        <p:spPr>
          <a:xfrm>
            <a:off x="3439126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3407">
            <a:extLst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noGrp="1"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3408">
            <a:extLst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noGrp="1"/>
          </p:cNvSpPr>
          <p:nvPr/>
        </p:nvSpPr>
        <p:spPr>
          <a:xfrm>
            <a:off x="3322482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3409">
            <a:extLst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noGrp="1"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3410">
            <a:extLst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noGrp="1"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3411">
            <a:extLst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noGrp="1"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3412">
            <a:extLst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noGrp="1"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3413">
            <a:extLst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noGrp="1"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3414">
            <a:extLst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noGrp="1"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3415">
            <a:extLst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noGrp="1"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3416">
            <a:extLst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noGrp="1"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3417">
            <a:extLst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noGrp="1"/>
          </p:cNvSpPr>
          <p:nvPr/>
        </p:nvSpPr>
        <p:spPr>
          <a:xfrm>
            <a:off x="3453877" y="36308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3418">
            <a:extLst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noGrp="1"/>
          </p:cNvSpPr>
          <p:nvPr/>
        </p:nvSpPr>
        <p:spPr>
          <a:xfrm>
            <a:off x="339691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3419">
            <a:extLst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noGrp="1"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3420">
            <a:extLst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noGrp="1"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3421">
            <a:extLst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noGrp="1"/>
          </p:cNvSpPr>
          <p:nvPr/>
        </p:nvSpPr>
        <p:spPr>
          <a:xfrm>
            <a:off x="3463912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3422">
            <a:extLst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noGrp="1"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3423">
            <a:extLst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noGrp="1"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3424">
            <a:extLst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noGrp="1"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3425">
            <a:extLst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noGrp="1"/>
          </p:cNvSpPr>
          <p:nvPr/>
        </p:nvSpPr>
        <p:spPr>
          <a:xfrm>
            <a:off x="3395670" y="2885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3426">
            <a:extLst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noGrp="1"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3427">
            <a:extLst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noGrp="1"/>
          </p:cNvSpPr>
          <p:nvPr/>
        </p:nvSpPr>
        <p:spPr>
          <a:xfrm>
            <a:off x="339994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3428">
            <a:extLst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noGrp="1"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3429">
            <a:extLst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noGrp="1"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3430">
            <a:extLst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noGrp="1"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3431">
            <a:extLst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noGrp="1"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3432">
            <a:extLst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noGrp="1"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3433">
            <a:extLst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noGrp="1"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3434">
            <a:extLst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noGrp="1"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3435">
            <a:extLst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noGrp="1"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3436">
            <a:extLst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noGrp="1"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3437">
            <a:extLst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noGrp="1"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3438">
            <a:extLst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noGrp="1"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3439">
            <a:extLst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noGrp="1"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3440">
            <a:extLst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noGrp="1"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3441">
            <a:extLst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noGrp="1"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3442">
            <a:extLst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noGrp="1"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3443">
            <a:extLst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noGrp="1"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3444">
            <a:extLst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noGrp="1"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3445">
            <a:extLst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noGrp="1"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3446">
            <a:extLst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noGrp="1"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3447">
            <a:extLst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noGrp="1"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3448">
            <a:extLst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noGrp="1"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3449">
            <a:extLst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noGrp="1"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3450">
            <a:extLst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noGrp="1"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3451">
            <a:extLst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noGrp="1"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3452">
            <a:extLst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noGrp="1"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3453">
            <a:extLst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noGrp="1"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3454">
            <a:extLst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noGrp="1"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3455">
            <a:extLst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noGrp="1"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3456">
            <a:extLst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noGrp="1"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3457">
            <a:extLst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noGrp="1"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3458">
            <a:extLst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noGrp="1"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3459">
            <a:extLst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noGrp="1"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3460">
            <a:extLst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noGrp="1"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3461">
            <a:extLst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noGrp="1"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3462">
            <a:extLst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noGrp="1"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3463">
            <a:extLst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noGrp="1"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3464">
            <a:extLst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noGrp="1"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3465">
            <a:extLst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noGrp="1"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3466">
            <a:extLst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noGrp="1"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3467">
            <a:extLst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noGrp="1"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3468">
            <a:extLst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noGrp="1"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3469">
            <a:extLst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noGrp="1"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3470">
            <a:extLst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noGrp="1"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3471">
            <a:extLst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noGrp="1"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3472">
            <a:extLst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noGrp="1"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3473">
            <a:extLst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noGrp="1"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3474">
            <a:extLst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noGrp="1"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3475">
            <a:extLst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noGrp="1"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3476">
            <a:extLst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noGrp="1"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3477">
            <a:extLst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noGrp="1"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3478">
            <a:extLst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noGrp="1"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3479">
            <a:extLst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noGrp="1"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3480">
            <a:extLst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noGrp="1"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3481">
            <a:extLst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noGrp="1"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3482">
            <a:extLst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noGrp="1"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3483">
            <a:extLst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noGrp="1"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3484">
            <a:extLst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noGrp="1"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3485">
            <a:extLst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noGrp="1"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3486">
            <a:extLst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noGrp="1"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3487">
            <a:extLst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noGrp="1"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3488">
            <a:extLst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noGrp="1"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3489">
            <a:extLst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noGrp="1"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3490">
            <a:extLst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noGrp="1"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3491">
            <a:extLst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noGrp="1"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3492">
            <a:extLst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noGrp="1"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3493">
            <a:extLst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noGrp="1"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3494">
            <a:extLst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noGrp="1"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3495">
            <a:extLst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noGrp="1"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3496">
            <a:extLst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noGrp="1"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3497">
            <a:extLst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noGrp="1"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3498">
            <a:extLst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noGrp="1"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3499">
            <a:extLst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noGrp="1"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3500">
            <a:extLst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noGrp="1"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3501">
            <a:extLst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noGrp="1"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3502">
            <a:extLst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noGrp="1"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3503">
            <a:extLst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noGrp="1"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3504">
            <a:extLst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noGrp="1"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3505">
            <a:extLst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noGrp="1"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3506">
            <a:extLst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noGrp="1"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3507">
            <a:extLst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noGrp="1"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3508">
            <a:extLst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noGrp="1"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3509">
            <a:extLst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noGrp="1"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3510">
            <a:extLst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noGrp="1"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3511">
            <a:extLst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noGrp="1"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3512">
            <a:extLst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noGrp="1"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3513">
            <a:extLst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noGrp="1"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3514">
            <a:extLst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noGrp="1"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3515">
            <a:extLst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noGrp="1"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3516">
            <a:extLst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noGrp="1"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3517">
            <a:extLst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noGrp="1"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3518">
            <a:extLst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noGrp="1"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3519">
            <a:extLst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noGrp="1"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3520">
            <a:extLst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noGrp="1"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3521">
            <a:extLst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noGrp="1"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3522">
            <a:extLst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noGrp="1"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3523">
            <a:extLst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noGrp="1"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3524">
            <a:extLst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noGrp="1"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3525">
            <a:extLst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noGrp="1"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3526">
            <a:extLst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noGrp="1"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3527">
            <a:extLst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noGrp="1"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3528">
            <a:extLst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noGrp="1"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3529">
            <a:extLst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noGrp="1"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3530">
            <a:extLst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noGrp="1"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3531">
            <a:extLst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noGrp="1"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3532">
            <a:extLst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noGrp="1"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3533">
            <a:extLst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noGrp="1"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3534">
            <a:extLst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noGrp="1"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3535">
            <a:extLst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noGrp="1"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3536">
            <a:extLst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noGrp="1"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3537">
            <a:extLst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noGrp="1"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3538">
            <a:extLst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noGrp="1"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3539">
            <a:extLst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noGrp="1"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3540">
            <a:extLst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noGrp="1"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3541">
            <a:extLst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noGrp="1"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3542">
            <a:extLst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noGrp="1"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3543">
            <a:extLst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noGrp="1"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3544">
            <a:extLst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noGrp="1"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3545">
            <a:extLst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noGrp="1"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3546">
            <a:extLst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noGrp="1"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3547">
            <a:extLst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noGrp="1"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3548">
            <a:extLst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noGrp="1"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3549">
            <a:extLst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noGrp="1"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3550">
            <a:extLst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noGrp="1"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3551">
            <a:extLst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noGrp="1"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3552">
            <a:extLst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noGrp="1"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3553">
            <a:extLst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noGrp="1"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3554">
            <a:extLst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noGrp="1"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3555">
            <a:extLst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noGrp="1"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3556">
            <a:extLst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noGrp="1"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3557">
            <a:extLst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noGrp="1"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3558">
            <a:extLst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noGrp="1"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3559">
            <a:extLst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noGrp="1"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3560">
            <a:extLst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noGrp="1"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3561">
            <a:extLst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noGrp="1"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3562">
            <a:extLst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noGrp="1"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3563">
            <a:extLst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noGrp="1"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3564">
            <a:extLst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noGrp="1"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3565">
            <a:extLst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noGrp="1"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3566">
            <a:extLst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noGrp="1"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3567">
            <a:extLst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noGrp="1"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3568">
            <a:extLst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noGrp="1"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3569">
            <a:extLst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noGrp="1"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3570">
            <a:extLst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noGrp="1"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3571">
            <a:extLst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noGrp="1"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3572">
            <a:extLst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noGrp="1"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3573">
            <a:extLst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noGrp="1"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3574">
            <a:extLst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noGrp="1"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3575">
            <a:extLst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noGrp="1"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3576">
            <a:extLst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noGrp="1"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3577">
            <a:extLst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noGrp="1"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3578">
            <a:extLst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noGrp="1"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3579">
            <a:extLst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noGrp="1"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3580">
            <a:extLst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noGrp="1"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3581">
            <a:extLst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noGrp="1"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3582">
            <a:extLst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noGrp="1"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3583">
            <a:extLst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noGrp="1"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3584">
            <a:extLst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noGrp="1"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3585">
            <a:extLst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noGrp="1"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3586">
            <a:extLst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noGrp="1"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3587">
            <a:extLst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noGrp="1"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3588">
            <a:extLst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noGrp="1"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3589">
            <a:extLst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noGrp="1"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3590">
            <a:extLst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noGrp="1"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3591">
            <a:extLst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noGrp="1"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3592">
            <a:extLst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noGrp="1"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3593">
            <a:extLst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noGrp="1"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3594">
            <a:extLst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noGrp="1"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3595">
            <a:extLst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noGrp="1"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3596">
            <a:extLst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noGrp="1"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3597">
            <a:extLst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noGrp="1"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3598">
            <a:extLst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noGrp="1"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3599">
            <a:extLst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noGrp="1"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3600">
            <a:extLst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noGrp="1"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3601">
            <a:extLst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noGrp="1"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3602">
            <a:extLst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noGrp="1"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3603">
            <a:extLst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noGrp="1"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3604">
            <a:extLst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noGrp="1"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3605">
            <a:extLst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noGrp="1"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3606">
            <a:extLst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noGrp="1"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3607">
            <a:extLst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noGrp="1"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3608">
            <a:extLst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noGrp="1"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3609">
            <a:extLst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noGrp="1"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3610">
            <a:extLst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noGrp="1"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3611">
            <a:extLst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noGrp="1"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3612">
            <a:extLst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noGrp="1"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3613">
            <a:extLst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noGrp="1"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3614">
            <a:extLst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noGrp="1"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3615">
            <a:extLst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noGrp="1"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3616">
            <a:extLst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noGrp="1"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3617">
            <a:extLst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noGrp="1"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3618">
            <a:extLst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noGrp="1"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3619">
            <a:extLst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noGrp="1"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3620">
            <a:extLst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noGrp="1"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3621">
            <a:extLst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noGrp="1"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3622">
            <a:extLst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noGrp="1"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3623">
            <a:extLst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noGrp="1"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3624">
            <a:extLst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noGrp="1"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3625">
            <a:extLst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noGrp="1"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3626">
            <a:extLst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noGrp="1"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3627">
            <a:extLst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noGrp="1"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3628">
            <a:extLst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noGrp="1"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3629">
            <a:extLst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noGrp="1"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3630">
            <a:extLst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noGrp="1"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3631">
            <a:extLst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noGrp="1"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3632">
            <a:extLst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noGrp="1"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3633">
            <a:extLst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noGrp="1"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3634">
            <a:extLst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noGrp="1"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3635">
            <a:extLst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noGrp="1"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3636">
            <a:extLst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noGrp="1"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3637">
            <a:extLst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noGrp="1"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3638">
            <a:extLst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noGrp="1"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3639">
            <a:extLst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noGrp="1"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3640">
            <a:extLst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noGrp="1"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3641">
            <a:extLst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noGrp="1"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3642">
            <a:extLst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noGrp="1"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3643">
            <a:extLst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noGrp="1"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3644">
            <a:extLst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noGrp="1"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3645">
            <a:extLst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noGrp="1"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3646">
            <a:extLst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noGrp="1"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3647">
            <a:extLst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noGrp="1"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3648">
            <a:extLst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noGrp="1"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3649">
            <a:extLst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noGrp="1"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3650">
            <a:extLst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noGrp="1"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3651">
            <a:extLst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noGrp="1"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3652">
            <a:extLst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noGrp="1"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3653">
            <a:extLst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noGrp="1"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3654">
            <a:extLst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noGrp="1"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3655">
            <a:extLst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noGrp="1"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3656">
            <a:extLst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noGrp="1"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3657">
            <a:extLst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noGrp="1"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3658">
            <a:extLst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noGrp="1"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3659">
            <a:extLst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noGrp="1"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3660">
            <a:extLst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noGrp="1"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3661">
            <a:extLst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noGrp="1"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3662">
            <a:extLst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noGrp="1"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3663">
            <a:extLst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noGrp="1"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3664">
            <a:extLst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noGrp="1"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3665">
            <a:extLst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noGrp="1"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3666">
            <a:extLst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noGrp="1"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3667">
            <a:extLst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noGrp="1"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3668">
            <a:extLst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noGrp="1"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3669">
            <a:extLst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noGrp="1"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3670">
            <a:extLst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noGrp="1"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3671">
            <a:extLst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noGrp="1"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3672">
            <a:extLst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noGrp="1"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3673">
            <a:extLst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noGrp="1"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3674">
            <a:extLst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noGrp="1"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3675">
            <a:extLst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noGrp="1"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3676">
            <a:extLst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noGrp="1"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3677">
            <a:extLst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noGrp="1"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3678">
            <a:extLst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noGrp="1"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3679">
            <a:extLst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noGrp="1"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3680">
            <a:extLst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noGrp="1"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3681">
            <a:extLst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noGrp="1"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3682">
            <a:extLst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noGrp="1"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3683">
            <a:extLst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noGrp="1"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3684">
            <a:extLst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noGrp="1"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3685">
            <a:extLst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noGrp="1"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3686">
            <a:extLst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noGrp="1"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3687">
            <a:extLst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noGrp="1"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3688">
            <a:extLst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noGrp="1"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3689">
            <a:extLst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noGrp="1"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3690">
            <a:extLst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noGrp="1"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3691">
            <a:extLst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noGrp="1"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3692">
            <a:extLst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noGrp="1"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3693">
            <a:extLst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noGrp="1"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3694">
            <a:extLst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noGrp="1"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3695">
            <a:extLst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noGrp="1"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3696">
            <a:extLst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noGrp="1"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3697">
            <a:extLst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noGrp="1"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3698">
            <a:extLst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noGrp="1"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3699">
            <a:extLst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noGrp="1"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3700">
            <a:extLst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noGrp="1"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3701">
            <a:extLst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noGrp="1"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3702">
            <a:extLst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noGrp="1"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3703">
            <a:extLst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noGrp="1"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3704">
            <a:extLst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noGrp="1"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3705">
            <a:extLst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noGrp="1"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3706">
            <a:extLst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noGrp="1"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3707">
            <a:extLst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noGrp="1"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3708">
            <a:extLst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noGrp="1"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3709">
            <a:extLst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noGrp="1"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3710">
            <a:extLst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noGrp="1"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3711">
            <a:extLst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noGrp="1"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3712">
            <a:extLst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noGrp="1"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3713">
            <a:extLst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noGrp="1"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3714">
            <a:extLst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noGrp="1"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3715">
            <a:extLst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noGrp="1"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3716">
            <a:extLst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noGrp="1"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3717">
            <a:extLst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noGrp="1"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3718">
            <a:extLst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noGrp="1"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3719">
            <a:extLst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noGrp="1"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3720">
            <a:extLst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noGrp="1"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3721">
            <a:extLst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noGrp="1"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3722">
            <a:extLst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noGrp="1"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3723">
            <a:extLst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noGrp="1"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3724">
            <a:extLst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noGrp="1"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3725">
            <a:extLst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noGrp="1"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3726">
            <a:extLst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noGrp="1"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3727">
            <a:extLst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noGrp="1"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3728">
            <a:extLst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noGrp="1"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3729">
            <a:extLst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noGrp="1"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3730">
            <a:extLst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noGrp="1"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3731">
            <a:extLst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noGrp="1"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3732">
            <a:extLst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noGrp="1"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3733">
            <a:extLst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noGrp="1"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3734">
            <a:extLst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noGrp="1"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3735">
            <a:extLst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noGrp="1"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3736">
            <a:extLst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noGrp="1"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3737">
            <a:extLst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noGrp="1"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3738">
            <a:extLst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noGrp="1"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3739">
            <a:extLst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noGrp="1"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3740">
            <a:extLst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noGrp="1"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3741">
            <a:extLst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noGrp="1"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3742">
            <a:extLst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noGrp="1"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3743">
            <a:extLst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noGrp="1"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3744">
            <a:extLst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noGrp="1"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3745">
            <a:extLst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noGrp="1"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3746">
            <a:extLst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noGrp="1"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3747">
            <a:extLst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noGrp="1"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3748">
            <a:extLst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noGrp="1"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3749">
            <a:extLst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noGrp="1"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3750">
            <a:extLst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noGrp="1"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3751">
            <a:extLst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noGrp="1"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3752">
            <a:extLst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noGrp="1"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3753">
            <a:extLst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noGrp="1"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3754">
            <a:extLst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noGrp="1"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3755">
            <a:extLst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noGrp="1"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3756">
            <a:extLst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noGrp="1"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3757">
            <a:extLst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noGrp="1"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3758">
            <a:extLst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noGrp="1"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3759">
            <a:extLst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noGrp="1"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3760">
            <a:extLst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noGrp="1"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3761">
            <a:extLst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noGrp="1"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3762">
            <a:extLst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noGrp="1"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3763">
            <a:extLst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noGrp="1"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3764">
            <a:extLst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noGrp="1"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3765">
            <a:extLst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noGrp="1"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3766">
            <a:extLst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noGrp="1"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3767">
            <a:extLst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noGrp="1"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3768">
            <a:extLst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noGrp="1"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3769">
            <a:extLst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noGrp="1"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3770">
            <a:extLst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noGrp="1"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3771">
            <a:extLst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noGrp="1"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3772">
            <a:extLst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noGrp="1"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3773">
            <a:extLst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noGrp="1"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3774">
            <a:extLst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noGrp="1"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3775">
            <a:extLst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noGrp="1"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3776">
            <a:extLst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noGrp="1"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3777">
            <a:extLst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noGrp="1"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3778">
            <a:extLst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noGrp="1"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3779">
            <a:extLst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noGrp="1"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3780">
            <a:extLst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noGrp="1"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3781">
            <a:extLst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noGrp="1"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3782">
            <a:extLst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noGrp="1"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3783">
            <a:extLst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noGrp="1"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3784">
            <a:extLst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noGrp="1"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3785">
            <a:extLst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noGrp="1"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3786">
            <a:extLst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noGrp="1"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noGrp="1"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noGrp="1"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noGrp="1"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noGrp="1"/>
          </p:cNvSpPr>
          <p:nvPr/>
        </p:nvSpPr>
        <p:spPr>
          <a:xfrm>
            <a:off x="1491033" y="3970885"/>
            <a:ext cx="191" cy="26416"/>
          </a:xfrm>
          <a:custGeom>
            <a:avLst/>
            <a:gdLst/>
            <a:ahLst/>
            <a:cxnLst/>
            <a:rect l="0" t="0" r="0" b="0"/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noGrp="1"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noGrp="1"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noGrp="1"/>
          </p:cNvSpPr>
          <p:nvPr/>
        </p:nvSpPr>
        <p:spPr>
          <a:xfrm>
            <a:off x="3400937" y="3154589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noGrp="1"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noGrp="1"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noGrp="1"/>
          </p:cNvSpPr>
          <p:nvPr/>
        </p:nvSpPr>
        <p:spPr>
          <a:xfrm>
            <a:off x="1455564" y="3958901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noGrp="1"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noGrp="1"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noGrp="1"/>
          </p:cNvSpPr>
          <p:nvPr/>
        </p:nvSpPr>
        <p:spPr>
          <a:xfrm>
            <a:off x="3365468" y="372105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noGrp="1"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noGrp="1"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3803">
            <a:extLst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noGrp="1"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noGrp="1"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noGrp="1"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noGrp="1"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noGrp="1"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noGrp="1"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noGrp="1"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noGrp="1"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noGrp="1"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noGrp="1"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noGrp="1"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noGrp="1"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noGrp="1"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noGrp="1"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noGrp="1"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noGrp="1"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noGrp="1"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noGrp="1"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noGrp="1"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noGrp="1"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noGrp="1"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noGrp="1"/>
          </p:cNvSpPr>
          <p:nvPr/>
        </p:nvSpPr>
        <p:spPr>
          <a:xfrm>
            <a:off x="6089166" y="39698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3826">
            <a:extLst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noGrp="1"/>
          </p:cNvSpPr>
          <p:nvPr/>
        </p:nvSpPr>
        <p:spPr>
          <a:xfrm>
            <a:off x="6028900" y="392430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3827">
            <a:extLst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noGrp="1"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3828">
            <a:extLst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noGrp="1"/>
          </p:cNvSpPr>
          <p:nvPr/>
        </p:nvSpPr>
        <p:spPr>
          <a:xfrm>
            <a:off x="5950040" y="395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3829">
            <a:extLst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noGrp="1"/>
          </p:cNvSpPr>
          <p:nvPr/>
        </p:nvSpPr>
        <p:spPr>
          <a:xfrm>
            <a:off x="5935702" y="39700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3830">
            <a:extLst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noGrp="1"/>
          </p:cNvSpPr>
          <p:nvPr/>
        </p:nvSpPr>
        <p:spPr>
          <a:xfrm>
            <a:off x="5922822" y="30747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3831">
            <a:extLst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noGrp="1"/>
          </p:cNvSpPr>
          <p:nvPr/>
        </p:nvSpPr>
        <p:spPr>
          <a:xfrm>
            <a:off x="6007063" y="37578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3832">
            <a:extLst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noGrp="1"/>
          </p:cNvSpPr>
          <p:nvPr/>
        </p:nvSpPr>
        <p:spPr>
          <a:xfrm>
            <a:off x="5940151" y="39675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3833">
            <a:extLst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noGrp="1"/>
          </p:cNvSpPr>
          <p:nvPr/>
        </p:nvSpPr>
        <p:spPr>
          <a:xfrm>
            <a:off x="6067216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3834">
            <a:extLst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noGrp="1"/>
          </p:cNvSpPr>
          <p:nvPr/>
        </p:nvSpPr>
        <p:spPr>
          <a:xfrm>
            <a:off x="5977793" y="3959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3835">
            <a:extLst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noGrp="1"/>
          </p:cNvSpPr>
          <p:nvPr/>
        </p:nvSpPr>
        <p:spPr>
          <a:xfrm>
            <a:off x="5939748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3836">
            <a:extLst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noGrp="1"/>
          </p:cNvSpPr>
          <p:nvPr/>
        </p:nvSpPr>
        <p:spPr>
          <a:xfrm>
            <a:off x="6074073" y="39340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3837">
            <a:extLst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noGrp="1"/>
          </p:cNvSpPr>
          <p:nvPr/>
        </p:nvSpPr>
        <p:spPr>
          <a:xfrm>
            <a:off x="6056411" y="39708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3838">
            <a:extLst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noGrp="1"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3839">
            <a:extLst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noGrp="1"/>
          </p:cNvSpPr>
          <p:nvPr/>
        </p:nvSpPr>
        <p:spPr>
          <a:xfrm>
            <a:off x="5962545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3840">
            <a:extLst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noGrp="1"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3841">
            <a:extLst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noGrp="1"/>
          </p:cNvSpPr>
          <p:nvPr/>
        </p:nvSpPr>
        <p:spPr>
          <a:xfrm>
            <a:off x="5940677" y="39716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3842">
            <a:extLst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noGrp="1"/>
          </p:cNvSpPr>
          <p:nvPr/>
        </p:nvSpPr>
        <p:spPr>
          <a:xfrm>
            <a:off x="6100436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3843">
            <a:extLst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noGrp="1"/>
          </p:cNvSpPr>
          <p:nvPr/>
        </p:nvSpPr>
        <p:spPr>
          <a:xfrm>
            <a:off x="6040888" y="39147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3844">
            <a:extLst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noGrp="1"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3845">
            <a:extLst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noGrp="1"/>
          </p:cNvSpPr>
          <p:nvPr/>
        </p:nvSpPr>
        <p:spPr>
          <a:xfrm>
            <a:off x="5905325" y="3978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3846">
            <a:extLst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noGrp="1"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3847">
            <a:extLst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noGrp="1"/>
          </p:cNvSpPr>
          <p:nvPr/>
        </p:nvSpPr>
        <p:spPr>
          <a:xfrm>
            <a:off x="6030912" y="39473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3848">
            <a:extLst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noGrp="1"/>
          </p:cNvSpPr>
          <p:nvPr/>
        </p:nvSpPr>
        <p:spPr>
          <a:xfrm>
            <a:off x="59565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3849">
            <a:extLst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noGrp="1"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3850">
            <a:extLst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noGrp="1"/>
          </p:cNvSpPr>
          <p:nvPr/>
        </p:nvSpPr>
        <p:spPr>
          <a:xfrm>
            <a:off x="5886156" y="3952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3851">
            <a:extLst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noGrp="1"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3852">
            <a:extLst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noGrp="1"/>
          </p:cNvSpPr>
          <p:nvPr/>
        </p:nvSpPr>
        <p:spPr>
          <a:xfrm>
            <a:off x="59553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3853">
            <a:extLst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noGrp="1"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3854">
            <a:extLst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noGrp="1"/>
          </p:cNvSpPr>
          <p:nvPr/>
        </p:nvSpPr>
        <p:spPr>
          <a:xfrm>
            <a:off x="6089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3855">
            <a:extLst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noGrp="1"/>
          </p:cNvSpPr>
          <p:nvPr/>
        </p:nvSpPr>
        <p:spPr>
          <a:xfrm>
            <a:off x="6081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3856">
            <a:extLst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noGrp="1"/>
          </p:cNvSpPr>
          <p:nvPr/>
        </p:nvSpPr>
        <p:spPr>
          <a:xfrm>
            <a:off x="6031246" y="3836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3857">
            <a:extLst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noGrp="1"/>
          </p:cNvSpPr>
          <p:nvPr/>
        </p:nvSpPr>
        <p:spPr>
          <a:xfrm>
            <a:off x="6044810" y="39240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3858">
            <a:extLst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noGrp="1"/>
          </p:cNvSpPr>
          <p:nvPr/>
        </p:nvSpPr>
        <p:spPr>
          <a:xfrm>
            <a:off x="6000234" y="39622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3859">
            <a:extLst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noGrp="1"/>
          </p:cNvSpPr>
          <p:nvPr/>
        </p:nvSpPr>
        <p:spPr>
          <a:xfrm>
            <a:off x="5934380" y="3977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3860">
            <a:extLst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noGrp="1"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3861">
            <a:extLst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noGrp="1"/>
          </p:cNvSpPr>
          <p:nvPr/>
        </p:nvSpPr>
        <p:spPr>
          <a:xfrm>
            <a:off x="6097649" y="39766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3862">
            <a:extLst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noGrp="1"/>
          </p:cNvSpPr>
          <p:nvPr/>
        </p:nvSpPr>
        <p:spPr>
          <a:xfrm>
            <a:off x="5931306" y="39696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3863">
            <a:extLst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noGrp="1"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3864">
            <a:extLst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noGrp="1"/>
          </p:cNvSpPr>
          <p:nvPr/>
        </p:nvSpPr>
        <p:spPr>
          <a:xfrm>
            <a:off x="5922083" y="39757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3865">
            <a:extLst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noGrp="1"/>
          </p:cNvSpPr>
          <p:nvPr/>
        </p:nvSpPr>
        <p:spPr>
          <a:xfrm>
            <a:off x="6082810" y="39777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3866">
            <a:extLst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noGrp="1"/>
          </p:cNvSpPr>
          <p:nvPr/>
        </p:nvSpPr>
        <p:spPr>
          <a:xfrm>
            <a:off x="6044220" y="3961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3867">
            <a:extLst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noGrp="1"/>
          </p:cNvSpPr>
          <p:nvPr/>
        </p:nvSpPr>
        <p:spPr>
          <a:xfrm>
            <a:off x="6055148" y="39399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3868">
            <a:extLst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noGrp="1"/>
          </p:cNvSpPr>
          <p:nvPr/>
        </p:nvSpPr>
        <p:spPr>
          <a:xfrm>
            <a:off x="6020359" y="39687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3869">
            <a:extLst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noGrp="1"/>
          </p:cNvSpPr>
          <p:nvPr/>
        </p:nvSpPr>
        <p:spPr>
          <a:xfrm>
            <a:off x="5941959" y="3613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3870">
            <a:extLst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noGrp="1"/>
          </p:cNvSpPr>
          <p:nvPr/>
        </p:nvSpPr>
        <p:spPr>
          <a:xfrm>
            <a:off x="59674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3871">
            <a:extLst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noGrp="1"/>
          </p:cNvSpPr>
          <p:nvPr/>
        </p:nvSpPr>
        <p:spPr>
          <a:xfrm>
            <a:off x="6015710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3872">
            <a:extLst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noGrp="1"/>
          </p:cNvSpPr>
          <p:nvPr/>
        </p:nvSpPr>
        <p:spPr>
          <a:xfrm>
            <a:off x="5947130" y="39662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3873">
            <a:extLst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noGrp="1"/>
          </p:cNvSpPr>
          <p:nvPr/>
        </p:nvSpPr>
        <p:spPr>
          <a:xfrm>
            <a:off x="6074526" y="39541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3874">
            <a:extLst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noGrp="1"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3875">
            <a:extLst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noGrp="1"/>
          </p:cNvSpPr>
          <p:nvPr/>
        </p:nvSpPr>
        <p:spPr>
          <a:xfrm>
            <a:off x="6002923" y="3976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3876">
            <a:extLst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noGrp="1"/>
          </p:cNvSpPr>
          <p:nvPr/>
        </p:nvSpPr>
        <p:spPr>
          <a:xfrm>
            <a:off x="5879742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3877">
            <a:extLst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noGrp="1"/>
          </p:cNvSpPr>
          <p:nvPr/>
        </p:nvSpPr>
        <p:spPr>
          <a:xfrm>
            <a:off x="5951007" y="39604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3878">
            <a:extLst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noGrp="1"/>
          </p:cNvSpPr>
          <p:nvPr/>
        </p:nvSpPr>
        <p:spPr>
          <a:xfrm>
            <a:off x="59674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3879">
            <a:extLst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noGrp="1"/>
          </p:cNvSpPr>
          <p:nvPr/>
        </p:nvSpPr>
        <p:spPr>
          <a:xfrm>
            <a:off x="5922956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3880">
            <a:extLst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noGrp="1"/>
          </p:cNvSpPr>
          <p:nvPr/>
        </p:nvSpPr>
        <p:spPr>
          <a:xfrm>
            <a:off x="5912641" y="39646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3881">
            <a:extLst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noGrp="1"/>
          </p:cNvSpPr>
          <p:nvPr/>
        </p:nvSpPr>
        <p:spPr>
          <a:xfrm>
            <a:off x="6095203" y="39423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3882">
            <a:extLst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noGrp="1"/>
          </p:cNvSpPr>
          <p:nvPr/>
        </p:nvSpPr>
        <p:spPr>
          <a:xfrm>
            <a:off x="5894981" y="39416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3883">
            <a:extLst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noGrp="1"/>
          </p:cNvSpPr>
          <p:nvPr/>
        </p:nvSpPr>
        <p:spPr>
          <a:xfrm>
            <a:off x="5897370" y="39493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3884">
            <a:extLst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noGrp="1"/>
          </p:cNvSpPr>
          <p:nvPr/>
        </p:nvSpPr>
        <p:spPr>
          <a:xfrm>
            <a:off x="6049458" y="39670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3885">
            <a:extLst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noGrp="1"/>
          </p:cNvSpPr>
          <p:nvPr/>
        </p:nvSpPr>
        <p:spPr>
          <a:xfrm>
            <a:off x="5894452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3886">
            <a:extLst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noGrp="1"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3887">
            <a:extLst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noGrp="1"/>
          </p:cNvSpPr>
          <p:nvPr/>
        </p:nvSpPr>
        <p:spPr>
          <a:xfrm>
            <a:off x="5885430" y="39682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3888">
            <a:extLst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noGrp="1"/>
          </p:cNvSpPr>
          <p:nvPr/>
        </p:nvSpPr>
        <p:spPr>
          <a:xfrm>
            <a:off x="601902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3889">
            <a:extLst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noGrp="1"/>
          </p:cNvSpPr>
          <p:nvPr/>
        </p:nvSpPr>
        <p:spPr>
          <a:xfrm>
            <a:off x="6009133" y="3941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3890">
            <a:extLst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noGrp="1"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3891">
            <a:extLst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noGrp="1"/>
          </p:cNvSpPr>
          <p:nvPr/>
        </p:nvSpPr>
        <p:spPr>
          <a:xfrm>
            <a:off x="5987159" y="39752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3892">
            <a:extLst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noGrp="1"/>
          </p:cNvSpPr>
          <p:nvPr/>
        </p:nvSpPr>
        <p:spPr>
          <a:xfrm>
            <a:off x="59143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3893">
            <a:extLst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noGrp="1"/>
          </p:cNvSpPr>
          <p:nvPr/>
        </p:nvSpPr>
        <p:spPr>
          <a:xfrm>
            <a:off x="6084475" y="39726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3894">
            <a:extLst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noGrp="1"/>
          </p:cNvSpPr>
          <p:nvPr/>
        </p:nvSpPr>
        <p:spPr>
          <a:xfrm>
            <a:off x="5890255" y="39444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3895">
            <a:extLst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noGrp="1"/>
          </p:cNvSpPr>
          <p:nvPr/>
        </p:nvSpPr>
        <p:spPr>
          <a:xfrm>
            <a:off x="605610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3896">
            <a:extLst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noGrp="1"/>
          </p:cNvSpPr>
          <p:nvPr/>
        </p:nvSpPr>
        <p:spPr>
          <a:xfrm>
            <a:off x="5882974" y="397520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3897">
            <a:extLst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noGrp="1"/>
          </p:cNvSpPr>
          <p:nvPr/>
        </p:nvSpPr>
        <p:spPr>
          <a:xfrm>
            <a:off x="6007801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3898">
            <a:extLst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noGrp="1"/>
          </p:cNvSpPr>
          <p:nvPr/>
        </p:nvSpPr>
        <p:spPr>
          <a:xfrm>
            <a:off x="5888357" y="3889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3899">
            <a:extLst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noGrp="1"/>
          </p:cNvSpPr>
          <p:nvPr/>
        </p:nvSpPr>
        <p:spPr>
          <a:xfrm>
            <a:off x="60568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3900">
            <a:extLst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noGrp="1"/>
          </p:cNvSpPr>
          <p:nvPr/>
        </p:nvSpPr>
        <p:spPr>
          <a:xfrm>
            <a:off x="6068514" y="39557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3901">
            <a:extLst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noGrp="1"/>
          </p:cNvSpPr>
          <p:nvPr/>
        </p:nvSpPr>
        <p:spPr>
          <a:xfrm>
            <a:off x="60222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3902">
            <a:extLst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noGrp="1"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3903">
            <a:extLst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noGrp="1"/>
          </p:cNvSpPr>
          <p:nvPr/>
        </p:nvSpPr>
        <p:spPr>
          <a:xfrm>
            <a:off x="6093673" y="3959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3904">
            <a:extLst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noGrp="1"/>
          </p:cNvSpPr>
          <p:nvPr/>
        </p:nvSpPr>
        <p:spPr>
          <a:xfrm>
            <a:off x="6049771" y="39639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3905">
            <a:extLst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noGrp="1"/>
          </p:cNvSpPr>
          <p:nvPr/>
        </p:nvSpPr>
        <p:spPr>
          <a:xfrm>
            <a:off x="5986606" y="39766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3906">
            <a:extLst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noGrp="1"/>
          </p:cNvSpPr>
          <p:nvPr/>
        </p:nvSpPr>
        <p:spPr>
          <a:xfrm>
            <a:off x="60935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3907">
            <a:extLst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noGrp="1"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3908">
            <a:extLst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noGrp="1"/>
          </p:cNvSpPr>
          <p:nvPr/>
        </p:nvSpPr>
        <p:spPr>
          <a:xfrm>
            <a:off x="59641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3909">
            <a:extLst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noGrp="1"/>
          </p:cNvSpPr>
          <p:nvPr/>
        </p:nvSpPr>
        <p:spPr>
          <a:xfrm>
            <a:off x="6008990" y="39746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3910">
            <a:extLst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noGrp="1"/>
          </p:cNvSpPr>
          <p:nvPr/>
        </p:nvSpPr>
        <p:spPr>
          <a:xfrm>
            <a:off x="5905399" y="39630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3911">
            <a:extLst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noGrp="1"/>
          </p:cNvSpPr>
          <p:nvPr/>
        </p:nvSpPr>
        <p:spPr>
          <a:xfrm>
            <a:off x="5934198" y="39719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3912">
            <a:extLst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noGrp="1"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3913">
            <a:extLst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noGrp="1"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3914">
            <a:extLst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noGrp="1"/>
          </p:cNvSpPr>
          <p:nvPr/>
        </p:nvSpPr>
        <p:spPr>
          <a:xfrm>
            <a:off x="5993127" y="39582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3915">
            <a:extLst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noGrp="1"/>
          </p:cNvSpPr>
          <p:nvPr/>
        </p:nvSpPr>
        <p:spPr>
          <a:xfrm>
            <a:off x="6042135" y="3946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3916">
            <a:extLst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noGrp="1"/>
          </p:cNvSpPr>
          <p:nvPr/>
        </p:nvSpPr>
        <p:spPr>
          <a:xfrm>
            <a:off x="5967206" y="39592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3917">
            <a:extLst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noGrp="1"/>
          </p:cNvSpPr>
          <p:nvPr/>
        </p:nvSpPr>
        <p:spPr>
          <a:xfrm>
            <a:off x="5998212" y="39696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3918">
            <a:extLst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noGrp="1"/>
          </p:cNvSpPr>
          <p:nvPr/>
        </p:nvSpPr>
        <p:spPr>
          <a:xfrm>
            <a:off x="6018130" y="39394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3919">
            <a:extLst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noGrp="1"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3920">
            <a:extLst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noGrp="1"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3921">
            <a:extLst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noGrp="1"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3922">
            <a:extLst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noGrp="1"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3923">
            <a:extLst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noGrp="1"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3924">
            <a:extLst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noGrp="1"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3925">
            <a:extLst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noGrp="1"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3926">
            <a:extLst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noGrp="1"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3927">
            <a:extLst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noGrp="1"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3928">
            <a:extLst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noGrp="1"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3929">
            <a:extLst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noGrp="1"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3930">
            <a:extLst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noGrp="1"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3931">
            <a:extLst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noGrp="1"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3932">
            <a:extLst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noGrp="1"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3933">
            <a:extLst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noGrp="1"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3934">
            <a:extLst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noGrp="1"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3935">
            <a:extLst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noGrp="1"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3936">
            <a:extLst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noGrp="1"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3937">
            <a:extLst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noGrp="1"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3938">
            <a:extLst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noGrp="1"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3939">
            <a:extLst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noGrp="1"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3940">
            <a:extLst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noGrp="1"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3941">
            <a:extLst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noGrp="1"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3942">
            <a:extLst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noGrp="1"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3943">
            <a:extLst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noGrp="1"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3944">
            <a:extLst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noGrp="1"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3945">
            <a:extLst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noGrp="1"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3946">
            <a:extLst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noGrp="1"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3947">
            <a:extLst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noGrp="1"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3948">
            <a:extLst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noGrp="1"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3949">
            <a:extLst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noGrp="1"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3950">
            <a:extLst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noGrp="1"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3951">
            <a:extLst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noGrp="1"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3952">
            <a:extLst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noGrp="1"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3953">
            <a:extLst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noGrp="1"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3954">
            <a:extLst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noGrp="1"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3955">
            <a:extLst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noGrp="1"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3956">
            <a:extLst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noGrp="1"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3957">
            <a:extLst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noGrp="1"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3958">
            <a:extLst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noGrp="1"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3959">
            <a:extLst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noGrp="1"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3960">
            <a:extLst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noGrp="1"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3961">
            <a:extLst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noGrp="1"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3962">
            <a:extLst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noGrp="1"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3963">
            <a:extLst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noGrp="1"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3964">
            <a:extLst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noGrp="1"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3965">
            <a:extLst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noGrp="1"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3966">
            <a:extLst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noGrp="1"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3967">
            <a:extLst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noGrp="1"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3968">
            <a:extLst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noGrp="1"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3969">
            <a:extLst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noGrp="1"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3970">
            <a:extLst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noGrp="1"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3971">
            <a:extLst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noGrp="1"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3972">
            <a:extLst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noGrp="1"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3973">
            <a:extLst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noGrp="1"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3974">
            <a:extLst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noGrp="1"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3975">
            <a:extLst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noGrp="1"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3976">
            <a:extLst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noGrp="1"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3977">
            <a:extLst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noGrp="1"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3978">
            <a:extLst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noGrp="1"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3979">
            <a:extLst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noGrp="1"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3980">
            <a:extLst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noGrp="1"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3981">
            <a:extLst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noGrp="1"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3982">
            <a:extLst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noGrp="1"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3983">
            <a:extLst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noGrp="1"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3984">
            <a:extLst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noGrp="1"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3985">
            <a:extLst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noGrp="1"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3986">
            <a:extLst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noGrp="1"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3987">
            <a:extLst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noGrp="1"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3988">
            <a:extLst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noGrp="1"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3989">
            <a:extLst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noGrp="1"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3990">
            <a:extLst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noGrp="1"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3991">
            <a:extLst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noGrp="1"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3992">
            <a:extLst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noGrp="1"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3993">
            <a:extLst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noGrp="1"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3994">
            <a:extLst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noGrp="1"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3995">
            <a:extLst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noGrp="1"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3996">
            <a:extLst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noGrp="1"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3997">
            <a:extLst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noGrp="1"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3998">
            <a:extLst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noGrp="1"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3999">
            <a:extLst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noGrp="1"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4000">
            <a:extLst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noGrp="1"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4001">
            <a:extLst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noGrp="1"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4002">
            <a:extLst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noGrp="1"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4003">
            <a:extLst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noGrp="1"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4004">
            <a:extLst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noGrp="1"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4005">
            <a:extLst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noGrp="1"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4006">
            <a:extLst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noGrp="1"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4007">
            <a:extLst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noGrp="1"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4008">
            <a:extLst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noGrp="1"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4009">
            <a:extLst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noGrp="1"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4010">
            <a:extLst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noGrp="1"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4011">
            <a:extLst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noGrp="1"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4012">
            <a:extLst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noGrp="1"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4013">
            <a:extLst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noGrp="1"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4014">
            <a:extLst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noGrp="1"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4015">
            <a:extLst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noGrp="1"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4016">
            <a:extLst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noGrp="1"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4017">
            <a:extLst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noGrp="1"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4018">
            <a:extLst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noGrp="1"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4019">
            <a:extLst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noGrp="1"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4020">
            <a:extLst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noGrp="1"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4021">
            <a:extLst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noGrp="1"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4022">
            <a:extLst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noGrp="1"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4023">
            <a:extLst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noGrp="1"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4024">
            <a:extLst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noGrp="1"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4025">
            <a:extLst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noGrp="1"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4026">
            <a:extLst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noGrp="1"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4027">
            <a:extLst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noGrp="1"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4028">
            <a:extLst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noGrp="1"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4029">
            <a:extLst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noGrp="1"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4030">
            <a:extLst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noGrp="1"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4031">
            <a:extLst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noGrp="1"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4032">
            <a:extLst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noGrp="1"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4033">
            <a:extLst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noGrp="1"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4034">
            <a:extLst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noGrp="1"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4035">
            <a:extLst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noGrp="1"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4036">
            <a:extLst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noGrp="1"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4037">
            <a:extLst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noGrp="1"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4038">
            <a:extLst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noGrp="1"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4039">
            <a:extLst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noGrp="1"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4040">
            <a:extLst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noGrp="1"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4041">
            <a:extLst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noGrp="1"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4042">
            <a:extLst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noGrp="1"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4043">
            <a:extLst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noGrp="1"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4044">
            <a:extLst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noGrp="1"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4045">
            <a:extLst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noGrp="1"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4046">
            <a:extLst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noGrp="1"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4047">
            <a:extLst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noGrp="1"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4048">
            <a:extLst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noGrp="1"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4049">
            <a:extLst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noGrp="1"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4050">
            <a:extLst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noGrp="1"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4051">
            <a:extLst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noGrp="1"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4052">
            <a:extLst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noGrp="1"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4053">
            <a:extLst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noGrp="1"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4054">
            <a:extLst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noGrp="1"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4055">
            <a:extLst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noGrp="1"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4056">
            <a:extLst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noGrp="1"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4057">
            <a:extLst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noGrp="1"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4058">
            <a:extLst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noGrp="1"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4059">
            <a:extLst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noGrp="1"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4060">
            <a:extLst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noGrp="1"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4061">
            <a:extLst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noGrp="1"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4062">
            <a:extLst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noGrp="1"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4063">
            <a:extLst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noGrp="1"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4064">
            <a:extLst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noGrp="1"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4065">
            <a:extLst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noGrp="1"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4066">
            <a:extLst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noGrp="1"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4067">
            <a:extLst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noGrp="1"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4068">
            <a:extLst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noGrp="1"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4069">
            <a:extLst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noGrp="1"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4070">
            <a:extLst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noGrp="1"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4071">
            <a:extLst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noGrp="1"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4072">
            <a:extLst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noGrp="1"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4073">
            <a:extLst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noGrp="1"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4074">
            <a:extLst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noGrp="1"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4075">
            <a:extLst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noGrp="1"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4076">
            <a:extLst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noGrp="1"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4077">
            <a:extLst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noGrp="1"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4078">
            <a:extLst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noGrp="1"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4079">
            <a:extLst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noGrp="1"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4080">
            <a:extLst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noGrp="1"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4081">
            <a:extLst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noGrp="1"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4082">
            <a:extLst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noGrp="1"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4083">
            <a:extLst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noGrp="1"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4084">
            <a:extLst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noGrp="1"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4085">
            <a:extLst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noGrp="1"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4086">
            <a:extLst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noGrp="1"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4087">
            <a:extLst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noGrp="1"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4088">
            <a:extLst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noGrp="1"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4089">
            <a:extLst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noGrp="1"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4090">
            <a:extLst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noGrp="1"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4091">
            <a:extLst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noGrp="1"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4092">
            <a:extLst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noGrp="1"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4093">
            <a:extLst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noGrp="1"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4094">
            <a:extLst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noGrp="1"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4095">
            <a:extLst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noGrp="1"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4096">
            <a:extLst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noGrp="1"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4097">
            <a:extLst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noGrp="1"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4098">
            <a:extLst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noGrp="1"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4099">
            <a:extLst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noGrp="1"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4100">
            <a:extLst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noGrp="1"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4101">
            <a:extLst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noGrp="1"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4102">
            <a:extLst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noGrp="1"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4103">
            <a:extLst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noGrp="1"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4104">
            <a:extLst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noGrp="1"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4105">
            <a:extLst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noGrp="1"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4106">
            <a:extLst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noGrp="1"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4107">
            <a:extLst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noGrp="1"/>
          </p:cNvSpPr>
          <p:nvPr/>
        </p:nvSpPr>
        <p:spPr>
          <a:xfrm>
            <a:off x="790278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4108">
            <a:extLst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noGrp="1"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4109">
            <a:extLst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noGrp="1"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4110">
            <a:extLst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noGrp="1"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4111">
            <a:extLst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noGrp="1"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4112">
            <a:extLst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noGrp="1"/>
          </p:cNvSpPr>
          <p:nvPr/>
        </p:nvSpPr>
        <p:spPr>
          <a:xfrm>
            <a:off x="7956791" y="25469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4113">
            <a:extLst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noGrp="1"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4114">
            <a:extLst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noGrp="1"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4115">
            <a:extLst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noGrp="1"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4116">
            <a:extLst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noGrp="1"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4117">
            <a:extLst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noGrp="1"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4118">
            <a:extLst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noGrp="1"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4119">
            <a:extLst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noGrp="1"/>
          </p:cNvSpPr>
          <p:nvPr/>
        </p:nvSpPr>
        <p:spPr>
          <a:xfrm>
            <a:off x="78760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4120">
            <a:extLst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noGrp="1"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4121">
            <a:extLst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noGrp="1"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4122">
            <a:extLst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noGrp="1"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4123">
            <a:extLst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noGrp="1"/>
          </p:cNvSpPr>
          <p:nvPr/>
        </p:nvSpPr>
        <p:spPr>
          <a:xfrm>
            <a:off x="79120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4124">
            <a:extLst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noGrp="1"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4125">
            <a:extLst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noGrp="1"/>
          </p:cNvSpPr>
          <p:nvPr/>
        </p:nvSpPr>
        <p:spPr>
          <a:xfrm>
            <a:off x="800812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4126">
            <a:extLst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noGrp="1"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4127">
            <a:extLst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noGrp="1"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4128">
            <a:extLst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noGrp="1"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4129">
            <a:extLst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noGrp="1"/>
          </p:cNvSpPr>
          <p:nvPr/>
        </p:nvSpPr>
        <p:spPr>
          <a:xfrm>
            <a:off x="7860781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4130">
            <a:extLst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noGrp="1"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4131">
            <a:extLst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noGrp="1"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4132">
            <a:extLst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noGrp="1"/>
          </p:cNvSpPr>
          <p:nvPr/>
        </p:nvSpPr>
        <p:spPr>
          <a:xfrm>
            <a:off x="792766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4133">
            <a:extLst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noGrp="1"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4134">
            <a:extLst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noGrp="1"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4135">
            <a:extLst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noGrp="1"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4136">
            <a:extLst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noGrp="1"/>
          </p:cNvSpPr>
          <p:nvPr/>
        </p:nvSpPr>
        <p:spPr>
          <a:xfrm>
            <a:off x="79170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4137">
            <a:extLst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noGrp="1"/>
          </p:cNvSpPr>
          <p:nvPr/>
        </p:nvSpPr>
        <p:spPr>
          <a:xfrm>
            <a:off x="7793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4138">
            <a:extLst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noGrp="1"/>
          </p:cNvSpPr>
          <p:nvPr/>
        </p:nvSpPr>
        <p:spPr>
          <a:xfrm>
            <a:off x="780056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4139">
            <a:extLst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noGrp="1"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4140">
            <a:extLst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noGrp="1"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4141">
            <a:extLst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noGrp="1"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4142">
            <a:extLst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noGrp="1"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4143">
            <a:extLst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noGrp="1"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4144">
            <a:extLst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noGrp="1"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4145">
            <a:extLst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noGrp="1"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4146">
            <a:extLst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noGrp="1"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4147">
            <a:extLst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noGrp="1"/>
          </p:cNvSpPr>
          <p:nvPr/>
        </p:nvSpPr>
        <p:spPr>
          <a:xfrm>
            <a:off x="7900538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4148">
            <a:extLst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noGrp="1"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4149">
            <a:extLst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noGrp="1"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4150">
            <a:extLst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noGrp="1"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4151">
            <a:extLst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noGrp="1"/>
          </p:cNvSpPr>
          <p:nvPr/>
        </p:nvSpPr>
        <p:spPr>
          <a:xfrm>
            <a:off x="7808924" y="27756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4152">
            <a:extLst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noGrp="1"/>
          </p:cNvSpPr>
          <p:nvPr/>
        </p:nvSpPr>
        <p:spPr>
          <a:xfrm>
            <a:off x="78073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4153">
            <a:extLst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noGrp="1"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4154">
            <a:extLst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noGrp="1"/>
          </p:cNvSpPr>
          <p:nvPr/>
        </p:nvSpPr>
        <p:spPr>
          <a:xfrm>
            <a:off x="7919212" y="34609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4155">
            <a:extLst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noGrp="1"/>
          </p:cNvSpPr>
          <p:nvPr/>
        </p:nvSpPr>
        <p:spPr>
          <a:xfrm>
            <a:off x="7880384" y="23157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4156">
            <a:extLst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noGrp="1"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4157">
            <a:extLst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noGrp="1"/>
          </p:cNvSpPr>
          <p:nvPr/>
        </p:nvSpPr>
        <p:spPr>
          <a:xfrm>
            <a:off x="7975103" y="39093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4158">
            <a:extLst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noGrp="1"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4159">
            <a:extLst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noGrp="1"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4160">
            <a:extLst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noGrp="1"/>
          </p:cNvSpPr>
          <p:nvPr/>
        </p:nvSpPr>
        <p:spPr>
          <a:xfrm>
            <a:off x="78412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4161">
            <a:extLst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noGrp="1"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4162">
            <a:extLst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noGrp="1"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4163">
            <a:extLst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noGrp="1"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4164">
            <a:extLst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noGrp="1"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4165">
            <a:extLst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noGrp="1"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4166">
            <a:extLst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noGrp="1"/>
          </p:cNvSpPr>
          <p:nvPr/>
        </p:nvSpPr>
        <p:spPr>
          <a:xfrm>
            <a:off x="79166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4167">
            <a:extLst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noGrp="1"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4168">
            <a:extLst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noGrp="1"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4169">
            <a:extLst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noGrp="1"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4170">
            <a:extLst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noGrp="1"/>
          </p:cNvSpPr>
          <p:nvPr/>
        </p:nvSpPr>
        <p:spPr>
          <a:xfrm>
            <a:off x="783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4171">
            <a:extLst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noGrp="1"/>
          </p:cNvSpPr>
          <p:nvPr/>
        </p:nvSpPr>
        <p:spPr>
          <a:xfrm>
            <a:off x="794283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4172">
            <a:extLst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noGrp="1"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4173">
            <a:extLst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noGrp="1"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4174">
            <a:extLst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noGrp="1"/>
          </p:cNvSpPr>
          <p:nvPr/>
        </p:nvSpPr>
        <p:spPr>
          <a:xfrm>
            <a:off x="77910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4175">
            <a:extLst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noGrp="1"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4176">
            <a:extLst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noGrp="1"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4177">
            <a:extLst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noGrp="1"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4178">
            <a:extLst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noGrp="1"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4179">
            <a:extLst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noGrp="1"/>
          </p:cNvSpPr>
          <p:nvPr/>
        </p:nvSpPr>
        <p:spPr>
          <a:xfrm>
            <a:off x="7816367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4180">
            <a:extLst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noGrp="1"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4181">
            <a:extLst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noGrp="1"/>
          </p:cNvSpPr>
          <p:nvPr/>
        </p:nvSpPr>
        <p:spPr>
          <a:xfrm>
            <a:off x="79641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4182">
            <a:extLst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noGrp="1"/>
          </p:cNvSpPr>
          <p:nvPr/>
        </p:nvSpPr>
        <p:spPr>
          <a:xfrm>
            <a:off x="7816779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4183">
            <a:extLst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noGrp="1"/>
          </p:cNvSpPr>
          <p:nvPr/>
        </p:nvSpPr>
        <p:spPr>
          <a:xfrm>
            <a:off x="785205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4184">
            <a:extLst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noGrp="1"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4185">
            <a:extLst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noGrp="1"/>
          </p:cNvSpPr>
          <p:nvPr/>
        </p:nvSpPr>
        <p:spPr>
          <a:xfrm>
            <a:off x="787368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4186">
            <a:extLst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noGrp="1"/>
          </p:cNvSpPr>
          <p:nvPr/>
        </p:nvSpPr>
        <p:spPr>
          <a:xfrm>
            <a:off x="7868801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4187">
            <a:extLst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noGrp="1"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4188">
            <a:extLst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noGrp="1"/>
          </p:cNvSpPr>
          <p:nvPr/>
        </p:nvSpPr>
        <p:spPr>
          <a:xfrm>
            <a:off x="800644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4189">
            <a:extLst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noGrp="1"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4190">
            <a:extLst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noGrp="1"/>
          </p:cNvSpPr>
          <p:nvPr/>
        </p:nvSpPr>
        <p:spPr>
          <a:xfrm>
            <a:off x="78729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4191">
            <a:extLst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noGrp="1"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4192">
            <a:extLst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noGrp="1"/>
          </p:cNvSpPr>
          <p:nvPr/>
        </p:nvSpPr>
        <p:spPr>
          <a:xfrm>
            <a:off x="7935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4193">
            <a:extLst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noGrp="1"/>
          </p:cNvSpPr>
          <p:nvPr/>
        </p:nvSpPr>
        <p:spPr>
          <a:xfrm>
            <a:off x="788168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4194">
            <a:extLst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noGrp="1"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4195">
            <a:extLst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noGrp="1"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4196">
            <a:extLst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noGrp="1"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4197">
            <a:extLst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noGrp="1"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4198">
            <a:extLst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noGrp="1"/>
          </p:cNvSpPr>
          <p:nvPr/>
        </p:nvSpPr>
        <p:spPr>
          <a:xfrm>
            <a:off x="788717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4199">
            <a:extLst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noGrp="1"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4200">
            <a:extLst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noGrp="1"/>
          </p:cNvSpPr>
          <p:nvPr/>
        </p:nvSpPr>
        <p:spPr>
          <a:xfrm>
            <a:off x="7806807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4201">
            <a:extLst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noGrp="1"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4202">
            <a:extLst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noGrp="1"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4203">
            <a:extLst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noGrp="1"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4204">
            <a:extLst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noGrp="1"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4205">
            <a:extLst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noGrp="1"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4206">
            <a:extLst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noGrp="1"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4207">
            <a:extLst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noGrp="1"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4208">
            <a:extLst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noGrp="1"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4209">
            <a:extLst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noGrp="1"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4210">
            <a:extLst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noGrp="1"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4211">
            <a:extLst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noGrp="1"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4212">
            <a:extLst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noGrp="1"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4213">
            <a:extLst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noGrp="1"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4214">
            <a:extLst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noGrp="1"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4215">
            <a:extLst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noGrp="1"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4216">
            <a:extLst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noGrp="1"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4217">
            <a:extLst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noGrp="1"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4218">
            <a:extLst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noGrp="1"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4219">
            <a:extLst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noGrp="1"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4220">
            <a:extLst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noGrp="1"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4221">
            <a:extLst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noGrp="1"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4222">
            <a:extLst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noGrp="1"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4223">
            <a:extLst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noGrp="1"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4224">
            <a:extLst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noGrp="1"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4225">
            <a:extLst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noGrp="1"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4226">
            <a:extLst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noGrp="1"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4227">
            <a:extLst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noGrp="1"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4228">
            <a:extLst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noGrp="1"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4229">
            <a:extLst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noGrp="1"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4230">
            <a:extLst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noGrp="1"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4231">
            <a:extLst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noGrp="1"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4232">
            <a:extLst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noGrp="1"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4233">
            <a:extLst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noGrp="1"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4234">
            <a:extLst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noGrp="1"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4235">
            <a:extLst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noGrp="1"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4236">
            <a:extLst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noGrp="1"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4237">
            <a:extLst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noGrp="1"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4238">
            <a:extLst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noGrp="1"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4239">
            <a:extLst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noGrp="1"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4240">
            <a:extLst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noGrp="1"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4241">
            <a:extLst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noGrp="1"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4242">
            <a:extLst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noGrp="1"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4243">
            <a:extLst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noGrp="1"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4244">
            <a:extLst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noGrp="1"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4245">
            <a:extLst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noGrp="1"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4246">
            <a:extLst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noGrp="1"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4247">
            <a:extLst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noGrp="1"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4248">
            <a:extLst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noGrp="1"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4249">
            <a:extLst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noGrp="1"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4250">
            <a:extLst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noGrp="1"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4251">
            <a:extLst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noGrp="1"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4252">
            <a:extLst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noGrp="1"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4253">
            <a:extLst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noGrp="1"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4254">
            <a:extLst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noGrp="1"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4255">
            <a:extLst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noGrp="1"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4256">
            <a:extLst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noGrp="1"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4257">
            <a:extLst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noGrp="1"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4258">
            <a:extLst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noGrp="1"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4259">
            <a:extLst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noGrp="1"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4260">
            <a:extLst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noGrp="1"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4261">
            <a:extLst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noGrp="1"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4262">
            <a:extLst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noGrp="1"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4263">
            <a:extLst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noGrp="1"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4264">
            <a:extLst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noGrp="1"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4265">
            <a:extLst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noGrp="1"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4266">
            <a:extLst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noGrp="1"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4267">
            <a:extLst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noGrp="1"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4268">
            <a:extLst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noGrp="1"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4269">
            <a:extLst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noGrp="1"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4270">
            <a:extLst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noGrp="1"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4271">
            <a:extLst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noGrp="1"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4272">
            <a:extLst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noGrp="1"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4273">
            <a:extLst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noGrp="1"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4274">
            <a:extLst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noGrp="1"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4275">
            <a:extLst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noGrp="1"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4276">
            <a:extLst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noGrp="1"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4277">
            <a:extLst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noGrp="1"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4278">
            <a:extLst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noGrp="1"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4279">
            <a:extLst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noGrp="1"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4280">
            <a:extLst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noGrp="1"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4281">
            <a:extLst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noGrp="1"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4282">
            <a:extLst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noGrp="1"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4283">
            <a:extLst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noGrp="1"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4284">
            <a:extLst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noGrp="1"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4285">
            <a:extLst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noGrp="1"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4286">
            <a:extLst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noGrp="1"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4287">
            <a:extLst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noGrp="1"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4288">
            <a:extLst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noGrp="1"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4289">
            <a:extLst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noGrp="1"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4290">
            <a:extLst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noGrp="1"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4291">
            <a:extLst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noGrp="1"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4292">
            <a:extLst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noGrp="1"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4293">
            <a:extLst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noGrp="1"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4294">
            <a:extLst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noGrp="1"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4295">
            <a:extLst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noGrp="1"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4296">
            <a:extLst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noGrp="1"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4297">
            <a:extLst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noGrp="1"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4298">
            <a:extLst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noGrp="1"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4299">
            <a:extLst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noGrp="1"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4300">
            <a:extLst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noGrp="1"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4301">
            <a:extLst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noGrp="1"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4302">
            <a:extLst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noGrp="1"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4303">
            <a:extLst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noGrp="1"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4304">
            <a:extLst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noGrp="1"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4305">
            <a:extLst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noGrp="1"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4306">
            <a:extLst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noGrp="1"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4307">
            <a:extLst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noGrp="1"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4308">
            <a:extLst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noGrp="1"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4309">
            <a:extLst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noGrp="1"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4310">
            <a:extLst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noGrp="1"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4311">
            <a:extLst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noGrp="1"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4312">
            <a:extLst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noGrp="1"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4313">
            <a:extLst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noGrp="1"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4314">
            <a:extLst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noGrp="1"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4315">
            <a:extLst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noGrp="1"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4316">
            <a:extLst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noGrp="1"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4317">
            <a:extLst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noGrp="1"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4318">
            <a:extLst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noGrp="1"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4319">
            <a:extLst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noGrp="1"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4320">
            <a:extLst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noGrp="1"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4321">
            <a:extLst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noGrp="1"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4322">
            <a:extLst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noGrp="1"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4323">
            <a:extLst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noGrp="1"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4324">
            <a:extLst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noGrp="1"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4325">
            <a:extLst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noGrp="1"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4326">
            <a:extLst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noGrp="1"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4327">
            <a:extLst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noGrp="1"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4328">
            <a:extLst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noGrp="1"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4329">
            <a:extLst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noGrp="1"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4330">
            <a:extLst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noGrp="1"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4331">
            <a:extLst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noGrp="1"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4332">
            <a:extLst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noGrp="1"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4333">
            <a:extLst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noGrp="1"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4334">
            <a:extLst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noGrp="1"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4335">
            <a:extLst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noGrp="1"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4336">
            <a:extLst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noGrp="1"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4337">
            <a:extLst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noGrp="1"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4338">
            <a:extLst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noGrp="1"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4339">
            <a:extLst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noGrp="1"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4340">
            <a:extLst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noGrp="1"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4341">
            <a:extLst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noGrp="1"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4342">
            <a:extLst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noGrp="1"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4343">
            <a:extLst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noGrp="1"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4344">
            <a:extLst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noGrp="1"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4345">
            <a:extLst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noGrp="1"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4346">
            <a:extLst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noGrp="1"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4347">
            <a:extLst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noGrp="1"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4348">
            <a:extLst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noGrp="1"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4349">
            <a:extLst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noGrp="1"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4350">
            <a:extLst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noGrp="1"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4351">
            <a:extLst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noGrp="1"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4352">
            <a:extLst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noGrp="1"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4353">
            <a:extLst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noGrp="1"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4354">
            <a:extLst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noGrp="1"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4355">
            <a:extLst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noGrp="1"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4356">
            <a:extLst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noGrp="1"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4357">
            <a:extLst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noGrp="1"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4358">
            <a:extLst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noGrp="1"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4359">
            <a:extLst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noGrp="1"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4360">
            <a:extLst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noGrp="1"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4361">
            <a:extLst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noGrp="1"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4362">
            <a:extLst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noGrp="1"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4363">
            <a:extLst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noGrp="1"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4364">
            <a:extLst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noGrp="1"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4365">
            <a:extLst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noGrp="1"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4366">
            <a:extLst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noGrp="1"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4367">
            <a:extLst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noGrp="1"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4368">
            <a:extLst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noGrp="1"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4369">
            <a:extLst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noGrp="1"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4370">
            <a:extLst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noGrp="1"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4371">
            <a:extLst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noGrp="1"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4372">
            <a:extLst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noGrp="1"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4373">
            <a:extLst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noGrp="1"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4374">
            <a:extLst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noGrp="1"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4375">
            <a:extLst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noGrp="1"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4376">
            <a:extLst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noGrp="1"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4377">
            <a:extLst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noGrp="1"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4378">
            <a:extLst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noGrp="1"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4379">
            <a:extLst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noGrp="1"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4380">
            <a:extLst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noGrp="1"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4381">
            <a:extLst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noGrp="1"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4382">
            <a:extLst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noGrp="1"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4383">
            <a:extLst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noGrp="1"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4384">
            <a:extLst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noGrp="1"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4385">
            <a:extLst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noGrp="1"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4386">
            <a:extLst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noGrp="1"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4387">
            <a:extLst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noGrp="1"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4388">
            <a:extLst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noGrp="1"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4389">
            <a:extLst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noGrp="1"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noGrp="1"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noGrp="1"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noGrp="1"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noGrp="1"/>
          </p:cNvSpPr>
          <p:nvPr/>
        </p:nvSpPr>
        <p:spPr>
          <a:xfrm>
            <a:off x="6006790" y="3959583"/>
            <a:ext cx="191" cy="37718"/>
          </a:xfrm>
          <a:custGeom>
            <a:avLst/>
            <a:gdLst/>
            <a:ahLst/>
            <a:cxnLst/>
            <a:rect l="0" t="0" r="0" b="0"/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noGrp="1"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noGrp="1"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noGrp="1"/>
          </p:cNvSpPr>
          <p:nvPr/>
        </p:nvSpPr>
        <p:spPr>
          <a:xfrm>
            <a:off x="7916694" y="2311878"/>
            <a:ext cx="191" cy="1685423"/>
          </a:xfrm>
          <a:custGeom>
            <a:avLst/>
            <a:gdLst/>
            <a:ahLst/>
            <a:cxnLst/>
            <a:rect l="0" t="0" r="0" b="0"/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noGrp="1"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noGrp="1"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noGrp="1"/>
          </p:cNvSpPr>
          <p:nvPr/>
        </p:nvSpPr>
        <p:spPr>
          <a:xfrm>
            <a:off x="5971322" y="395014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noGrp="1"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noGrp="1"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noGrp="1"/>
          </p:cNvSpPr>
          <p:nvPr/>
        </p:nvSpPr>
        <p:spPr>
          <a:xfrm>
            <a:off x="7881225" y="297866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noGrp="1"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noGrp="1"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4406">
            <a:extLst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noGrp="1"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noGrp="1"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noGrp="1"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noGrp="1"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noGrp="1"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noGrp="1"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noGrp="1"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noGrp="1"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noGrp="1"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noGrp="1"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noGrp="1"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noGrp="1"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noGrp="1"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noGrp="1"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noGrp="1"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noGrp="1"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noGrp="1"/>
          </p:cNvSpPr>
          <p:nvPr/>
        </p:nvSpPr>
        <p:spPr>
          <a:xfrm>
            <a:off x="1510368" y="6392864"/>
            <a:ext cx="343041" cy="462913"/>
          </a:xfrm>
          <a:custGeom>
            <a:avLst/>
            <a:gdLst/>
            <a:ahLst/>
            <a:cxnLst/>
            <a:rect l="0" t="0" r="0" b="0"/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4423">
            <a:extLst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noGrp="1"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4424">
            <a:extLst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noGrp="1"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4425">
            <a:extLst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noGrp="1"/>
          </p:cNvSpPr>
          <p:nvPr/>
        </p:nvSpPr>
        <p:spPr>
          <a:xfrm>
            <a:off x="3183738" y="6318127"/>
            <a:ext cx="343041" cy="537650"/>
          </a:xfrm>
          <a:custGeom>
            <a:avLst/>
            <a:gdLst/>
            <a:ahLst/>
            <a:cxnLst/>
            <a:rect l="0" t="0" r="0" b="0"/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4426">
            <a:extLst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noGrp="1"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4427">
            <a:extLst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noGrp="1"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4428">
            <a:extLst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noGrp="1"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noGrp="1"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noGrp="1"/>
          </p:cNvSpPr>
          <p:nvPr/>
        </p:nvSpPr>
        <p:spPr>
          <a:xfrm>
            <a:off x="1681888" y="6308212"/>
            <a:ext cx="191" cy="167494"/>
          </a:xfrm>
          <a:custGeom>
            <a:avLst/>
            <a:gdLst/>
            <a:ahLst/>
            <a:cxnLst/>
            <a:rect l="0" t="0" r="0" b="0"/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noGrp="1"/>
          </p:cNvSpPr>
          <p:nvPr/>
        </p:nvSpPr>
        <p:spPr>
          <a:xfrm>
            <a:off x="1623320" y="647570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noGrp="1"/>
          </p:cNvSpPr>
          <p:nvPr/>
        </p:nvSpPr>
        <p:spPr>
          <a:xfrm>
            <a:off x="1623320" y="630821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noGrp="1"/>
          </p:cNvSpPr>
          <p:nvPr/>
        </p:nvSpPr>
        <p:spPr>
          <a:xfrm>
            <a:off x="1568693" y="6127465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noGrp="1"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noGrp="1"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noGrp="1"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noGrp="1"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noGrp="1"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noGrp="1"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noGrp="1"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noGrp="1"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noGrp="1"/>
          </p:cNvSpPr>
          <p:nvPr/>
        </p:nvSpPr>
        <p:spPr>
          <a:xfrm>
            <a:off x="3355258" y="6222820"/>
            <a:ext cx="191" cy="188299"/>
          </a:xfrm>
          <a:custGeom>
            <a:avLst/>
            <a:gdLst/>
            <a:ahLst/>
            <a:cxnLst/>
            <a:rect l="0" t="0" r="0" b="0"/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noGrp="1"/>
          </p:cNvSpPr>
          <p:nvPr/>
        </p:nvSpPr>
        <p:spPr>
          <a:xfrm>
            <a:off x="3296690" y="641111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noGrp="1"/>
          </p:cNvSpPr>
          <p:nvPr/>
        </p:nvSpPr>
        <p:spPr>
          <a:xfrm>
            <a:off x="3296690" y="622282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noGrp="1"/>
          </p:cNvSpPr>
          <p:nvPr/>
        </p:nvSpPr>
        <p:spPr>
          <a:xfrm>
            <a:off x="3242063" y="604207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noGrp="1"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noGrp="1"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noGrp="1"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noGrp="1"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noGrp="1"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noGrp="1"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noGrp="1"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noGrp="1"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noGrp="1"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noGrp="1"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4457">
            <a:extLst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noGrp="1"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noGrp="1"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noGrp="1"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noGrp="1"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noGrp="1"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noGrp="1"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noGrp="1"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noGrp="1"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noGrp="1"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noGrp="1"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noGrp="1"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noGrp="1"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noGrp="1"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noGrp="1"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noGrp="1"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noGrp="1"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noGrp="1"/>
          </p:cNvSpPr>
          <p:nvPr/>
        </p:nvSpPr>
        <p:spPr>
          <a:xfrm>
            <a:off x="6026125" y="6066472"/>
            <a:ext cx="343041" cy="789306"/>
          </a:xfrm>
          <a:custGeom>
            <a:avLst/>
            <a:gdLst/>
            <a:ahLst/>
            <a:cxnLst/>
            <a:rect l="0" t="0" r="0" b="0"/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4474">
            <a:extLst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noGrp="1"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4475">
            <a:extLst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noGrp="1"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4476">
            <a:extLst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noGrp="1"/>
          </p:cNvSpPr>
          <p:nvPr/>
        </p:nvSpPr>
        <p:spPr>
          <a:xfrm>
            <a:off x="7699495" y="5934733"/>
            <a:ext cx="343041" cy="921045"/>
          </a:xfrm>
          <a:custGeom>
            <a:avLst/>
            <a:gdLst/>
            <a:ahLst/>
            <a:cxnLst/>
            <a:rect l="0" t="0" r="0" b="0"/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4477">
            <a:extLst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noGrp="1"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4478">
            <a:extLst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noGrp="1"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4479">
            <a:extLst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noGrp="1"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noGrp="1"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noGrp="1"/>
          </p:cNvSpPr>
          <p:nvPr/>
        </p:nvSpPr>
        <p:spPr>
          <a:xfrm>
            <a:off x="6197645" y="5911566"/>
            <a:ext cx="191" cy="307830"/>
          </a:xfrm>
          <a:custGeom>
            <a:avLst/>
            <a:gdLst/>
            <a:ahLst/>
            <a:cxnLst/>
            <a:rect l="0" t="0" r="0" b="0"/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noGrp="1"/>
          </p:cNvSpPr>
          <p:nvPr/>
        </p:nvSpPr>
        <p:spPr>
          <a:xfrm>
            <a:off x="6139077" y="621939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noGrp="1"/>
          </p:cNvSpPr>
          <p:nvPr/>
        </p:nvSpPr>
        <p:spPr>
          <a:xfrm>
            <a:off x="6139077" y="591156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noGrp="1"/>
          </p:cNvSpPr>
          <p:nvPr/>
        </p:nvSpPr>
        <p:spPr>
          <a:xfrm>
            <a:off x="6084450" y="573081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noGrp="1"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noGrp="1"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noGrp="1"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noGrp="1"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noGrp="1"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noGrp="1"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noGrp="1"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noGrp="1"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noGrp="1"/>
          </p:cNvSpPr>
          <p:nvPr/>
        </p:nvSpPr>
        <p:spPr>
          <a:xfrm>
            <a:off x="7871015" y="5777868"/>
            <a:ext cx="191" cy="313377"/>
          </a:xfrm>
          <a:custGeom>
            <a:avLst/>
            <a:gdLst/>
            <a:ahLst/>
            <a:cxnLst/>
            <a:rect l="0" t="0" r="0" b="0"/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noGrp="1"/>
          </p:cNvSpPr>
          <p:nvPr/>
        </p:nvSpPr>
        <p:spPr>
          <a:xfrm>
            <a:off x="7812447" y="609124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noGrp="1"/>
          </p:cNvSpPr>
          <p:nvPr/>
        </p:nvSpPr>
        <p:spPr>
          <a:xfrm>
            <a:off x="7812447" y="5777868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noGrp="1"/>
          </p:cNvSpPr>
          <p:nvPr/>
        </p:nvSpPr>
        <p:spPr>
          <a:xfrm>
            <a:off x="7757820" y="559712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noGrp="1"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noGrp="1"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noGrp="1"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noGrp="1"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noGrp="1"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noGrp="1"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noGrp="1"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noGrp="1"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noGrp="1"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noGrp="1"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noGrp="1"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4508">
            <a:extLst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noGrp="1"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noGrp="1"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4510">
            <a:extLst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noGrp="1"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noGrp="1"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4512">
            <a:extLst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noGrp="1"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4513">
            <a:extLst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noGrp="1"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514">
            <a:extLst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515">
            <a:extLst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noGrp="1"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noGrp="1"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noGrp="1"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noGrp="1"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noGrp="1"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noGrp="1"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noGrp="1"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noGrp="1"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noGrp="1"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noGrp="1"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noGrp="1"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noGrp="1"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noGrp="1"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noGrp="1"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noGrp="1"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noGrp="1"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noGrp="1"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noGrp="1"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noGrp="1"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noGrp="1"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noGrp="1"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noGrp="1"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noGrp="1"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noGrp="1"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noGrp="1"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noGrp="1"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noGrp="1"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noGrp="1"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noGrp="1"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noGrp="1"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noGrp="1"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noGrp="1"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noGrp="1"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noGrp="1"/>
          </p:cNvSpPr>
          <p:nvPr/>
        </p:nvSpPr>
        <p:spPr>
          <a:xfrm>
            <a:off x="1731169" y="5214680"/>
            <a:ext cx="706664" cy="205363"/>
          </a:xfrm>
          <a:custGeom>
            <a:avLst/>
            <a:gdLst/>
            <a:ahLst/>
            <a:cxnLst/>
            <a:rect l="0" t="0" r="0" b="0"/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noGrp="1"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noGrp="1"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noGrp="1"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553">
            <a:extLst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noGrp="1"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554">
            <a:extLst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noGrp="1"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555">
            <a:extLst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noGrp="1"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556">
            <a:extLst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noGrp="1"/>
          </p:cNvSpPr>
          <p:nvPr/>
        </p:nvSpPr>
        <p:spPr>
          <a:xfrm>
            <a:off x="1884340" y="48026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557">
            <a:extLst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noGrp="1"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58">
            <a:extLst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noGrp="1"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559">
            <a:extLst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noGrp="1"/>
          </p:cNvSpPr>
          <p:nvPr/>
        </p:nvSpPr>
        <p:spPr>
          <a:xfrm>
            <a:off x="2042452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560">
            <a:extLst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noGrp="1"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561">
            <a:extLst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noGrp="1"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562">
            <a:extLst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noGrp="1"/>
          </p:cNvSpPr>
          <p:nvPr/>
        </p:nvSpPr>
        <p:spPr>
          <a:xfrm>
            <a:off x="1988751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4563">
            <a:extLst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noGrp="1"/>
          </p:cNvSpPr>
          <p:nvPr/>
        </p:nvSpPr>
        <p:spPr>
          <a:xfrm>
            <a:off x="2060170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4564">
            <a:extLst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noGrp="1"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4565">
            <a:extLst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noGrp="1"/>
          </p:cNvSpPr>
          <p:nvPr/>
        </p:nvSpPr>
        <p:spPr>
          <a:xfrm>
            <a:off x="2081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4566">
            <a:extLst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noGrp="1"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4567">
            <a:extLst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noGrp="1"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4568">
            <a:extLst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noGrp="1"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4569">
            <a:extLst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noGrp="1"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4570">
            <a:extLst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noGrp="1"/>
          </p:cNvSpPr>
          <p:nvPr/>
        </p:nvSpPr>
        <p:spPr>
          <a:xfrm>
            <a:off x="2235860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4571">
            <a:extLst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noGrp="1"/>
          </p:cNvSpPr>
          <p:nvPr/>
        </p:nvSpPr>
        <p:spPr>
          <a:xfrm>
            <a:off x="2287158" y="4780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4572">
            <a:extLst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noGrp="1"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4573">
            <a:extLst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noGrp="1"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4574">
            <a:extLst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noGrp="1"/>
          </p:cNvSpPr>
          <p:nvPr/>
        </p:nvSpPr>
        <p:spPr>
          <a:xfrm>
            <a:off x="2208158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4575">
            <a:extLst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noGrp="1"/>
          </p:cNvSpPr>
          <p:nvPr/>
        </p:nvSpPr>
        <p:spPr>
          <a:xfrm>
            <a:off x="1815723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4576">
            <a:extLst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noGrp="1"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4577">
            <a:extLst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noGrp="1"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4578">
            <a:extLst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noGrp="1"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4579">
            <a:extLst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noGrp="1"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4580">
            <a:extLst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noGrp="1"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4581">
            <a:extLst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noGrp="1"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4582">
            <a:extLst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noGrp="1"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4583">
            <a:extLst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noGrp="1"/>
          </p:cNvSpPr>
          <p:nvPr/>
        </p:nvSpPr>
        <p:spPr>
          <a:xfrm>
            <a:off x="2115919" y="53292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4584">
            <a:extLst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noGrp="1"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4585">
            <a:extLst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noGrp="1"/>
          </p:cNvSpPr>
          <p:nvPr/>
        </p:nvSpPr>
        <p:spPr>
          <a:xfrm>
            <a:off x="217126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4586">
            <a:extLst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noGrp="1"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4587">
            <a:extLst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noGrp="1"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4588">
            <a:extLst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noGrp="1"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4589">
            <a:extLst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noGrp="1"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4590">
            <a:extLst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noGrp="1"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4591">
            <a:extLst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noGrp="1"/>
          </p:cNvSpPr>
          <p:nvPr/>
        </p:nvSpPr>
        <p:spPr>
          <a:xfrm>
            <a:off x="1837084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4592">
            <a:extLst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noGrp="1"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4593">
            <a:extLst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noGrp="1"/>
          </p:cNvSpPr>
          <p:nvPr/>
        </p:nvSpPr>
        <p:spPr>
          <a:xfrm>
            <a:off x="1968023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4594">
            <a:extLst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noGrp="1"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4595">
            <a:extLst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noGrp="1"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4596">
            <a:extLst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noGrp="1"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4597">
            <a:extLst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noGrp="1"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4598">
            <a:extLst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noGrp="1"/>
          </p:cNvSpPr>
          <p:nvPr/>
        </p:nvSpPr>
        <p:spPr>
          <a:xfrm>
            <a:off x="1841453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4599">
            <a:extLst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noGrp="1"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4600">
            <a:extLst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noGrp="1"/>
          </p:cNvSpPr>
          <p:nvPr/>
        </p:nvSpPr>
        <p:spPr>
          <a:xfrm>
            <a:off x="2172016" y="534805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4601">
            <a:extLst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noGrp="1"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4602">
            <a:extLst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noGrp="1"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4603">
            <a:extLst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noGrp="1"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4604">
            <a:extLst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noGrp="1"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4605">
            <a:extLst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noGrp="1"/>
          </p:cNvSpPr>
          <p:nvPr/>
        </p:nvSpPr>
        <p:spPr>
          <a:xfrm>
            <a:off x="1890322" y="5018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4606">
            <a:extLst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noGrp="1"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4607">
            <a:extLst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noGrp="1"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4608">
            <a:extLst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noGrp="1"/>
          </p:cNvSpPr>
          <p:nvPr/>
        </p:nvSpPr>
        <p:spPr>
          <a:xfrm>
            <a:off x="22900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4609">
            <a:extLst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noGrp="1"/>
          </p:cNvSpPr>
          <p:nvPr/>
        </p:nvSpPr>
        <p:spPr>
          <a:xfrm>
            <a:off x="2116569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4610">
            <a:extLst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noGrp="1"/>
          </p:cNvSpPr>
          <p:nvPr/>
        </p:nvSpPr>
        <p:spPr>
          <a:xfrm>
            <a:off x="1922397" y="537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4611">
            <a:extLst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noGrp="1"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4612">
            <a:extLst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noGrp="1"/>
          </p:cNvSpPr>
          <p:nvPr/>
        </p:nvSpPr>
        <p:spPr>
          <a:xfrm>
            <a:off x="209710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4613">
            <a:extLst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noGrp="1"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4614">
            <a:extLst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noGrp="1"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4615">
            <a:extLst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noGrp="1"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4616">
            <a:extLst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noGrp="1"/>
          </p:cNvSpPr>
          <p:nvPr/>
        </p:nvSpPr>
        <p:spPr>
          <a:xfrm>
            <a:off x="192778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4617">
            <a:extLst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noGrp="1"/>
          </p:cNvSpPr>
          <p:nvPr/>
        </p:nvSpPr>
        <p:spPr>
          <a:xfrm>
            <a:off x="22241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4618">
            <a:extLst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noGrp="1"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4619">
            <a:extLst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noGrp="1"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4620">
            <a:extLst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noGrp="1"/>
          </p:cNvSpPr>
          <p:nvPr/>
        </p:nvSpPr>
        <p:spPr>
          <a:xfrm>
            <a:off x="2065772" y="5208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4621">
            <a:extLst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noGrp="1"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4622">
            <a:extLst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noGrp="1"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4623">
            <a:extLst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noGrp="1"/>
          </p:cNvSpPr>
          <p:nvPr/>
        </p:nvSpPr>
        <p:spPr>
          <a:xfrm>
            <a:off x="2319654" y="5344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4624">
            <a:extLst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noGrp="1"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4625">
            <a:extLst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noGrp="1"/>
          </p:cNvSpPr>
          <p:nvPr/>
        </p:nvSpPr>
        <p:spPr>
          <a:xfrm>
            <a:off x="2300778" y="53570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4626">
            <a:extLst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noGrp="1"/>
          </p:cNvSpPr>
          <p:nvPr/>
        </p:nvSpPr>
        <p:spPr>
          <a:xfrm>
            <a:off x="2003369" y="51852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4627">
            <a:extLst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noGrp="1"/>
          </p:cNvSpPr>
          <p:nvPr/>
        </p:nvSpPr>
        <p:spPr>
          <a:xfrm>
            <a:off x="228469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4628">
            <a:extLst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noGrp="1"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4629">
            <a:extLst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noGrp="1"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4630">
            <a:extLst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noGrp="1"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4631">
            <a:extLst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noGrp="1"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4632">
            <a:extLst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noGrp="1"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4633">
            <a:extLst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noGrp="1"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4634">
            <a:extLst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noGrp="1"/>
          </p:cNvSpPr>
          <p:nvPr/>
        </p:nvSpPr>
        <p:spPr>
          <a:xfrm>
            <a:off x="1836653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4635">
            <a:extLst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noGrp="1"/>
          </p:cNvSpPr>
          <p:nvPr/>
        </p:nvSpPr>
        <p:spPr>
          <a:xfrm>
            <a:off x="21212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4636">
            <a:extLst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noGrp="1"/>
          </p:cNvSpPr>
          <p:nvPr/>
        </p:nvSpPr>
        <p:spPr>
          <a:xfrm>
            <a:off x="223923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4637">
            <a:extLst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noGrp="1"/>
          </p:cNvSpPr>
          <p:nvPr/>
        </p:nvSpPr>
        <p:spPr>
          <a:xfrm>
            <a:off x="1992181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4638">
            <a:extLst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noGrp="1"/>
          </p:cNvSpPr>
          <p:nvPr/>
        </p:nvSpPr>
        <p:spPr>
          <a:xfrm>
            <a:off x="1872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4639">
            <a:extLst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noGrp="1"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4640">
            <a:extLst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noGrp="1"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4641">
            <a:extLst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noGrp="1"/>
          </p:cNvSpPr>
          <p:nvPr/>
        </p:nvSpPr>
        <p:spPr>
          <a:xfrm>
            <a:off x="2315677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4642">
            <a:extLst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noGrp="1"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4643">
            <a:extLst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noGrp="1"/>
          </p:cNvSpPr>
          <p:nvPr/>
        </p:nvSpPr>
        <p:spPr>
          <a:xfrm>
            <a:off x="2115577" y="5401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4644">
            <a:extLst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noGrp="1"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4645">
            <a:extLst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noGrp="1"/>
          </p:cNvSpPr>
          <p:nvPr/>
        </p:nvSpPr>
        <p:spPr>
          <a:xfrm>
            <a:off x="19877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4646">
            <a:extLst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noGrp="1"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4647">
            <a:extLst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noGrp="1"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4648">
            <a:extLst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noGrp="1"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4649">
            <a:extLst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noGrp="1"/>
          </p:cNvSpPr>
          <p:nvPr/>
        </p:nvSpPr>
        <p:spPr>
          <a:xfrm>
            <a:off x="201992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4650">
            <a:extLst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noGrp="1"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4651">
            <a:extLst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noGrp="1"/>
          </p:cNvSpPr>
          <p:nvPr/>
        </p:nvSpPr>
        <p:spPr>
          <a:xfrm>
            <a:off x="1939656" y="5385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4652">
            <a:extLst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noGrp="1"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4653">
            <a:extLst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noGrp="1"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4654">
            <a:extLst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noGrp="1"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4655">
            <a:extLst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noGrp="1"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4656">
            <a:extLst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noGrp="1"/>
          </p:cNvSpPr>
          <p:nvPr/>
        </p:nvSpPr>
        <p:spPr>
          <a:xfrm>
            <a:off x="2007008" y="5267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4657">
            <a:extLst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noGrp="1"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4658">
            <a:extLst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noGrp="1"/>
          </p:cNvSpPr>
          <p:nvPr/>
        </p:nvSpPr>
        <p:spPr>
          <a:xfrm>
            <a:off x="1906360" y="49124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4659">
            <a:extLst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noGrp="1"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4660">
            <a:extLst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noGrp="1"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4661">
            <a:extLst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noGrp="1"/>
          </p:cNvSpPr>
          <p:nvPr/>
        </p:nvSpPr>
        <p:spPr>
          <a:xfrm>
            <a:off x="184899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4662">
            <a:extLst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noGrp="1"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4663">
            <a:extLst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noGrp="1"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4664">
            <a:extLst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noGrp="1"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4665">
            <a:extLst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noGrp="1"/>
          </p:cNvSpPr>
          <p:nvPr/>
        </p:nvSpPr>
        <p:spPr>
          <a:xfrm>
            <a:off x="2186803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4666">
            <a:extLst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noGrp="1"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4667">
            <a:extLst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noGrp="1"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4668">
            <a:extLst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noGrp="1"/>
          </p:cNvSpPr>
          <p:nvPr/>
        </p:nvSpPr>
        <p:spPr>
          <a:xfrm>
            <a:off x="2277153" y="53838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4669">
            <a:extLst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noGrp="1"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4670">
            <a:extLst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noGrp="1"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4671">
            <a:extLst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noGrp="1"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4672">
            <a:extLst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noGrp="1"/>
          </p:cNvSpPr>
          <p:nvPr/>
        </p:nvSpPr>
        <p:spPr>
          <a:xfrm>
            <a:off x="206660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4673">
            <a:extLst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noGrp="1"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4674">
            <a:extLst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noGrp="1"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4675">
            <a:extLst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noGrp="1"/>
          </p:cNvSpPr>
          <p:nvPr/>
        </p:nvSpPr>
        <p:spPr>
          <a:xfrm>
            <a:off x="2094367" y="5194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4676">
            <a:extLst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noGrp="1"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4677">
            <a:extLst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noGrp="1"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4678">
            <a:extLst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noGrp="1"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4679">
            <a:extLst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noGrp="1"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4680">
            <a:extLst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noGrp="1"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4681">
            <a:extLst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noGrp="1"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4682">
            <a:extLst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noGrp="1"/>
          </p:cNvSpPr>
          <p:nvPr/>
        </p:nvSpPr>
        <p:spPr>
          <a:xfrm>
            <a:off x="1847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4683">
            <a:extLst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noGrp="1"/>
          </p:cNvSpPr>
          <p:nvPr/>
        </p:nvSpPr>
        <p:spPr>
          <a:xfrm>
            <a:off x="21221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4684">
            <a:extLst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noGrp="1"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4685">
            <a:extLst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noGrp="1"/>
          </p:cNvSpPr>
          <p:nvPr/>
        </p:nvSpPr>
        <p:spPr>
          <a:xfrm>
            <a:off x="1811264" y="48239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4686">
            <a:extLst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noGrp="1"/>
          </p:cNvSpPr>
          <p:nvPr/>
        </p:nvSpPr>
        <p:spPr>
          <a:xfrm>
            <a:off x="2309658" y="50632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4687">
            <a:extLst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noGrp="1"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4688">
            <a:extLst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noGrp="1"/>
          </p:cNvSpPr>
          <p:nvPr/>
        </p:nvSpPr>
        <p:spPr>
          <a:xfrm>
            <a:off x="230133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4689">
            <a:extLst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noGrp="1"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4690">
            <a:extLst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noGrp="1"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4691">
            <a:extLst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noGrp="1"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4692">
            <a:extLst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noGrp="1"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4693">
            <a:extLst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noGrp="1"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4694">
            <a:extLst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noGrp="1"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4695">
            <a:extLst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noGrp="1"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4696">
            <a:extLst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noGrp="1"/>
          </p:cNvSpPr>
          <p:nvPr/>
        </p:nvSpPr>
        <p:spPr>
          <a:xfrm>
            <a:off x="2148740" y="5288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4697">
            <a:extLst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noGrp="1"/>
          </p:cNvSpPr>
          <p:nvPr/>
        </p:nvSpPr>
        <p:spPr>
          <a:xfrm>
            <a:off x="20533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4698">
            <a:extLst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noGrp="1"/>
          </p:cNvSpPr>
          <p:nvPr/>
        </p:nvSpPr>
        <p:spPr>
          <a:xfrm>
            <a:off x="2061469" y="5288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4699">
            <a:extLst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noGrp="1"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4700">
            <a:extLst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noGrp="1"/>
          </p:cNvSpPr>
          <p:nvPr/>
        </p:nvSpPr>
        <p:spPr>
          <a:xfrm>
            <a:off x="227489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4701">
            <a:extLst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noGrp="1"/>
          </p:cNvSpPr>
          <p:nvPr/>
        </p:nvSpPr>
        <p:spPr>
          <a:xfrm>
            <a:off x="19813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4702">
            <a:extLst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noGrp="1"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4703">
            <a:extLst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noGrp="1"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4704">
            <a:extLst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noGrp="1"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4705">
            <a:extLst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noGrp="1"/>
          </p:cNvSpPr>
          <p:nvPr/>
        </p:nvSpPr>
        <p:spPr>
          <a:xfrm>
            <a:off x="2150866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4706">
            <a:extLst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noGrp="1"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4707">
            <a:extLst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noGrp="1"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4708">
            <a:extLst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noGrp="1"/>
          </p:cNvSpPr>
          <p:nvPr/>
        </p:nvSpPr>
        <p:spPr>
          <a:xfrm>
            <a:off x="2137967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4709">
            <a:extLst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noGrp="1"/>
          </p:cNvSpPr>
          <p:nvPr/>
        </p:nvSpPr>
        <p:spPr>
          <a:xfrm>
            <a:off x="201326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4710">
            <a:extLst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noGrp="1"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4711">
            <a:extLst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noGrp="1"/>
          </p:cNvSpPr>
          <p:nvPr/>
        </p:nvSpPr>
        <p:spPr>
          <a:xfrm>
            <a:off x="2273261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4712">
            <a:extLst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noGrp="1"/>
          </p:cNvSpPr>
          <p:nvPr/>
        </p:nvSpPr>
        <p:spPr>
          <a:xfrm>
            <a:off x="1901369" y="4045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4713">
            <a:extLst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noGrp="1"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4714">
            <a:extLst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noGrp="1"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4715">
            <a:extLst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noGrp="1"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4716">
            <a:extLst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noGrp="1"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4717">
            <a:extLst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noGrp="1"/>
          </p:cNvSpPr>
          <p:nvPr/>
        </p:nvSpPr>
        <p:spPr>
          <a:xfrm>
            <a:off x="2022717" y="4721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4718">
            <a:extLst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noGrp="1"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4719">
            <a:extLst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noGrp="1"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4720">
            <a:extLst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noGrp="1"/>
          </p:cNvSpPr>
          <p:nvPr/>
        </p:nvSpPr>
        <p:spPr>
          <a:xfrm>
            <a:off x="22009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4721">
            <a:extLst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noGrp="1"/>
          </p:cNvSpPr>
          <p:nvPr/>
        </p:nvSpPr>
        <p:spPr>
          <a:xfrm>
            <a:off x="2007806" y="5200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4722">
            <a:extLst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noGrp="1"/>
          </p:cNvSpPr>
          <p:nvPr/>
        </p:nvSpPr>
        <p:spPr>
          <a:xfrm>
            <a:off x="22553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4723">
            <a:extLst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noGrp="1"/>
          </p:cNvSpPr>
          <p:nvPr/>
        </p:nvSpPr>
        <p:spPr>
          <a:xfrm>
            <a:off x="1963694" y="5401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4724">
            <a:extLst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noGrp="1"/>
          </p:cNvSpPr>
          <p:nvPr/>
        </p:nvSpPr>
        <p:spPr>
          <a:xfrm>
            <a:off x="18590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4725">
            <a:extLst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noGrp="1"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4726">
            <a:extLst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noGrp="1"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4727">
            <a:extLst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noGrp="1"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4728">
            <a:extLst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noGrp="1"/>
          </p:cNvSpPr>
          <p:nvPr/>
        </p:nvSpPr>
        <p:spPr>
          <a:xfrm>
            <a:off x="2257166" y="53571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4729">
            <a:extLst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noGrp="1"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4730">
            <a:extLst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noGrp="1"/>
          </p:cNvSpPr>
          <p:nvPr/>
        </p:nvSpPr>
        <p:spPr>
          <a:xfrm>
            <a:off x="2077906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4731">
            <a:extLst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noGrp="1"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4732">
            <a:extLst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noGrp="1"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4733">
            <a:extLst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noGrp="1"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4734">
            <a:extLst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noGrp="1"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4735">
            <a:extLst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noGrp="1"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4736">
            <a:extLst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noGrp="1"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4737">
            <a:extLst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noGrp="1"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4738">
            <a:extLst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noGrp="1"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4739">
            <a:extLst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noGrp="1"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4740">
            <a:extLst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noGrp="1"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4741">
            <a:extLst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noGrp="1"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4742">
            <a:extLst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noGrp="1"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4743">
            <a:extLst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noGrp="1"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4744">
            <a:extLst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noGrp="1"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4745">
            <a:extLst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noGrp="1"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4746">
            <a:extLst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noGrp="1"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4747">
            <a:extLst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noGrp="1"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4748">
            <a:extLst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noGrp="1"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4749">
            <a:extLst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noGrp="1"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4750">
            <a:extLst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noGrp="1"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4751">
            <a:extLst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noGrp="1"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4752">
            <a:extLst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noGrp="1"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4753">
            <a:extLst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noGrp="1"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4754">
            <a:extLst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noGrp="1"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4755">
            <a:extLst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noGrp="1"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4756">
            <a:extLst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noGrp="1"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4757">
            <a:extLst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noGrp="1"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4758">
            <a:extLst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noGrp="1"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4759">
            <a:extLst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noGrp="1"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4760">
            <a:extLst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noGrp="1"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4761">
            <a:extLst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noGrp="1"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4762">
            <a:extLst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noGrp="1"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4763">
            <a:extLst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noGrp="1"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4764">
            <a:extLst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noGrp="1"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4765">
            <a:extLst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noGrp="1"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4766">
            <a:extLst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noGrp="1"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4767">
            <a:extLst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noGrp="1"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4768">
            <a:extLst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noGrp="1"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4769">
            <a:extLst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noGrp="1"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4770">
            <a:extLst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noGrp="1"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4771">
            <a:extLst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noGrp="1"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4772">
            <a:extLst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noGrp="1"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4773">
            <a:extLst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noGrp="1"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4774">
            <a:extLst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noGrp="1"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4775">
            <a:extLst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noGrp="1"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4776">
            <a:extLst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noGrp="1"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4777">
            <a:extLst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noGrp="1"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4778">
            <a:extLst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noGrp="1"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4779">
            <a:extLst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noGrp="1"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4780">
            <a:extLst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noGrp="1"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4781">
            <a:extLst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noGrp="1"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4782">
            <a:extLst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noGrp="1"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4783">
            <a:extLst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noGrp="1"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4784">
            <a:extLst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noGrp="1"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4785">
            <a:extLst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noGrp="1"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4786">
            <a:extLst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noGrp="1"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4787">
            <a:extLst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noGrp="1"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4788">
            <a:extLst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noGrp="1"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4789">
            <a:extLst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noGrp="1"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4790">
            <a:extLst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noGrp="1"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4791">
            <a:extLst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noGrp="1"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4792">
            <a:extLst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noGrp="1"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4793">
            <a:extLst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noGrp="1"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4794">
            <a:extLst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noGrp="1"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4795">
            <a:extLst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noGrp="1"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4796">
            <a:extLst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noGrp="1"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4797">
            <a:extLst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noGrp="1"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4798">
            <a:extLst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noGrp="1"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4799">
            <a:extLst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noGrp="1"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4800">
            <a:extLst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noGrp="1"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4801">
            <a:extLst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noGrp="1"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4802">
            <a:extLst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noGrp="1"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4803">
            <a:extLst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noGrp="1"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4804">
            <a:extLst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noGrp="1"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4805">
            <a:extLst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noGrp="1"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4806">
            <a:extLst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noGrp="1"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4807">
            <a:extLst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noGrp="1"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4808">
            <a:extLst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noGrp="1"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4809">
            <a:extLst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noGrp="1"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4810">
            <a:extLst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noGrp="1"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4811">
            <a:extLst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noGrp="1"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4812">
            <a:extLst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noGrp="1"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4813">
            <a:extLst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noGrp="1"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4814">
            <a:extLst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noGrp="1"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4815">
            <a:extLst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noGrp="1"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4816">
            <a:extLst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noGrp="1"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4817">
            <a:extLst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noGrp="1"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4818">
            <a:extLst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noGrp="1"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4819">
            <a:extLst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noGrp="1"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4820">
            <a:extLst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noGrp="1"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4821">
            <a:extLst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noGrp="1"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4822">
            <a:extLst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noGrp="1"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4823">
            <a:extLst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noGrp="1"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4824">
            <a:extLst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noGrp="1"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4825">
            <a:extLst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noGrp="1"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4826">
            <a:extLst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noGrp="1"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4827">
            <a:extLst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noGrp="1"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4828">
            <a:extLst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noGrp="1"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4829">
            <a:extLst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noGrp="1"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4830">
            <a:extLst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noGrp="1"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4831">
            <a:extLst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noGrp="1"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4832">
            <a:extLst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noGrp="1"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4833">
            <a:extLst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noGrp="1"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4834">
            <a:extLst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noGrp="1"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4835">
            <a:extLst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noGrp="1"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4836">
            <a:extLst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noGrp="1"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4837">
            <a:extLst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noGrp="1"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4838">
            <a:extLst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noGrp="1"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4839">
            <a:extLst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noGrp="1"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4840">
            <a:extLst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noGrp="1"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4841">
            <a:extLst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noGrp="1"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4842">
            <a:extLst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noGrp="1"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4843">
            <a:extLst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noGrp="1"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4844">
            <a:extLst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noGrp="1"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4845">
            <a:extLst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noGrp="1"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4846">
            <a:extLst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noGrp="1"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4847">
            <a:extLst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noGrp="1"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4848">
            <a:extLst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noGrp="1"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4849">
            <a:extLst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noGrp="1"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4850">
            <a:extLst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noGrp="1"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4851">
            <a:extLst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noGrp="1"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4852">
            <a:extLst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noGrp="1"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4853">
            <a:extLst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noGrp="1"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4854">
            <a:extLst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noGrp="1"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4855">
            <a:extLst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noGrp="1"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4856">
            <a:extLst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noGrp="1"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4857">
            <a:extLst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noGrp="1"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4858">
            <a:extLst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noGrp="1"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4859">
            <a:extLst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noGrp="1"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4860">
            <a:extLst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noGrp="1"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4861">
            <a:extLst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noGrp="1"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4862">
            <a:extLst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noGrp="1"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4863">
            <a:extLst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noGrp="1"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4864">
            <a:extLst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noGrp="1"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4865">
            <a:extLst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noGrp="1"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4866">
            <a:extLst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noGrp="1"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4867">
            <a:extLst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noGrp="1"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4868">
            <a:extLst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noGrp="1"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4869">
            <a:extLst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noGrp="1"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4870">
            <a:extLst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noGrp="1"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4871">
            <a:extLst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noGrp="1"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4872">
            <a:extLst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noGrp="1"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4873">
            <a:extLst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noGrp="1"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4874">
            <a:extLst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noGrp="1"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4875">
            <a:extLst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noGrp="1"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4876">
            <a:extLst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noGrp="1"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4877">
            <a:extLst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noGrp="1"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4878">
            <a:extLst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noGrp="1"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4879">
            <a:extLst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noGrp="1"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4880">
            <a:extLst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noGrp="1"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4881">
            <a:extLst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noGrp="1"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4882">
            <a:extLst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noGrp="1"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4883">
            <a:extLst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noGrp="1"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4884">
            <a:extLst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noGrp="1"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4885">
            <a:extLst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noGrp="1"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4886">
            <a:extLst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noGrp="1"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4887">
            <a:extLst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noGrp="1"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4888">
            <a:extLst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noGrp="1"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4889">
            <a:extLst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noGrp="1"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4890">
            <a:extLst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noGrp="1"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4891">
            <a:extLst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noGrp="1"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4892">
            <a:extLst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noGrp="1"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4893">
            <a:extLst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noGrp="1"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4894">
            <a:extLst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noGrp="1"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4895">
            <a:extLst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noGrp="1"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4896">
            <a:extLst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noGrp="1"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4897">
            <a:extLst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noGrp="1"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4898">
            <a:extLst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noGrp="1"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4899">
            <a:extLst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noGrp="1"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4900">
            <a:extLst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noGrp="1"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4901">
            <a:extLst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noGrp="1"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4902">
            <a:extLst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noGrp="1"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4903">
            <a:extLst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noGrp="1"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4904">
            <a:extLst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noGrp="1"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4905">
            <a:extLst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noGrp="1"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4906">
            <a:extLst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noGrp="1"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4907">
            <a:extLst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noGrp="1"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4908">
            <a:extLst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noGrp="1"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4909">
            <a:extLst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noGrp="1"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4910">
            <a:extLst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noGrp="1"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4911">
            <a:extLst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noGrp="1"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4912">
            <a:extLst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noGrp="1"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913">
            <a:extLst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noGrp="1"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914">
            <a:extLst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noGrp="1"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915">
            <a:extLst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noGrp="1"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916">
            <a:extLst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noGrp="1"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917">
            <a:extLst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noGrp="1"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918">
            <a:extLst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noGrp="1"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919">
            <a:extLst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noGrp="1"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920">
            <a:extLst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noGrp="1"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921">
            <a:extLst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noGrp="1"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922">
            <a:extLst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noGrp="1"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923">
            <a:extLst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noGrp="1"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924">
            <a:extLst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noGrp="1"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925">
            <a:extLst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noGrp="1"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926">
            <a:extLst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noGrp="1"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927">
            <a:extLst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noGrp="1"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928">
            <a:extLst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noGrp="1"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929">
            <a:extLst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noGrp="1"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930">
            <a:extLst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noGrp="1"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931">
            <a:extLst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noGrp="1"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932">
            <a:extLst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noGrp="1"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933">
            <a:extLst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noGrp="1"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934">
            <a:extLst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noGrp="1"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935">
            <a:extLst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noGrp="1"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936">
            <a:extLst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noGrp="1"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937">
            <a:extLst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noGrp="1"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938">
            <a:extLst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noGrp="1"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939">
            <a:extLst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noGrp="1"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940">
            <a:extLst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noGrp="1"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941">
            <a:extLst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noGrp="1"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942">
            <a:extLst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noGrp="1"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943">
            <a:extLst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noGrp="1"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944">
            <a:extLst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noGrp="1"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945">
            <a:extLst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noGrp="1"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946">
            <a:extLst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noGrp="1"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947">
            <a:extLst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noGrp="1"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948">
            <a:extLst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noGrp="1"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949">
            <a:extLst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noGrp="1"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950">
            <a:extLst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noGrp="1"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951">
            <a:extLst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noGrp="1"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952">
            <a:extLst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noGrp="1"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953">
            <a:extLst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noGrp="1"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954">
            <a:extLst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noGrp="1"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955">
            <a:extLst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noGrp="1"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956">
            <a:extLst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noGrp="1"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957">
            <a:extLst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noGrp="1"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958">
            <a:extLst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noGrp="1"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959">
            <a:extLst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noGrp="1"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960">
            <a:extLst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noGrp="1"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961">
            <a:extLst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noGrp="1"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962">
            <a:extLst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noGrp="1"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963">
            <a:extLst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noGrp="1"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964">
            <a:extLst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noGrp="1"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965">
            <a:extLst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noGrp="1"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966">
            <a:extLst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noGrp="1"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967">
            <a:extLst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noGrp="1"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968">
            <a:extLst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noGrp="1"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969">
            <a:extLst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noGrp="1"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970">
            <a:extLst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noGrp="1"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971">
            <a:extLst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noGrp="1"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972">
            <a:extLst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noGrp="1"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973">
            <a:extLst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noGrp="1"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974">
            <a:extLst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noGrp="1"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975">
            <a:extLst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noGrp="1"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976">
            <a:extLst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noGrp="1"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977">
            <a:extLst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noGrp="1"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978">
            <a:extLst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noGrp="1"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979">
            <a:extLst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noGrp="1"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980">
            <a:extLst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noGrp="1"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981">
            <a:extLst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noGrp="1"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982">
            <a:extLst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noGrp="1"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983">
            <a:extLst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noGrp="1"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984">
            <a:extLst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noGrp="1"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985">
            <a:extLst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noGrp="1"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986">
            <a:extLst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noGrp="1"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987">
            <a:extLst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noGrp="1"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988">
            <a:extLst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noGrp="1"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989">
            <a:extLst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noGrp="1"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990">
            <a:extLst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noGrp="1"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991">
            <a:extLst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noGrp="1"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992">
            <a:extLst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noGrp="1"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993">
            <a:extLst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noGrp="1"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994">
            <a:extLst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noGrp="1"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995">
            <a:extLst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noGrp="1"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996">
            <a:extLst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noGrp="1"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997">
            <a:extLst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noGrp="1"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998">
            <a:extLst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noGrp="1"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999">
            <a:extLst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noGrp="1"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5000">
            <a:extLst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noGrp="1"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5001">
            <a:extLst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noGrp="1"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5002">
            <a:extLst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noGrp="1"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5003">
            <a:extLst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noGrp="1"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5004">
            <a:extLst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noGrp="1"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5005">
            <a:extLst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noGrp="1"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5006">
            <a:extLst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noGrp="1"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5007">
            <a:extLst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noGrp="1"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5008">
            <a:extLst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noGrp="1"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5009">
            <a:extLst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noGrp="1"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5010">
            <a:extLst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noGrp="1"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5011">
            <a:extLst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noGrp="1"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5012">
            <a:extLst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noGrp="1"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13">
            <a:extLst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noGrp="1"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4">
            <a:extLst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noGrp="1"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15">
            <a:extLst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noGrp="1"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16">
            <a:extLst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noGrp="1"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17">
            <a:extLst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noGrp="1"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18">
            <a:extLst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noGrp="1"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19">
            <a:extLst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noGrp="1"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20">
            <a:extLst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noGrp="1"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21">
            <a:extLst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noGrp="1"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22">
            <a:extLst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noGrp="1"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023">
            <a:extLst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noGrp="1"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024">
            <a:extLst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noGrp="1"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025">
            <a:extLst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noGrp="1"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026">
            <a:extLst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noGrp="1"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027">
            <a:extLst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noGrp="1"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028">
            <a:extLst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noGrp="1"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029">
            <a:extLst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noGrp="1"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030">
            <a:extLst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noGrp="1"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031">
            <a:extLst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noGrp="1"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032">
            <a:extLst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noGrp="1"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033">
            <a:extLst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noGrp="1"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034">
            <a:extLst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noGrp="1"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035">
            <a:extLst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noGrp="1"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036">
            <a:extLst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noGrp="1"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037">
            <a:extLst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noGrp="1"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038">
            <a:extLst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noGrp="1"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039">
            <a:extLst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noGrp="1"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040">
            <a:extLst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noGrp="1"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041">
            <a:extLst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noGrp="1"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042">
            <a:extLst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noGrp="1"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043">
            <a:extLst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noGrp="1"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044">
            <a:extLst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noGrp="1"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045">
            <a:extLst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noGrp="1"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046">
            <a:extLst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noGrp="1"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047">
            <a:extLst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noGrp="1"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048">
            <a:extLst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noGrp="1"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049">
            <a:extLst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noGrp="1"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050">
            <a:extLst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noGrp="1"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051">
            <a:extLst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noGrp="1"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052">
            <a:extLst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noGrp="1"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053">
            <a:extLst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noGrp="1"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054">
            <a:extLst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noGrp="1"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055">
            <a:extLst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noGrp="1"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056">
            <a:extLst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noGrp="1"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057">
            <a:extLst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noGrp="1"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058">
            <a:extLst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noGrp="1"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059">
            <a:extLst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noGrp="1"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060">
            <a:extLst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noGrp="1"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061">
            <a:extLst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noGrp="1"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062">
            <a:extLst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noGrp="1"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063">
            <a:extLst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noGrp="1"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064">
            <a:extLst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noGrp="1"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065">
            <a:extLst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noGrp="1"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066">
            <a:extLst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noGrp="1"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067">
            <a:extLst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noGrp="1"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068">
            <a:extLst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noGrp="1"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069">
            <a:extLst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noGrp="1"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070">
            <a:extLst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noGrp="1"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071">
            <a:extLst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noGrp="1"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072">
            <a:extLst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noGrp="1"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073">
            <a:extLst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noGrp="1"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074">
            <a:extLst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noGrp="1"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075">
            <a:extLst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noGrp="1"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076">
            <a:extLst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noGrp="1"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077">
            <a:extLst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noGrp="1"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078">
            <a:extLst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noGrp="1"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079">
            <a:extLst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noGrp="1"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080">
            <a:extLst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noGrp="1"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081">
            <a:extLst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noGrp="1"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082">
            <a:extLst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noGrp="1"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083">
            <a:extLst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noGrp="1"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084">
            <a:extLst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noGrp="1"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085">
            <a:extLst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noGrp="1"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086">
            <a:extLst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noGrp="1"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087">
            <a:extLst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noGrp="1"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088">
            <a:extLst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noGrp="1"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089">
            <a:extLst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noGrp="1"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noGrp="1"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noGrp="1"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noGrp="1"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noGrp="1"/>
          </p:cNvSpPr>
          <p:nvPr/>
        </p:nvSpPr>
        <p:spPr>
          <a:xfrm>
            <a:off x="2084501" y="5157841"/>
            <a:ext cx="191" cy="109500"/>
          </a:xfrm>
          <a:custGeom>
            <a:avLst/>
            <a:gdLst/>
            <a:ahLst/>
            <a:cxnLst/>
            <a:rect l="0" t="0" r="0" b="0"/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noGrp="1"/>
          </p:cNvSpPr>
          <p:nvPr/>
        </p:nvSpPr>
        <p:spPr>
          <a:xfrm>
            <a:off x="1929379" y="52673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noGrp="1"/>
          </p:cNvSpPr>
          <p:nvPr/>
        </p:nvSpPr>
        <p:spPr>
          <a:xfrm>
            <a:off x="1929379" y="515784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noGrp="1"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noGrp="1"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noGrp="1"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noGrp="1"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noGrp="1"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noGrp="1"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noGrp="1"/>
          </p:cNvSpPr>
          <p:nvPr/>
        </p:nvSpPr>
        <p:spPr>
          <a:xfrm>
            <a:off x="1791494" y="5214680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noGrp="1"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noGrp="1"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5106">
            <a:extLst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noGrp="1"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noGrp="1"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noGrp="1"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noGrp="1"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noGrp="1"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noGrp="1"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noGrp="1"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noGrp="1"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noGrp="1"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noGrp="1"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noGrp="1"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noGrp="1"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noGrp="1"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noGrp="1"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noGrp="1"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noGrp="1"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noGrp="1"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noGrp="1"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noGrp="1"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noGrp="1"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noGrp="1"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noGrp="1"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noGrp="1"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noGrp="1"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noGrp="1"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noGrp="1"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noGrp="1"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noGrp="1"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noGrp="1"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noGrp="1"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noGrp="1"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noGrp="1"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noGrp="1"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noGrp="1"/>
          </p:cNvSpPr>
          <p:nvPr/>
        </p:nvSpPr>
        <p:spPr>
          <a:xfrm>
            <a:off x="6246926" y="4942796"/>
            <a:ext cx="706664" cy="477246"/>
          </a:xfrm>
          <a:custGeom>
            <a:avLst/>
            <a:gdLst/>
            <a:ahLst/>
            <a:cxnLst/>
            <a:rect l="0" t="0" r="0" b="0"/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noGrp="1"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noGrp="1"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noGrp="1"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5144">
            <a:extLst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noGrp="1"/>
          </p:cNvSpPr>
          <p:nvPr/>
        </p:nvSpPr>
        <p:spPr>
          <a:xfrm>
            <a:off x="6672821" y="43665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5145">
            <a:extLst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noGrp="1"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5146">
            <a:extLst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noGrp="1"/>
          </p:cNvSpPr>
          <p:nvPr/>
        </p:nvSpPr>
        <p:spPr>
          <a:xfrm>
            <a:off x="6548704" y="41815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5147">
            <a:extLst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noGrp="1"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5148">
            <a:extLst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noGrp="1"/>
          </p:cNvSpPr>
          <p:nvPr/>
        </p:nvSpPr>
        <p:spPr>
          <a:xfrm>
            <a:off x="6739782" y="5101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5149">
            <a:extLst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noGrp="1"/>
          </p:cNvSpPr>
          <p:nvPr/>
        </p:nvSpPr>
        <p:spPr>
          <a:xfrm>
            <a:off x="6615792" y="4700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5150">
            <a:extLst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noGrp="1"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5151">
            <a:extLst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noGrp="1"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5152">
            <a:extLst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noGrp="1"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5153">
            <a:extLst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noGrp="1"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5154">
            <a:extLst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noGrp="1"/>
          </p:cNvSpPr>
          <p:nvPr/>
        </p:nvSpPr>
        <p:spPr>
          <a:xfrm>
            <a:off x="6575927" y="5192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5155">
            <a:extLst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noGrp="1"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5156">
            <a:extLst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noGrp="1"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5157">
            <a:extLst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noGrp="1"/>
          </p:cNvSpPr>
          <p:nvPr/>
        </p:nvSpPr>
        <p:spPr>
          <a:xfrm>
            <a:off x="678196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5158">
            <a:extLst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noGrp="1"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5159">
            <a:extLst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noGrp="1"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5160">
            <a:extLst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noGrp="1"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5161">
            <a:extLst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noGrp="1"/>
          </p:cNvSpPr>
          <p:nvPr/>
        </p:nvSpPr>
        <p:spPr>
          <a:xfrm>
            <a:off x="6751617" y="530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5162">
            <a:extLst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noGrp="1"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5163">
            <a:extLst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noGrp="1"/>
          </p:cNvSpPr>
          <p:nvPr/>
        </p:nvSpPr>
        <p:spPr>
          <a:xfrm>
            <a:off x="6769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5164">
            <a:extLst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noGrp="1"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5165">
            <a:extLst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noGrp="1"/>
          </p:cNvSpPr>
          <p:nvPr/>
        </p:nvSpPr>
        <p:spPr>
          <a:xfrm>
            <a:off x="6723915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5166">
            <a:extLst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noGrp="1"/>
          </p:cNvSpPr>
          <p:nvPr/>
        </p:nvSpPr>
        <p:spPr>
          <a:xfrm>
            <a:off x="633148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5167">
            <a:extLst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noGrp="1"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5168">
            <a:extLst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noGrp="1"/>
          </p:cNvSpPr>
          <p:nvPr/>
        </p:nvSpPr>
        <p:spPr>
          <a:xfrm>
            <a:off x="6702430" y="5096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5169">
            <a:extLst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noGrp="1"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5170">
            <a:extLst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noGrp="1"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5171">
            <a:extLst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noGrp="1"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5172">
            <a:extLst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noGrp="1"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5173">
            <a:extLst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noGrp="1"/>
          </p:cNvSpPr>
          <p:nvPr/>
        </p:nvSpPr>
        <p:spPr>
          <a:xfrm>
            <a:off x="67451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5174">
            <a:extLst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noGrp="1"/>
          </p:cNvSpPr>
          <p:nvPr/>
        </p:nvSpPr>
        <p:spPr>
          <a:xfrm>
            <a:off x="6631677" y="53514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5175">
            <a:extLst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noGrp="1"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5176">
            <a:extLst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noGrp="1"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5177">
            <a:extLst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noGrp="1"/>
          </p:cNvSpPr>
          <p:nvPr/>
        </p:nvSpPr>
        <p:spPr>
          <a:xfrm>
            <a:off x="648024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5178">
            <a:extLst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noGrp="1"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5179">
            <a:extLst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noGrp="1"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5180">
            <a:extLst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noGrp="1"/>
          </p:cNvSpPr>
          <p:nvPr/>
        </p:nvSpPr>
        <p:spPr>
          <a:xfrm>
            <a:off x="6568926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5181">
            <a:extLst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noGrp="1"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5182">
            <a:extLst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noGrp="1"/>
          </p:cNvSpPr>
          <p:nvPr/>
        </p:nvSpPr>
        <p:spPr>
          <a:xfrm>
            <a:off x="635284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5183">
            <a:extLst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noGrp="1"/>
          </p:cNvSpPr>
          <p:nvPr/>
        </p:nvSpPr>
        <p:spPr>
          <a:xfrm>
            <a:off x="67854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5184">
            <a:extLst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noGrp="1"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5185">
            <a:extLst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noGrp="1"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5186">
            <a:extLst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noGrp="1"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5187">
            <a:extLst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noGrp="1"/>
          </p:cNvSpPr>
          <p:nvPr/>
        </p:nvSpPr>
        <p:spPr>
          <a:xfrm>
            <a:off x="6330371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5188">
            <a:extLst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noGrp="1"/>
          </p:cNvSpPr>
          <p:nvPr/>
        </p:nvSpPr>
        <p:spPr>
          <a:xfrm>
            <a:off x="64421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5189">
            <a:extLst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noGrp="1"/>
          </p:cNvSpPr>
          <p:nvPr/>
        </p:nvSpPr>
        <p:spPr>
          <a:xfrm>
            <a:off x="63572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5190">
            <a:extLst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noGrp="1"/>
          </p:cNvSpPr>
          <p:nvPr/>
        </p:nvSpPr>
        <p:spPr>
          <a:xfrm>
            <a:off x="6532127" y="53926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5191">
            <a:extLst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noGrp="1"/>
          </p:cNvSpPr>
          <p:nvPr/>
        </p:nvSpPr>
        <p:spPr>
          <a:xfrm>
            <a:off x="6687774" y="4408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5192">
            <a:extLst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noGrp="1"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5193">
            <a:extLst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noGrp="1"/>
          </p:cNvSpPr>
          <p:nvPr/>
        </p:nvSpPr>
        <p:spPr>
          <a:xfrm>
            <a:off x="6561815" y="5400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5194">
            <a:extLst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noGrp="1"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5195">
            <a:extLst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noGrp="1"/>
          </p:cNvSpPr>
          <p:nvPr/>
        </p:nvSpPr>
        <p:spPr>
          <a:xfrm>
            <a:off x="6500335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5196">
            <a:extLst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noGrp="1"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5197">
            <a:extLst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noGrp="1"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5198">
            <a:extLst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noGrp="1"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5199">
            <a:extLst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noGrp="1"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5200">
            <a:extLst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noGrp="1"/>
          </p:cNvSpPr>
          <p:nvPr/>
        </p:nvSpPr>
        <p:spPr>
          <a:xfrm>
            <a:off x="6632326" y="44225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5201">
            <a:extLst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noGrp="1"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5202">
            <a:extLst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noGrp="1"/>
          </p:cNvSpPr>
          <p:nvPr/>
        </p:nvSpPr>
        <p:spPr>
          <a:xfrm>
            <a:off x="6521852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5203">
            <a:extLst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noGrp="1"/>
          </p:cNvSpPr>
          <p:nvPr/>
        </p:nvSpPr>
        <p:spPr>
          <a:xfrm>
            <a:off x="66128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5204">
            <a:extLst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noGrp="1"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5205">
            <a:extLst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noGrp="1"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5206">
            <a:extLst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noGrp="1"/>
          </p:cNvSpPr>
          <p:nvPr/>
        </p:nvSpPr>
        <p:spPr>
          <a:xfrm>
            <a:off x="64695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5207">
            <a:extLst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noGrp="1"/>
          </p:cNvSpPr>
          <p:nvPr/>
        </p:nvSpPr>
        <p:spPr>
          <a:xfrm>
            <a:off x="6443540" y="5334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5208">
            <a:extLst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noGrp="1"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5209">
            <a:extLst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noGrp="1"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5210">
            <a:extLst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noGrp="1"/>
          </p:cNvSpPr>
          <p:nvPr/>
        </p:nvSpPr>
        <p:spPr>
          <a:xfrm>
            <a:off x="63485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5211">
            <a:extLst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noGrp="1"/>
          </p:cNvSpPr>
          <p:nvPr/>
        </p:nvSpPr>
        <p:spPr>
          <a:xfrm>
            <a:off x="658153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5212">
            <a:extLst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noGrp="1"/>
          </p:cNvSpPr>
          <p:nvPr/>
        </p:nvSpPr>
        <p:spPr>
          <a:xfrm>
            <a:off x="6684633" y="42455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5213">
            <a:extLst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noGrp="1"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5214">
            <a:extLst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noGrp="1"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5215">
            <a:extLst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noGrp="1"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5216">
            <a:extLst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noGrp="1"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5217">
            <a:extLst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noGrp="1"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5218">
            <a:extLst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noGrp="1"/>
          </p:cNvSpPr>
          <p:nvPr/>
        </p:nvSpPr>
        <p:spPr>
          <a:xfrm>
            <a:off x="6800451" y="52757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5219">
            <a:extLst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noGrp="1"/>
          </p:cNvSpPr>
          <p:nvPr/>
        </p:nvSpPr>
        <p:spPr>
          <a:xfrm>
            <a:off x="64980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5220">
            <a:extLst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noGrp="1"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5221">
            <a:extLst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noGrp="1"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5222">
            <a:extLst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noGrp="1"/>
          </p:cNvSpPr>
          <p:nvPr/>
        </p:nvSpPr>
        <p:spPr>
          <a:xfrm>
            <a:off x="659466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5223">
            <a:extLst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noGrp="1"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5224">
            <a:extLst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noGrp="1"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5225">
            <a:extLst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noGrp="1"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5226">
            <a:extLst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noGrp="1"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5227">
            <a:extLst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noGrp="1"/>
          </p:cNvSpPr>
          <p:nvPr/>
        </p:nvSpPr>
        <p:spPr>
          <a:xfrm>
            <a:off x="675498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5228">
            <a:extLst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noGrp="1"/>
          </p:cNvSpPr>
          <p:nvPr/>
        </p:nvSpPr>
        <p:spPr>
          <a:xfrm>
            <a:off x="650793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5229">
            <a:extLst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noGrp="1"/>
          </p:cNvSpPr>
          <p:nvPr/>
        </p:nvSpPr>
        <p:spPr>
          <a:xfrm>
            <a:off x="6388410" y="48222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5230">
            <a:extLst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noGrp="1"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5231">
            <a:extLst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noGrp="1"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5232">
            <a:extLst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noGrp="1"/>
          </p:cNvSpPr>
          <p:nvPr/>
        </p:nvSpPr>
        <p:spPr>
          <a:xfrm>
            <a:off x="6831434" y="3813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5233">
            <a:extLst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noGrp="1"/>
          </p:cNvSpPr>
          <p:nvPr/>
        </p:nvSpPr>
        <p:spPr>
          <a:xfrm>
            <a:off x="67968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5234">
            <a:extLst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noGrp="1"/>
          </p:cNvSpPr>
          <p:nvPr/>
        </p:nvSpPr>
        <p:spPr>
          <a:xfrm>
            <a:off x="663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5235">
            <a:extLst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noGrp="1"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5236">
            <a:extLst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noGrp="1"/>
          </p:cNvSpPr>
          <p:nvPr/>
        </p:nvSpPr>
        <p:spPr>
          <a:xfrm>
            <a:off x="6503489" y="52860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5237">
            <a:extLst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noGrp="1"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5238">
            <a:extLst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noGrp="1"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5239">
            <a:extLst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noGrp="1"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5240">
            <a:extLst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noGrp="1"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5241">
            <a:extLst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noGrp="1"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5242">
            <a:extLst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noGrp="1"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5243">
            <a:extLst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noGrp="1"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5244">
            <a:extLst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noGrp="1"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5245">
            <a:extLst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noGrp="1"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5246">
            <a:extLst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noGrp="1"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5247">
            <a:extLst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noGrp="1"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5248">
            <a:extLst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noGrp="1"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5249">
            <a:extLst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noGrp="1"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5250">
            <a:extLst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noGrp="1"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5251">
            <a:extLst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noGrp="1"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5252">
            <a:extLst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noGrp="1"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5253">
            <a:extLst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noGrp="1"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5254">
            <a:extLst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noGrp="1"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5255">
            <a:extLst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noGrp="1"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5256">
            <a:extLst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noGrp="1"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5257">
            <a:extLst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noGrp="1"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5258">
            <a:extLst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noGrp="1"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5259">
            <a:extLst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noGrp="1"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5260">
            <a:extLst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noGrp="1"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5261">
            <a:extLst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noGrp="1"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5262">
            <a:extLst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noGrp="1"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5263">
            <a:extLst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noGrp="1"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5264">
            <a:extLst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noGrp="1"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5265">
            <a:extLst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noGrp="1"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5266">
            <a:extLst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noGrp="1"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5267">
            <a:extLst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noGrp="1"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5268">
            <a:extLst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noGrp="1"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5269">
            <a:extLst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noGrp="1"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5270">
            <a:extLst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noGrp="1"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5271">
            <a:extLst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noGrp="1"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5272">
            <a:extLst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noGrp="1"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5273">
            <a:extLst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noGrp="1"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5274">
            <a:extLst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noGrp="1"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5275">
            <a:extLst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noGrp="1"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5276">
            <a:extLst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noGrp="1"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5277">
            <a:extLst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noGrp="1"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5278">
            <a:extLst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noGrp="1"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5279">
            <a:extLst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noGrp="1"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5280">
            <a:extLst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noGrp="1"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5281">
            <a:extLst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noGrp="1"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5282">
            <a:extLst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noGrp="1"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5283">
            <a:extLst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noGrp="1"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5284">
            <a:extLst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noGrp="1"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5285">
            <a:extLst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noGrp="1"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5286">
            <a:extLst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noGrp="1"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5287">
            <a:extLst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noGrp="1"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5288">
            <a:extLst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noGrp="1"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5289">
            <a:extLst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noGrp="1"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5290">
            <a:extLst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noGrp="1"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5291">
            <a:extLst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noGrp="1"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5292">
            <a:extLst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noGrp="1"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5293">
            <a:extLst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noGrp="1"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5294">
            <a:extLst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noGrp="1"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5295">
            <a:extLst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noGrp="1"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5296">
            <a:extLst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noGrp="1"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5297">
            <a:extLst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noGrp="1"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5298">
            <a:extLst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noGrp="1"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5299">
            <a:extLst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noGrp="1"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5300">
            <a:extLst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noGrp="1"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5301">
            <a:extLst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noGrp="1"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5302">
            <a:extLst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noGrp="1"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5303">
            <a:extLst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noGrp="1"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5304">
            <a:extLst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noGrp="1"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5305">
            <a:extLst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noGrp="1"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5306">
            <a:extLst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noGrp="1"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5307">
            <a:extLst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noGrp="1"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5308">
            <a:extLst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noGrp="1"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5309">
            <a:extLst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noGrp="1"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5310">
            <a:extLst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noGrp="1"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5311">
            <a:extLst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noGrp="1"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5312">
            <a:extLst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noGrp="1"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5313">
            <a:extLst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noGrp="1"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5314">
            <a:extLst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noGrp="1"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5315">
            <a:extLst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noGrp="1"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5316">
            <a:extLst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noGrp="1"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5317">
            <a:extLst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noGrp="1"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5318">
            <a:extLst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noGrp="1"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5319">
            <a:extLst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noGrp="1"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5320">
            <a:extLst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noGrp="1"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5321">
            <a:extLst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noGrp="1"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5322">
            <a:extLst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noGrp="1"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5323">
            <a:extLst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noGrp="1"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5324">
            <a:extLst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noGrp="1"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5325">
            <a:extLst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noGrp="1"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5326">
            <a:extLst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noGrp="1"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5327">
            <a:extLst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noGrp="1"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5328">
            <a:extLst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noGrp="1"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5329">
            <a:extLst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noGrp="1"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5330">
            <a:extLst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noGrp="1"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5331">
            <a:extLst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noGrp="1"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5332">
            <a:extLst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noGrp="1"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5333">
            <a:extLst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noGrp="1"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5334">
            <a:extLst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noGrp="1"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5335">
            <a:extLst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noGrp="1"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5336">
            <a:extLst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noGrp="1"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5337">
            <a:extLst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noGrp="1"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5338">
            <a:extLst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noGrp="1"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5339">
            <a:extLst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noGrp="1"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5340">
            <a:extLst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noGrp="1"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5341">
            <a:extLst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noGrp="1"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5342">
            <a:extLst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noGrp="1"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5343">
            <a:extLst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noGrp="1"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5344">
            <a:extLst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noGrp="1"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5345">
            <a:extLst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noGrp="1"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5346">
            <a:extLst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noGrp="1"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5347">
            <a:extLst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noGrp="1"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5348">
            <a:extLst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noGrp="1"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5349">
            <a:extLst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noGrp="1"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5350">
            <a:extLst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noGrp="1"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5351">
            <a:extLst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noGrp="1"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5352">
            <a:extLst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noGrp="1"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5353">
            <a:extLst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noGrp="1"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5354">
            <a:extLst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noGrp="1"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5355">
            <a:extLst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noGrp="1"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5356">
            <a:extLst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noGrp="1"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5357">
            <a:extLst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noGrp="1"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5358">
            <a:extLst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noGrp="1"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5359">
            <a:extLst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noGrp="1"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5360">
            <a:extLst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noGrp="1"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5361">
            <a:extLst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noGrp="1"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5362">
            <a:extLst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noGrp="1"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5363">
            <a:extLst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noGrp="1"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5364">
            <a:extLst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noGrp="1"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5365">
            <a:extLst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noGrp="1"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5366">
            <a:extLst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noGrp="1"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5367">
            <a:extLst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noGrp="1"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5368">
            <a:extLst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noGrp="1"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5369">
            <a:extLst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noGrp="1"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5370">
            <a:extLst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noGrp="1"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5371">
            <a:extLst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noGrp="1"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5372">
            <a:extLst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noGrp="1"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5373">
            <a:extLst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noGrp="1"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5374">
            <a:extLst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noGrp="1"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5375">
            <a:extLst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noGrp="1"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5376">
            <a:extLst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noGrp="1"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5377">
            <a:extLst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noGrp="1"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5378">
            <a:extLst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noGrp="1"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5379">
            <a:extLst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noGrp="1"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5380">
            <a:extLst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noGrp="1"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5381">
            <a:extLst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noGrp="1"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5382">
            <a:extLst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noGrp="1"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5383">
            <a:extLst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noGrp="1"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5384">
            <a:extLst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noGrp="1"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5385">
            <a:extLst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noGrp="1"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5386">
            <a:extLst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noGrp="1"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5387">
            <a:extLst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noGrp="1"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5388">
            <a:extLst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noGrp="1"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5389">
            <a:extLst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noGrp="1"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5390">
            <a:extLst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noGrp="1"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5391">
            <a:extLst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noGrp="1"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5392">
            <a:extLst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noGrp="1"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5393">
            <a:extLst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noGrp="1"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5394">
            <a:extLst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noGrp="1"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5395">
            <a:extLst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noGrp="1"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5396">
            <a:extLst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noGrp="1"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5397">
            <a:extLst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noGrp="1"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5398">
            <a:extLst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noGrp="1"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5399">
            <a:extLst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noGrp="1"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5400">
            <a:extLst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noGrp="1"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5401">
            <a:extLst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noGrp="1"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5402">
            <a:extLst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noGrp="1"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5403">
            <a:extLst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noGrp="1"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5404">
            <a:extLst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noGrp="1"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5405">
            <a:extLst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noGrp="1"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5406">
            <a:extLst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noGrp="1"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5407">
            <a:extLst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noGrp="1"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5408">
            <a:extLst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noGrp="1"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5409">
            <a:extLst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noGrp="1"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5410">
            <a:extLst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noGrp="1"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5411">
            <a:extLst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noGrp="1"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5412">
            <a:extLst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noGrp="1"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5413">
            <a:extLst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noGrp="1"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5414">
            <a:extLst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noGrp="1"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5415">
            <a:extLst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noGrp="1"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5416">
            <a:extLst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noGrp="1"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5417">
            <a:extLst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noGrp="1"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5418">
            <a:extLst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noGrp="1"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5419">
            <a:extLst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noGrp="1"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5420">
            <a:extLst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noGrp="1"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5421">
            <a:extLst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noGrp="1"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5422">
            <a:extLst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noGrp="1"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5423">
            <a:extLst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noGrp="1"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5424">
            <a:extLst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noGrp="1"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5425">
            <a:extLst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noGrp="1"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noGrp="1"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noGrp="1"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noGrp="1"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noGrp="1"/>
          </p:cNvSpPr>
          <p:nvPr/>
        </p:nvSpPr>
        <p:spPr>
          <a:xfrm>
            <a:off x="6600258" y="4809663"/>
            <a:ext cx="191" cy="257200"/>
          </a:xfrm>
          <a:custGeom>
            <a:avLst/>
            <a:gdLst/>
            <a:ahLst/>
            <a:cxnLst/>
            <a:rect l="0" t="0" r="0" b="0"/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noGrp="1"/>
          </p:cNvSpPr>
          <p:nvPr/>
        </p:nvSpPr>
        <p:spPr>
          <a:xfrm>
            <a:off x="6445137" y="50668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noGrp="1"/>
          </p:cNvSpPr>
          <p:nvPr/>
        </p:nvSpPr>
        <p:spPr>
          <a:xfrm>
            <a:off x="6445137" y="480966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noGrp="1"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noGrp="1"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noGrp="1"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noGrp="1"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noGrp="1"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noGrp="1"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noGrp="1"/>
          </p:cNvSpPr>
          <p:nvPr/>
        </p:nvSpPr>
        <p:spPr>
          <a:xfrm>
            <a:off x="6307251" y="4942796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noGrp="1"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noGrp="1"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noGrp="1"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5442">
            <a:extLst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noGrp="1"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noGrp="1"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5444">
            <a:extLst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noGrp="1"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noGrp="1"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5446">
            <a:extLst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noGrp="1"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5447">
            <a:extLst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noGrp="1"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5448">
            <a:extLst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5449">
            <a:extLst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noGrp="1"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noGrp="1"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noGrp="1"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noGrp="1"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noGrp="1"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noGrp="1"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noGrp="1"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noGrp="1"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noGrp="1"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noGrp="1"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noGrp="1"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noGrp="1"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noGrp="1"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noGrp="1"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noGrp="1"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noGrp="1"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noGrp="1"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noGrp="1"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noGrp="1"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noGrp="1"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5469">
            <a:extLst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noGrp="1"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5470">
            <a:extLst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noGrp="1"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5471">
            <a:extLst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noGrp="1"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5472">
            <a:extLst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noGrp="1"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5473">
            <a:extLst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noGrp="1"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5474">
            <a:extLst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5475">
            <a:extLst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noGrp="1"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5476">
            <a:extLst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5477">
            <a:extLst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5478">
            <a:extLst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noGrp="1"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5479">
            <a:extLst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noGrp="1"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5480">
            <a:extLst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noGrp="1"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5481">
            <a:extLst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noGrp="1"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5482">
            <a:extLst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noGrp="1"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5483">
            <a:extLst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noGrp="1"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5484">
            <a:extLst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noGrp="1"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5485">
            <a:extLst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noGrp="1"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5486">
            <a:extLst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noGrp="1"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5487">
            <a:extLst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noGrp="1"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5488">
            <a:extLst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noGrp="1"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5489">
            <a:extLst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noGrp="1"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5490">
            <a:extLst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noGrp="1"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5491">
            <a:extLst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noGrp="1"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5492">
            <a:extLst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noGrp="1"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5493">
            <a:extLst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noGrp="1"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5494">
            <a:extLst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noGrp="1"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5495">
            <a:extLst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noGrp="1"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5496">
            <a:extLst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noGrp="1"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5497">
            <a:extLst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noGrp="1"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5498">
            <a:extLst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noGrp="1"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5499">
            <a:extLst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noGrp="1"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5500">
            <a:extLst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noGrp="1"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5501">
            <a:extLst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noGrp="1"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5502">
            <a:extLst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noGrp="1"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5503">
            <a:extLst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noGrp="1"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5504">
            <a:extLst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noGrp="1"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5505">
            <a:extLst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noGrp="1"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5506">
            <a:extLst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noGrp="1"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5507">
            <a:extLst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noGrp="1"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5508">
            <a:extLst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noGrp="1"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5509">
            <a:extLst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noGrp="1"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5510">
            <a:extLst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noGrp="1"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5511">
            <a:extLst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noGrp="1"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5512">
            <a:extLst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noGrp="1"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5513">
            <a:extLst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noGrp="1"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5514">
            <a:extLst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noGrp="1"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5515">
            <a:extLst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noGrp="1"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5516">
            <a:extLst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noGrp="1"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5517">
            <a:extLst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noGrp="1"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5518">
            <a:extLst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noGrp="1"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5519">
            <a:extLst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noGrp="1"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5520">
            <a:extLst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noGrp="1"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5521">
            <a:extLst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noGrp="1"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5522">
            <a:extLst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noGrp="1"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5523">
            <a:extLst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noGrp="1"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5524">
            <a:extLst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noGrp="1"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5525">
            <a:extLst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noGrp="1"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5526">
            <a:extLst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noGrp="1"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5527">
            <a:extLst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noGrp="1"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5528">
            <a:extLst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noGrp="1"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5529">
            <a:extLst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noGrp="1"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5530">
            <a:extLst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noGrp="1"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5531">
            <a:extLst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noGrp="1"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5532">
            <a:extLst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noGrp="1"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5533">
            <a:extLst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noGrp="1"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5534">
            <a:extLst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noGrp="1"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5535">
            <a:extLst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noGrp="1"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5536">
            <a:extLst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noGrp="1"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5537">
            <a:extLst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noGrp="1"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5538">
            <a:extLst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noGrp="1"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5539">
            <a:extLst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noGrp="1"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5540">
            <a:extLst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noGrp="1"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5541">
            <a:extLst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noGrp="1"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5542">
            <a:extLst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noGrp="1"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5543">
            <a:extLst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noGrp="1"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5544">
            <a:extLst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noGrp="1"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5545">
            <a:extLst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noGrp="1"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5546">
            <a:extLst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noGrp="1"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5547">
            <a:extLst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noGrp="1"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5548">
            <a:extLst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noGrp="1"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5549">
            <a:extLst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noGrp="1"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5550">
            <a:extLst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noGrp="1"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5551">
            <a:extLst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noGrp="1"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5552">
            <a:extLst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noGrp="1"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5553">
            <a:extLst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noGrp="1"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5554">
            <a:extLst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noGrp="1"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5555">
            <a:extLst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noGrp="1"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5556">
            <a:extLst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noGrp="1"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5557">
            <a:extLst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noGrp="1"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5558">
            <a:extLst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noGrp="1"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5559">
            <a:extLst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noGrp="1"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5560">
            <a:extLst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noGrp="1"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5561">
            <a:extLst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noGrp="1"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5562">
            <a:extLst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noGrp="1"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5563">
            <a:extLst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noGrp="1"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5564">
            <a:extLst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noGrp="1"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5565">
            <a:extLst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noGrp="1"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5566">
            <a:extLst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noGrp="1"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5567">
            <a:extLst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noGrp="1"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5568">
            <a:extLst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noGrp="1"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5569">
            <a:extLst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noGrp="1"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5570">
            <a:extLst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noGrp="1"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5571">
            <a:extLst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noGrp="1"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5572">
            <a:extLst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noGrp="1"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5573">
            <a:extLst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noGrp="1"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5574">
            <a:extLst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noGrp="1"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5575">
            <a:extLst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noGrp="1"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5576">
            <a:extLst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noGrp="1"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5577">
            <a:extLst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noGrp="1"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5578">
            <a:extLst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noGrp="1"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5579">
            <a:extLst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noGrp="1"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5580">
            <a:extLst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noGrp="1"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5581">
            <a:extLst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noGrp="1"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5582">
            <a:extLst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noGrp="1"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5583">
            <a:extLst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noGrp="1"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5584">
            <a:extLst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noGrp="1"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5585">
            <a:extLst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noGrp="1"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5586">
            <a:extLst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noGrp="1"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5587">
            <a:extLst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noGrp="1"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5588">
            <a:extLst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noGrp="1"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5589">
            <a:extLst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noGrp="1"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5590">
            <a:extLst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noGrp="1"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5591">
            <a:extLst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noGrp="1"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5592">
            <a:extLst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noGrp="1"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5593">
            <a:extLst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noGrp="1"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5594">
            <a:extLst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noGrp="1"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5595">
            <a:extLst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noGrp="1"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5596">
            <a:extLst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noGrp="1"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5597">
            <a:extLst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noGrp="1"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5598">
            <a:extLst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noGrp="1"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5599">
            <a:extLst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noGrp="1"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5600">
            <a:extLst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noGrp="1"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5601">
            <a:extLst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noGrp="1"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5602">
            <a:extLst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noGrp="1"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5603">
            <a:extLst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noGrp="1"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5604">
            <a:extLst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noGrp="1"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5605">
            <a:extLst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noGrp="1"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5606">
            <a:extLst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noGrp="1"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5607">
            <a:extLst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noGrp="1"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5608">
            <a:extLst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noGrp="1"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5609">
            <a:extLst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noGrp="1"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5610">
            <a:extLst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noGrp="1"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5611">
            <a:extLst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noGrp="1"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5612">
            <a:extLst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noGrp="1"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5613">
            <a:extLst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noGrp="1"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5614">
            <a:extLst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noGrp="1"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5615">
            <a:extLst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noGrp="1"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5616">
            <a:extLst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noGrp="1"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5617">
            <a:extLst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noGrp="1"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5618">
            <a:extLst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noGrp="1"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5619">
            <a:extLst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noGrp="1"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5620">
            <a:extLst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noGrp="1"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5621">
            <a:extLst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noGrp="1"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5622">
            <a:extLst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noGrp="1"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5623">
            <a:extLst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noGrp="1"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5624">
            <a:extLst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noGrp="1"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5625">
            <a:extLst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5626">
            <a:extLst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noGrp="1"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5627">
            <a:extLst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noGrp="1"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5628">
            <a:extLst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noGrp="1"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5629">
            <a:extLst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noGrp="1"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5630">
            <a:extLst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noGrp="1"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5631">
            <a:extLst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noGrp="1"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5632">
            <a:extLst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noGrp="1"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5633">
            <a:extLst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noGrp="1"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5634">
            <a:extLst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noGrp="1"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5635">
            <a:extLst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noGrp="1"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5636">
            <a:extLst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noGrp="1"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5637">
            <a:extLst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noGrp="1"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5638">
            <a:extLst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noGrp="1"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5639">
            <a:extLst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noGrp="1"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5640">
            <a:extLst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noGrp="1"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5641">
            <a:extLst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noGrp="1"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5642">
            <a:extLst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noGrp="1"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5643">
            <a:extLst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noGrp="1"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5644">
            <a:extLst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noGrp="1"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5645">
            <a:extLst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noGrp="1"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5646">
            <a:extLst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noGrp="1"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5647">
            <a:extLst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noGrp="1"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5648">
            <a:extLst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noGrp="1"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5649">
            <a:extLst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noGrp="1"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5650">
            <a:extLst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5651">
            <a:extLst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noGrp="1"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5652">
            <a:extLst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noGrp="1"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5653">
            <a:extLst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noGrp="1"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5654">
            <a:extLst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noGrp="1"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5655">
            <a:extLst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5656">
            <a:extLst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noGrp="1"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5657">
            <a:extLst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noGrp="1"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5658">
            <a:extLst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noGrp="1"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5659">
            <a:extLst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noGrp="1"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5660">
            <a:extLst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noGrp="1"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5661">
            <a:extLst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noGrp="1"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5662">
            <a:extLst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noGrp="1"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5663">
            <a:extLst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noGrp="1"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5664">
            <a:extLst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noGrp="1"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5665">
            <a:extLst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noGrp="1"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5666">
            <a:extLst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noGrp="1"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5667">
            <a:extLst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noGrp="1"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5668">
            <a:extLst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noGrp="1"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5669">
            <a:extLst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noGrp="1"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5670">
            <a:extLst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noGrp="1"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5671">
            <a:extLst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noGrp="1"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5672">
            <a:extLst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noGrp="1"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5673">
            <a:extLst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noGrp="1"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5674">
            <a:extLst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noGrp="1"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5675">
            <a:extLst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noGrp="1"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5676">
            <a:extLst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noGrp="1"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5677">
            <a:extLst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noGrp="1"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5678">
            <a:extLst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noGrp="1"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5679">
            <a:extLst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noGrp="1"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5680">
            <a:extLst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noGrp="1"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5681">
            <a:extLst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noGrp="1"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5682">
            <a:extLst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noGrp="1"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5683">
            <a:extLst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noGrp="1"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5684">
            <a:extLst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noGrp="1"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5685">
            <a:extLst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noGrp="1"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5686">
            <a:extLst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noGrp="1"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5687">
            <a:extLst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noGrp="1"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5688">
            <a:extLst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noGrp="1"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5689">
            <a:extLst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noGrp="1"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5690">
            <a:extLst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noGrp="1"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5691">
            <a:extLst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noGrp="1"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5692">
            <a:extLst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noGrp="1"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5693">
            <a:extLst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noGrp="1"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5694">
            <a:extLst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noGrp="1"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5695">
            <a:extLst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noGrp="1"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5696">
            <a:extLst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noGrp="1"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5697">
            <a:extLst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noGrp="1"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5698">
            <a:extLst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noGrp="1"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5699">
            <a:extLst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noGrp="1"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5700">
            <a:extLst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noGrp="1"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5701">
            <a:extLst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noGrp="1"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5702">
            <a:extLst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noGrp="1"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5703">
            <a:extLst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noGrp="1"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5704">
            <a:extLst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noGrp="1"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5705">
            <a:extLst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noGrp="1"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5706">
            <a:extLst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noGrp="1"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5707">
            <a:extLst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noGrp="1"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5708">
            <a:extLst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noGrp="1"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5709">
            <a:extLst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noGrp="1"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5710">
            <a:extLst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noGrp="1"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5711">
            <a:extLst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noGrp="1"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5712">
            <a:extLst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noGrp="1"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5713">
            <a:extLst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noGrp="1"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5714">
            <a:extLst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noGrp="1"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5715">
            <a:extLst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noGrp="1"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5716">
            <a:extLst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noGrp="1"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5717">
            <a:extLst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noGrp="1"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5718">
            <a:extLst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5719">
            <a:extLst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noGrp="1"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5720">
            <a:extLst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noGrp="1"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5721">
            <a:extLst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noGrp="1"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5722">
            <a:extLst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noGrp="1"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5723">
            <a:extLst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noGrp="1"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5724">
            <a:extLst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noGrp="1"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5725">
            <a:extLst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noGrp="1"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5726">
            <a:extLst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noGrp="1"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5727">
            <a:extLst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noGrp="1"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5728">
            <a:extLst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noGrp="1"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5729">
            <a:extLst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noGrp="1"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5730">
            <a:extLst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noGrp="1"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5731">
            <a:extLst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noGrp="1"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5732">
            <a:extLst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noGrp="1"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5733">
            <a:extLst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noGrp="1"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5734">
            <a:extLst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noGrp="1"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5735">
            <a:extLst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noGrp="1"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5736">
            <a:extLst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noGrp="1"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5737">
            <a:extLst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noGrp="1"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5738">
            <a:extLst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noGrp="1"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5739">
            <a:extLst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noGrp="1"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5740">
            <a:extLst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noGrp="1"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5741">
            <a:extLst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noGrp="1"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5742">
            <a:extLst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noGrp="1"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5743">
            <a:extLst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noGrp="1"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5744">
            <a:extLst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noGrp="1"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5745">
            <a:extLst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noGrp="1"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5746">
            <a:extLst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noGrp="1"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5747">
            <a:extLst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noGrp="1"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5748">
            <a:extLst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noGrp="1"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5749">
            <a:extLst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noGrp="1"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5750">
            <a:extLst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noGrp="1"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5751">
            <a:extLst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noGrp="1"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5752">
            <a:extLst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noGrp="1"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5753">
            <a:extLst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noGrp="1"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5754">
            <a:extLst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noGrp="1"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5755">
            <a:extLst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noGrp="1"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5756">
            <a:extLst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noGrp="1"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5757">
            <a:extLst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noGrp="1"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5758">
            <a:extLst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noGrp="1"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5759">
            <a:extLst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noGrp="1"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5760">
            <a:extLst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noGrp="1"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5761">
            <a:extLst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noGrp="1"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5762">
            <a:extLst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noGrp="1"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5763">
            <a:extLst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noGrp="1"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5764">
            <a:extLst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noGrp="1"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5765">
            <a:extLst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noGrp="1"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5766">
            <a:extLst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noGrp="1"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5767">
            <a:extLst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noGrp="1"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5768">
            <a:extLst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noGrp="1"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5769">
            <a:extLst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noGrp="1"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5770">
            <a:extLst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noGrp="1"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5771">
            <a:extLst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noGrp="1"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5772">
            <a:extLst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noGrp="1"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5773">
            <a:extLst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noGrp="1"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5774">
            <a:extLst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noGrp="1"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5775">
            <a:extLst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noGrp="1"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5776">
            <a:extLst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noGrp="1"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5777">
            <a:extLst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noGrp="1"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5778">
            <a:extLst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noGrp="1"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5779">
            <a:extLst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noGrp="1"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5780">
            <a:extLst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noGrp="1"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5781">
            <a:extLst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noGrp="1"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5782">
            <a:extLst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noGrp="1"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5783">
            <a:extLst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noGrp="1"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5784">
            <a:extLst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noGrp="1"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5785">
            <a:extLst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noGrp="1"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5786">
            <a:extLst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noGrp="1"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5787">
            <a:extLst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noGrp="1"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5788">
            <a:extLst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noGrp="1"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5789">
            <a:extLst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noGrp="1"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5790">
            <a:extLst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noGrp="1"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5791">
            <a:extLst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noGrp="1"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5792">
            <a:extLst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noGrp="1"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5793">
            <a:extLst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noGrp="1"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5794">
            <a:extLst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noGrp="1"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5795">
            <a:extLst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noGrp="1"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5796">
            <a:extLst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noGrp="1"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5797">
            <a:extLst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noGrp="1"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5798">
            <a:extLst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noGrp="1"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5799">
            <a:extLst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noGrp="1"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5800">
            <a:extLst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noGrp="1"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5801">
            <a:extLst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noGrp="1"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5802">
            <a:extLst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noGrp="1"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5803">
            <a:extLst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noGrp="1"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5804">
            <a:extLst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noGrp="1"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5805">
            <a:extLst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noGrp="1"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5806">
            <a:extLst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noGrp="1"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5807">
            <a:extLst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noGrp="1"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5808">
            <a:extLst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noGrp="1"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5809">
            <a:extLst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noGrp="1"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5810">
            <a:extLst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noGrp="1"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5811">
            <a:extLst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noGrp="1"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5812">
            <a:extLst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noGrp="1"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5813">
            <a:extLst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noGrp="1"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5814">
            <a:extLst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noGrp="1"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5815">
            <a:extLst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noGrp="1"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5816">
            <a:extLst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noGrp="1"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5817">
            <a:extLst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noGrp="1"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5818">
            <a:extLst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noGrp="1"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5819">
            <a:extLst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noGrp="1"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5820">
            <a:extLst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noGrp="1"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5821">
            <a:extLst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noGrp="1"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5822">
            <a:extLst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noGrp="1"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5823">
            <a:extLst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noGrp="1"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5824">
            <a:extLst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noGrp="1"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5825">
            <a:extLst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noGrp="1"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5826">
            <a:extLst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noGrp="1"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5827">
            <a:extLst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noGrp="1"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5828">
            <a:extLst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noGrp="1"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5829">
            <a:extLst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5830">
            <a:extLst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noGrp="1"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5831">
            <a:extLst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noGrp="1"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5832">
            <a:extLst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5833">
            <a:extLst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noGrp="1"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5834">
            <a:extLst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5835">
            <a:extLst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noGrp="1"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5836">
            <a:extLst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noGrp="1"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5837">
            <a:extLst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noGrp="1"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5838">
            <a:extLst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noGrp="1"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5839">
            <a:extLst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noGrp="1"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5840">
            <a:extLst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noGrp="1"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5841">
            <a:extLst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noGrp="1"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5842">
            <a:extLst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noGrp="1"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5843">
            <a:extLst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noGrp="1"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5844">
            <a:extLst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noGrp="1"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5845">
            <a:extLst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noGrp="1"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5846">
            <a:extLst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noGrp="1"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5847">
            <a:extLst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noGrp="1"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5848">
            <a:extLst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noGrp="1"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5849">
            <a:extLst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noGrp="1"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5850">
            <a:extLst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noGrp="1"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5851">
            <a:extLst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noGrp="1"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5852">
            <a:extLst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noGrp="1"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5853">
            <a:extLst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noGrp="1"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5854">
            <a:extLst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noGrp="1"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5855">
            <a:extLst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noGrp="1"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5856">
            <a:extLst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noGrp="1"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5857">
            <a:extLst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noGrp="1"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5858">
            <a:extLst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noGrp="1"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5859">
            <a:extLst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noGrp="1"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5860">
            <a:extLst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noGrp="1"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5861">
            <a:extLst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noGrp="1"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5862">
            <a:extLst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noGrp="1"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5863">
            <a:extLst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noGrp="1"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5864">
            <a:extLst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noGrp="1"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5865">
            <a:extLst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noGrp="1"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5866">
            <a:extLst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noGrp="1"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5867">
            <a:extLst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noGrp="1"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5868">
            <a:extLst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noGrp="1"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5869">
            <a:extLst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noGrp="1"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5870">
            <a:extLst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5871">
            <a:extLst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noGrp="1"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5872">
            <a:extLst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noGrp="1"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5873">
            <a:extLst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noGrp="1"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5874">
            <a:extLst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noGrp="1"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5875">
            <a:extLst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noGrp="1"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5876">
            <a:extLst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noGrp="1"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5877">
            <a:extLst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noGrp="1"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5878">
            <a:extLst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noGrp="1"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5879">
            <a:extLst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noGrp="1"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5880">
            <a:extLst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noGrp="1"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5881">
            <a:extLst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noGrp="1"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5882">
            <a:extLst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noGrp="1"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5883">
            <a:extLst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noGrp="1"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5884">
            <a:extLst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noGrp="1"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5885">
            <a:extLst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noGrp="1"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5886">
            <a:extLst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noGrp="1"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5887">
            <a:extLst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noGrp="1"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5888">
            <a:extLst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noGrp="1"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5889">
            <a:extLst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noGrp="1"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5890">
            <a:extLst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noGrp="1"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5891">
            <a:extLst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noGrp="1"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5892">
            <a:extLst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noGrp="1"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5893">
            <a:extLst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noGrp="1"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5894">
            <a:extLst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noGrp="1"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5895">
            <a:extLst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noGrp="1"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5896">
            <a:extLst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noGrp="1"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5897">
            <a:extLst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5898">
            <a:extLst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noGrp="1"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5899">
            <a:extLst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noGrp="1"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5900">
            <a:extLst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noGrp="1"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5901">
            <a:extLst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noGrp="1"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5902">
            <a:extLst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noGrp="1"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5903">
            <a:extLst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noGrp="1"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5904">
            <a:extLst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noGrp="1"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5905">
            <a:extLst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noGrp="1"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5906">
            <a:extLst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noGrp="1"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5907">
            <a:extLst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noGrp="1"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5908">
            <a:extLst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noGrp="1"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5909">
            <a:extLst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noGrp="1"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5910">
            <a:extLst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noGrp="1"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5911">
            <a:extLst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noGrp="1"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5912">
            <a:extLst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noGrp="1"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5913">
            <a:extLst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noGrp="1"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5914">
            <a:extLst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noGrp="1"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5915">
            <a:extLst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noGrp="1"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5916">
            <a:extLst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noGrp="1"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5917">
            <a:extLst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noGrp="1"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5918">
            <a:extLst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noGrp="1"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5919">
            <a:extLst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noGrp="1"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5920">
            <a:extLst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noGrp="1"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5921">
            <a:extLst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noGrp="1"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5922">
            <a:extLst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noGrp="1"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5923">
            <a:extLst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noGrp="1"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5924">
            <a:extLst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noGrp="1"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5925">
            <a:extLst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noGrp="1"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5926">
            <a:extLst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noGrp="1"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5927">
            <a:extLst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noGrp="1"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5928">
            <a:extLst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noGrp="1"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5929">
            <a:extLst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noGrp="1"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5930">
            <a:extLst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noGrp="1"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5931">
            <a:extLst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noGrp="1"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5932">
            <a:extLst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noGrp="1"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5933">
            <a:extLst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noGrp="1"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5934">
            <a:extLst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noGrp="1"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5935">
            <a:extLst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noGrp="1"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5936">
            <a:extLst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noGrp="1"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5937">
            <a:extLst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noGrp="1"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5938">
            <a:extLst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noGrp="1"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5939">
            <a:extLst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noGrp="1"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5940">
            <a:extLst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noGrp="1"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5941">
            <a:extLst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noGrp="1"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5942">
            <a:extLst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noGrp="1"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5943">
            <a:extLst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noGrp="1"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5944">
            <a:extLst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noGrp="1"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5945">
            <a:extLst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noGrp="1"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5946">
            <a:extLst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noGrp="1"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5947">
            <a:extLst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noGrp="1"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5948">
            <a:extLst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noGrp="1"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5949">
            <a:extLst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noGrp="1"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5950">
            <a:extLst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noGrp="1"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5951">
            <a:extLst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noGrp="1"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5952">
            <a:extLst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noGrp="1"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5953">
            <a:extLst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noGrp="1"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5954">
            <a:extLst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noGrp="1"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5955">
            <a:extLst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noGrp="1"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5956">
            <a:extLst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noGrp="1"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5957">
            <a:extLst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noGrp="1"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5958">
            <a:extLst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noGrp="1"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5959">
            <a:extLst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noGrp="1"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5960">
            <a:extLst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noGrp="1"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5961">
            <a:extLst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noGrp="1"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5962">
            <a:extLst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noGrp="1"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5963">
            <a:extLst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noGrp="1"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5964">
            <a:extLst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noGrp="1"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5965">
            <a:extLst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noGrp="1"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5966">
            <a:extLst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noGrp="1"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5967">
            <a:extLst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noGrp="1"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5968">
            <a:extLst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noGrp="1"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5969">
            <a:extLst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noGrp="1"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5970">
            <a:extLst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noGrp="1"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5971">
            <a:extLst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noGrp="1"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5972">
            <a:extLst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noGrp="1"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5973">
            <a:extLst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noGrp="1"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5974">
            <a:extLst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noGrp="1"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5975">
            <a:extLst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noGrp="1"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5976">
            <a:extLst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noGrp="1"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5977">
            <a:extLst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noGrp="1"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5978">
            <a:extLst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noGrp="1"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5979">
            <a:extLst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noGrp="1"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5980">
            <a:extLst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noGrp="1"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5981">
            <a:extLst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noGrp="1"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5982">
            <a:extLst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noGrp="1"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5983">
            <a:extLst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noGrp="1"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5984">
            <a:extLst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noGrp="1"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5985">
            <a:extLst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noGrp="1"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5986">
            <a:extLst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noGrp="1"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5987">
            <a:extLst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noGrp="1"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5988">
            <a:extLst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noGrp="1"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5989">
            <a:extLst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noGrp="1"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5990">
            <a:extLst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noGrp="1"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5991">
            <a:extLst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noGrp="1"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5992">
            <a:extLst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noGrp="1"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5993">
            <a:extLst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noGrp="1"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5994">
            <a:extLst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noGrp="1"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5995">
            <a:extLst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noGrp="1"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5996">
            <a:extLst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noGrp="1"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5997">
            <a:extLst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noGrp="1"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5998">
            <a:extLst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noGrp="1"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5999">
            <a:extLst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noGrp="1"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6000">
            <a:extLst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noGrp="1"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6001">
            <a:extLst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noGrp="1"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6002">
            <a:extLst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noGrp="1"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6003">
            <a:extLst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noGrp="1"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6004">
            <a:extLst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noGrp="1"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6005">
            <a:extLst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noGrp="1"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6006">
            <a:extLst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noGrp="1"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6007">
            <a:extLst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noGrp="1"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6008">
            <a:extLst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6009">
            <a:extLst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noGrp="1"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6010">
            <a:extLst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noGrp="1"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6011">
            <a:extLst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6012">
            <a:extLst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noGrp="1"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6013">
            <a:extLst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6014">
            <a:extLst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noGrp="1"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6015">
            <a:extLst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noGrp="1"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6016">
            <a:extLst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noGrp="1"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6017">
            <a:extLst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noGrp="1"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6018">
            <a:extLst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noGrp="1"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6019">
            <a:extLst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noGrp="1"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6020">
            <a:extLst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noGrp="1"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6021">
            <a:extLst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noGrp="1"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6022">
            <a:extLst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noGrp="1"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6023">
            <a:extLst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noGrp="1"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6024">
            <a:extLst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noGrp="1"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6025">
            <a:extLst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noGrp="1"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6026">
            <a:extLst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noGrp="1"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6027">
            <a:extLst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noGrp="1"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6028">
            <a:extLst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noGrp="1"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6029">
            <a:extLst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noGrp="1"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6030">
            <a:extLst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noGrp="1"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6031">
            <a:extLst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noGrp="1"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6032">
            <a:extLst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noGrp="1"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6033">
            <a:extLst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noGrp="1"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6034">
            <a:extLst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noGrp="1"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6035">
            <a:extLst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noGrp="1"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6036">
            <a:extLst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noGrp="1"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6037">
            <a:extLst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noGrp="1"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6038">
            <a:extLst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noGrp="1"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6039">
            <a:extLst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noGrp="1"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6040">
            <a:extLst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noGrp="1"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6041">
            <a:extLst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noGrp="1"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6042">
            <a:extLst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noGrp="1"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6043">
            <a:extLst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noGrp="1"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6044">
            <a:extLst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noGrp="1"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6045">
            <a:extLst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noGrp="1"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6046">
            <a:extLst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noGrp="1"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6047">
            <a:extLst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noGrp="1"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6048">
            <a:extLst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noGrp="1"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6049">
            <a:extLst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6050">
            <a:extLst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noGrp="1"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6051">
            <a:extLst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6052">
            <a:extLst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noGrp="1"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6053">
            <a:extLst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noGrp="1"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6054">
            <a:extLst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noGrp="1"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6055">
            <a:extLst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noGrp="1"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6056">
            <a:extLst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noGrp="1"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6057">
            <a:extLst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noGrp="1"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6058">
            <a:extLst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noGrp="1"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6059">
            <a:extLst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noGrp="1"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6060">
            <a:extLst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noGrp="1"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6061">
            <a:extLst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noGrp="1"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6062">
            <a:extLst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noGrp="1"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6063">
            <a:extLst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noGrp="1"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6064">
            <a:extLst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noGrp="1"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6065">
            <a:extLst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noGrp="1"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6066">
            <a:extLst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noGrp="1"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6067">
            <a:extLst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noGrp="1"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6068">
            <a:extLst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noGrp="1"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6069">
            <a:extLst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noGrp="1"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6070">
            <a:extLst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noGrp="1"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6071">
            <a:extLst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noGrp="1"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6072">
            <a:extLst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noGrp="1"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6073">
            <a:extLst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noGrp="1"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6074">
            <a:extLst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noGrp="1"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6075">
            <a:extLst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noGrp="1"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6076">
            <a:extLst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6077">
            <a:extLst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noGrp="1"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6078">
            <a:extLst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noGrp="1"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6079">
            <a:extLst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noGrp="1"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6080">
            <a:extLst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noGrp="1"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6081">
            <a:extLst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noGrp="1"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6082">
            <a:extLst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noGrp="1"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6083">
            <a:extLst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noGrp="1"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6084">
            <a:extLst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noGrp="1"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6085">
            <a:extLst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noGrp="1"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6086">
            <a:extLst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noGrp="1"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6087">
            <a:extLst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noGrp="1"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6088">
            <a:extLst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noGrp="1"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6089">
            <a:extLst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noGrp="1"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6090">
            <a:extLst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noGrp="1"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6091">
            <a:extLst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noGrp="1"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6092">
            <a:extLst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noGrp="1"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6093">
            <a:extLst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noGrp="1"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6094">
            <a:extLst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noGrp="1"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6095">
            <a:extLst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noGrp="1"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6096">
            <a:extLst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noGrp="1"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6097">
            <a:extLst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noGrp="1"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6098">
            <a:extLst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noGrp="1"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6099">
            <a:extLst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noGrp="1"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6100">
            <a:extLst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noGrp="1"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6101">
            <a:extLst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noGrp="1"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6102">
            <a:extLst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noGrp="1"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6103">
            <a:extLst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noGrp="1"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6104">
            <a:extLst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noGrp="1"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6105">
            <a:extLst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noGrp="1"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6106">
            <a:extLst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noGrp="1"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6107">
            <a:extLst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noGrp="1"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6108">
            <a:extLst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noGrp="1"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6109">
            <a:extLst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noGrp="1"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6110">
            <a:extLst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noGrp="1"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6111">
            <a:extLst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noGrp="1"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6112">
            <a:extLst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noGrp="1"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6113">
            <a:extLst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noGrp="1"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6114">
            <a:extLst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noGrp="1"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6115">
            <a:extLst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noGrp="1"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6116">
            <a:extLst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noGrp="1"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6117">
            <a:extLst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noGrp="1"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6118">
            <a:extLst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noGrp="1"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6119">
            <a:extLst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noGrp="1"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6120">
            <a:extLst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noGrp="1"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6121">
            <a:extLst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noGrp="1"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6122">
            <a:extLst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noGrp="1"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6123">
            <a:extLst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noGrp="1"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6124">
            <a:extLst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noGrp="1"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6125">
            <a:extLst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noGrp="1"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6126">
            <a:extLst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noGrp="1"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6127">
            <a:extLst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noGrp="1"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6128">
            <a:extLst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noGrp="1"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6129">
            <a:extLst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noGrp="1"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6130">
            <a:extLst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noGrp="1"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6131">
            <a:extLst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noGrp="1"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6132">
            <a:extLst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noGrp="1"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6133">
            <a:extLst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noGrp="1"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6134">
            <a:extLst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noGrp="1"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6135">
            <a:extLst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noGrp="1"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6136">
            <a:extLst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noGrp="1"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6137">
            <a:extLst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noGrp="1"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6138">
            <a:extLst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noGrp="1"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6139">
            <a:extLst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noGrp="1"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6140">
            <a:extLst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noGrp="1"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6141">
            <a:extLst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noGrp="1"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6142">
            <a:extLst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noGrp="1"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6143">
            <a:extLst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noGrp="1"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6144">
            <a:extLst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noGrp="1"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6145">
            <a:extLst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noGrp="1"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6146">
            <a:extLst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noGrp="1"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6147">
            <a:extLst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noGrp="1"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6148">
            <a:extLst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noGrp="1"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6149">
            <a:extLst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noGrp="1"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6150">
            <a:extLst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noGrp="1"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6151">
            <a:extLst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noGrp="1"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6152">
            <a:extLst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noGrp="1"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6153">
            <a:extLst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noGrp="1"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6154">
            <a:extLst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noGrp="1"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6155">
            <a:extLst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noGrp="1"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6156">
            <a:extLst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noGrp="1"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6157">
            <a:extLst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noGrp="1"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6158">
            <a:extLst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noGrp="1"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6159">
            <a:extLst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noGrp="1"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6160">
            <a:extLst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noGrp="1"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6161">
            <a:extLst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noGrp="1"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6162">
            <a:extLst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noGrp="1"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6163">
            <a:extLst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noGrp="1"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6164">
            <a:extLst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noGrp="1"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6165">
            <a:extLst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noGrp="1"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6166">
            <a:extLst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noGrp="1"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6167">
            <a:extLst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noGrp="1"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6168">
            <a:extLst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noGrp="1"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6169">
            <a:extLst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noGrp="1"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6170">
            <a:extLst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noGrp="1"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6171">
            <a:extLst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noGrp="1"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6172">
            <a:extLst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noGrp="1"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6173">
            <a:extLst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noGrp="1"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6174">
            <a:extLst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noGrp="1"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6175">
            <a:extLst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noGrp="1"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6176">
            <a:extLst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noGrp="1"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6177">
            <a:extLst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noGrp="1"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6178">
            <a:extLst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noGrp="1"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6179">
            <a:extLst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noGrp="1"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6180">
            <a:extLst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noGrp="1"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6181">
            <a:extLst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noGrp="1"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6182">
            <a:extLst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noGrp="1"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6183">
            <a:extLst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noGrp="1"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6184">
            <a:extLst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noGrp="1"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noGrp="1"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noGrp="1"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noGrp="1"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noGrp="1"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noGrp="1"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noGrp="1"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noGrp="1"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noGrp="1"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noGrp="1"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noGrp="1"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noGrp="1"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noGrp="1"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noGrp="1"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6199">
            <a:extLst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noGrp="1"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noGrp="1"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noGrp="1"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noGrp="1"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noGrp="1"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noGrp="1"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noGrp="1"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noGrp="1"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noGrp="1"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noGrp="1"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noGrp="1"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noGrp="1"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noGrp="1"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noGrp="1"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noGrp="1"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noGrp="1"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noGrp="1"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noGrp="1"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noGrp="1"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6218">
            <a:extLst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noGrp="1"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6219">
            <a:extLst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noGrp="1"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6220">
            <a:extLst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noGrp="1"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6221">
            <a:extLst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noGrp="1"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6222">
            <a:extLst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noGrp="1"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6223">
            <a:extLst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6224">
            <a:extLst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noGrp="1"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6225">
            <a:extLst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noGrp="1"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6226">
            <a:extLst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noGrp="1"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6227">
            <a:extLst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noGrp="1"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6228">
            <a:extLst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noGrp="1"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6229">
            <a:extLst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noGrp="1"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6230">
            <a:extLst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noGrp="1"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6231">
            <a:extLst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noGrp="1"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6232">
            <a:extLst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noGrp="1"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6233">
            <a:extLst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noGrp="1"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6234">
            <a:extLst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noGrp="1"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6235">
            <a:extLst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noGrp="1"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6236">
            <a:extLst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noGrp="1"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6237">
            <a:extLst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noGrp="1"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6238">
            <a:extLst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noGrp="1"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6239">
            <a:extLst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noGrp="1"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6240">
            <a:extLst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noGrp="1"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6241">
            <a:extLst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noGrp="1"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6242">
            <a:extLst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noGrp="1"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6243">
            <a:extLst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noGrp="1"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6244">
            <a:extLst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noGrp="1"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6245">
            <a:extLst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noGrp="1"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6246">
            <a:extLst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noGrp="1"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6247">
            <a:extLst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noGrp="1"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6248">
            <a:extLst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noGrp="1"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6249">
            <a:extLst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noGrp="1"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6250">
            <a:extLst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noGrp="1"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6251">
            <a:extLst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noGrp="1"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6252">
            <a:extLst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noGrp="1"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6253">
            <a:extLst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noGrp="1"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6254">
            <a:extLst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noGrp="1"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6255">
            <a:extLst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noGrp="1"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6256">
            <a:extLst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noGrp="1"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6257">
            <a:extLst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noGrp="1"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6258">
            <a:extLst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noGrp="1"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6259">
            <a:extLst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noGrp="1"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6260">
            <a:extLst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noGrp="1"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6261">
            <a:extLst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noGrp="1"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6262">
            <a:extLst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noGrp="1"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6263">
            <a:extLst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noGrp="1"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6264">
            <a:extLst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noGrp="1"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6265">
            <a:extLst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noGrp="1"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6266">
            <a:extLst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noGrp="1"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6267">
            <a:extLst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noGrp="1"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6268">
            <a:extLst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noGrp="1"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6269">
            <a:extLst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noGrp="1"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6270">
            <a:extLst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noGrp="1"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6271">
            <a:extLst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noGrp="1"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6272">
            <a:extLst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noGrp="1"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6273">
            <a:extLst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noGrp="1"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6274">
            <a:extLst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noGrp="1"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6275">
            <a:extLst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noGrp="1"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6276">
            <a:extLst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noGrp="1"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6277">
            <a:extLst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noGrp="1"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6278">
            <a:extLst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noGrp="1"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6279">
            <a:extLst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noGrp="1"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6280">
            <a:extLst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noGrp="1"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6281">
            <a:extLst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noGrp="1"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6282">
            <a:extLst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noGrp="1"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6283">
            <a:extLst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noGrp="1"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6284">
            <a:extLst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noGrp="1"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6285">
            <a:extLst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noGrp="1"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6286">
            <a:extLst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noGrp="1"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6287">
            <a:extLst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noGrp="1"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6288">
            <a:extLst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noGrp="1"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6289">
            <a:extLst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noGrp="1"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6290">
            <a:extLst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noGrp="1"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6291">
            <a:extLst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noGrp="1"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6292">
            <a:extLst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noGrp="1"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6293">
            <a:extLst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noGrp="1"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6294">
            <a:extLst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noGrp="1"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6295">
            <a:extLst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noGrp="1"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6296">
            <a:extLst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noGrp="1"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6297">
            <a:extLst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noGrp="1"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6298">
            <a:extLst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noGrp="1"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6299">
            <a:extLst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noGrp="1"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6300">
            <a:extLst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noGrp="1"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6301">
            <a:extLst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noGrp="1"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6302">
            <a:extLst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noGrp="1"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6303">
            <a:extLst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noGrp="1"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6304">
            <a:extLst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noGrp="1"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6305">
            <a:extLst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noGrp="1"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6306">
            <a:extLst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noGrp="1"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6307">
            <a:extLst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noGrp="1"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6308">
            <a:extLst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noGrp="1"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6309">
            <a:extLst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noGrp="1"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6310">
            <a:extLst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noGrp="1"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6311">
            <a:extLst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noGrp="1"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6312">
            <a:extLst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noGrp="1"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6313">
            <a:extLst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noGrp="1"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6314">
            <a:extLst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noGrp="1"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6315">
            <a:extLst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noGrp="1"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6316">
            <a:extLst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noGrp="1"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6317">
            <a:extLst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noGrp="1"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6318">
            <a:extLst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noGrp="1"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6319">
            <a:extLst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noGrp="1"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6320">
            <a:extLst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noGrp="1"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6321">
            <a:extLst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noGrp="1"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6322">
            <a:extLst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noGrp="1"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6323">
            <a:extLst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noGrp="1"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6324">
            <a:extLst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noGrp="1"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6325">
            <a:extLst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noGrp="1"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6326">
            <a:extLst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noGrp="1"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6327">
            <a:extLst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noGrp="1"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6328">
            <a:extLst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noGrp="1"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6329">
            <a:extLst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noGrp="1"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6330">
            <a:extLst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noGrp="1"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6331">
            <a:extLst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noGrp="1"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6332">
            <a:extLst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noGrp="1"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6333">
            <a:extLst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noGrp="1"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6334">
            <a:extLst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noGrp="1"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6335">
            <a:extLst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noGrp="1"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6336">
            <a:extLst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noGrp="1"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6337">
            <a:extLst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noGrp="1"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6338">
            <a:extLst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noGrp="1"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6339">
            <a:extLst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noGrp="1"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6340">
            <a:extLst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noGrp="1"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6341">
            <a:extLst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noGrp="1"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6342">
            <a:extLst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noGrp="1"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6343">
            <a:extLst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noGrp="1"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6344">
            <a:extLst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noGrp="1"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6345">
            <a:extLst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noGrp="1"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6346">
            <a:extLst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noGrp="1"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6347">
            <a:extLst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noGrp="1"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6348">
            <a:extLst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noGrp="1"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6349">
            <a:extLst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noGrp="1"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6350">
            <a:extLst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noGrp="1"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6351">
            <a:extLst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noGrp="1"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6352">
            <a:extLst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noGrp="1"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6353">
            <a:extLst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noGrp="1"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6354">
            <a:extLst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noGrp="1"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6355">
            <a:extLst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noGrp="1"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6356">
            <a:extLst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noGrp="1"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6357">
            <a:extLst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noGrp="1"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6358">
            <a:extLst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noGrp="1"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6359">
            <a:extLst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noGrp="1"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6360">
            <a:extLst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noGrp="1"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6361">
            <a:extLst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noGrp="1"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6362">
            <a:extLst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noGrp="1"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6363">
            <a:extLst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noGrp="1"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6364">
            <a:extLst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noGrp="1"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6365">
            <a:extLst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noGrp="1"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6366">
            <a:extLst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noGrp="1"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6367">
            <a:extLst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noGrp="1"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6368">
            <a:extLst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noGrp="1"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6369">
            <a:extLst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noGrp="1"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6370">
            <a:extLst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noGrp="1"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6371">
            <a:extLst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noGrp="1"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6372">
            <a:extLst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noGrp="1"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6373">
            <a:extLst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noGrp="1"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6374">
            <a:extLst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6375">
            <a:extLst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noGrp="1"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6376">
            <a:extLst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noGrp="1"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6377">
            <a:extLst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noGrp="1"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6378">
            <a:extLst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noGrp="1"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6379">
            <a:extLst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noGrp="1"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6380">
            <a:extLst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noGrp="1"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6381">
            <a:extLst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noGrp="1"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6382">
            <a:extLst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noGrp="1"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6383">
            <a:extLst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noGrp="1"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6384">
            <a:extLst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noGrp="1"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6385">
            <a:extLst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noGrp="1"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6386">
            <a:extLst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noGrp="1"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6387">
            <a:extLst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noGrp="1"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6388">
            <a:extLst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noGrp="1"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6389">
            <a:extLst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noGrp="1"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6390">
            <a:extLst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noGrp="1"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6391">
            <a:extLst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noGrp="1"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6392">
            <a:extLst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noGrp="1"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6393">
            <a:extLst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noGrp="1"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6394">
            <a:extLst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noGrp="1"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6395">
            <a:extLst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noGrp="1"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6396">
            <a:extLst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noGrp="1"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6397">
            <a:extLst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noGrp="1"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6398">
            <a:extLst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noGrp="1"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6399">
            <a:extLst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noGrp="1"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6400">
            <a:extLst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noGrp="1"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6401">
            <a:extLst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noGrp="1"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6402">
            <a:extLst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noGrp="1"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6403">
            <a:extLst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noGrp="1"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6404">
            <a:extLst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noGrp="1"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6405">
            <a:extLst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noGrp="1"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6406">
            <a:extLst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noGrp="1"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6407">
            <a:extLst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noGrp="1"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6408">
            <a:extLst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noGrp="1"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6409">
            <a:extLst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noGrp="1"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6410">
            <a:extLst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noGrp="1"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6411">
            <a:extLst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noGrp="1"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6412">
            <a:extLst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noGrp="1"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6413">
            <a:extLst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noGrp="1"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6414">
            <a:extLst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noGrp="1"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6415">
            <a:extLst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noGrp="1"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6416">
            <a:extLst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noGrp="1"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6417">
            <a:extLst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noGrp="1"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6418">
            <a:extLst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noGrp="1"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6419">
            <a:extLst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noGrp="1"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6420">
            <a:extLst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noGrp="1"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6421">
            <a:extLst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noGrp="1"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6422">
            <a:extLst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noGrp="1"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6423">
            <a:extLst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noGrp="1"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6424">
            <a:extLst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noGrp="1"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6425">
            <a:extLst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noGrp="1"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6426">
            <a:extLst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noGrp="1"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6427">
            <a:extLst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noGrp="1"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6428">
            <a:extLst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noGrp="1"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6429">
            <a:extLst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noGrp="1"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6430">
            <a:extLst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noGrp="1"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6431">
            <a:extLst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noGrp="1"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6432">
            <a:extLst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noGrp="1"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6433">
            <a:extLst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noGrp="1"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6434">
            <a:extLst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noGrp="1"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6435">
            <a:extLst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noGrp="1"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6436">
            <a:extLst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noGrp="1"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6437">
            <a:extLst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noGrp="1"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6438">
            <a:extLst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noGrp="1"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6439">
            <a:extLst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noGrp="1"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6440">
            <a:extLst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noGrp="1"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6441">
            <a:extLst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noGrp="1"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6442">
            <a:extLst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noGrp="1"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6443">
            <a:extLst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noGrp="1"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6444">
            <a:extLst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noGrp="1"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6445">
            <a:extLst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noGrp="1"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6446">
            <a:extLst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noGrp="1"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6447">
            <a:extLst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noGrp="1"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6448">
            <a:extLst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noGrp="1"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6449">
            <a:extLst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noGrp="1"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6450">
            <a:extLst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noGrp="1"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6451">
            <a:extLst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noGrp="1"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6452">
            <a:extLst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noGrp="1"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6453">
            <a:extLst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noGrp="1"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6454">
            <a:extLst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noGrp="1"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6455">
            <a:extLst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noGrp="1"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6456">
            <a:extLst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noGrp="1"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6457">
            <a:extLst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noGrp="1"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6458">
            <a:extLst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noGrp="1"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6459">
            <a:extLst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noGrp="1"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6460">
            <a:extLst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noGrp="1"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6461">
            <a:extLst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noGrp="1"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6462">
            <a:extLst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noGrp="1"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6463">
            <a:extLst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noGrp="1"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6464">
            <a:extLst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noGrp="1"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6465">
            <a:extLst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noGrp="1"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6466">
            <a:extLst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noGrp="1"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6467">
            <a:extLst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noGrp="1"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6468">
            <a:extLst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noGrp="1"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6469">
            <a:extLst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noGrp="1"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6470">
            <a:extLst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noGrp="1"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6471">
            <a:extLst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noGrp="1"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6472">
            <a:extLst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noGrp="1"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6473">
            <a:extLst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noGrp="1"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6474">
            <a:extLst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noGrp="1"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6475">
            <a:extLst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noGrp="1"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6476">
            <a:extLst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noGrp="1"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6477">
            <a:extLst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noGrp="1"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6478">
            <a:extLst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noGrp="1"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6479">
            <a:extLst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noGrp="1"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6480">
            <a:extLst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noGrp="1"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6481">
            <a:extLst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noGrp="1"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6482">
            <a:extLst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noGrp="1"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6483">
            <a:extLst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noGrp="1"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6484">
            <a:extLst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noGrp="1"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6485">
            <a:extLst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noGrp="1"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6486">
            <a:extLst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noGrp="1"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6487">
            <a:extLst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noGrp="1"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6488">
            <a:extLst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noGrp="1"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6489">
            <a:extLst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noGrp="1"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6490">
            <a:extLst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noGrp="1"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6491">
            <a:extLst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noGrp="1"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6492">
            <a:extLst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noGrp="1"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6493">
            <a:extLst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noGrp="1"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6494">
            <a:extLst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noGrp="1"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6495">
            <a:extLst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noGrp="1"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6496">
            <a:extLst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noGrp="1"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6497">
            <a:extLst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noGrp="1"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6498">
            <a:extLst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noGrp="1"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6499">
            <a:extLst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noGrp="1"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6500">
            <a:extLst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noGrp="1"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6501">
            <a:extLst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noGrp="1"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6502">
            <a:extLst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noGrp="1"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6503">
            <a:extLst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noGrp="1"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6504">
            <a:extLst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noGrp="1"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6505">
            <a:extLst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noGrp="1"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6506">
            <a:extLst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noGrp="1"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6507">
            <a:extLst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noGrp="1"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6508">
            <a:extLst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noGrp="1"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6509">
            <a:extLst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noGrp="1"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6510">
            <a:extLst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noGrp="1"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6511">
            <a:extLst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noGrp="1"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6512">
            <a:extLst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noGrp="1"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6513">
            <a:extLst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noGrp="1"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6514">
            <a:extLst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noGrp="1"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6515">
            <a:extLst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noGrp="1"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6516">
            <a:extLst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noGrp="1"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6517">
            <a:extLst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noGrp="1"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6518">
            <a:extLst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noGrp="1"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6519">
            <a:extLst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noGrp="1"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6520">
            <a:extLst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noGrp="1"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6521">
            <a:extLst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noGrp="1"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6522">
            <a:extLst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noGrp="1"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6523">
            <a:extLst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noGrp="1"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6524">
            <a:extLst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noGrp="1"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6525">
            <a:extLst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noGrp="1"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6526">
            <a:extLst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noGrp="1"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6527">
            <a:extLst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noGrp="1"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6528">
            <a:extLst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noGrp="1"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6529">
            <a:extLst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noGrp="1"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6530">
            <a:extLst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noGrp="1"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6531">
            <a:extLst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noGrp="1"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6532">
            <a:extLst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noGrp="1"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6533">
            <a:extLst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noGrp="1"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6534">
            <a:extLst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noGrp="1"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6535">
            <a:extLst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noGrp="1"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6536">
            <a:extLst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noGrp="1"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6537">
            <a:extLst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noGrp="1"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6538">
            <a:extLst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noGrp="1"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6539">
            <a:extLst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noGrp="1"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6540">
            <a:extLst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noGrp="1"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6541">
            <a:extLst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noGrp="1"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6542">
            <a:extLst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noGrp="1"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6543">
            <a:extLst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noGrp="1"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6544">
            <a:extLst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noGrp="1"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6545">
            <a:extLst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noGrp="1"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6546">
            <a:extLst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noGrp="1"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6547">
            <a:extLst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noGrp="1"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6548">
            <a:extLst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noGrp="1"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6549">
            <a:extLst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noGrp="1"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6550">
            <a:extLst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noGrp="1"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6551">
            <a:extLst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noGrp="1"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6552">
            <a:extLst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noGrp="1"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6553">
            <a:extLst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noGrp="1"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6554">
            <a:extLst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noGrp="1"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6555">
            <a:extLst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noGrp="1"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6556">
            <a:extLst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noGrp="1"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6557">
            <a:extLst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noGrp="1"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6558">
            <a:extLst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noGrp="1"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6559">
            <a:extLst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noGrp="1"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6560">
            <a:extLst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noGrp="1"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6561">
            <a:extLst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noGrp="1"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6562">
            <a:extLst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noGrp="1"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6563">
            <a:extLst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noGrp="1"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6564">
            <a:extLst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noGrp="1"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6565">
            <a:extLst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noGrp="1"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6566">
            <a:extLst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noGrp="1"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6567">
            <a:extLst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noGrp="1"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6568">
            <a:extLst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noGrp="1"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6569">
            <a:extLst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noGrp="1"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6570">
            <a:extLst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noGrp="1"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6571">
            <a:extLst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noGrp="1"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6572">
            <a:extLst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noGrp="1"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6573">
            <a:extLst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noGrp="1"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6574">
            <a:extLst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noGrp="1"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6575">
            <a:extLst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noGrp="1"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6576">
            <a:extLst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noGrp="1"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6577">
            <a:extLst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noGrp="1"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6578">
            <a:extLst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noGrp="1"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6579">
            <a:extLst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noGrp="1"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6580">
            <a:extLst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noGrp="1"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6581">
            <a:extLst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noGrp="1"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6582">
            <a:extLst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noGrp="1"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6583">
            <a:extLst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noGrp="1"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6584">
            <a:extLst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noGrp="1"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6585">
            <a:extLst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noGrp="1"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6586">
            <a:extLst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noGrp="1"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6587">
            <a:extLst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noGrp="1"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6588">
            <a:extLst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noGrp="1"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6589">
            <a:extLst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noGrp="1"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6590">
            <a:extLst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noGrp="1"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6591">
            <a:extLst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noGrp="1"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6592">
            <a:extLst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noGrp="1"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6593">
            <a:extLst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noGrp="1"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6594">
            <a:extLst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noGrp="1"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6595">
            <a:extLst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noGrp="1"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6596">
            <a:extLst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noGrp="1"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6597">
            <a:extLst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noGrp="1"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6598">
            <a:extLst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noGrp="1"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6599">
            <a:extLst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noGrp="1"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6600">
            <a:extLst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noGrp="1"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6601">
            <a:extLst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noGrp="1"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6602">
            <a:extLst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noGrp="1"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6603">
            <a:extLst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noGrp="1"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6604">
            <a:extLst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noGrp="1"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6605">
            <a:extLst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noGrp="1"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6606">
            <a:extLst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noGrp="1"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6607">
            <a:extLst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noGrp="1"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6608">
            <a:extLst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noGrp="1"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6609">
            <a:extLst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noGrp="1"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6610">
            <a:extLst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noGrp="1"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6611">
            <a:extLst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noGrp="1"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6612">
            <a:extLst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noGrp="1"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6613">
            <a:extLst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noGrp="1"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6614">
            <a:extLst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noGrp="1"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6615">
            <a:extLst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noGrp="1"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6616">
            <a:extLst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noGrp="1"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6617">
            <a:extLst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noGrp="1"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6618">
            <a:extLst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noGrp="1"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6619">
            <a:extLst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noGrp="1"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6620">
            <a:extLst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noGrp="1"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6621">
            <a:extLst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noGrp="1"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6622">
            <a:extLst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noGrp="1"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6623">
            <a:extLst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noGrp="1"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6624">
            <a:extLst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noGrp="1"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6625">
            <a:extLst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noGrp="1"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6626">
            <a:extLst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noGrp="1"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6627">
            <a:extLst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noGrp="1"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6628">
            <a:extLst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noGrp="1"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6629">
            <a:extLst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noGrp="1"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6630">
            <a:extLst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noGrp="1"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6631">
            <a:extLst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noGrp="1"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6632">
            <a:extLst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noGrp="1"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6633">
            <a:extLst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noGrp="1"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6634">
            <a:extLst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noGrp="1"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6635">
            <a:extLst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noGrp="1"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6636">
            <a:extLst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noGrp="1"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6637">
            <a:extLst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noGrp="1"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6638">
            <a:extLst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noGrp="1"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6639">
            <a:extLst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noGrp="1"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6640">
            <a:extLst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noGrp="1"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6641">
            <a:extLst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noGrp="1"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6642">
            <a:extLst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noGrp="1"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6643">
            <a:extLst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noGrp="1"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6644">
            <a:extLst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noGrp="1"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6645">
            <a:extLst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noGrp="1"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6646">
            <a:extLst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noGrp="1"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6647">
            <a:extLst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noGrp="1"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6648">
            <a:extLst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noGrp="1"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6649">
            <a:extLst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noGrp="1"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6650">
            <a:extLst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noGrp="1"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6651">
            <a:extLst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noGrp="1"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6652">
            <a:extLst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noGrp="1"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6653">
            <a:extLst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noGrp="1"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6654">
            <a:extLst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noGrp="1"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6655">
            <a:extLst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noGrp="1"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6656">
            <a:extLst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noGrp="1"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6657">
            <a:extLst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noGrp="1"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6658">
            <a:extLst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noGrp="1"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6659">
            <a:extLst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noGrp="1"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6660">
            <a:extLst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noGrp="1"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6661">
            <a:extLst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noGrp="1"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6662">
            <a:extLst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noGrp="1"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6663">
            <a:extLst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noGrp="1"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6664">
            <a:extLst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noGrp="1"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6665">
            <a:extLst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noGrp="1"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6666">
            <a:extLst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noGrp="1"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6667">
            <a:extLst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noGrp="1"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6668">
            <a:extLst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noGrp="1"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6669">
            <a:extLst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noGrp="1"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6670">
            <a:extLst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noGrp="1"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6671">
            <a:extLst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noGrp="1"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6672">
            <a:extLst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noGrp="1"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6673">
            <a:extLst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noGrp="1"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6674">
            <a:extLst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noGrp="1"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6675">
            <a:extLst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noGrp="1"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6676">
            <a:extLst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noGrp="1"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6677">
            <a:extLst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noGrp="1"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6678">
            <a:extLst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noGrp="1"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6679">
            <a:extLst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noGrp="1"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6680">
            <a:extLst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noGrp="1"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6681">
            <a:extLst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noGrp="1"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6682">
            <a:extLst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noGrp="1"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6683">
            <a:extLst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noGrp="1"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6684">
            <a:extLst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noGrp="1"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6685">
            <a:extLst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noGrp="1"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6686">
            <a:extLst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noGrp="1"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6687">
            <a:extLst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noGrp="1"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6688">
            <a:extLst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noGrp="1"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6689">
            <a:extLst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noGrp="1"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6690">
            <a:extLst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noGrp="1"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6691">
            <a:extLst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noGrp="1"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6692">
            <a:extLst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noGrp="1"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6693">
            <a:extLst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noGrp="1"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6694">
            <a:extLst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noGrp="1"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6695">
            <a:extLst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noGrp="1"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6696">
            <a:extLst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noGrp="1"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6697">
            <a:extLst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noGrp="1"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6698">
            <a:extLst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noGrp="1"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6699">
            <a:extLst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noGrp="1"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6700">
            <a:extLst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noGrp="1"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6701">
            <a:extLst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noGrp="1"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6702">
            <a:extLst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noGrp="1"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6703">
            <a:extLst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noGrp="1"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6704">
            <a:extLst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noGrp="1"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6705">
            <a:extLst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noGrp="1"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6706">
            <a:extLst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noGrp="1"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6707">
            <a:extLst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noGrp="1"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6708">
            <a:extLst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noGrp="1"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6709">
            <a:extLst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noGrp="1"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6710">
            <a:extLst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noGrp="1"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6711">
            <a:extLst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noGrp="1"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6712">
            <a:extLst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noGrp="1"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6713">
            <a:extLst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noGrp="1"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6714">
            <a:extLst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noGrp="1"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6715">
            <a:extLst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noGrp="1"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6716">
            <a:extLst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noGrp="1"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6717">
            <a:extLst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noGrp="1"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6718">
            <a:extLst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noGrp="1"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6719">
            <a:extLst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noGrp="1"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6720">
            <a:extLst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noGrp="1"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6721">
            <a:extLst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noGrp="1"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6722">
            <a:extLst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noGrp="1"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6723">
            <a:extLst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noGrp="1"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6724">
            <a:extLst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noGrp="1"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6725">
            <a:extLst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noGrp="1"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6726">
            <a:extLst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noGrp="1"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6727">
            <a:extLst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noGrp="1"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6728">
            <a:extLst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noGrp="1"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6729">
            <a:extLst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noGrp="1"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6730">
            <a:extLst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noGrp="1"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6731">
            <a:extLst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noGrp="1"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6732">
            <a:extLst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noGrp="1"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6733">
            <a:extLst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noGrp="1"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6734">
            <a:extLst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noGrp="1"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6735">
            <a:extLst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noGrp="1"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6736">
            <a:extLst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noGrp="1"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6737">
            <a:extLst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noGrp="1"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6738">
            <a:extLst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noGrp="1"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6739">
            <a:extLst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noGrp="1"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6740">
            <a:extLst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noGrp="1"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6741">
            <a:extLst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noGrp="1"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6742">
            <a:extLst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noGrp="1"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6743">
            <a:extLst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noGrp="1"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6744">
            <a:extLst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noGrp="1"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6745">
            <a:extLst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noGrp="1"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6746">
            <a:extLst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noGrp="1"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6747">
            <a:extLst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noGrp="1"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6748">
            <a:extLst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noGrp="1"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6749">
            <a:extLst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noGrp="1"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6750">
            <a:extLst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noGrp="1"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6751">
            <a:extLst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noGrp="1"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6752">
            <a:extLst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noGrp="1"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6753">
            <a:extLst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noGrp="1"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6754">
            <a:extLst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noGrp="1"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6755">
            <a:extLst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noGrp="1"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6756">
            <a:extLst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noGrp="1"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6757">
            <a:extLst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noGrp="1"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6758">
            <a:extLst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noGrp="1"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6759">
            <a:extLst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noGrp="1"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6760">
            <a:extLst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noGrp="1"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6761">
            <a:extLst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noGrp="1"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6762">
            <a:extLst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noGrp="1"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6763">
            <a:extLst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noGrp="1"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6764">
            <a:extLst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noGrp="1"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6765">
            <a:extLst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noGrp="1"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6766">
            <a:extLst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noGrp="1"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6767">
            <a:extLst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noGrp="1"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6768">
            <a:extLst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noGrp="1"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6769">
            <a:extLst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noGrp="1"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6770">
            <a:extLst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noGrp="1"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6771">
            <a:extLst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noGrp="1"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6772">
            <a:extLst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noGrp="1"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6773">
            <a:extLst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noGrp="1"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6774">
            <a:extLst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noGrp="1"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6775">
            <a:extLst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noGrp="1"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6776">
            <a:extLst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noGrp="1"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6777">
            <a:extLst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noGrp="1"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6778">
            <a:extLst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noGrp="1"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6779">
            <a:extLst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noGrp="1"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6780">
            <a:extLst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noGrp="1"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6781">
            <a:extLst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noGrp="1"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6782">
            <a:extLst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noGrp="1"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6783">
            <a:extLst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noGrp="1"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6784">
            <a:extLst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noGrp="1"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6785">
            <a:extLst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noGrp="1"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6786">
            <a:extLst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noGrp="1"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6787">
            <a:extLst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noGrp="1"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6788">
            <a:extLst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noGrp="1"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6789">
            <a:extLst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noGrp="1"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6790">
            <a:extLst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noGrp="1"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6791">
            <a:extLst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noGrp="1"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6792">
            <a:extLst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noGrp="1"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6793">
            <a:extLst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noGrp="1"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6794">
            <a:extLst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noGrp="1"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6795">
            <a:extLst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noGrp="1"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6796">
            <a:extLst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noGrp="1"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6797">
            <a:extLst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noGrp="1"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6798">
            <a:extLst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6799">
            <a:extLst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noGrp="1"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6800">
            <a:extLst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noGrp="1"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6801">
            <a:extLst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noGrp="1"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6802">
            <a:extLst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noGrp="1"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6803">
            <a:extLst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noGrp="1"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6804">
            <a:extLst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noGrp="1"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6805">
            <a:extLst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noGrp="1"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6806">
            <a:extLst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noGrp="1"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6807">
            <a:extLst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noGrp="1"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6808">
            <a:extLst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noGrp="1"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6809">
            <a:extLst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noGrp="1"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6810">
            <a:extLst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noGrp="1"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6811">
            <a:extLst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noGrp="1"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6812">
            <a:extLst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noGrp="1"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6813">
            <a:extLst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noGrp="1"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6814">
            <a:extLst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noGrp="1"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6815">
            <a:extLst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noGrp="1"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6816">
            <a:extLst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noGrp="1"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6817">
            <a:extLst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noGrp="1"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6818">
            <a:extLst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noGrp="1"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6819">
            <a:extLst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noGrp="1"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6820">
            <a:extLst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noGrp="1"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6821">
            <a:extLst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noGrp="1"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6822">
            <a:extLst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noGrp="1"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6823">
            <a:extLst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noGrp="1"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6824">
            <a:extLst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noGrp="1"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6825">
            <a:extLst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noGrp="1"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6826">
            <a:extLst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noGrp="1"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6827">
            <a:extLst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noGrp="1"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6828">
            <a:extLst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noGrp="1"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6829">
            <a:extLst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noGrp="1"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6830">
            <a:extLst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noGrp="1"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6831">
            <a:extLst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noGrp="1"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6832">
            <a:extLst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noGrp="1"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6833">
            <a:extLst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noGrp="1"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6834">
            <a:extLst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noGrp="1"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6835">
            <a:extLst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noGrp="1"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6836">
            <a:extLst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noGrp="1"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6837">
            <a:extLst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noGrp="1"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6838">
            <a:extLst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noGrp="1"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6839">
            <a:extLst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noGrp="1"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6840">
            <a:extLst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noGrp="1"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6841">
            <a:extLst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noGrp="1"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6842">
            <a:extLst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noGrp="1"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6843">
            <a:extLst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noGrp="1"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6844">
            <a:extLst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noGrp="1"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6845">
            <a:extLst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noGrp="1"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6846">
            <a:extLst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noGrp="1"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6847">
            <a:extLst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noGrp="1"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6848">
            <a:extLst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noGrp="1"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6849">
            <a:extLst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noGrp="1"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6850">
            <a:extLst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noGrp="1"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6851">
            <a:extLst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noGrp="1"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6852">
            <a:extLst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noGrp="1"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6853">
            <a:extLst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noGrp="1"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6854">
            <a:extLst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noGrp="1"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6855">
            <a:extLst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noGrp="1"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6856">
            <a:extLst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noGrp="1"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6857">
            <a:extLst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noGrp="1"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6858">
            <a:extLst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noGrp="1"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6859">
            <a:extLst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noGrp="1"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6860">
            <a:extLst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noGrp="1"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6861">
            <a:extLst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noGrp="1"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6862">
            <a:extLst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noGrp="1"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6863">
            <a:extLst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noGrp="1"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6864">
            <a:extLst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noGrp="1"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6865">
            <a:extLst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noGrp="1"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6866">
            <a:extLst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noGrp="1"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6867">
            <a:extLst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noGrp="1"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6868">
            <a:extLst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noGrp="1"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6869">
            <a:extLst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noGrp="1"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6870">
            <a:extLst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noGrp="1"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6871">
            <a:extLst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noGrp="1"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6872">
            <a:extLst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noGrp="1"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6873">
            <a:extLst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noGrp="1"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6874">
            <a:extLst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noGrp="1"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6875">
            <a:extLst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noGrp="1"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6876">
            <a:extLst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noGrp="1"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6877">
            <a:extLst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noGrp="1"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6878">
            <a:extLst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noGrp="1"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6879">
            <a:extLst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noGrp="1"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6880">
            <a:extLst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noGrp="1"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6881">
            <a:extLst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noGrp="1"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6882">
            <a:extLst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noGrp="1"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6883">
            <a:extLst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noGrp="1"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6884">
            <a:extLst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noGrp="1"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6885">
            <a:extLst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noGrp="1"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6886">
            <a:extLst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noGrp="1"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6887">
            <a:extLst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noGrp="1"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6888">
            <a:extLst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noGrp="1"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6889">
            <a:extLst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noGrp="1"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6890">
            <a:extLst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noGrp="1"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6891">
            <a:extLst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noGrp="1"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6892">
            <a:extLst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noGrp="1"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6893">
            <a:extLst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noGrp="1"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6894">
            <a:extLst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noGrp="1"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6895">
            <a:extLst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noGrp="1"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6896">
            <a:extLst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noGrp="1"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6897">
            <a:extLst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noGrp="1"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6898">
            <a:extLst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noGrp="1"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6899">
            <a:extLst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noGrp="1"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6900">
            <a:extLst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noGrp="1"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6901">
            <a:extLst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noGrp="1"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6902">
            <a:extLst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noGrp="1"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6903">
            <a:extLst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noGrp="1"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6904">
            <a:extLst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noGrp="1"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6905">
            <a:extLst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noGrp="1"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6906">
            <a:extLst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noGrp="1"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6907">
            <a:extLst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noGrp="1"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6908">
            <a:extLst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noGrp="1"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6909">
            <a:extLst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noGrp="1"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6910">
            <a:extLst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noGrp="1"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6911">
            <a:extLst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noGrp="1"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6912">
            <a:extLst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noGrp="1"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6913">
            <a:extLst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noGrp="1"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6914">
            <a:extLst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noGrp="1"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6915">
            <a:extLst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noGrp="1"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6916">
            <a:extLst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noGrp="1"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6917">
            <a:extLst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noGrp="1"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6918">
            <a:extLst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noGrp="1"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6919">
            <a:extLst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noGrp="1"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6920">
            <a:extLst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noGrp="1"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6921">
            <a:extLst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noGrp="1"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6922">
            <a:extLst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noGrp="1"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6923">
            <a:extLst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noGrp="1"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6924">
            <a:extLst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noGrp="1"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6925">
            <a:extLst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noGrp="1"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6926">
            <a:extLst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noGrp="1"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6927">
            <a:extLst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noGrp="1"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6928">
            <a:extLst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noGrp="1"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6929">
            <a:extLst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noGrp="1"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6930">
            <a:extLst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noGrp="1"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6931">
            <a:extLst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noGrp="1"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6932">
            <a:extLst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noGrp="1"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6933">
            <a:extLst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noGrp="1"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noGrp="1"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noGrp="1"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noGrp="1"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noGrp="1"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noGrp="1"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noGrp="1"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noGrp="1"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noGrp="1"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noGrp="1"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noGrp="1"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noGrp="1"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noGrp="1"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noGrp="1"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6948">
            <a:extLst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noGrp="1"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noGrp="1"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noGrp="1"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noGrp="1"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noGrp="1"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noGrp="1"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noGrp="1"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noGrp="1"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noGrp="1"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noGrp="1"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noGrp="1"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noGrp="1"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noGrp="1"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noGrp="1"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noGrp="1"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noGrp="1"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noGrp="1"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noGrp="1"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noGrp="1"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6967">
            <a:extLst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noGrp="1"/>
          </p:cNvSpPr>
          <p:nvPr/>
        </p:nvSpPr>
        <p:spPr>
          <a:xfrm>
            <a:off x="722363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6968">
            <a:extLst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noGrp="1"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6969">
            <a:extLst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noGrp="1"/>
          </p:cNvSpPr>
          <p:nvPr/>
        </p:nvSpPr>
        <p:spPr>
          <a:xfrm>
            <a:off x="724343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6970">
            <a:extLst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noGrp="1"/>
          </p:cNvSpPr>
          <p:nvPr/>
        </p:nvSpPr>
        <p:spPr>
          <a:xfrm>
            <a:off x="72655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6971">
            <a:extLst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noGrp="1"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6972">
            <a:extLst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noGrp="1"/>
          </p:cNvSpPr>
          <p:nvPr/>
        </p:nvSpPr>
        <p:spPr>
          <a:xfrm>
            <a:off x="7327348" y="32331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6973">
            <a:extLst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noGrp="1"/>
          </p:cNvSpPr>
          <p:nvPr/>
        </p:nvSpPr>
        <p:spPr>
          <a:xfrm>
            <a:off x="72305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6974">
            <a:extLst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noGrp="1"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6975">
            <a:extLst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6976">
            <a:extLst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noGrp="1"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6977">
            <a:extLst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noGrp="1"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6978">
            <a:extLst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noGrp="1"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6979">
            <a:extLst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noGrp="1"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6980">
            <a:extLst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noGrp="1"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6981">
            <a:extLst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noGrp="1"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6982">
            <a:extLst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noGrp="1"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6983">
            <a:extLst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noGrp="1"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6984">
            <a:extLst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noGrp="1"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6985">
            <a:extLst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noGrp="1"/>
          </p:cNvSpPr>
          <p:nvPr/>
        </p:nvSpPr>
        <p:spPr>
          <a:xfrm>
            <a:off x="73433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6986">
            <a:extLst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noGrp="1"/>
          </p:cNvSpPr>
          <p:nvPr/>
        </p:nvSpPr>
        <p:spPr>
          <a:xfrm>
            <a:off x="72984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6987">
            <a:extLst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noGrp="1"/>
          </p:cNvSpPr>
          <p:nvPr/>
        </p:nvSpPr>
        <p:spPr>
          <a:xfrm>
            <a:off x="7221157" y="32139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6988">
            <a:extLst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noGrp="1"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6989">
            <a:extLst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noGrp="1"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6990">
            <a:extLst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noGrp="1"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6991">
            <a:extLst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noGrp="1"/>
          </p:cNvSpPr>
          <p:nvPr/>
        </p:nvSpPr>
        <p:spPr>
          <a:xfrm>
            <a:off x="7220114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6992">
            <a:extLst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noGrp="1"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6993">
            <a:extLst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noGrp="1"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6994">
            <a:extLst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noGrp="1"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6995">
            <a:extLst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noGrp="1"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6996">
            <a:extLst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noGrp="1"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6997">
            <a:extLst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noGrp="1"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6998">
            <a:extLst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noGrp="1"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6999">
            <a:extLst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noGrp="1"/>
          </p:cNvSpPr>
          <p:nvPr/>
        </p:nvSpPr>
        <p:spPr>
          <a:xfrm>
            <a:off x="7304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7000">
            <a:extLst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noGrp="1"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7001">
            <a:extLst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noGrp="1"/>
          </p:cNvSpPr>
          <p:nvPr/>
        </p:nvSpPr>
        <p:spPr>
          <a:xfrm>
            <a:off x="72205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7002">
            <a:extLst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noGrp="1"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7003">
            <a:extLst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noGrp="1"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7004">
            <a:extLst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noGrp="1"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7005">
            <a:extLst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noGrp="1"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7006">
            <a:extLst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noGrp="1"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7007">
            <a:extLst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noGrp="1"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7008">
            <a:extLst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noGrp="1"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7009">
            <a:extLst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noGrp="1"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7010">
            <a:extLst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7011">
            <a:extLst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noGrp="1"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7012">
            <a:extLst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7013">
            <a:extLst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noGrp="1"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7014">
            <a:extLst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noGrp="1"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7015">
            <a:extLst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noGrp="1"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7016">
            <a:extLst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noGrp="1"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7017">
            <a:extLst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noGrp="1"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7018">
            <a:extLst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noGrp="1"/>
          </p:cNvSpPr>
          <p:nvPr/>
        </p:nvSpPr>
        <p:spPr>
          <a:xfrm>
            <a:off x="7337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7019">
            <a:extLst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noGrp="1"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7020">
            <a:extLst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noGrp="1"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7021">
            <a:extLst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noGrp="1"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7022">
            <a:extLst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noGrp="1"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7023">
            <a:extLst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noGrp="1"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7024">
            <a:extLst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noGrp="1"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7025">
            <a:extLst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noGrp="1"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7026">
            <a:extLst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noGrp="1"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7027">
            <a:extLst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noGrp="1"/>
          </p:cNvSpPr>
          <p:nvPr/>
        </p:nvSpPr>
        <p:spPr>
          <a:xfrm>
            <a:off x="7310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7028">
            <a:extLst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noGrp="1"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7029">
            <a:extLst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noGrp="1"/>
          </p:cNvSpPr>
          <p:nvPr/>
        </p:nvSpPr>
        <p:spPr>
          <a:xfrm>
            <a:off x="725373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7030">
            <a:extLst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noGrp="1"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7031">
            <a:extLst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noGrp="1"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7032">
            <a:extLst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noGrp="1"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7033">
            <a:extLst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7034">
            <a:extLst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noGrp="1"/>
          </p:cNvSpPr>
          <p:nvPr/>
        </p:nvSpPr>
        <p:spPr>
          <a:xfrm>
            <a:off x="733555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7035">
            <a:extLst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noGrp="1"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7036">
            <a:extLst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noGrp="1"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7037">
            <a:extLst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noGrp="1"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7038">
            <a:extLst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noGrp="1"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7039">
            <a:extLst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noGrp="1"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7040">
            <a:extLst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7041">
            <a:extLst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noGrp="1"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7042">
            <a:extLst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noGrp="1"/>
          </p:cNvSpPr>
          <p:nvPr/>
        </p:nvSpPr>
        <p:spPr>
          <a:xfrm>
            <a:off x="7308976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7043">
            <a:extLst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noGrp="1"/>
          </p:cNvSpPr>
          <p:nvPr/>
        </p:nvSpPr>
        <p:spPr>
          <a:xfrm>
            <a:off x="7243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7044">
            <a:extLst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noGrp="1"/>
          </p:cNvSpPr>
          <p:nvPr/>
        </p:nvSpPr>
        <p:spPr>
          <a:xfrm>
            <a:off x="7256076" y="32410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7045">
            <a:extLst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noGrp="1"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7046">
            <a:extLst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noGrp="1"/>
          </p:cNvSpPr>
          <p:nvPr/>
        </p:nvSpPr>
        <p:spPr>
          <a:xfrm>
            <a:off x="72485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7047">
            <a:extLst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noGrp="1"/>
          </p:cNvSpPr>
          <p:nvPr/>
        </p:nvSpPr>
        <p:spPr>
          <a:xfrm>
            <a:off x="725360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7048">
            <a:extLst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noGrp="1"/>
          </p:cNvSpPr>
          <p:nvPr/>
        </p:nvSpPr>
        <p:spPr>
          <a:xfrm>
            <a:off x="733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7049">
            <a:extLst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noGrp="1"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7050">
            <a:extLst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noGrp="1"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7051">
            <a:extLst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noGrp="1"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7052">
            <a:extLst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noGrp="1"/>
          </p:cNvSpPr>
          <p:nvPr/>
        </p:nvSpPr>
        <p:spPr>
          <a:xfrm>
            <a:off x="732773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7053">
            <a:extLst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noGrp="1"/>
          </p:cNvSpPr>
          <p:nvPr/>
        </p:nvSpPr>
        <p:spPr>
          <a:xfrm>
            <a:off x="7303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7054">
            <a:extLst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7055">
            <a:extLst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noGrp="1"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7056">
            <a:extLst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noGrp="1"/>
          </p:cNvSpPr>
          <p:nvPr/>
        </p:nvSpPr>
        <p:spPr>
          <a:xfrm>
            <a:off x="7269236" y="371706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7057">
            <a:extLst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noGrp="1"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7058">
            <a:extLst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noGrp="1"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7059">
            <a:extLst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noGrp="1"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7060">
            <a:extLst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noGrp="1"/>
          </p:cNvSpPr>
          <p:nvPr/>
        </p:nvSpPr>
        <p:spPr>
          <a:xfrm>
            <a:off x="733164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7061">
            <a:extLst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noGrp="1"/>
          </p:cNvSpPr>
          <p:nvPr/>
        </p:nvSpPr>
        <p:spPr>
          <a:xfrm>
            <a:off x="72567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7062">
            <a:extLst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noGrp="1"/>
          </p:cNvSpPr>
          <p:nvPr/>
        </p:nvSpPr>
        <p:spPr>
          <a:xfrm>
            <a:off x="72370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7063">
            <a:extLst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noGrp="1"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7064">
            <a:extLst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noGrp="1"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7065">
            <a:extLst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noGrp="1"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7066">
            <a:extLst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noGrp="1"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7067">
            <a:extLst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noGrp="1"/>
          </p:cNvSpPr>
          <p:nvPr/>
        </p:nvSpPr>
        <p:spPr>
          <a:xfrm>
            <a:off x="72321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7068">
            <a:extLst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noGrp="1"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7069">
            <a:extLst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noGrp="1"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7070">
            <a:extLst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noGrp="1"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7071">
            <a:extLst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7072">
            <a:extLst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noGrp="1"/>
          </p:cNvSpPr>
          <p:nvPr/>
        </p:nvSpPr>
        <p:spPr>
          <a:xfrm>
            <a:off x="7339205" y="31023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7073">
            <a:extLst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noGrp="1"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7074">
            <a:extLst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noGrp="1"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7075">
            <a:extLst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noGrp="1"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7076">
            <a:extLst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noGrp="1"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7077">
            <a:extLst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noGrp="1"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7078">
            <a:extLst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noGrp="1"/>
          </p:cNvSpPr>
          <p:nvPr/>
        </p:nvSpPr>
        <p:spPr>
          <a:xfrm>
            <a:off x="73191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7079">
            <a:extLst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noGrp="1"/>
          </p:cNvSpPr>
          <p:nvPr/>
        </p:nvSpPr>
        <p:spPr>
          <a:xfrm>
            <a:off x="722793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7080">
            <a:extLst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noGrp="1"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7081">
            <a:extLst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noGrp="1"/>
          </p:cNvSpPr>
          <p:nvPr/>
        </p:nvSpPr>
        <p:spPr>
          <a:xfrm>
            <a:off x="7300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7082">
            <a:extLst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noGrp="1"/>
          </p:cNvSpPr>
          <p:nvPr/>
        </p:nvSpPr>
        <p:spPr>
          <a:xfrm>
            <a:off x="7338423" y="31033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7083">
            <a:extLst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noGrp="1"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7084">
            <a:extLst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noGrp="1"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7085">
            <a:extLst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noGrp="1"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7086">
            <a:extLst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noGrp="1"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7087">
            <a:extLst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noGrp="1"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7088">
            <a:extLst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noGrp="1"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7089">
            <a:extLst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noGrp="1"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7090">
            <a:extLst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noGrp="1"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7091">
            <a:extLst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noGrp="1"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7092">
            <a:extLst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noGrp="1"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7093">
            <a:extLst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noGrp="1"/>
          </p:cNvSpPr>
          <p:nvPr/>
        </p:nvSpPr>
        <p:spPr>
          <a:xfrm>
            <a:off x="7284220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7094">
            <a:extLst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noGrp="1"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7095">
            <a:extLst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noGrp="1"/>
          </p:cNvSpPr>
          <p:nvPr/>
        </p:nvSpPr>
        <p:spPr>
          <a:xfrm>
            <a:off x="7267803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7096">
            <a:extLst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noGrp="1"/>
          </p:cNvSpPr>
          <p:nvPr/>
        </p:nvSpPr>
        <p:spPr>
          <a:xfrm>
            <a:off x="732409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7097">
            <a:extLst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noGrp="1"/>
          </p:cNvSpPr>
          <p:nvPr/>
        </p:nvSpPr>
        <p:spPr>
          <a:xfrm>
            <a:off x="7231841" y="31625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7098">
            <a:extLst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noGrp="1"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7099">
            <a:extLst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noGrp="1"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7100">
            <a:extLst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noGrp="1"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7101">
            <a:extLst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noGrp="1"/>
          </p:cNvSpPr>
          <p:nvPr/>
        </p:nvSpPr>
        <p:spPr>
          <a:xfrm>
            <a:off x="7333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7102">
            <a:extLst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noGrp="1"/>
          </p:cNvSpPr>
          <p:nvPr/>
        </p:nvSpPr>
        <p:spPr>
          <a:xfrm>
            <a:off x="73135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7103">
            <a:extLst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noGrp="1"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7104">
            <a:extLst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noGrp="1"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7105">
            <a:extLst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noGrp="1"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7106">
            <a:extLst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noGrp="1"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7107">
            <a:extLst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noGrp="1"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7108">
            <a:extLst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noGrp="1"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7109">
            <a:extLst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noGrp="1"/>
          </p:cNvSpPr>
          <p:nvPr/>
        </p:nvSpPr>
        <p:spPr>
          <a:xfrm>
            <a:off x="73067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7110">
            <a:extLst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noGrp="1"/>
          </p:cNvSpPr>
          <p:nvPr/>
        </p:nvSpPr>
        <p:spPr>
          <a:xfrm>
            <a:off x="7305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7111">
            <a:extLst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noGrp="1"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7112">
            <a:extLst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noGrp="1"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7113">
            <a:extLst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noGrp="1"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7114">
            <a:extLst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noGrp="1"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7115">
            <a:extLst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noGrp="1"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7116">
            <a:extLst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noGrp="1"/>
          </p:cNvSpPr>
          <p:nvPr/>
        </p:nvSpPr>
        <p:spPr>
          <a:xfrm>
            <a:off x="730611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7117">
            <a:extLst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noGrp="1"/>
          </p:cNvSpPr>
          <p:nvPr/>
        </p:nvSpPr>
        <p:spPr>
          <a:xfrm>
            <a:off x="732330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7118">
            <a:extLst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noGrp="1"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7119">
            <a:extLst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noGrp="1"/>
          </p:cNvSpPr>
          <p:nvPr/>
        </p:nvSpPr>
        <p:spPr>
          <a:xfrm>
            <a:off x="7307283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7120">
            <a:extLst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noGrp="1"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7121">
            <a:extLst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noGrp="1"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7122">
            <a:extLst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noGrp="1"/>
          </p:cNvSpPr>
          <p:nvPr/>
        </p:nvSpPr>
        <p:spPr>
          <a:xfrm>
            <a:off x="72307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7123">
            <a:extLst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noGrp="1"/>
          </p:cNvSpPr>
          <p:nvPr/>
        </p:nvSpPr>
        <p:spPr>
          <a:xfrm>
            <a:off x="7305849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7124">
            <a:extLst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noGrp="1"/>
          </p:cNvSpPr>
          <p:nvPr/>
        </p:nvSpPr>
        <p:spPr>
          <a:xfrm>
            <a:off x="733946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7125">
            <a:extLst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noGrp="1"/>
          </p:cNvSpPr>
          <p:nvPr/>
        </p:nvSpPr>
        <p:spPr>
          <a:xfrm>
            <a:off x="7345069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7126">
            <a:extLst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noGrp="1"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7127">
            <a:extLst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noGrp="1"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7128">
            <a:extLst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noGrp="1"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7129">
            <a:extLst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noGrp="1"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7130">
            <a:extLst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noGrp="1"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7131">
            <a:extLst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noGrp="1"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7132">
            <a:extLst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noGrp="1"/>
          </p:cNvSpPr>
          <p:nvPr/>
        </p:nvSpPr>
        <p:spPr>
          <a:xfrm>
            <a:off x="7272624" y="34160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7133">
            <a:extLst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noGrp="1"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7134">
            <a:extLst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noGrp="1"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7135">
            <a:extLst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noGrp="1"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7136">
            <a:extLst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noGrp="1"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7137">
            <a:extLst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noGrp="1"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7138">
            <a:extLst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noGrp="1"/>
          </p:cNvSpPr>
          <p:nvPr/>
        </p:nvSpPr>
        <p:spPr>
          <a:xfrm>
            <a:off x="72373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7139">
            <a:extLst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noGrp="1"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7140">
            <a:extLst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noGrp="1"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7141">
            <a:extLst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noGrp="1"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7142">
            <a:extLst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noGrp="1"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7143">
            <a:extLst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noGrp="1"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7144">
            <a:extLst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noGrp="1"/>
          </p:cNvSpPr>
          <p:nvPr/>
        </p:nvSpPr>
        <p:spPr>
          <a:xfrm>
            <a:off x="72202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7145">
            <a:extLst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noGrp="1"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7146">
            <a:extLst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noGrp="1"/>
          </p:cNvSpPr>
          <p:nvPr/>
        </p:nvSpPr>
        <p:spPr>
          <a:xfrm>
            <a:off x="756514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7147">
            <a:extLst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noGrp="1"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7148">
            <a:extLst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noGrp="1"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7149">
            <a:extLst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noGrp="1"/>
          </p:cNvSpPr>
          <p:nvPr/>
        </p:nvSpPr>
        <p:spPr>
          <a:xfrm>
            <a:off x="76071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7150">
            <a:extLst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noGrp="1"/>
          </p:cNvSpPr>
          <p:nvPr/>
        </p:nvSpPr>
        <p:spPr>
          <a:xfrm>
            <a:off x="76450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7151">
            <a:extLst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noGrp="1"/>
          </p:cNvSpPr>
          <p:nvPr/>
        </p:nvSpPr>
        <p:spPr>
          <a:xfrm>
            <a:off x="7668862" y="30281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7152">
            <a:extLst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noGrp="1"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7153">
            <a:extLst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noGrp="1"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7154">
            <a:extLst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7155">
            <a:extLst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noGrp="1"/>
          </p:cNvSpPr>
          <p:nvPr/>
        </p:nvSpPr>
        <p:spPr>
          <a:xfrm>
            <a:off x="75581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7156">
            <a:extLst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noGrp="1"/>
          </p:cNvSpPr>
          <p:nvPr/>
        </p:nvSpPr>
        <p:spPr>
          <a:xfrm>
            <a:off x="76584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7157">
            <a:extLst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noGrp="1"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7158">
            <a:extLst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noGrp="1"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7159">
            <a:extLst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noGrp="1"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7160">
            <a:extLst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noGrp="1"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7161">
            <a:extLst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noGrp="1"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7162">
            <a:extLst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noGrp="1"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7163">
            <a:extLst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noGrp="1"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7164">
            <a:extLst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noGrp="1"/>
          </p:cNvSpPr>
          <p:nvPr/>
        </p:nvSpPr>
        <p:spPr>
          <a:xfrm>
            <a:off x="76848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7165">
            <a:extLst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noGrp="1"/>
          </p:cNvSpPr>
          <p:nvPr/>
        </p:nvSpPr>
        <p:spPr>
          <a:xfrm>
            <a:off x="76399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7166">
            <a:extLst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noGrp="1"/>
          </p:cNvSpPr>
          <p:nvPr/>
        </p:nvSpPr>
        <p:spPr>
          <a:xfrm>
            <a:off x="7562670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7167">
            <a:extLst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noGrp="1"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7168">
            <a:extLst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noGrp="1"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7169">
            <a:extLst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noGrp="1"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7170">
            <a:extLst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noGrp="1"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7171">
            <a:extLst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noGrp="1"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7172">
            <a:extLst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noGrp="1"/>
          </p:cNvSpPr>
          <p:nvPr/>
        </p:nvSpPr>
        <p:spPr>
          <a:xfrm>
            <a:off x="76360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7173">
            <a:extLst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noGrp="1"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7174">
            <a:extLst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noGrp="1"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7175">
            <a:extLst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noGrp="1"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7176">
            <a:extLst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noGrp="1"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7177">
            <a:extLst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noGrp="1"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7178">
            <a:extLst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noGrp="1"/>
          </p:cNvSpPr>
          <p:nvPr/>
        </p:nvSpPr>
        <p:spPr>
          <a:xfrm>
            <a:off x="76459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7179">
            <a:extLst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noGrp="1"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7180">
            <a:extLst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noGrp="1"/>
          </p:cNvSpPr>
          <p:nvPr/>
        </p:nvSpPr>
        <p:spPr>
          <a:xfrm>
            <a:off x="75620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7181">
            <a:extLst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noGrp="1"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7182">
            <a:extLst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noGrp="1"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7183">
            <a:extLst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noGrp="1"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7184">
            <a:extLst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noGrp="1"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7185">
            <a:extLst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noGrp="1"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7186">
            <a:extLst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noGrp="1"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7187">
            <a:extLst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noGrp="1"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7188">
            <a:extLst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noGrp="1"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7189">
            <a:extLst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7190">
            <a:extLst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noGrp="1"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7191">
            <a:extLst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7192">
            <a:extLst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noGrp="1"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7193">
            <a:extLst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noGrp="1"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7194">
            <a:extLst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noGrp="1"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7195">
            <a:extLst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noGrp="1"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7196">
            <a:extLst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noGrp="1"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7197">
            <a:extLst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noGrp="1"/>
          </p:cNvSpPr>
          <p:nvPr/>
        </p:nvSpPr>
        <p:spPr>
          <a:xfrm>
            <a:off x="76790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7198">
            <a:extLst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noGrp="1"/>
          </p:cNvSpPr>
          <p:nvPr/>
        </p:nvSpPr>
        <p:spPr>
          <a:xfrm>
            <a:off x="756384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7199">
            <a:extLst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noGrp="1"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7200">
            <a:extLst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noGrp="1"/>
          </p:cNvSpPr>
          <p:nvPr/>
        </p:nvSpPr>
        <p:spPr>
          <a:xfrm>
            <a:off x="765218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7201">
            <a:extLst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noGrp="1"/>
          </p:cNvSpPr>
          <p:nvPr/>
        </p:nvSpPr>
        <p:spPr>
          <a:xfrm>
            <a:off x="76072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7202">
            <a:extLst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noGrp="1"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7203">
            <a:extLst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noGrp="1"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7204">
            <a:extLst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noGrp="1"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7205">
            <a:extLst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noGrp="1"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7206">
            <a:extLst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noGrp="1"/>
          </p:cNvSpPr>
          <p:nvPr/>
        </p:nvSpPr>
        <p:spPr>
          <a:xfrm>
            <a:off x="76524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7207">
            <a:extLst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noGrp="1"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7208">
            <a:extLst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noGrp="1"/>
          </p:cNvSpPr>
          <p:nvPr/>
        </p:nvSpPr>
        <p:spPr>
          <a:xfrm>
            <a:off x="75952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7209">
            <a:extLst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noGrp="1"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7210">
            <a:extLst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noGrp="1"/>
          </p:cNvSpPr>
          <p:nvPr/>
        </p:nvSpPr>
        <p:spPr>
          <a:xfrm>
            <a:off x="75814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7211">
            <a:extLst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noGrp="1"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7212">
            <a:extLst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7213">
            <a:extLst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noGrp="1"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7214">
            <a:extLst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noGrp="1"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7215">
            <a:extLst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noGrp="1"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7216">
            <a:extLst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noGrp="1"/>
          </p:cNvSpPr>
          <p:nvPr/>
        </p:nvSpPr>
        <p:spPr>
          <a:xfrm>
            <a:off x="7652705" y="26698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7217">
            <a:extLst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noGrp="1"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7218">
            <a:extLst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noGrp="1"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7219">
            <a:extLst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7220">
            <a:extLst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noGrp="1"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7221">
            <a:extLst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noGrp="1"/>
          </p:cNvSpPr>
          <p:nvPr/>
        </p:nvSpPr>
        <p:spPr>
          <a:xfrm>
            <a:off x="7650490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7222">
            <a:extLst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noGrp="1"/>
          </p:cNvSpPr>
          <p:nvPr/>
        </p:nvSpPr>
        <p:spPr>
          <a:xfrm>
            <a:off x="75849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7223">
            <a:extLst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noGrp="1"/>
          </p:cNvSpPr>
          <p:nvPr/>
        </p:nvSpPr>
        <p:spPr>
          <a:xfrm>
            <a:off x="7597590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7224">
            <a:extLst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noGrp="1"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7225">
            <a:extLst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noGrp="1"/>
          </p:cNvSpPr>
          <p:nvPr/>
        </p:nvSpPr>
        <p:spPr>
          <a:xfrm>
            <a:off x="7590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7226">
            <a:extLst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noGrp="1"/>
          </p:cNvSpPr>
          <p:nvPr/>
        </p:nvSpPr>
        <p:spPr>
          <a:xfrm>
            <a:off x="759511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7227">
            <a:extLst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noGrp="1"/>
          </p:cNvSpPr>
          <p:nvPr/>
        </p:nvSpPr>
        <p:spPr>
          <a:xfrm>
            <a:off x="76760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7228">
            <a:extLst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noGrp="1"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7229">
            <a:extLst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noGrp="1"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7230">
            <a:extLst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noGrp="1"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7231">
            <a:extLst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noGrp="1"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7232">
            <a:extLst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noGrp="1"/>
          </p:cNvSpPr>
          <p:nvPr/>
        </p:nvSpPr>
        <p:spPr>
          <a:xfrm>
            <a:off x="7644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7233">
            <a:extLst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7234">
            <a:extLst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noGrp="1"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7235">
            <a:extLst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noGrp="1"/>
          </p:cNvSpPr>
          <p:nvPr/>
        </p:nvSpPr>
        <p:spPr>
          <a:xfrm>
            <a:off x="7610750" y="3655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7236">
            <a:extLst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noGrp="1"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7237">
            <a:extLst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noGrp="1"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7238">
            <a:extLst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noGrp="1"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7239">
            <a:extLst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noGrp="1"/>
          </p:cNvSpPr>
          <p:nvPr/>
        </p:nvSpPr>
        <p:spPr>
          <a:xfrm>
            <a:off x="767316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7240">
            <a:extLst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noGrp="1"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7241">
            <a:extLst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noGrp="1"/>
          </p:cNvSpPr>
          <p:nvPr/>
        </p:nvSpPr>
        <p:spPr>
          <a:xfrm>
            <a:off x="75785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7242">
            <a:extLst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noGrp="1"/>
          </p:cNvSpPr>
          <p:nvPr/>
        </p:nvSpPr>
        <p:spPr>
          <a:xfrm>
            <a:off x="76543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7243">
            <a:extLst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noGrp="1"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7244">
            <a:extLst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noGrp="1"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7245">
            <a:extLst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noGrp="1"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7246">
            <a:extLst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noGrp="1"/>
          </p:cNvSpPr>
          <p:nvPr/>
        </p:nvSpPr>
        <p:spPr>
          <a:xfrm>
            <a:off x="75736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7247">
            <a:extLst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noGrp="1"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7248">
            <a:extLst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noGrp="1"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7249">
            <a:extLst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noGrp="1"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7250">
            <a:extLst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7251">
            <a:extLst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noGrp="1"/>
          </p:cNvSpPr>
          <p:nvPr/>
        </p:nvSpPr>
        <p:spPr>
          <a:xfrm>
            <a:off x="7680719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7252">
            <a:extLst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noGrp="1"/>
          </p:cNvSpPr>
          <p:nvPr/>
        </p:nvSpPr>
        <p:spPr>
          <a:xfrm>
            <a:off x="7686322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7253">
            <a:extLst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noGrp="1"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7254">
            <a:extLst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noGrp="1"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7255">
            <a:extLst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noGrp="1"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7256">
            <a:extLst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noGrp="1"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7257">
            <a:extLst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noGrp="1"/>
          </p:cNvSpPr>
          <p:nvPr/>
        </p:nvSpPr>
        <p:spPr>
          <a:xfrm>
            <a:off x="76606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7258">
            <a:extLst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noGrp="1"/>
          </p:cNvSpPr>
          <p:nvPr/>
        </p:nvSpPr>
        <p:spPr>
          <a:xfrm>
            <a:off x="756944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7259">
            <a:extLst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noGrp="1"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7260">
            <a:extLst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noGrp="1"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7261">
            <a:extLst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noGrp="1"/>
          </p:cNvSpPr>
          <p:nvPr/>
        </p:nvSpPr>
        <p:spPr>
          <a:xfrm>
            <a:off x="767993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7262">
            <a:extLst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noGrp="1"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7263">
            <a:extLst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noGrp="1"/>
          </p:cNvSpPr>
          <p:nvPr/>
        </p:nvSpPr>
        <p:spPr>
          <a:xfrm>
            <a:off x="76099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7264">
            <a:extLst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noGrp="1"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7265">
            <a:extLst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noGrp="1"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7266">
            <a:extLst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noGrp="1"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7267">
            <a:extLst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noGrp="1"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7268">
            <a:extLst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noGrp="1"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7269">
            <a:extLst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noGrp="1"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7270">
            <a:extLst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noGrp="1"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7271">
            <a:extLst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noGrp="1"/>
          </p:cNvSpPr>
          <p:nvPr/>
        </p:nvSpPr>
        <p:spPr>
          <a:xfrm>
            <a:off x="75965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7272">
            <a:extLst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noGrp="1"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7273">
            <a:extLst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noGrp="1"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7274">
            <a:extLst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noGrp="1"/>
          </p:cNvSpPr>
          <p:nvPr/>
        </p:nvSpPr>
        <p:spPr>
          <a:xfrm>
            <a:off x="760931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7275">
            <a:extLst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noGrp="1"/>
          </p:cNvSpPr>
          <p:nvPr/>
        </p:nvSpPr>
        <p:spPr>
          <a:xfrm>
            <a:off x="766560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7276">
            <a:extLst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noGrp="1"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7277">
            <a:extLst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noGrp="1"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7278">
            <a:extLst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noGrp="1"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7279">
            <a:extLst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noGrp="1"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7280">
            <a:extLst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noGrp="1"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7281">
            <a:extLst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noGrp="1"/>
          </p:cNvSpPr>
          <p:nvPr/>
        </p:nvSpPr>
        <p:spPr>
          <a:xfrm>
            <a:off x="76550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7282">
            <a:extLst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noGrp="1"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7283">
            <a:extLst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noGrp="1"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7284">
            <a:extLst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noGrp="1"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7285">
            <a:extLst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noGrp="1"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7286">
            <a:extLst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noGrp="1"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7287">
            <a:extLst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noGrp="1"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7288">
            <a:extLst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noGrp="1"/>
          </p:cNvSpPr>
          <p:nvPr/>
        </p:nvSpPr>
        <p:spPr>
          <a:xfrm>
            <a:off x="7648275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7289">
            <a:extLst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noGrp="1"/>
          </p:cNvSpPr>
          <p:nvPr/>
        </p:nvSpPr>
        <p:spPr>
          <a:xfrm>
            <a:off x="7647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7290">
            <a:extLst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noGrp="1"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7291">
            <a:extLst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noGrp="1"/>
          </p:cNvSpPr>
          <p:nvPr/>
        </p:nvSpPr>
        <p:spPr>
          <a:xfrm>
            <a:off x="76280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7292">
            <a:extLst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noGrp="1"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7293">
            <a:extLst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noGrp="1"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7294">
            <a:extLst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noGrp="1"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7295">
            <a:extLst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noGrp="1"/>
          </p:cNvSpPr>
          <p:nvPr/>
        </p:nvSpPr>
        <p:spPr>
          <a:xfrm>
            <a:off x="7647624" y="36204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7296">
            <a:extLst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noGrp="1"/>
          </p:cNvSpPr>
          <p:nvPr/>
        </p:nvSpPr>
        <p:spPr>
          <a:xfrm>
            <a:off x="7664823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7297">
            <a:extLst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noGrp="1"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7298">
            <a:extLst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noGrp="1"/>
          </p:cNvSpPr>
          <p:nvPr/>
        </p:nvSpPr>
        <p:spPr>
          <a:xfrm>
            <a:off x="7648796" y="25269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7299">
            <a:extLst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noGrp="1"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7300">
            <a:extLst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noGrp="1"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7301">
            <a:extLst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noGrp="1"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7302">
            <a:extLst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noGrp="1"/>
          </p:cNvSpPr>
          <p:nvPr/>
        </p:nvSpPr>
        <p:spPr>
          <a:xfrm>
            <a:off x="764736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7303">
            <a:extLst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noGrp="1"/>
          </p:cNvSpPr>
          <p:nvPr/>
        </p:nvSpPr>
        <p:spPr>
          <a:xfrm>
            <a:off x="768098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7304">
            <a:extLst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noGrp="1"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7305">
            <a:extLst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noGrp="1"/>
          </p:cNvSpPr>
          <p:nvPr/>
        </p:nvSpPr>
        <p:spPr>
          <a:xfrm>
            <a:off x="76060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7306">
            <a:extLst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noGrp="1"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7307">
            <a:extLst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noGrp="1"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7308">
            <a:extLst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noGrp="1"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7309">
            <a:extLst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noGrp="1"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7310">
            <a:extLst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noGrp="1"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7311">
            <a:extLst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noGrp="1"/>
          </p:cNvSpPr>
          <p:nvPr/>
        </p:nvSpPr>
        <p:spPr>
          <a:xfrm>
            <a:off x="7614137" y="3023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7312">
            <a:extLst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noGrp="1"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7313">
            <a:extLst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noGrp="1"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7314">
            <a:extLst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noGrp="1"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7315">
            <a:extLst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noGrp="1"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7316">
            <a:extLst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noGrp="1"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7317">
            <a:extLst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noGrp="1"/>
          </p:cNvSpPr>
          <p:nvPr/>
        </p:nvSpPr>
        <p:spPr>
          <a:xfrm>
            <a:off x="75788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7318">
            <a:extLst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noGrp="1"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7319">
            <a:extLst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noGrp="1"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7320">
            <a:extLst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noGrp="1"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7321">
            <a:extLst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noGrp="1"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7322">
            <a:extLst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noGrp="1"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7323">
            <a:extLst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noGrp="1"/>
          </p:cNvSpPr>
          <p:nvPr/>
        </p:nvSpPr>
        <p:spPr>
          <a:xfrm>
            <a:off x="756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7324">
            <a:extLst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noGrp="1"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7325">
            <a:extLst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noGrp="1"/>
          </p:cNvSpPr>
          <p:nvPr/>
        </p:nvSpPr>
        <p:spPr>
          <a:xfrm>
            <a:off x="824817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7326">
            <a:extLst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noGrp="1"/>
          </p:cNvSpPr>
          <p:nvPr/>
        </p:nvSpPr>
        <p:spPr>
          <a:xfrm>
            <a:off x="826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7327">
            <a:extLst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noGrp="1"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7328">
            <a:extLst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noGrp="1"/>
          </p:cNvSpPr>
          <p:nvPr/>
        </p:nvSpPr>
        <p:spPr>
          <a:xfrm>
            <a:off x="82901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7329">
            <a:extLst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noGrp="1"/>
          </p:cNvSpPr>
          <p:nvPr/>
        </p:nvSpPr>
        <p:spPr>
          <a:xfrm>
            <a:off x="83280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7330">
            <a:extLst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noGrp="1"/>
          </p:cNvSpPr>
          <p:nvPr/>
        </p:nvSpPr>
        <p:spPr>
          <a:xfrm>
            <a:off x="8351890" y="27092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7331">
            <a:extLst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noGrp="1"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7332">
            <a:extLst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noGrp="1"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7333">
            <a:extLst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7334">
            <a:extLst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noGrp="1"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7335">
            <a:extLst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noGrp="1"/>
          </p:cNvSpPr>
          <p:nvPr/>
        </p:nvSpPr>
        <p:spPr>
          <a:xfrm>
            <a:off x="834146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7336">
            <a:extLst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noGrp="1"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7337">
            <a:extLst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noGrp="1"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7338">
            <a:extLst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noGrp="1"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7339">
            <a:extLst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noGrp="1"/>
          </p:cNvSpPr>
          <p:nvPr/>
        </p:nvSpPr>
        <p:spPr>
          <a:xfrm>
            <a:off x="8268370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7340">
            <a:extLst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noGrp="1"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7341">
            <a:extLst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noGrp="1"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7342">
            <a:extLst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noGrp="1"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7343">
            <a:extLst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noGrp="1"/>
          </p:cNvSpPr>
          <p:nvPr/>
        </p:nvSpPr>
        <p:spPr>
          <a:xfrm>
            <a:off x="83679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7344">
            <a:extLst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noGrp="1"/>
          </p:cNvSpPr>
          <p:nvPr/>
        </p:nvSpPr>
        <p:spPr>
          <a:xfrm>
            <a:off x="83229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7345">
            <a:extLst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noGrp="1"/>
          </p:cNvSpPr>
          <p:nvPr/>
        </p:nvSpPr>
        <p:spPr>
          <a:xfrm>
            <a:off x="8245698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7346">
            <a:extLst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noGrp="1"/>
          </p:cNvSpPr>
          <p:nvPr/>
        </p:nvSpPr>
        <p:spPr>
          <a:xfrm>
            <a:off x="82649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7347">
            <a:extLst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noGrp="1"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7348">
            <a:extLst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noGrp="1"/>
          </p:cNvSpPr>
          <p:nvPr/>
        </p:nvSpPr>
        <p:spPr>
          <a:xfrm>
            <a:off x="8245437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7349">
            <a:extLst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noGrp="1"/>
          </p:cNvSpPr>
          <p:nvPr/>
        </p:nvSpPr>
        <p:spPr>
          <a:xfrm>
            <a:off x="824465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7350">
            <a:extLst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noGrp="1"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7351">
            <a:extLst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noGrp="1"/>
          </p:cNvSpPr>
          <p:nvPr/>
        </p:nvSpPr>
        <p:spPr>
          <a:xfrm>
            <a:off x="83190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7352">
            <a:extLst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noGrp="1"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7353">
            <a:extLst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noGrp="1"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7354">
            <a:extLst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noGrp="1"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7355">
            <a:extLst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noGrp="1"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7356">
            <a:extLst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noGrp="1"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7357">
            <a:extLst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noGrp="1"/>
          </p:cNvSpPr>
          <p:nvPr/>
        </p:nvSpPr>
        <p:spPr>
          <a:xfrm>
            <a:off x="832895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7358">
            <a:extLst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noGrp="1"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7359">
            <a:extLst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noGrp="1"/>
          </p:cNvSpPr>
          <p:nvPr/>
        </p:nvSpPr>
        <p:spPr>
          <a:xfrm>
            <a:off x="824504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7360">
            <a:extLst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noGrp="1"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7361">
            <a:extLst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noGrp="1"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7362">
            <a:extLst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noGrp="1"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7363">
            <a:extLst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noGrp="1"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7364">
            <a:extLst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noGrp="1"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7365">
            <a:extLst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noGrp="1"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7366">
            <a:extLst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noGrp="1"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7367">
            <a:extLst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noGrp="1"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7368">
            <a:extLst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7369">
            <a:extLst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noGrp="1"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7370">
            <a:extLst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7371">
            <a:extLst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noGrp="1"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7372">
            <a:extLst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noGrp="1"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7373">
            <a:extLst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noGrp="1"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7374">
            <a:extLst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noGrp="1"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7375">
            <a:extLst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noGrp="1"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7376">
            <a:extLst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noGrp="1"/>
          </p:cNvSpPr>
          <p:nvPr/>
        </p:nvSpPr>
        <p:spPr>
          <a:xfrm>
            <a:off x="83620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7377">
            <a:extLst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noGrp="1"/>
          </p:cNvSpPr>
          <p:nvPr/>
        </p:nvSpPr>
        <p:spPr>
          <a:xfrm>
            <a:off x="8246871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7378">
            <a:extLst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noGrp="1"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7379">
            <a:extLst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noGrp="1"/>
          </p:cNvSpPr>
          <p:nvPr/>
        </p:nvSpPr>
        <p:spPr>
          <a:xfrm>
            <a:off x="833521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7380">
            <a:extLst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noGrp="1"/>
          </p:cNvSpPr>
          <p:nvPr/>
        </p:nvSpPr>
        <p:spPr>
          <a:xfrm>
            <a:off x="82902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7381">
            <a:extLst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noGrp="1"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7382">
            <a:extLst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noGrp="1"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7383">
            <a:extLst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noGrp="1"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7384">
            <a:extLst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noGrp="1"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7385">
            <a:extLst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noGrp="1"/>
          </p:cNvSpPr>
          <p:nvPr/>
        </p:nvSpPr>
        <p:spPr>
          <a:xfrm>
            <a:off x="833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7386">
            <a:extLst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noGrp="1"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7387">
            <a:extLst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noGrp="1"/>
          </p:cNvSpPr>
          <p:nvPr/>
        </p:nvSpPr>
        <p:spPr>
          <a:xfrm>
            <a:off x="82782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7388">
            <a:extLst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noGrp="1"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7389">
            <a:extLst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noGrp="1"/>
          </p:cNvSpPr>
          <p:nvPr/>
        </p:nvSpPr>
        <p:spPr>
          <a:xfrm>
            <a:off x="82644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7390">
            <a:extLst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noGrp="1"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7391">
            <a:extLst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7392">
            <a:extLst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noGrp="1"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7393">
            <a:extLst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noGrp="1"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7394">
            <a:extLst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noGrp="1"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7395">
            <a:extLst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noGrp="1"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7396">
            <a:extLst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noGrp="1"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7397">
            <a:extLst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noGrp="1"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7398">
            <a:extLst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7399">
            <a:extLst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noGrp="1"/>
          </p:cNvSpPr>
          <p:nvPr/>
        </p:nvSpPr>
        <p:spPr>
          <a:xfrm>
            <a:off x="82716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7400">
            <a:extLst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noGrp="1"/>
          </p:cNvSpPr>
          <p:nvPr/>
        </p:nvSpPr>
        <p:spPr>
          <a:xfrm>
            <a:off x="8333518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7401">
            <a:extLst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noGrp="1"/>
          </p:cNvSpPr>
          <p:nvPr/>
        </p:nvSpPr>
        <p:spPr>
          <a:xfrm>
            <a:off x="82679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7402">
            <a:extLst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noGrp="1"/>
          </p:cNvSpPr>
          <p:nvPr/>
        </p:nvSpPr>
        <p:spPr>
          <a:xfrm>
            <a:off x="8280617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7403">
            <a:extLst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noGrp="1"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7404">
            <a:extLst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noGrp="1"/>
          </p:cNvSpPr>
          <p:nvPr/>
        </p:nvSpPr>
        <p:spPr>
          <a:xfrm>
            <a:off x="8273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7405">
            <a:extLst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noGrp="1"/>
          </p:cNvSpPr>
          <p:nvPr/>
        </p:nvSpPr>
        <p:spPr>
          <a:xfrm>
            <a:off x="827814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7406">
            <a:extLst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noGrp="1"/>
          </p:cNvSpPr>
          <p:nvPr/>
        </p:nvSpPr>
        <p:spPr>
          <a:xfrm>
            <a:off x="8359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7407">
            <a:extLst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noGrp="1"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7408">
            <a:extLst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noGrp="1"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7409">
            <a:extLst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noGrp="1"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7410">
            <a:extLst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noGrp="1"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7411">
            <a:extLst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noGrp="1"/>
          </p:cNvSpPr>
          <p:nvPr/>
        </p:nvSpPr>
        <p:spPr>
          <a:xfrm>
            <a:off x="83276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7412">
            <a:extLst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7413">
            <a:extLst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noGrp="1"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7414">
            <a:extLst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noGrp="1"/>
          </p:cNvSpPr>
          <p:nvPr/>
        </p:nvSpPr>
        <p:spPr>
          <a:xfrm>
            <a:off x="8293777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7415">
            <a:extLst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noGrp="1"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7416">
            <a:extLst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noGrp="1"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7417">
            <a:extLst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noGrp="1"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7418">
            <a:extLst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noGrp="1"/>
          </p:cNvSpPr>
          <p:nvPr/>
        </p:nvSpPr>
        <p:spPr>
          <a:xfrm>
            <a:off x="83561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7419">
            <a:extLst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noGrp="1"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7420">
            <a:extLst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noGrp="1"/>
          </p:cNvSpPr>
          <p:nvPr/>
        </p:nvSpPr>
        <p:spPr>
          <a:xfrm>
            <a:off x="82615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7421">
            <a:extLst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noGrp="1"/>
          </p:cNvSpPr>
          <p:nvPr/>
        </p:nvSpPr>
        <p:spPr>
          <a:xfrm>
            <a:off x="83374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7422">
            <a:extLst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noGrp="1"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7423">
            <a:extLst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noGrp="1"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7424">
            <a:extLst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noGrp="1"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7425">
            <a:extLst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noGrp="1"/>
          </p:cNvSpPr>
          <p:nvPr/>
        </p:nvSpPr>
        <p:spPr>
          <a:xfrm>
            <a:off x="82566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7426">
            <a:extLst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noGrp="1"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7427">
            <a:extLst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noGrp="1"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7428">
            <a:extLst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noGrp="1"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7429">
            <a:extLst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noGrp="1"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7430">
            <a:extLst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noGrp="1"/>
          </p:cNvSpPr>
          <p:nvPr/>
        </p:nvSpPr>
        <p:spPr>
          <a:xfrm>
            <a:off x="8363747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7431">
            <a:extLst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noGrp="1"/>
          </p:cNvSpPr>
          <p:nvPr/>
        </p:nvSpPr>
        <p:spPr>
          <a:xfrm>
            <a:off x="836934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7432">
            <a:extLst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noGrp="1"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7433">
            <a:extLst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noGrp="1"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7434">
            <a:extLst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noGrp="1"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7435">
            <a:extLst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noGrp="1"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7436">
            <a:extLst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noGrp="1"/>
          </p:cNvSpPr>
          <p:nvPr/>
        </p:nvSpPr>
        <p:spPr>
          <a:xfrm>
            <a:off x="834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7437">
            <a:extLst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noGrp="1"/>
          </p:cNvSpPr>
          <p:nvPr/>
        </p:nvSpPr>
        <p:spPr>
          <a:xfrm>
            <a:off x="825247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7438">
            <a:extLst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noGrp="1"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7439">
            <a:extLst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noGrp="1"/>
          </p:cNvSpPr>
          <p:nvPr/>
        </p:nvSpPr>
        <p:spPr>
          <a:xfrm>
            <a:off x="83247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7440">
            <a:extLst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noGrp="1"/>
          </p:cNvSpPr>
          <p:nvPr/>
        </p:nvSpPr>
        <p:spPr>
          <a:xfrm>
            <a:off x="8362965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7441">
            <a:extLst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noGrp="1"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7442">
            <a:extLst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noGrp="1"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7443">
            <a:extLst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noGrp="1"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7444">
            <a:extLst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noGrp="1"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7445">
            <a:extLst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noGrp="1"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7446">
            <a:extLst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noGrp="1"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7447">
            <a:extLst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noGrp="1"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7448">
            <a:extLst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noGrp="1"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7449">
            <a:extLst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noGrp="1"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7450">
            <a:extLst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noGrp="1"/>
          </p:cNvSpPr>
          <p:nvPr/>
        </p:nvSpPr>
        <p:spPr>
          <a:xfrm>
            <a:off x="8279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7451">
            <a:extLst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noGrp="1"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7452">
            <a:extLst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noGrp="1"/>
          </p:cNvSpPr>
          <p:nvPr/>
        </p:nvSpPr>
        <p:spPr>
          <a:xfrm>
            <a:off x="828087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7453">
            <a:extLst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noGrp="1"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7454">
            <a:extLst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noGrp="1"/>
          </p:cNvSpPr>
          <p:nvPr/>
        </p:nvSpPr>
        <p:spPr>
          <a:xfrm>
            <a:off x="834863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7455">
            <a:extLst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noGrp="1"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7456">
            <a:extLst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noGrp="1"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7457">
            <a:extLst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noGrp="1"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7458">
            <a:extLst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noGrp="1"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7459">
            <a:extLst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noGrp="1"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7460">
            <a:extLst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noGrp="1"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7461">
            <a:extLst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noGrp="1"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7462">
            <a:extLst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noGrp="1"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7463">
            <a:extLst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noGrp="1"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7464">
            <a:extLst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noGrp="1"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7465">
            <a:extLst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noGrp="1"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7466">
            <a:extLst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noGrp="1"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7467">
            <a:extLst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noGrp="1"/>
          </p:cNvSpPr>
          <p:nvPr/>
        </p:nvSpPr>
        <p:spPr>
          <a:xfrm>
            <a:off x="83313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7468">
            <a:extLst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noGrp="1"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7469">
            <a:extLst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noGrp="1"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7470">
            <a:extLst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noGrp="1"/>
          </p:cNvSpPr>
          <p:nvPr/>
        </p:nvSpPr>
        <p:spPr>
          <a:xfrm>
            <a:off x="83111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7471">
            <a:extLst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noGrp="1"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7472">
            <a:extLst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noGrp="1"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7473">
            <a:extLst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noGrp="1"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7474">
            <a:extLst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noGrp="1"/>
          </p:cNvSpPr>
          <p:nvPr/>
        </p:nvSpPr>
        <p:spPr>
          <a:xfrm>
            <a:off x="8330651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7475">
            <a:extLst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noGrp="1"/>
          </p:cNvSpPr>
          <p:nvPr/>
        </p:nvSpPr>
        <p:spPr>
          <a:xfrm>
            <a:off x="834785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7476">
            <a:extLst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noGrp="1"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7477">
            <a:extLst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noGrp="1"/>
          </p:cNvSpPr>
          <p:nvPr/>
        </p:nvSpPr>
        <p:spPr>
          <a:xfrm>
            <a:off x="8331824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7478">
            <a:extLst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noGrp="1"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7479">
            <a:extLst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noGrp="1"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7480">
            <a:extLst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noGrp="1"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7481">
            <a:extLst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noGrp="1"/>
          </p:cNvSpPr>
          <p:nvPr/>
        </p:nvSpPr>
        <p:spPr>
          <a:xfrm>
            <a:off x="833039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7482">
            <a:extLst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noGrp="1"/>
          </p:cNvSpPr>
          <p:nvPr/>
        </p:nvSpPr>
        <p:spPr>
          <a:xfrm>
            <a:off x="836400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7483">
            <a:extLst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noGrp="1"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7484">
            <a:extLst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noGrp="1"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7485">
            <a:extLst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noGrp="1"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7486">
            <a:extLst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noGrp="1"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7487">
            <a:extLst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noGrp="1"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7488">
            <a:extLst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noGrp="1"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7489">
            <a:extLst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noGrp="1"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7490">
            <a:extLst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noGrp="1"/>
          </p:cNvSpPr>
          <p:nvPr/>
        </p:nvSpPr>
        <p:spPr>
          <a:xfrm>
            <a:off x="8297165" y="28467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7491">
            <a:extLst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noGrp="1"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7492">
            <a:extLst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noGrp="1"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7493">
            <a:extLst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noGrp="1"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7494">
            <a:extLst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noGrp="1"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7495">
            <a:extLst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noGrp="1"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7496">
            <a:extLst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noGrp="1"/>
          </p:cNvSpPr>
          <p:nvPr/>
        </p:nvSpPr>
        <p:spPr>
          <a:xfrm>
            <a:off x="82618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7497">
            <a:extLst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noGrp="1"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7498">
            <a:extLst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noGrp="1"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7499">
            <a:extLst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noGrp="1"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7500">
            <a:extLst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noGrp="1"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7501">
            <a:extLst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noGrp="1"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7502">
            <a:extLst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noGrp="1"/>
          </p:cNvSpPr>
          <p:nvPr/>
        </p:nvSpPr>
        <p:spPr>
          <a:xfrm>
            <a:off x="8244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7503">
            <a:extLst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noGrp="1"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7504">
            <a:extLst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noGrp="1"/>
          </p:cNvSpPr>
          <p:nvPr/>
        </p:nvSpPr>
        <p:spPr>
          <a:xfrm>
            <a:off x="893120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7505">
            <a:extLst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noGrp="1"/>
          </p:cNvSpPr>
          <p:nvPr/>
        </p:nvSpPr>
        <p:spPr>
          <a:xfrm>
            <a:off x="8951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7506">
            <a:extLst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noGrp="1"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7507">
            <a:extLst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noGrp="1"/>
          </p:cNvSpPr>
          <p:nvPr/>
        </p:nvSpPr>
        <p:spPr>
          <a:xfrm>
            <a:off x="89731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7508">
            <a:extLst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noGrp="1"/>
          </p:cNvSpPr>
          <p:nvPr/>
        </p:nvSpPr>
        <p:spPr>
          <a:xfrm>
            <a:off x="90110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7509">
            <a:extLst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noGrp="1"/>
          </p:cNvSpPr>
          <p:nvPr/>
        </p:nvSpPr>
        <p:spPr>
          <a:xfrm>
            <a:off x="9034917" y="25725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7510">
            <a:extLst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noGrp="1"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7511">
            <a:extLst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noGrp="1"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7512">
            <a:extLst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7513">
            <a:extLst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noGrp="1"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7514">
            <a:extLst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noGrp="1"/>
          </p:cNvSpPr>
          <p:nvPr/>
        </p:nvSpPr>
        <p:spPr>
          <a:xfrm>
            <a:off x="902449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7515">
            <a:extLst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noGrp="1"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7516">
            <a:extLst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noGrp="1"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7517">
            <a:extLst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noGrp="1"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7518">
            <a:extLst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noGrp="1"/>
          </p:cNvSpPr>
          <p:nvPr/>
        </p:nvSpPr>
        <p:spPr>
          <a:xfrm>
            <a:off x="895139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7519">
            <a:extLst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noGrp="1"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7520">
            <a:extLst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noGrp="1"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7521">
            <a:extLst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noGrp="1"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7522">
            <a:extLst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noGrp="1"/>
          </p:cNvSpPr>
          <p:nvPr/>
        </p:nvSpPr>
        <p:spPr>
          <a:xfrm>
            <a:off x="9050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7523">
            <a:extLst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noGrp="1"/>
          </p:cNvSpPr>
          <p:nvPr/>
        </p:nvSpPr>
        <p:spPr>
          <a:xfrm>
            <a:off x="90059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7524">
            <a:extLst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noGrp="1"/>
          </p:cNvSpPr>
          <p:nvPr/>
        </p:nvSpPr>
        <p:spPr>
          <a:xfrm>
            <a:off x="8928726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7525">
            <a:extLst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noGrp="1"/>
          </p:cNvSpPr>
          <p:nvPr/>
        </p:nvSpPr>
        <p:spPr>
          <a:xfrm>
            <a:off x="8948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7526">
            <a:extLst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noGrp="1"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7527">
            <a:extLst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noGrp="1"/>
          </p:cNvSpPr>
          <p:nvPr/>
        </p:nvSpPr>
        <p:spPr>
          <a:xfrm>
            <a:off x="8928465" y="39127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7528">
            <a:extLst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noGrp="1"/>
          </p:cNvSpPr>
          <p:nvPr/>
        </p:nvSpPr>
        <p:spPr>
          <a:xfrm>
            <a:off x="892768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7529">
            <a:extLst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noGrp="1"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7530">
            <a:extLst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noGrp="1"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7531">
            <a:extLst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noGrp="1"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7532">
            <a:extLst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noGrp="1"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7533">
            <a:extLst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noGrp="1"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7534">
            <a:extLst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noGrp="1"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7535">
            <a:extLst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noGrp="1"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7536">
            <a:extLst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noGrp="1"/>
          </p:cNvSpPr>
          <p:nvPr/>
        </p:nvSpPr>
        <p:spPr>
          <a:xfrm>
            <a:off x="90119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7537">
            <a:extLst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noGrp="1"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7538">
            <a:extLst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noGrp="1"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7539">
            <a:extLst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noGrp="1"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7540">
            <a:extLst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noGrp="1"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7541">
            <a:extLst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noGrp="1"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7542">
            <a:extLst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noGrp="1"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7543">
            <a:extLst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noGrp="1"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7544">
            <a:extLst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noGrp="1"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7545">
            <a:extLst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noGrp="1"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7546">
            <a:extLst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noGrp="1"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7547">
            <a:extLst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7548">
            <a:extLst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noGrp="1"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7549">
            <a:extLst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7550">
            <a:extLst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noGrp="1"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7551">
            <a:extLst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noGrp="1"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7552">
            <a:extLst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noGrp="1"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7553">
            <a:extLst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noGrp="1"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7554">
            <a:extLst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noGrp="1"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7555">
            <a:extLst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noGrp="1"/>
          </p:cNvSpPr>
          <p:nvPr/>
        </p:nvSpPr>
        <p:spPr>
          <a:xfrm>
            <a:off x="90450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7556">
            <a:extLst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noGrp="1"/>
          </p:cNvSpPr>
          <p:nvPr/>
        </p:nvSpPr>
        <p:spPr>
          <a:xfrm>
            <a:off x="892989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7557">
            <a:extLst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noGrp="1"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7558">
            <a:extLst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noGrp="1"/>
          </p:cNvSpPr>
          <p:nvPr/>
        </p:nvSpPr>
        <p:spPr>
          <a:xfrm>
            <a:off x="901823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7559">
            <a:extLst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noGrp="1"/>
          </p:cNvSpPr>
          <p:nvPr/>
        </p:nvSpPr>
        <p:spPr>
          <a:xfrm>
            <a:off x="8973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7560">
            <a:extLst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noGrp="1"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7561">
            <a:extLst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noGrp="1"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7562">
            <a:extLst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noGrp="1"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7563">
            <a:extLst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noGrp="1"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7564">
            <a:extLst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noGrp="1"/>
          </p:cNvSpPr>
          <p:nvPr/>
        </p:nvSpPr>
        <p:spPr>
          <a:xfrm>
            <a:off x="9018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7565">
            <a:extLst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noGrp="1"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7566">
            <a:extLst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noGrp="1"/>
          </p:cNvSpPr>
          <p:nvPr/>
        </p:nvSpPr>
        <p:spPr>
          <a:xfrm>
            <a:off x="89613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7567">
            <a:extLst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noGrp="1"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7568">
            <a:extLst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noGrp="1"/>
          </p:cNvSpPr>
          <p:nvPr/>
        </p:nvSpPr>
        <p:spPr>
          <a:xfrm>
            <a:off x="89474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7569">
            <a:extLst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noGrp="1"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7570">
            <a:extLst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7571">
            <a:extLst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noGrp="1"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7572">
            <a:extLst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noGrp="1"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7573">
            <a:extLst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noGrp="1"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7574">
            <a:extLst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noGrp="1"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7575">
            <a:extLst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noGrp="1"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7576">
            <a:extLst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noGrp="1"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7577">
            <a:extLst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7578">
            <a:extLst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noGrp="1"/>
          </p:cNvSpPr>
          <p:nvPr/>
        </p:nvSpPr>
        <p:spPr>
          <a:xfrm>
            <a:off x="89546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7579">
            <a:extLst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noGrp="1"/>
          </p:cNvSpPr>
          <p:nvPr/>
        </p:nvSpPr>
        <p:spPr>
          <a:xfrm>
            <a:off x="9016545" y="36887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7580">
            <a:extLst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noGrp="1"/>
          </p:cNvSpPr>
          <p:nvPr/>
        </p:nvSpPr>
        <p:spPr>
          <a:xfrm>
            <a:off x="8951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7581">
            <a:extLst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noGrp="1"/>
          </p:cNvSpPr>
          <p:nvPr/>
        </p:nvSpPr>
        <p:spPr>
          <a:xfrm>
            <a:off x="8963645" y="29320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7582">
            <a:extLst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noGrp="1"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7583">
            <a:extLst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noGrp="1"/>
          </p:cNvSpPr>
          <p:nvPr/>
        </p:nvSpPr>
        <p:spPr>
          <a:xfrm>
            <a:off x="89560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7584">
            <a:extLst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noGrp="1"/>
          </p:cNvSpPr>
          <p:nvPr/>
        </p:nvSpPr>
        <p:spPr>
          <a:xfrm>
            <a:off x="896116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7585">
            <a:extLst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noGrp="1"/>
          </p:cNvSpPr>
          <p:nvPr/>
        </p:nvSpPr>
        <p:spPr>
          <a:xfrm>
            <a:off x="90420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7586">
            <a:extLst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noGrp="1"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7587">
            <a:extLst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noGrp="1"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7588">
            <a:extLst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noGrp="1"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7589">
            <a:extLst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noGrp="1"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7590">
            <a:extLst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noGrp="1"/>
          </p:cNvSpPr>
          <p:nvPr/>
        </p:nvSpPr>
        <p:spPr>
          <a:xfrm>
            <a:off x="90106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7591">
            <a:extLst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7592">
            <a:extLst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noGrp="1"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7593">
            <a:extLst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noGrp="1"/>
          </p:cNvSpPr>
          <p:nvPr/>
        </p:nvSpPr>
        <p:spPr>
          <a:xfrm>
            <a:off x="8976805" y="359451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7594">
            <a:extLst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noGrp="1"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7595">
            <a:extLst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noGrp="1"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7596">
            <a:extLst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noGrp="1"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7597">
            <a:extLst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noGrp="1"/>
          </p:cNvSpPr>
          <p:nvPr/>
        </p:nvSpPr>
        <p:spPr>
          <a:xfrm>
            <a:off x="90392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7598">
            <a:extLst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noGrp="1"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7599">
            <a:extLst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noGrp="1"/>
          </p:cNvSpPr>
          <p:nvPr/>
        </p:nvSpPr>
        <p:spPr>
          <a:xfrm>
            <a:off x="8944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7600">
            <a:extLst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noGrp="1"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7601">
            <a:extLst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noGrp="1"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7602">
            <a:extLst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noGrp="1"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7603">
            <a:extLst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noGrp="1"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7604">
            <a:extLst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noGrp="1"/>
          </p:cNvSpPr>
          <p:nvPr/>
        </p:nvSpPr>
        <p:spPr>
          <a:xfrm>
            <a:off x="89396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7605">
            <a:extLst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noGrp="1"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7606">
            <a:extLst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noGrp="1"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7607">
            <a:extLst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noGrp="1"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7608">
            <a:extLst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noGrp="1"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7609">
            <a:extLst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noGrp="1"/>
          </p:cNvSpPr>
          <p:nvPr/>
        </p:nvSpPr>
        <p:spPr>
          <a:xfrm>
            <a:off x="9046774" y="2567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7610">
            <a:extLst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noGrp="1"/>
          </p:cNvSpPr>
          <p:nvPr/>
        </p:nvSpPr>
        <p:spPr>
          <a:xfrm>
            <a:off x="905237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7611">
            <a:extLst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noGrp="1"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7612">
            <a:extLst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noGrp="1"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7613">
            <a:extLst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noGrp="1"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7614">
            <a:extLst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noGrp="1"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7615">
            <a:extLst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noGrp="1"/>
          </p:cNvSpPr>
          <p:nvPr/>
        </p:nvSpPr>
        <p:spPr>
          <a:xfrm>
            <a:off x="90267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7616">
            <a:extLst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noGrp="1"/>
          </p:cNvSpPr>
          <p:nvPr/>
        </p:nvSpPr>
        <p:spPr>
          <a:xfrm>
            <a:off x="893550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7617">
            <a:extLst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noGrp="1"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7618">
            <a:extLst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noGrp="1"/>
          </p:cNvSpPr>
          <p:nvPr/>
        </p:nvSpPr>
        <p:spPr>
          <a:xfrm>
            <a:off x="90078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7619">
            <a:extLst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noGrp="1"/>
          </p:cNvSpPr>
          <p:nvPr/>
        </p:nvSpPr>
        <p:spPr>
          <a:xfrm>
            <a:off x="9045992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7620">
            <a:extLst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noGrp="1"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7621">
            <a:extLst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noGrp="1"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7622">
            <a:extLst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noGrp="1"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7623">
            <a:extLst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noGrp="1"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7624">
            <a:extLst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noGrp="1"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7625">
            <a:extLst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noGrp="1"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7626">
            <a:extLst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noGrp="1"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7627">
            <a:extLst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noGrp="1"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7628">
            <a:extLst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noGrp="1"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7629">
            <a:extLst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noGrp="1"/>
          </p:cNvSpPr>
          <p:nvPr/>
        </p:nvSpPr>
        <p:spPr>
          <a:xfrm>
            <a:off x="896260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7630">
            <a:extLst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noGrp="1"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7631">
            <a:extLst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noGrp="1"/>
          </p:cNvSpPr>
          <p:nvPr/>
        </p:nvSpPr>
        <p:spPr>
          <a:xfrm>
            <a:off x="8963906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7632">
            <a:extLst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noGrp="1"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7633">
            <a:extLst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noGrp="1"/>
          </p:cNvSpPr>
          <p:nvPr/>
        </p:nvSpPr>
        <p:spPr>
          <a:xfrm>
            <a:off x="90316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7634">
            <a:extLst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noGrp="1"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7635">
            <a:extLst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noGrp="1"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7636">
            <a:extLst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noGrp="1"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7637">
            <a:extLst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noGrp="1"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7638">
            <a:extLst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noGrp="1"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7639">
            <a:extLst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noGrp="1"/>
          </p:cNvSpPr>
          <p:nvPr/>
        </p:nvSpPr>
        <p:spPr>
          <a:xfrm>
            <a:off x="90211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7640">
            <a:extLst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noGrp="1"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7641">
            <a:extLst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noGrp="1"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7642">
            <a:extLst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noGrp="1"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7643">
            <a:extLst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noGrp="1"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7644">
            <a:extLst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noGrp="1"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7645">
            <a:extLst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noGrp="1"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7646">
            <a:extLst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noGrp="1"/>
          </p:cNvSpPr>
          <p:nvPr/>
        </p:nvSpPr>
        <p:spPr>
          <a:xfrm>
            <a:off x="90143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7647">
            <a:extLst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noGrp="1"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7648">
            <a:extLst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noGrp="1"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7649">
            <a:extLst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noGrp="1"/>
          </p:cNvSpPr>
          <p:nvPr/>
        </p:nvSpPr>
        <p:spPr>
          <a:xfrm>
            <a:off x="89941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7650">
            <a:extLst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noGrp="1"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7651">
            <a:extLst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noGrp="1"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7652">
            <a:extLst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noGrp="1"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7653">
            <a:extLst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noGrp="1"/>
          </p:cNvSpPr>
          <p:nvPr/>
        </p:nvSpPr>
        <p:spPr>
          <a:xfrm>
            <a:off x="9013679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7654">
            <a:extLst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noGrp="1"/>
          </p:cNvSpPr>
          <p:nvPr/>
        </p:nvSpPr>
        <p:spPr>
          <a:xfrm>
            <a:off x="9030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7655">
            <a:extLst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noGrp="1"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7656">
            <a:extLst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noGrp="1"/>
          </p:cNvSpPr>
          <p:nvPr/>
        </p:nvSpPr>
        <p:spPr>
          <a:xfrm>
            <a:off x="9014852" y="24586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7657">
            <a:extLst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noGrp="1"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7658">
            <a:extLst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noGrp="1"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7659">
            <a:extLst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noGrp="1"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7660">
            <a:extLst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noGrp="1"/>
          </p:cNvSpPr>
          <p:nvPr/>
        </p:nvSpPr>
        <p:spPr>
          <a:xfrm>
            <a:off x="9013418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7661">
            <a:extLst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noGrp="1"/>
          </p:cNvSpPr>
          <p:nvPr/>
        </p:nvSpPr>
        <p:spPr>
          <a:xfrm>
            <a:off x="90470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7662">
            <a:extLst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noGrp="1"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7663">
            <a:extLst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noGrp="1"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7664">
            <a:extLst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noGrp="1"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7665">
            <a:extLst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noGrp="1"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7666">
            <a:extLst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noGrp="1"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7667">
            <a:extLst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noGrp="1"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7668">
            <a:extLst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noGrp="1"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7669">
            <a:extLst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noGrp="1"/>
          </p:cNvSpPr>
          <p:nvPr/>
        </p:nvSpPr>
        <p:spPr>
          <a:xfrm>
            <a:off x="8980193" y="28083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7670">
            <a:extLst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noGrp="1"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7671">
            <a:extLst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noGrp="1"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7672">
            <a:extLst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noGrp="1"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7673">
            <a:extLst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noGrp="1"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7674">
            <a:extLst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noGrp="1"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7675">
            <a:extLst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noGrp="1"/>
          </p:cNvSpPr>
          <p:nvPr/>
        </p:nvSpPr>
        <p:spPr>
          <a:xfrm>
            <a:off x="89448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7676">
            <a:extLst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noGrp="1"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7677">
            <a:extLst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noGrp="1"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7678">
            <a:extLst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noGrp="1"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7679">
            <a:extLst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noGrp="1"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7680">
            <a:extLst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noGrp="1"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7681">
            <a:extLst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noGrp="1"/>
          </p:cNvSpPr>
          <p:nvPr/>
        </p:nvSpPr>
        <p:spPr>
          <a:xfrm>
            <a:off x="89278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7682">
            <a:extLst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noGrp="1"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noGrp="1"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noGrp="1"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noGrp="1"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noGrp="1"/>
          </p:cNvSpPr>
          <p:nvPr/>
        </p:nvSpPr>
        <p:spPr>
          <a:xfrm>
            <a:off x="6958625" y="3447233"/>
            <a:ext cx="2049083" cy="534744"/>
          </a:xfrm>
          <a:custGeom>
            <a:avLst/>
            <a:gdLst/>
            <a:ahLst/>
            <a:cxnLst/>
            <a:rect l="0" t="0" r="0" b="0"/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noGrp="1"/>
          </p:cNvSpPr>
          <p:nvPr/>
        </p:nvSpPr>
        <p:spPr>
          <a:xfrm>
            <a:off x="6958625" y="3759866"/>
            <a:ext cx="2049083" cy="222111"/>
          </a:xfrm>
          <a:custGeom>
            <a:avLst/>
            <a:gdLst/>
            <a:ahLst/>
            <a:cxnLst/>
            <a:rect l="0" t="0" r="0" b="0"/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noGrp="1"/>
          </p:cNvSpPr>
          <p:nvPr/>
        </p:nvSpPr>
        <p:spPr>
          <a:xfrm>
            <a:off x="7269990" y="367081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noGrp="1"/>
          </p:cNvSpPr>
          <p:nvPr/>
        </p:nvSpPr>
        <p:spPr>
          <a:xfrm>
            <a:off x="7611504" y="349141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noGrp="1"/>
          </p:cNvSpPr>
          <p:nvPr/>
        </p:nvSpPr>
        <p:spPr>
          <a:xfrm>
            <a:off x="8294532" y="3437503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noGrp="1"/>
          </p:cNvSpPr>
          <p:nvPr/>
        </p:nvSpPr>
        <p:spPr>
          <a:xfrm>
            <a:off x="8977559" y="341708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noGrp="1"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noGrp="1"/>
          </p:cNvSpPr>
          <p:nvPr/>
        </p:nvSpPr>
        <p:spPr>
          <a:xfrm>
            <a:off x="7591492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noGrp="1"/>
          </p:cNvSpPr>
          <p:nvPr/>
        </p:nvSpPr>
        <p:spPr>
          <a:xfrm>
            <a:off x="8274520" y="378617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noGrp="1"/>
          </p:cNvSpPr>
          <p:nvPr/>
        </p:nvSpPr>
        <p:spPr>
          <a:xfrm>
            <a:off x="8957547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7697">
            <a:extLst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noGrp="1"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noGrp="1"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noGrp="1"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noGrp="1"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noGrp="1"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noGrp="1"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noGrp="1"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noGrp="1"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noGrp="1"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noGrp="1"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noGrp="1"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noGrp="1"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noGrp="1"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noGrp="1"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noGrp="1"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noGrp="1"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noGrp="1"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noGrp="1"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noGrp="1"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noGrp="1"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noGrp="1"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noGrp="1"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noGrp="1"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noGrp="1"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noGrp="1"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noGrp="1"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7723">
            <a:extLst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noGrp="1"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7724">
            <a:extLst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noGrp="1"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7725">
            <a:extLst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noGrp="1"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7726">
            <a:extLst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noGrp="1"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7727">
            <a:extLst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noGrp="1"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7728">
            <a:extLst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noGrp="1"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7729">
            <a:extLst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noGrp="1"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7730">
            <a:extLst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noGrp="1"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7731">
            <a:extLst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noGrp="1"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7732">
            <a:extLst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noGrp="1"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7733">
            <a:extLst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noGrp="1"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7734">
            <a:extLst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noGrp="1"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7735">
            <a:extLst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noGrp="1"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7736">
            <a:extLst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noGrp="1"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7737">
            <a:extLst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noGrp="1"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7738">
            <a:extLst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noGrp="1"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7739">
            <a:extLst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noGrp="1"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7740">
            <a:extLst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noGrp="1"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7741">
            <a:extLst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noGrp="1"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7742">
            <a:extLst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noGrp="1"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7743">
            <a:extLst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noGrp="1"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7744">
            <a:extLst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noGrp="1"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7745">
            <a:extLst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noGrp="1"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7746">
            <a:extLst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noGrp="1"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7747">
            <a:extLst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noGrp="1"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7748">
            <a:extLst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noGrp="1"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7749">
            <a:extLst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noGrp="1"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7750">
            <a:extLst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noGrp="1"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7751">
            <a:extLst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noGrp="1"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7752">
            <a:extLst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noGrp="1"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7753">
            <a:extLst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noGrp="1"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7754">
            <a:extLst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noGrp="1"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7755">
            <a:extLst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noGrp="1"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7756">
            <a:extLst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noGrp="1"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7757">
            <a:extLst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noGrp="1"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7758">
            <a:extLst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noGrp="1"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7759">
            <a:extLst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noGrp="1"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7760">
            <a:extLst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noGrp="1"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7761">
            <a:extLst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noGrp="1"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7762">
            <a:extLst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noGrp="1"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7763">
            <a:extLst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noGrp="1"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7764">
            <a:extLst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noGrp="1"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7765">
            <a:extLst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noGrp="1"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7766">
            <a:extLst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noGrp="1"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7767">
            <a:extLst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noGrp="1"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7768">
            <a:extLst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7769">
            <a:extLst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noGrp="1"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7770">
            <a:extLst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noGrp="1"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7771">
            <a:extLst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noGrp="1"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7772">
            <a:extLst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noGrp="1"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7773">
            <a:extLst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noGrp="1"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7774">
            <a:extLst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noGrp="1"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7775">
            <a:extLst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noGrp="1"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7776">
            <a:extLst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noGrp="1"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7777">
            <a:extLst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noGrp="1"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7778">
            <a:extLst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noGrp="1"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7779">
            <a:extLst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noGrp="1"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7780">
            <a:extLst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noGrp="1"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7781">
            <a:extLst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noGrp="1"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7782">
            <a:extLst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noGrp="1"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7783">
            <a:extLst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noGrp="1"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7784">
            <a:extLst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noGrp="1"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7785">
            <a:extLst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noGrp="1"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7786">
            <a:extLst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noGrp="1"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7787">
            <a:extLst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noGrp="1"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7788">
            <a:extLst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noGrp="1"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7789">
            <a:extLst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noGrp="1"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7790">
            <a:extLst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noGrp="1"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7791">
            <a:extLst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noGrp="1"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7792">
            <a:extLst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noGrp="1"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7793">
            <a:extLst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noGrp="1"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7794">
            <a:extLst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noGrp="1"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7795">
            <a:extLst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noGrp="1"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7796">
            <a:extLst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noGrp="1"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7797">
            <a:extLst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noGrp="1"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7798">
            <a:extLst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noGrp="1"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7799">
            <a:extLst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noGrp="1"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7800">
            <a:extLst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7801">
            <a:extLst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noGrp="1"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7802">
            <a:extLst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noGrp="1"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7803">
            <a:extLst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noGrp="1"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7804">
            <a:extLst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noGrp="1"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7805">
            <a:extLst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noGrp="1"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7806">
            <a:extLst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noGrp="1"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7807">
            <a:extLst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noGrp="1"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7808">
            <a:extLst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noGrp="1"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7809">
            <a:extLst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noGrp="1"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7810">
            <a:extLst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noGrp="1"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7811">
            <a:extLst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noGrp="1"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7812">
            <a:extLst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noGrp="1"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7813">
            <a:extLst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noGrp="1"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7814">
            <a:extLst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noGrp="1"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7815">
            <a:extLst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noGrp="1"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7816">
            <a:extLst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noGrp="1"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7817">
            <a:extLst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noGrp="1"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7818">
            <a:extLst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noGrp="1"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7819">
            <a:extLst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noGrp="1"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7820">
            <a:extLst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noGrp="1"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7821">
            <a:extLst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noGrp="1"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7822">
            <a:extLst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noGrp="1"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7823">
            <a:extLst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noGrp="1"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7824">
            <a:extLst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noGrp="1"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7825">
            <a:extLst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noGrp="1"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7826">
            <a:extLst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noGrp="1"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7827">
            <a:extLst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noGrp="1"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7828">
            <a:extLst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noGrp="1"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7829">
            <a:extLst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noGrp="1"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7830">
            <a:extLst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noGrp="1"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7831">
            <a:extLst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noGrp="1"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7832">
            <a:extLst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noGrp="1"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7833">
            <a:extLst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noGrp="1"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7834">
            <a:extLst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noGrp="1"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7835">
            <a:extLst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noGrp="1"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7836">
            <a:extLst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noGrp="1"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7837">
            <a:extLst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noGrp="1"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7838">
            <a:extLst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noGrp="1"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7839">
            <a:extLst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noGrp="1"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7840">
            <a:extLst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noGrp="1"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7841">
            <a:extLst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noGrp="1"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7842">
            <a:extLst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7843">
            <a:extLst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noGrp="1"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7844">
            <a:extLst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noGrp="1"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7845">
            <a:extLst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noGrp="1"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7846">
            <a:extLst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noGrp="1"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7847">
            <a:extLst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noGrp="1"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7848">
            <a:extLst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noGrp="1"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7849">
            <a:extLst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noGrp="1"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7850">
            <a:extLst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noGrp="1"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7851">
            <a:extLst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noGrp="1"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7852">
            <a:extLst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noGrp="1"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7853">
            <a:extLst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noGrp="1"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7854">
            <a:extLst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noGrp="1"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7855">
            <a:extLst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noGrp="1"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7856">
            <a:extLst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noGrp="1"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7857">
            <a:extLst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noGrp="1"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7858">
            <a:extLst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noGrp="1"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7859">
            <a:extLst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noGrp="1"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7860">
            <a:extLst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noGrp="1"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7861">
            <a:extLst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noGrp="1"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7862">
            <a:extLst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noGrp="1"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7863">
            <a:extLst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noGrp="1"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7864">
            <a:extLst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noGrp="1"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7865">
            <a:extLst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noGrp="1"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7866">
            <a:extLst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noGrp="1"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7867">
            <a:extLst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noGrp="1"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7868">
            <a:extLst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noGrp="1"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7869">
            <a:extLst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noGrp="1"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7870">
            <a:extLst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noGrp="1"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7871">
            <a:extLst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noGrp="1"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7872">
            <a:extLst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noGrp="1"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7873">
            <a:extLst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noGrp="1"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7874">
            <a:extLst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noGrp="1"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7875">
            <a:extLst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noGrp="1"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7876">
            <a:extLst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noGrp="1"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7877">
            <a:extLst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noGrp="1"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7878">
            <a:extLst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noGrp="1"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7879">
            <a:extLst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noGrp="1"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7880">
            <a:extLst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noGrp="1"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7881">
            <a:extLst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noGrp="1"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7882">
            <a:extLst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noGrp="1"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7883">
            <a:extLst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noGrp="1"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7884">
            <a:extLst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noGrp="1"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7885">
            <a:extLst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noGrp="1"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7886">
            <a:extLst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noGrp="1"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7887">
            <a:extLst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noGrp="1"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7888">
            <a:extLst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noGrp="1"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7889">
            <a:extLst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noGrp="1"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7890">
            <a:extLst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noGrp="1"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7891">
            <a:extLst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noGrp="1"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7892">
            <a:extLst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noGrp="1"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7893">
            <a:extLst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noGrp="1"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7894">
            <a:extLst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noGrp="1"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7895">
            <a:extLst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noGrp="1"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7896">
            <a:extLst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noGrp="1"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7897">
            <a:extLst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noGrp="1"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7898">
            <a:extLst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noGrp="1"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7899">
            <a:extLst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noGrp="1"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7900">
            <a:extLst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noGrp="1"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7901">
            <a:extLst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noGrp="1"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7902">
            <a:extLst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noGrp="1"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7903">
            <a:extLst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noGrp="1"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7904">
            <a:extLst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noGrp="1"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7905">
            <a:extLst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noGrp="1"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7906">
            <a:extLst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noGrp="1"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7907">
            <a:extLst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noGrp="1"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7908">
            <a:extLst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noGrp="1"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7909">
            <a:extLst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noGrp="1"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7910">
            <a:extLst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noGrp="1"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7911">
            <a:extLst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noGrp="1"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7912">
            <a:extLst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noGrp="1"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7913">
            <a:extLst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noGrp="1"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7914">
            <a:extLst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noGrp="1"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7915">
            <a:extLst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noGrp="1"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7916">
            <a:extLst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noGrp="1"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7917">
            <a:extLst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noGrp="1"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7918">
            <a:extLst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noGrp="1"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7919">
            <a:extLst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noGrp="1"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7920">
            <a:extLst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noGrp="1"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7921">
            <a:extLst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noGrp="1"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7922">
            <a:extLst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noGrp="1"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7923">
            <a:extLst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noGrp="1"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7924">
            <a:extLst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noGrp="1"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7925">
            <a:extLst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noGrp="1"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7926">
            <a:extLst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noGrp="1"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7927">
            <a:extLst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noGrp="1"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7928">
            <a:extLst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noGrp="1"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7929">
            <a:extLst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noGrp="1"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7930">
            <a:extLst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noGrp="1"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7931">
            <a:extLst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noGrp="1"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7932">
            <a:extLst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noGrp="1"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7933">
            <a:extLst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noGrp="1"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7934">
            <a:extLst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noGrp="1"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7935">
            <a:extLst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noGrp="1"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7936">
            <a:extLst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7937">
            <a:extLst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noGrp="1"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7938">
            <a:extLst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noGrp="1"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7939">
            <a:extLst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noGrp="1"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7940">
            <a:extLst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noGrp="1"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7941">
            <a:extLst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noGrp="1"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7942">
            <a:extLst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noGrp="1"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7943">
            <a:extLst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noGrp="1"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7944">
            <a:extLst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noGrp="1"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7945">
            <a:extLst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noGrp="1"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7946">
            <a:extLst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noGrp="1"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7947">
            <a:extLst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noGrp="1"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7948">
            <a:extLst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noGrp="1"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7949">
            <a:extLst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noGrp="1"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7950">
            <a:extLst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noGrp="1"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7951">
            <a:extLst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noGrp="1"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7952">
            <a:extLst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noGrp="1"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7953">
            <a:extLst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noGrp="1"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7954">
            <a:extLst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noGrp="1"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7955">
            <a:extLst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noGrp="1"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7956">
            <a:extLst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noGrp="1"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7957">
            <a:extLst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noGrp="1"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7958">
            <a:extLst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noGrp="1"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7959">
            <a:extLst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noGrp="1"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7960">
            <a:extLst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noGrp="1"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7961">
            <a:extLst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noGrp="1"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7962">
            <a:extLst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noGrp="1"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7963">
            <a:extLst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noGrp="1"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7964">
            <a:extLst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noGrp="1"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7965">
            <a:extLst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noGrp="1"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7966">
            <a:extLst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noGrp="1"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7967">
            <a:extLst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noGrp="1"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7968">
            <a:extLst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noGrp="1"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7969">
            <a:extLst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noGrp="1"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7970">
            <a:extLst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noGrp="1"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7971">
            <a:extLst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noGrp="1"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7972">
            <a:extLst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noGrp="1"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7973">
            <a:extLst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noGrp="1"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7974">
            <a:extLst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noGrp="1"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7975">
            <a:extLst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noGrp="1"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7976">
            <a:extLst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noGrp="1"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7977">
            <a:extLst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noGrp="1"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7978">
            <a:extLst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noGrp="1"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7979">
            <a:extLst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noGrp="1"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7980">
            <a:extLst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noGrp="1"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7981">
            <a:extLst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noGrp="1"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7982">
            <a:extLst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noGrp="1"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7983">
            <a:extLst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noGrp="1"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7984">
            <a:extLst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noGrp="1"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7985">
            <a:extLst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noGrp="1"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7986">
            <a:extLst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noGrp="1"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7987">
            <a:extLst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noGrp="1"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7988">
            <a:extLst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noGrp="1"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7989">
            <a:extLst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noGrp="1"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7990">
            <a:extLst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noGrp="1"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7991">
            <a:extLst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noGrp="1"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7992">
            <a:extLst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noGrp="1"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7993">
            <a:extLst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noGrp="1"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7994">
            <a:extLst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noGrp="1"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7995">
            <a:extLst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noGrp="1"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7996">
            <a:extLst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noGrp="1"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7997">
            <a:extLst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noGrp="1"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7998">
            <a:extLst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noGrp="1"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7999">
            <a:extLst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noGrp="1"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8000">
            <a:extLst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noGrp="1"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8001">
            <a:extLst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noGrp="1"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8002">
            <a:extLst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noGrp="1"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8003">
            <a:extLst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noGrp="1"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8004">
            <a:extLst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noGrp="1"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8005">
            <a:extLst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noGrp="1"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8006">
            <a:extLst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noGrp="1"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8007">
            <a:extLst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noGrp="1"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8008">
            <a:extLst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noGrp="1"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8009">
            <a:extLst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noGrp="1"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8010">
            <a:extLst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noGrp="1"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8011">
            <a:extLst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noGrp="1"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8012">
            <a:extLst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noGrp="1"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8013">
            <a:extLst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noGrp="1"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8014">
            <a:extLst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noGrp="1"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8015">
            <a:extLst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noGrp="1"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8016">
            <a:extLst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noGrp="1"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8017">
            <a:extLst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noGrp="1"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8018">
            <a:extLst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noGrp="1"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8019">
            <a:extLst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noGrp="1"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8020">
            <a:extLst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noGrp="1"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8021">
            <a:extLst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noGrp="1"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8022">
            <a:extLst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noGrp="1"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8023">
            <a:extLst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noGrp="1"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8024">
            <a:extLst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noGrp="1"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8025">
            <a:extLst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noGrp="1"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8026">
            <a:extLst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noGrp="1"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8027">
            <a:extLst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noGrp="1"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8028">
            <a:extLst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noGrp="1"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8029">
            <a:extLst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noGrp="1"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8030">
            <a:extLst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8031">
            <a:extLst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noGrp="1"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8032">
            <a:extLst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noGrp="1"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8033">
            <a:extLst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noGrp="1"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8034">
            <a:extLst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noGrp="1"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8035">
            <a:extLst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noGrp="1"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8036">
            <a:extLst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noGrp="1"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8037">
            <a:extLst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noGrp="1"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8038">
            <a:extLst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noGrp="1"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8039">
            <a:extLst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noGrp="1"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8040">
            <a:extLst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noGrp="1"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8041">
            <a:extLst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noGrp="1"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8042">
            <a:extLst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noGrp="1"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8043">
            <a:extLst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noGrp="1"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8044">
            <a:extLst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noGrp="1"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8045">
            <a:extLst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noGrp="1"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8046">
            <a:extLst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noGrp="1"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8047">
            <a:extLst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noGrp="1"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8048">
            <a:extLst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noGrp="1"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8049">
            <a:extLst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noGrp="1"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8050">
            <a:extLst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noGrp="1"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8051">
            <a:extLst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noGrp="1"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8052">
            <a:extLst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noGrp="1"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8053">
            <a:extLst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noGrp="1"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8054">
            <a:extLst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noGrp="1"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8055">
            <a:extLst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noGrp="1"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8056">
            <a:extLst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noGrp="1"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8057">
            <a:extLst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noGrp="1"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8058">
            <a:extLst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noGrp="1"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8059">
            <a:extLst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noGrp="1"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8060">
            <a:extLst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noGrp="1"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8061">
            <a:extLst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noGrp="1"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8062">
            <a:extLst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noGrp="1"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8063">
            <a:extLst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noGrp="1"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8064">
            <a:extLst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noGrp="1"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8065">
            <a:extLst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noGrp="1"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8066">
            <a:extLst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noGrp="1"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8067">
            <a:extLst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noGrp="1"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8068">
            <a:extLst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noGrp="1"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8069">
            <a:extLst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noGrp="1"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8070">
            <a:extLst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noGrp="1"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8071">
            <a:extLst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noGrp="1"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8072">
            <a:extLst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noGrp="1"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8073">
            <a:extLst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noGrp="1"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8074">
            <a:extLst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noGrp="1"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8075">
            <a:extLst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noGrp="1"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8076">
            <a:extLst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noGrp="1"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8077">
            <a:extLst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noGrp="1"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8078">
            <a:extLst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noGrp="1"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8079">
            <a:extLst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noGrp="1"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8080">
            <a:extLst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noGrp="1"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8081">
            <a:extLst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noGrp="1"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8082">
            <a:extLst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noGrp="1"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8083">
            <a:extLst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noGrp="1"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8084">
            <a:extLst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noGrp="1"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8085">
            <a:extLst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noGrp="1"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8086">
            <a:extLst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noGrp="1"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8087">
            <a:extLst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noGrp="1"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8088">
            <a:extLst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noGrp="1"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8089">
            <a:extLst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noGrp="1"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8090">
            <a:extLst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noGrp="1"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8091">
            <a:extLst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noGrp="1"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8092">
            <a:extLst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noGrp="1"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8093">
            <a:extLst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noGrp="1"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8094">
            <a:extLst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noGrp="1"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8095">
            <a:extLst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noGrp="1"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8096">
            <a:extLst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noGrp="1"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8097">
            <a:extLst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noGrp="1"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8098">
            <a:extLst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noGrp="1"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noGrp="1"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noGrp="1"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noGrp="1"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noGrp="1"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noGrp="1"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noGrp="1"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noGrp="1"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noGrp="1"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noGrp="1"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noGrp="1"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noGrp="1"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noGrp="1"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noGrp="1"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8113">
            <a:extLst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noGrp="1"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noGrp="1"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noGrp="1"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noGrp="1"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noGrp="1"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noGrp="1"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noGrp="1"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noGrp="1"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noGrp="1"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noGrp="1"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noGrp="1"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noGrp="1"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noGrp="1"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noGrp="1"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noGrp="1"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noGrp="1"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noGrp="1"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noGrp="1"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noGrp="1"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noGrp="1"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noGrp="1"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noGrp="1"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noGrp="1"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noGrp="1"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noGrp="1"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8138">
            <a:extLst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noGrp="1"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8139">
            <a:extLst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noGrp="1"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8140">
            <a:extLst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noGrp="1"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8141">
            <a:extLst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noGrp="1"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8142">
            <a:extLst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noGrp="1"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8143">
            <a:extLst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noGrp="1"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8144">
            <a:extLst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noGrp="1"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8145">
            <a:extLst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noGrp="1"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8146">
            <a:extLst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noGrp="1"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8147">
            <a:extLst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noGrp="1"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8148">
            <a:extLst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noGrp="1"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8149">
            <a:extLst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noGrp="1"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8150">
            <a:extLst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noGrp="1"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8151">
            <a:extLst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noGrp="1"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8152">
            <a:extLst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noGrp="1"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8153">
            <a:extLst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noGrp="1"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8154">
            <a:extLst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noGrp="1"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8155">
            <a:extLst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noGrp="1"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8156">
            <a:extLst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noGrp="1"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8157">
            <a:extLst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noGrp="1"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8158">
            <a:extLst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noGrp="1"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8159">
            <a:extLst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noGrp="1"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8160">
            <a:extLst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noGrp="1"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8161">
            <a:extLst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noGrp="1"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8162">
            <a:extLst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noGrp="1"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8163">
            <a:extLst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noGrp="1"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8164">
            <a:extLst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noGrp="1"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8165">
            <a:extLst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noGrp="1"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8166">
            <a:extLst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noGrp="1"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8167">
            <a:extLst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noGrp="1"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8168">
            <a:extLst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noGrp="1"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8169">
            <a:extLst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noGrp="1"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8170">
            <a:extLst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noGrp="1"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8171">
            <a:extLst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noGrp="1"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8172">
            <a:extLst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noGrp="1"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8173">
            <a:extLst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noGrp="1"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8174">
            <a:extLst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noGrp="1"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8175">
            <a:extLst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noGrp="1"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8176">
            <a:extLst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noGrp="1"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8177">
            <a:extLst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noGrp="1"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8178">
            <a:extLst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noGrp="1"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8179">
            <a:extLst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noGrp="1"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8180">
            <a:extLst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noGrp="1"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8181">
            <a:extLst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noGrp="1"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8182">
            <a:extLst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noGrp="1"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8183">
            <a:extLst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8184">
            <a:extLst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noGrp="1"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8185">
            <a:extLst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noGrp="1"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8186">
            <a:extLst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noGrp="1"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8187">
            <a:extLst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noGrp="1"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8188">
            <a:extLst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noGrp="1"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8189">
            <a:extLst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noGrp="1"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8190">
            <a:extLst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noGrp="1"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8191">
            <a:extLst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noGrp="1"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8192">
            <a:extLst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noGrp="1"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8193">
            <a:extLst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noGrp="1"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8194">
            <a:extLst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noGrp="1"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8195">
            <a:extLst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noGrp="1"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8196">
            <a:extLst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noGrp="1"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8197">
            <a:extLst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noGrp="1"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8198">
            <a:extLst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noGrp="1"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8199">
            <a:extLst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noGrp="1"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8200">
            <a:extLst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noGrp="1"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8201">
            <a:extLst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noGrp="1"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8202">
            <a:extLst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noGrp="1"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8203">
            <a:extLst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noGrp="1"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8204">
            <a:extLst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noGrp="1"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8205">
            <a:extLst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noGrp="1"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8206">
            <a:extLst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noGrp="1"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8207">
            <a:extLst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noGrp="1"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8208">
            <a:extLst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noGrp="1"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8209">
            <a:extLst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noGrp="1"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8210">
            <a:extLst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noGrp="1"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8211">
            <a:extLst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noGrp="1"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8212">
            <a:extLst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noGrp="1"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8213">
            <a:extLst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noGrp="1"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8214">
            <a:extLst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noGrp="1"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8215">
            <a:extLst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8216">
            <a:extLst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noGrp="1"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8217">
            <a:extLst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noGrp="1"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8218">
            <a:extLst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noGrp="1"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8219">
            <a:extLst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noGrp="1"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8220">
            <a:extLst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noGrp="1"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8221">
            <a:extLst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noGrp="1"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8222">
            <a:extLst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noGrp="1"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8223">
            <a:extLst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noGrp="1"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8224">
            <a:extLst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noGrp="1"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8225">
            <a:extLst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noGrp="1"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8226">
            <a:extLst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noGrp="1"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8227">
            <a:extLst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noGrp="1"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8228">
            <a:extLst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noGrp="1"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8229">
            <a:extLst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noGrp="1"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8230">
            <a:extLst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noGrp="1"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8231">
            <a:extLst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noGrp="1"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8232">
            <a:extLst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noGrp="1"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8233">
            <a:extLst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noGrp="1"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8234">
            <a:extLst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noGrp="1"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8235">
            <a:extLst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noGrp="1"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8236">
            <a:extLst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noGrp="1"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8237">
            <a:extLst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noGrp="1"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8238">
            <a:extLst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noGrp="1"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8239">
            <a:extLst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noGrp="1"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8240">
            <a:extLst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noGrp="1"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8241">
            <a:extLst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noGrp="1"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8242">
            <a:extLst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noGrp="1"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8243">
            <a:extLst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noGrp="1"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8244">
            <a:extLst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noGrp="1"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8245">
            <a:extLst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noGrp="1"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8246">
            <a:extLst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noGrp="1"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8247">
            <a:extLst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noGrp="1"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8248">
            <a:extLst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noGrp="1"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8249">
            <a:extLst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noGrp="1"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8250">
            <a:extLst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noGrp="1"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8251">
            <a:extLst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noGrp="1"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8252">
            <a:extLst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noGrp="1"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8253">
            <a:extLst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noGrp="1"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8254">
            <a:extLst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noGrp="1"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8255">
            <a:extLst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noGrp="1"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8256">
            <a:extLst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noGrp="1"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8257">
            <a:extLst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noGrp="1"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8258">
            <a:extLst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noGrp="1"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8259">
            <a:extLst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noGrp="1"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8260">
            <a:extLst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noGrp="1"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8261">
            <a:extLst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noGrp="1"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8262">
            <a:extLst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noGrp="1"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8263">
            <a:extLst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noGrp="1"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8264">
            <a:extLst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noGrp="1"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8265">
            <a:extLst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noGrp="1"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8266">
            <a:extLst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noGrp="1"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8267">
            <a:extLst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noGrp="1"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8268">
            <a:extLst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noGrp="1"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8269">
            <a:extLst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noGrp="1"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8270">
            <a:extLst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noGrp="1"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8271">
            <a:extLst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noGrp="1"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8272">
            <a:extLst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noGrp="1"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8273">
            <a:extLst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noGrp="1"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8274">
            <a:extLst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noGrp="1"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8275">
            <a:extLst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noGrp="1"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8276">
            <a:extLst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noGrp="1"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8277">
            <a:extLst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noGrp="1"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8278">
            <a:extLst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noGrp="1"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8279">
            <a:extLst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noGrp="1"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8280">
            <a:extLst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noGrp="1"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8281">
            <a:extLst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noGrp="1"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8282">
            <a:extLst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noGrp="1"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8283">
            <a:extLst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noGrp="1"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8284">
            <a:extLst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noGrp="1"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8285">
            <a:extLst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noGrp="1"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8286">
            <a:extLst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noGrp="1"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8287">
            <a:extLst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noGrp="1"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8288">
            <a:extLst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noGrp="1"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8289">
            <a:extLst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noGrp="1"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8290">
            <a:extLst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noGrp="1"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8291">
            <a:extLst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noGrp="1"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8292">
            <a:extLst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noGrp="1"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8293">
            <a:extLst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noGrp="1"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8294">
            <a:extLst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noGrp="1"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8295">
            <a:extLst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noGrp="1"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8296">
            <a:extLst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noGrp="1"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8297">
            <a:extLst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noGrp="1"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8298">
            <a:extLst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noGrp="1"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8299">
            <a:extLst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noGrp="1"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8300">
            <a:extLst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noGrp="1"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8301">
            <a:extLst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noGrp="1"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8302">
            <a:extLst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noGrp="1"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8303">
            <a:extLst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noGrp="1"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8304">
            <a:extLst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noGrp="1"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8305">
            <a:extLst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noGrp="1"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8306">
            <a:extLst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noGrp="1"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8307">
            <a:extLst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noGrp="1"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8308">
            <a:extLst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noGrp="1"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8309">
            <a:extLst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noGrp="1"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8310">
            <a:extLst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noGrp="1"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8311">
            <a:extLst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noGrp="1"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8312">
            <a:extLst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noGrp="1"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8313">
            <a:extLst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noGrp="1"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8314">
            <a:extLst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noGrp="1"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8315">
            <a:extLst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noGrp="1"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8316">
            <a:extLst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noGrp="1"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8317">
            <a:extLst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noGrp="1"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8318">
            <a:extLst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noGrp="1"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8319">
            <a:extLst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noGrp="1"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8320">
            <a:extLst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noGrp="1"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8321">
            <a:extLst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noGrp="1"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8322">
            <a:extLst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noGrp="1"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8323">
            <a:extLst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noGrp="1"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8324">
            <a:extLst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noGrp="1"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8325">
            <a:extLst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noGrp="1"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8326">
            <a:extLst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noGrp="1"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8327">
            <a:extLst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noGrp="1"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8328">
            <a:extLst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noGrp="1"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8329">
            <a:extLst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noGrp="1"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8330">
            <a:extLst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noGrp="1"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8331">
            <a:extLst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noGrp="1"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8332">
            <a:extLst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noGrp="1"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8333">
            <a:extLst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noGrp="1"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8334">
            <a:extLst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noGrp="1"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8335">
            <a:extLst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noGrp="1"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8336">
            <a:extLst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noGrp="1"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8337">
            <a:extLst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noGrp="1"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8338">
            <a:extLst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noGrp="1"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8339">
            <a:extLst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noGrp="1"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8340">
            <a:extLst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noGrp="1"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8341">
            <a:extLst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noGrp="1"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8342">
            <a:extLst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noGrp="1"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8343">
            <a:extLst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noGrp="1"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8344">
            <a:extLst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noGrp="1"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8345">
            <a:extLst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noGrp="1"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8346">
            <a:extLst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noGrp="1"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8347">
            <a:extLst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noGrp="1"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8348">
            <a:extLst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noGrp="1"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8349">
            <a:extLst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noGrp="1"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8350">
            <a:extLst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noGrp="1"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8351">
            <a:extLst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noGrp="1"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8352">
            <a:extLst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noGrp="1"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8353">
            <a:extLst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noGrp="1"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8354">
            <a:extLst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noGrp="1"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8355">
            <a:extLst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noGrp="1"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8356">
            <a:extLst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noGrp="1"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8357">
            <a:extLst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noGrp="1"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8358">
            <a:extLst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noGrp="1"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8359">
            <a:extLst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noGrp="1"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8360">
            <a:extLst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noGrp="1"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8361">
            <a:extLst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noGrp="1"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8362">
            <a:extLst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noGrp="1"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8363">
            <a:extLst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noGrp="1"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8364">
            <a:extLst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noGrp="1"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8365">
            <a:extLst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noGrp="1"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8366">
            <a:extLst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noGrp="1"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8367">
            <a:extLst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noGrp="1"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8368">
            <a:extLst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noGrp="1"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8369">
            <a:extLst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noGrp="1"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8370">
            <a:extLst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noGrp="1"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8371">
            <a:extLst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noGrp="1"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8372">
            <a:extLst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noGrp="1"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8373">
            <a:extLst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noGrp="1"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8374">
            <a:extLst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noGrp="1"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8375">
            <a:extLst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noGrp="1"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8376">
            <a:extLst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noGrp="1"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8377">
            <a:extLst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noGrp="1"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8378">
            <a:extLst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noGrp="1"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8379">
            <a:extLst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noGrp="1"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8380">
            <a:extLst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noGrp="1"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8381">
            <a:extLst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noGrp="1"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8382">
            <a:extLst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noGrp="1"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8383">
            <a:extLst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noGrp="1"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8384">
            <a:extLst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noGrp="1"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8385">
            <a:extLst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noGrp="1"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8386">
            <a:extLst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noGrp="1"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8387">
            <a:extLst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noGrp="1"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8388">
            <a:extLst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noGrp="1"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8389">
            <a:extLst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noGrp="1"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8390">
            <a:extLst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noGrp="1"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8391">
            <a:extLst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noGrp="1"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8392">
            <a:extLst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noGrp="1"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8393">
            <a:extLst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noGrp="1"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8394">
            <a:extLst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noGrp="1"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8395">
            <a:extLst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noGrp="1"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8396">
            <a:extLst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noGrp="1"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8397">
            <a:extLst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noGrp="1"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8398">
            <a:extLst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noGrp="1"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8399">
            <a:extLst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noGrp="1"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8400">
            <a:extLst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noGrp="1"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8401">
            <a:extLst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noGrp="1"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8402">
            <a:extLst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noGrp="1"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8403">
            <a:extLst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noGrp="1"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8404">
            <a:extLst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noGrp="1"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8405">
            <a:extLst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noGrp="1"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8406">
            <a:extLst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noGrp="1"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8407">
            <a:extLst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noGrp="1"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8408">
            <a:extLst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noGrp="1"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8409">
            <a:extLst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noGrp="1"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8410">
            <a:extLst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noGrp="1"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8411">
            <a:extLst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noGrp="1"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8412">
            <a:extLst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noGrp="1"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8413">
            <a:extLst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noGrp="1"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8414">
            <a:extLst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noGrp="1"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8415">
            <a:extLst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noGrp="1"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8416">
            <a:extLst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noGrp="1"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8417">
            <a:extLst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noGrp="1"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8418">
            <a:extLst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noGrp="1"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8419">
            <a:extLst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noGrp="1"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8420">
            <a:extLst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noGrp="1"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8421">
            <a:extLst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noGrp="1"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8422">
            <a:extLst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noGrp="1"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8423">
            <a:extLst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noGrp="1"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8424">
            <a:extLst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noGrp="1"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8425">
            <a:extLst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noGrp="1"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8426">
            <a:extLst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noGrp="1"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8427">
            <a:extLst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noGrp="1"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8428">
            <a:extLst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noGrp="1"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8429">
            <a:extLst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noGrp="1"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8430">
            <a:extLst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noGrp="1"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8431">
            <a:extLst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noGrp="1"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8432">
            <a:extLst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noGrp="1"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8433">
            <a:extLst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noGrp="1"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8434">
            <a:extLst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noGrp="1"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8435">
            <a:extLst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noGrp="1"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8436">
            <a:extLst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noGrp="1"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8437">
            <a:extLst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noGrp="1"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8438">
            <a:extLst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noGrp="1"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8439">
            <a:extLst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noGrp="1"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8440">
            <a:extLst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noGrp="1"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8441">
            <a:extLst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noGrp="1"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8442">
            <a:extLst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noGrp="1"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8443">
            <a:extLst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noGrp="1"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8444">
            <a:extLst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noGrp="1"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8445">
            <a:extLst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noGrp="1"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8446">
            <a:extLst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noGrp="1"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8447">
            <a:extLst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noGrp="1"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8448">
            <a:extLst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noGrp="1"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8449">
            <a:extLst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noGrp="1"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8450">
            <a:extLst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noGrp="1"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8451">
            <a:extLst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noGrp="1"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8452">
            <a:extLst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noGrp="1"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8453">
            <a:extLst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noGrp="1"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8454">
            <a:extLst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noGrp="1"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8455">
            <a:extLst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noGrp="1"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8456">
            <a:extLst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noGrp="1"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8457">
            <a:extLst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noGrp="1"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8458">
            <a:extLst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noGrp="1"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8459">
            <a:extLst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noGrp="1"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8460">
            <a:extLst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noGrp="1"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8461">
            <a:extLst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noGrp="1"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8462">
            <a:extLst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noGrp="1"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8463">
            <a:extLst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noGrp="1"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8464">
            <a:extLst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noGrp="1"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8465">
            <a:extLst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noGrp="1"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8466">
            <a:extLst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noGrp="1"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8467">
            <a:extLst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noGrp="1"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8468">
            <a:extLst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noGrp="1"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8469">
            <a:extLst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noGrp="1"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8470">
            <a:extLst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noGrp="1"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8471">
            <a:extLst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noGrp="1"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8472">
            <a:extLst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noGrp="1"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8473">
            <a:extLst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noGrp="1"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8474">
            <a:extLst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noGrp="1"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8475">
            <a:extLst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noGrp="1"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8476">
            <a:extLst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noGrp="1"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8477">
            <a:extLst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noGrp="1"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8478">
            <a:extLst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noGrp="1"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8479">
            <a:extLst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noGrp="1"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8480">
            <a:extLst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noGrp="1"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8481">
            <a:extLst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noGrp="1"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8482">
            <a:extLst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noGrp="1"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8483">
            <a:extLst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noGrp="1"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8484">
            <a:extLst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noGrp="1"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8485">
            <a:extLst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noGrp="1"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8486">
            <a:extLst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noGrp="1"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8487">
            <a:extLst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noGrp="1"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8488">
            <a:extLst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noGrp="1"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8489">
            <a:extLst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noGrp="1"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8490">
            <a:extLst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noGrp="1"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8491">
            <a:extLst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noGrp="1"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8492">
            <a:extLst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noGrp="1"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8493">
            <a:extLst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noGrp="1"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8494">
            <a:extLst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noGrp="1"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8495">
            <a:extLst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noGrp="1"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8496">
            <a:extLst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noGrp="1"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8497">
            <a:extLst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noGrp="1"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8498">
            <a:extLst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noGrp="1"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8499">
            <a:extLst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noGrp="1"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8500">
            <a:extLst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noGrp="1"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8501">
            <a:extLst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noGrp="1"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8502">
            <a:extLst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noGrp="1"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8503">
            <a:extLst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noGrp="1"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8504">
            <a:extLst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noGrp="1"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8505">
            <a:extLst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noGrp="1"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8506">
            <a:extLst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noGrp="1"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8507">
            <a:extLst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noGrp="1"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8508">
            <a:extLst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noGrp="1"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8509">
            <a:extLst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noGrp="1"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8510">
            <a:extLst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noGrp="1"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8511">
            <a:extLst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noGrp="1"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8512">
            <a:extLst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noGrp="1"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8513">
            <a:extLst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noGrp="1"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noGrp="1"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noGrp="1"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noGrp="1"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noGrp="1"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noGrp="1"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noGrp="1"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noGrp="1"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noGrp="1"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noGrp="1"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noGrp="1"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noGrp="1"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noGrp="1"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noGrp="1"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8528">
            <a:extLst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noGrp="1"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noGrp="1"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noGrp="1"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noGrp="1"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noGrp="1"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noGrp="1"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noGrp="1"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noGrp="1"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noGrp="1"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noGrp="1"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noGrp="1"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noGrp="1"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noGrp="1"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noGrp="1"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noGrp="1"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noGrp="1"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noGrp="1"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noGrp="1"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noGrp="1"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noGrp="1"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noGrp="1"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noGrp="1"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noGrp="1"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noGrp="1"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noGrp="1"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8553">
            <a:extLst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noGrp="1"/>
          </p:cNvSpPr>
          <p:nvPr/>
        </p:nvSpPr>
        <p:spPr>
          <a:xfrm>
            <a:off x="7327348" y="62041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8554">
            <a:extLst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noGrp="1"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8555">
            <a:extLst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noGrp="1"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8556">
            <a:extLst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noGrp="1"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8557">
            <a:extLst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noGrp="1"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8558">
            <a:extLst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noGrp="1"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8559">
            <a:extLst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noGrp="1"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8560">
            <a:extLst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noGrp="1"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8561">
            <a:extLst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noGrp="1"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8562">
            <a:extLst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noGrp="1"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8563">
            <a:extLst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noGrp="1"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8564">
            <a:extLst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noGrp="1"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8565">
            <a:extLst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noGrp="1"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8566">
            <a:extLst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noGrp="1"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8567">
            <a:extLst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noGrp="1"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8568">
            <a:extLst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noGrp="1"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8569">
            <a:extLst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noGrp="1"/>
          </p:cNvSpPr>
          <p:nvPr/>
        </p:nvSpPr>
        <p:spPr>
          <a:xfrm>
            <a:off x="73375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8570">
            <a:extLst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noGrp="1"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8571">
            <a:extLst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noGrp="1"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8572">
            <a:extLst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noGrp="1"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8573">
            <a:extLst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noGrp="1"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8574">
            <a:extLst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noGrp="1"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8575">
            <a:extLst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noGrp="1"/>
          </p:cNvSpPr>
          <p:nvPr/>
        </p:nvSpPr>
        <p:spPr>
          <a:xfrm>
            <a:off x="7310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8576">
            <a:extLst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noGrp="1"/>
          </p:cNvSpPr>
          <p:nvPr/>
        </p:nvSpPr>
        <p:spPr>
          <a:xfrm>
            <a:off x="72537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8577">
            <a:extLst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noGrp="1"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8578">
            <a:extLst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noGrp="1"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8579">
            <a:extLst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noGrp="1"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8580">
            <a:extLst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noGrp="1"/>
          </p:cNvSpPr>
          <p:nvPr/>
        </p:nvSpPr>
        <p:spPr>
          <a:xfrm>
            <a:off x="730897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8581">
            <a:extLst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noGrp="1"/>
          </p:cNvSpPr>
          <p:nvPr/>
        </p:nvSpPr>
        <p:spPr>
          <a:xfrm>
            <a:off x="7243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8582">
            <a:extLst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noGrp="1"/>
          </p:cNvSpPr>
          <p:nvPr/>
        </p:nvSpPr>
        <p:spPr>
          <a:xfrm>
            <a:off x="725360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8583">
            <a:extLst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noGrp="1"/>
          </p:cNvSpPr>
          <p:nvPr/>
        </p:nvSpPr>
        <p:spPr>
          <a:xfrm>
            <a:off x="733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8584">
            <a:extLst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noGrp="1"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8585">
            <a:extLst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8586">
            <a:extLst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noGrp="1"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8587">
            <a:extLst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noGrp="1"/>
          </p:cNvSpPr>
          <p:nvPr/>
        </p:nvSpPr>
        <p:spPr>
          <a:xfrm>
            <a:off x="73316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8588">
            <a:extLst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noGrp="1"/>
          </p:cNvSpPr>
          <p:nvPr/>
        </p:nvSpPr>
        <p:spPr>
          <a:xfrm>
            <a:off x="7256728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8589">
            <a:extLst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noGrp="1"/>
          </p:cNvSpPr>
          <p:nvPr/>
        </p:nvSpPr>
        <p:spPr>
          <a:xfrm>
            <a:off x="72370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8590">
            <a:extLst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noGrp="1"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8591">
            <a:extLst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noGrp="1"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8592">
            <a:extLst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noGrp="1"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8593">
            <a:extLst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noGrp="1"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8594">
            <a:extLst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noGrp="1"/>
          </p:cNvSpPr>
          <p:nvPr/>
        </p:nvSpPr>
        <p:spPr>
          <a:xfrm>
            <a:off x="72321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8595">
            <a:extLst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noGrp="1"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8596">
            <a:extLst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noGrp="1"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8597">
            <a:extLst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noGrp="1"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8598">
            <a:extLst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8599">
            <a:extLst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noGrp="1"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8600">
            <a:extLst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noGrp="1"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8601">
            <a:extLst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noGrp="1"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8602">
            <a:extLst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noGrp="1"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8603">
            <a:extLst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noGrp="1"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8604">
            <a:extLst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noGrp="1"/>
          </p:cNvSpPr>
          <p:nvPr/>
        </p:nvSpPr>
        <p:spPr>
          <a:xfrm>
            <a:off x="73191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8605">
            <a:extLst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noGrp="1"/>
          </p:cNvSpPr>
          <p:nvPr/>
        </p:nvSpPr>
        <p:spPr>
          <a:xfrm>
            <a:off x="73002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8606">
            <a:extLst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noGrp="1"/>
          </p:cNvSpPr>
          <p:nvPr/>
        </p:nvSpPr>
        <p:spPr>
          <a:xfrm>
            <a:off x="7338423" y="60742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8607">
            <a:extLst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noGrp="1"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8608">
            <a:extLst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noGrp="1"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8609">
            <a:extLst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noGrp="1"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8610">
            <a:extLst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noGrp="1"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8611">
            <a:extLst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noGrp="1"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8612">
            <a:extLst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noGrp="1"/>
          </p:cNvSpPr>
          <p:nvPr/>
        </p:nvSpPr>
        <p:spPr>
          <a:xfrm>
            <a:off x="726780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8613">
            <a:extLst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noGrp="1"/>
          </p:cNvSpPr>
          <p:nvPr/>
        </p:nvSpPr>
        <p:spPr>
          <a:xfrm>
            <a:off x="732409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8614">
            <a:extLst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noGrp="1"/>
          </p:cNvSpPr>
          <p:nvPr/>
        </p:nvSpPr>
        <p:spPr>
          <a:xfrm>
            <a:off x="723184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8615">
            <a:extLst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noGrp="1"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8616">
            <a:extLst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noGrp="1"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8617">
            <a:extLst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noGrp="1"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8618">
            <a:extLst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noGrp="1"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8619">
            <a:extLst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noGrp="1"/>
          </p:cNvSpPr>
          <p:nvPr/>
        </p:nvSpPr>
        <p:spPr>
          <a:xfrm>
            <a:off x="73135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8620">
            <a:extLst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noGrp="1"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8621">
            <a:extLst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noGrp="1"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8622">
            <a:extLst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noGrp="1"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8623">
            <a:extLst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noGrp="1"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8624">
            <a:extLst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noGrp="1"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8625">
            <a:extLst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noGrp="1"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8626">
            <a:extLst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noGrp="1"/>
          </p:cNvSpPr>
          <p:nvPr/>
        </p:nvSpPr>
        <p:spPr>
          <a:xfrm>
            <a:off x="7306110" y="66597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8627">
            <a:extLst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noGrp="1"/>
          </p:cNvSpPr>
          <p:nvPr/>
        </p:nvSpPr>
        <p:spPr>
          <a:xfrm>
            <a:off x="732330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8628">
            <a:extLst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noGrp="1"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8629">
            <a:extLst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noGrp="1"/>
          </p:cNvSpPr>
          <p:nvPr/>
        </p:nvSpPr>
        <p:spPr>
          <a:xfrm>
            <a:off x="72307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8630">
            <a:extLst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noGrp="1"/>
          </p:cNvSpPr>
          <p:nvPr/>
        </p:nvSpPr>
        <p:spPr>
          <a:xfrm>
            <a:off x="7305849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8631">
            <a:extLst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noGrp="1"/>
          </p:cNvSpPr>
          <p:nvPr/>
        </p:nvSpPr>
        <p:spPr>
          <a:xfrm>
            <a:off x="7339466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8632">
            <a:extLst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noGrp="1"/>
          </p:cNvSpPr>
          <p:nvPr/>
        </p:nvSpPr>
        <p:spPr>
          <a:xfrm>
            <a:off x="73450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8633">
            <a:extLst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noGrp="1"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8634">
            <a:extLst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noGrp="1"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8635">
            <a:extLst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noGrp="1"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8636">
            <a:extLst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noGrp="1"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8637">
            <a:extLst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noGrp="1"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8638">
            <a:extLst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noGrp="1"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8639">
            <a:extLst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noGrp="1"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8640">
            <a:extLst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noGrp="1"/>
          </p:cNvSpPr>
          <p:nvPr/>
        </p:nvSpPr>
        <p:spPr>
          <a:xfrm>
            <a:off x="72373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8641">
            <a:extLst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noGrp="1"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8642">
            <a:extLst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noGrp="1"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8643">
            <a:extLst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noGrp="1"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8644">
            <a:extLst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noGrp="1"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8645">
            <a:extLst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noGrp="1"/>
          </p:cNvSpPr>
          <p:nvPr/>
        </p:nvSpPr>
        <p:spPr>
          <a:xfrm>
            <a:off x="72202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8646">
            <a:extLst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noGrp="1"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8647">
            <a:extLst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noGrp="1"/>
          </p:cNvSpPr>
          <p:nvPr/>
        </p:nvSpPr>
        <p:spPr>
          <a:xfrm>
            <a:off x="7668862" y="59991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8648">
            <a:extLst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noGrp="1"/>
          </p:cNvSpPr>
          <p:nvPr/>
        </p:nvSpPr>
        <p:spPr>
          <a:xfrm>
            <a:off x="75581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8649">
            <a:extLst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noGrp="1"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8650">
            <a:extLst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noGrp="1"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8651">
            <a:extLst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noGrp="1"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8652">
            <a:extLst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noGrp="1"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8653">
            <a:extLst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noGrp="1"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8654">
            <a:extLst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noGrp="1"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8655">
            <a:extLst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noGrp="1"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8656">
            <a:extLst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noGrp="1"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8657">
            <a:extLst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noGrp="1"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8658">
            <a:extLst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noGrp="1"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8659">
            <a:extLst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noGrp="1"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8660">
            <a:extLst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noGrp="1"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8661">
            <a:extLst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noGrp="1"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8662">
            <a:extLst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noGrp="1"/>
          </p:cNvSpPr>
          <p:nvPr/>
        </p:nvSpPr>
        <p:spPr>
          <a:xfrm>
            <a:off x="756201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8663">
            <a:extLst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noGrp="1"/>
          </p:cNvSpPr>
          <p:nvPr/>
        </p:nvSpPr>
        <p:spPr>
          <a:xfrm>
            <a:off x="76790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8664">
            <a:extLst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noGrp="1"/>
          </p:cNvSpPr>
          <p:nvPr/>
        </p:nvSpPr>
        <p:spPr>
          <a:xfrm>
            <a:off x="756384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8665">
            <a:extLst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noGrp="1"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8666">
            <a:extLst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noGrp="1"/>
          </p:cNvSpPr>
          <p:nvPr/>
        </p:nvSpPr>
        <p:spPr>
          <a:xfrm>
            <a:off x="76072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8667">
            <a:extLst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noGrp="1"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8668">
            <a:extLst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noGrp="1"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8669">
            <a:extLst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noGrp="1"/>
          </p:cNvSpPr>
          <p:nvPr/>
        </p:nvSpPr>
        <p:spPr>
          <a:xfrm>
            <a:off x="76524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8670">
            <a:extLst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noGrp="1"/>
          </p:cNvSpPr>
          <p:nvPr/>
        </p:nvSpPr>
        <p:spPr>
          <a:xfrm>
            <a:off x="75952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8671">
            <a:extLst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noGrp="1"/>
          </p:cNvSpPr>
          <p:nvPr/>
        </p:nvSpPr>
        <p:spPr>
          <a:xfrm>
            <a:off x="7677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8672">
            <a:extLst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noGrp="1"/>
          </p:cNvSpPr>
          <p:nvPr/>
        </p:nvSpPr>
        <p:spPr>
          <a:xfrm>
            <a:off x="7652705" y="56408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8673">
            <a:extLst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noGrp="1"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8674">
            <a:extLst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noGrp="1"/>
          </p:cNvSpPr>
          <p:nvPr/>
        </p:nvSpPr>
        <p:spPr>
          <a:xfrm>
            <a:off x="7650490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8675">
            <a:extLst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noGrp="1"/>
          </p:cNvSpPr>
          <p:nvPr/>
        </p:nvSpPr>
        <p:spPr>
          <a:xfrm>
            <a:off x="75849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8676">
            <a:extLst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noGrp="1"/>
          </p:cNvSpPr>
          <p:nvPr/>
        </p:nvSpPr>
        <p:spPr>
          <a:xfrm>
            <a:off x="759511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8677">
            <a:extLst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noGrp="1"/>
          </p:cNvSpPr>
          <p:nvPr/>
        </p:nvSpPr>
        <p:spPr>
          <a:xfrm>
            <a:off x="76760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8678">
            <a:extLst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noGrp="1"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8679">
            <a:extLst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8680">
            <a:extLst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noGrp="1"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8681">
            <a:extLst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noGrp="1"/>
          </p:cNvSpPr>
          <p:nvPr/>
        </p:nvSpPr>
        <p:spPr>
          <a:xfrm>
            <a:off x="767316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8682">
            <a:extLst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noGrp="1"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8683">
            <a:extLst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noGrp="1"/>
          </p:cNvSpPr>
          <p:nvPr/>
        </p:nvSpPr>
        <p:spPr>
          <a:xfrm>
            <a:off x="75785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8684">
            <a:extLst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noGrp="1"/>
          </p:cNvSpPr>
          <p:nvPr/>
        </p:nvSpPr>
        <p:spPr>
          <a:xfrm>
            <a:off x="76543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8685">
            <a:extLst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noGrp="1"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8686">
            <a:extLst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noGrp="1"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8687">
            <a:extLst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noGrp="1"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8688">
            <a:extLst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noGrp="1"/>
          </p:cNvSpPr>
          <p:nvPr/>
        </p:nvSpPr>
        <p:spPr>
          <a:xfrm>
            <a:off x="75736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8689">
            <a:extLst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noGrp="1"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8690">
            <a:extLst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noGrp="1"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8691">
            <a:extLst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noGrp="1"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8692">
            <a:extLst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8693">
            <a:extLst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noGrp="1"/>
          </p:cNvSpPr>
          <p:nvPr/>
        </p:nvSpPr>
        <p:spPr>
          <a:xfrm>
            <a:off x="7686322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8694">
            <a:extLst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noGrp="1"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8695">
            <a:extLst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noGrp="1"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8696">
            <a:extLst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noGrp="1"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8697">
            <a:extLst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noGrp="1"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8698">
            <a:extLst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noGrp="1"/>
          </p:cNvSpPr>
          <p:nvPr/>
        </p:nvSpPr>
        <p:spPr>
          <a:xfrm>
            <a:off x="76606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8699">
            <a:extLst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noGrp="1"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8700">
            <a:extLst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noGrp="1"/>
          </p:cNvSpPr>
          <p:nvPr/>
        </p:nvSpPr>
        <p:spPr>
          <a:xfrm>
            <a:off x="767993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8701">
            <a:extLst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noGrp="1"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8702">
            <a:extLst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noGrp="1"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8703">
            <a:extLst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noGrp="1"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8704">
            <a:extLst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noGrp="1"/>
          </p:cNvSpPr>
          <p:nvPr/>
        </p:nvSpPr>
        <p:spPr>
          <a:xfrm>
            <a:off x="759654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8705">
            <a:extLst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noGrp="1"/>
          </p:cNvSpPr>
          <p:nvPr/>
        </p:nvSpPr>
        <p:spPr>
          <a:xfrm>
            <a:off x="7625734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8706">
            <a:extLst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noGrp="1"/>
          </p:cNvSpPr>
          <p:nvPr/>
        </p:nvSpPr>
        <p:spPr>
          <a:xfrm>
            <a:off x="760931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8707">
            <a:extLst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noGrp="1"/>
          </p:cNvSpPr>
          <p:nvPr/>
        </p:nvSpPr>
        <p:spPr>
          <a:xfrm>
            <a:off x="766560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8708">
            <a:extLst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noGrp="1"/>
          </p:cNvSpPr>
          <p:nvPr/>
        </p:nvSpPr>
        <p:spPr>
          <a:xfrm>
            <a:off x="757335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8709">
            <a:extLst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noGrp="1"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8710">
            <a:extLst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noGrp="1"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8711">
            <a:extLst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noGrp="1"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8712">
            <a:extLst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noGrp="1"/>
          </p:cNvSpPr>
          <p:nvPr/>
        </p:nvSpPr>
        <p:spPr>
          <a:xfrm>
            <a:off x="7674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8713">
            <a:extLst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noGrp="1"/>
          </p:cNvSpPr>
          <p:nvPr/>
        </p:nvSpPr>
        <p:spPr>
          <a:xfrm>
            <a:off x="76550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8714">
            <a:extLst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noGrp="1"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8715">
            <a:extLst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noGrp="1"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8716">
            <a:extLst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noGrp="1"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8717">
            <a:extLst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noGrp="1"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8718">
            <a:extLst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noGrp="1"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8719">
            <a:extLst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noGrp="1"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8720">
            <a:extLst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noGrp="1"/>
          </p:cNvSpPr>
          <p:nvPr/>
        </p:nvSpPr>
        <p:spPr>
          <a:xfrm>
            <a:off x="7647624" y="65913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8721">
            <a:extLst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noGrp="1"/>
          </p:cNvSpPr>
          <p:nvPr/>
        </p:nvSpPr>
        <p:spPr>
          <a:xfrm>
            <a:off x="7664823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8722">
            <a:extLst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noGrp="1"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8723">
            <a:extLst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noGrp="1"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8724">
            <a:extLst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noGrp="1"/>
          </p:cNvSpPr>
          <p:nvPr/>
        </p:nvSpPr>
        <p:spPr>
          <a:xfrm>
            <a:off x="764736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8725">
            <a:extLst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noGrp="1"/>
          </p:cNvSpPr>
          <p:nvPr/>
        </p:nvSpPr>
        <p:spPr>
          <a:xfrm>
            <a:off x="7680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8726">
            <a:extLst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noGrp="1"/>
          </p:cNvSpPr>
          <p:nvPr/>
        </p:nvSpPr>
        <p:spPr>
          <a:xfrm>
            <a:off x="7686582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8727">
            <a:extLst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noGrp="1"/>
          </p:cNvSpPr>
          <p:nvPr/>
        </p:nvSpPr>
        <p:spPr>
          <a:xfrm>
            <a:off x="76060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8728">
            <a:extLst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noGrp="1"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8729">
            <a:extLst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noGrp="1"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8730">
            <a:extLst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noGrp="1"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8731">
            <a:extLst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noGrp="1"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8732">
            <a:extLst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noGrp="1"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8733">
            <a:extLst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noGrp="1"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8734">
            <a:extLst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noGrp="1"/>
          </p:cNvSpPr>
          <p:nvPr/>
        </p:nvSpPr>
        <p:spPr>
          <a:xfrm>
            <a:off x="75788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8735">
            <a:extLst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noGrp="1"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8736">
            <a:extLst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noGrp="1"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8737">
            <a:extLst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noGrp="1"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8738">
            <a:extLst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noGrp="1"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8739">
            <a:extLst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noGrp="1"/>
          </p:cNvSpPr>
          <p:nvPr/>
        </p:nvSpPr>
        <p:spPr>
          <a:xfrm>
            <a:off x="756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8740">
            <a:extLst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noGrp="1"/>
          </p:cNvSpPr>
          <p:nvPr/>
        </p:nvSpPr>
        <p:spPr>
          <a:xfrm>
            <a:off x="826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8741">
            <a:extLst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noGrp="1"/>
          </p:cNvSpPr>
          <p:nvPr/>
        </p:nvSpPr>
        <p:spPr>
          <a:xfrm>
            <a:off x="8351890" y="568017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8742">
            <a:extLst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noGrp="1"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8743">
            <a:extLst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noGrp="1"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8744">
            <a:extLst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noGrp="1"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8745">
            <a:extLst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noGrp="1"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8746">
            <a:extLst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noGrp="1"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8747">
            <a:extLst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noGrp="1"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8748">
            <a:extLst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noGrp="1"/>
          </p:cNvSpPr>
          <p:nvPr/>
        </p:nvSpPr>
        <p:spPr>
          <a:xfrm>
            <a:off x="8245698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8749">
            <a:extLst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noGrp="1"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8750">
            <a:extLst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noGrp="1"/>
          </p:cNvSpPr>
          <p:nvPr/>
        </p:nvSpPr>
        <p:spPr>
          <a:xfrm>
            <a:off x="8245437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8751">
            <a:extLst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noGrp="1"/>
          </p:cNvSpPr>
          <p:nvPr/>
        </p:nvSpPr>
        <p:spPr>
          <a:xfrm>
            <a:off x="83190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8752">
            <a:extLst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noGrp="1"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8753">
            <a:extLst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noGrp="1"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8754">
            <a:extLst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noGrp="1"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8755">
            <a:extLst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noGrp="1"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8756">
            <a:extLst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noGrp="1"/>
          </p:cNvSpPr>
          <p:nvPr/>
        </p:nvSpPr>
        <p:spPr>
          <a:xfrm>
            <a:off x="824504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8757">
            <a:extLst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noGrp="1"/>
          </p:cNvSpPr>
          <p:nvPr/>
        </p:nvSpPr>
        <p:spPr>
          <a:xfrm>
            <a:off x="8362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8758">
            <a:extLst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noGrp="1"/>
          </p:cNvSpPr>
          <p:nvPr/>
        </p:nvSpPr>
        <p:spPr>
          <a:xfrm>
            <a:off x="8246871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8759">
            <a:extLst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noGrp="1"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8760">
            <a:extLst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noGrp="1"/>
          </p:cNvSpPr>
          <p:nvPr/>
        </p:nvSpPr>
        <p:spPr>
          <a:xfrm>
            <a:off x="829025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8761">
            <a:extLst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noGrp="1"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8762">
            <a:extLst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noGrp="1"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8763">
            <a:extLst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noGrp="1"/>
          </p:cNvSpPr>
          <p:nvPr/>
        </p:nvSpPr>
        <p:spPr>
          <a:xfrm>
            <a:off x="833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8764">
            <a:extLst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noGrp="1"/>
          </p:cNvSpPr>
          <p:nvPr/>
        </p:nvSpPr>
        <p:spPr>
          <a:xfrm>
            <a:off x="82782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8765">
            <a:extLst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noGrp="1"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8766">
            <a:extLst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noGrp="1"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8767">
            <a:extLst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noGrp="1"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8768">
            <a:extLst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noGrp="1"/>
          </p:cNvSpPr>
          <p:nvPr/>
        </p:nvSpPr>
        <p:spPr>
          <a:xfrm>
            <a:off x="833351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8769">
            <a:extLst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noGrp="1"/>
          </p:cNvSpPr>
          <p:nvPr/>
        </p:nvSpPr>
        <p:spPr>
          <a:xfrm>
            <a:off x="82679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8770">
            <a:extLst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noGrp="1"/>
          </p:cNvSpPr>
          <p:nvPr/>
        </p:nvSpPr>
        <p:spPr>
          <a:xfrm>
            <a:off x="827814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8771">
            <a:extLst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noGrp="1"/>
          </p:cNvSpPr>
          <p:nvPr/>
        </p:nvSpPr>
        <p:spPr>
          <a:xfrm>
            <a:off x="83590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8772">
            <a:extLst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noGrp="1"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8773">
            <a:extLst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8774">
            <a:extLst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noGrp="1"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8775">
            <a:extLst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noGrp="1"/>
          </p:cNvSpPr>
          <p:nvPr/>
        </p:nvSpPr>
        <p:spPr>
          <a:xfrm>
            <a:off x="83561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8776">
            <a:extLst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noGrp="1"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8777">
            <a:extLst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noGrp="1"/>
          </p:cNvSpPr>
          <p:nvPr/>
        </p:nvSpPr>
        <p:spPr>
          <a:xfrm>
            <a:off x="826159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8778">
            <a:extLst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noGrp="1"/>
          </p:cNvSpPr>
          <p:nvPr/>
        </p:nvSpPr>
        <p:spPr>
          <a:xfrm>
            <a:off x="83374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8779">
            <a:extLst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noGrp="1"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8780">
            <a:extLst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noGrp="1"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8781">
            <a:extLst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noGrp="1"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8782">
            <a:extLst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noGrp="1"/>
          </p:cNvSpPr>
          <p:nvPr/>
        </p:nvSpPr>
        <p:spPr>
          <a:xfrm>
            <a:off x="82566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8783">
            <a:extLst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noGrp="1"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8784">
            <a:extLst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noGrp="1"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8785">
            <a:extLst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noGrp="1"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8786">
            <a:extLst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noGrp="1"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8787">
            <a:extLst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noGrp="1"/>
          </p:cNvSpPr>
          <p:nvPr/>
        </p:nvSpPr>
        <p:spPr>
          <a:xfrm>
            <a:off x="836934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8788">
            <a:extLst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noGrp="1"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8789">
            <a:extLst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noGrp="1"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8790">
            <a:extLst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noGrp="1"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8791">
            <a:extLst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noGrp="1"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8792">
            <a:extLst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noGrp="1"/>
          </p:cNvSpPr>
          <p:nvPr/>
        </p:nvSpPr>
        <p:spPr>
          <a:xfrm>
            <a:off x="834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8793">
            <a:extLst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noGrp="1"/>
          </p:cNvSpPr>
          <p:nvPr/>
        </p:nvSpPr>
        <p:spPr>
          <a:xfrm>
            <a:off x="8324788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8794">
            <a:extLst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noGrp="1"/>
          </p:cNvSpPr>
          <p:nvPr/>
        </p:nvSpPr>
        <p:spPr>
          <a:xfrm>
            <a:off x="8362965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8795">
            <a:extLst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noGrp="1"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8796">
            <a:extLst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noGrp="1"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8797">
            <a:extLst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noGrp="1"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8798">
            <a:extLst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noGrp="1"/>
          </p:cNvSpPr>
          <p:nvPr/>
        </p:nvSpPr>
        <p:spPr>
          <a:xfrm>
            <a:off x="8279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8799">
            <a:extLst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noGrp="1"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8800">
            <a:extLst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noGrp="1"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8801">
            <a:extLst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noGrp="1"/>
          </p:cNvSpPr>
          <p:nvPr/>
        </p:nvSpPr>
        <p:spPr>
          <a:xfrm>
            <a:off x="834863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8802">
            <a:extLst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noGrp="1"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8803">
            <a:extLst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noGrp="1"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8804">
            <a:extLst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noGrp="1"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8805">
            <a:extLst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noGrp="1"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8806">
            <a:extLst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noGrp="1"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8807">
            <a:extLst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noGrp="1"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8808">
            <a:extLst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noGrp="1"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8809">
            <a:extLst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noGrp="1"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8810">
            <a:extLst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noGrp="1"/>
          </p:cNvSpPr>
          <p:nvPr/>
        </p:nvSpPr>
        <p:spPr>
          <a:xfrm>
            <a:off x="833013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8811">
            <a:extLst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noGrp="1"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8812">
            <a:extLst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noGrp="1"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8813">
            <a:extLst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noGrp="1"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8814">
            <a:extLst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noGrp="1"/>
          </p:cNvSpPr>
          <p:nvPr/>
        </p:nvSpPr>
        <p:spPr>
          <a:xfrm>
            <a:off x="8330651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8815">
            <a:extLst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noGrp="1"/>
          </p:cNvSpPr>
          <p:nvPr/>
        </p:nvSpPr>
        <p:spPr>
          <a:xfrm>
            <a:off x="8347850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8816">
            <a:extLst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noGrp="1"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8817">
            <a:extLst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noGrp="1"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8818">
            <a:extLst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noGrp="1"/>
          </p:cNvSpPr>
          <p:nvPr/>
        </p:nvSpPr>
        <p:spPr>
          <a:xfrm>
            <a:off x="8330391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8819">
            <a:extLst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noGrp="1"/>
          </p:cNvSpPr>
          <p:nvPr/>
        </p:nvSpPr>
        <p:spPr>
          <a:xfrm>
            <a:off x="8364007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8820">
            <a:extLst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noGrp="1"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8821">
            <a:extLst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noGrp="1"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8822">
            <a:extLst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noGrp="1"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8823">
            <a:extLst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noGrp="1"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8824">
            <a:extLst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noGrp="1"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8825">
            <a:extLst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noGrp="1"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8826">
            <a:extLst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noGrp="1"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8827">
            <a:extLst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noGrp="1"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8828">
            <a:extLst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noGrp="1"/>
          </p:cNvSpPr>
          <p:nvPr/>
        </p:nvSpPr>
        <p:spPr>
          <a:xfrm>
            <a:off x="82618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8829">
            <a:extLst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noGrp="1"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8830">
            <a:extLst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noGrp="1"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8831">
            <a:extLst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noGrp="1"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8832">
            <a:extLst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noGrp="1"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8833">
            <a:extLst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noGrp="1"/>
          </p:cNvSpPr>
          <p:nvPr/>
        </p:nvSpPr>
        <p:spPr>
          <a:xfrm>
            <a:off x="8244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8834">
            <a:extLst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noGrp="1"/>
          </p:cNvSpPr>
          <p:nvPr/>
        </p:nvSpPr>
        <p:spPr>
          <a:xfrm>
            <a:off x="89515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8835">
            <a:extLst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noGrp="1"/>
          </p:cNvSpPr>
          <p:nvPr/>
        </p:nvSpPr>
        <p:spPr>
          <a:xfrm>
            <a:off x="9034917" y="55434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8836">
            <a:extLst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noGrp="1"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8837">
            <a:extLst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noGrp="1"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8838">
            <a:extLst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noGrp="1"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8839">
            <a:extLst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noGrp="1"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8840">
            <a:extLst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noGrp="1"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8841">
            <a:extLst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noGrp="1"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8842">
            <a:extLst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noGrp="1"/>
          </p:cNvSpPr>
          <p:nvPr/>
        </p:nvSpPr>
        <p:spPr>
          <a:xfrm>
            <a:off x="8928726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8843">
            <a:extLst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noGrp="1"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8844">
            <a:extLst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noGrp="1"/>
          </p:cNvSpPr>
          <p:nvPr/>
        </p:nvSpPr>
        <p:spPr>
          <a:xfrm>
            <a:off x="8928465" y="685907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8845">
            <a:extLst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noGrp="1"/>
          </p:cNvSpPr>
          <p:nvPr/>
        </p:nvSpPr>
        <p:spPr>
          <a:xfrm>
            <a:off x="90020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8846">
            <a:extLst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noGrp="1"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8847">
            <a:extLst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noGrp="1"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8848">
            <a:extLst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noGrp="1"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8849">
            <a:extLst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noGrp="1"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8850">
            <a:extLst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noGrp="1"/>
          </p:cNvSpPr>
          <p:nvPr/>
        </p:nvSpPr>
        <p:spPr>
          <a:xfrm>
            <a:off x="89280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8851">
            <a:extLst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noGrp="1"/>
          </p:cNvSpPr>
          <p:nvPr/>
        </p:nvSpPr>
        <p:spPr>
          <a:xfrm>
            <a:off x="904508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8852">
            <a:extLst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noGrp="1"/>
          </p:cNvSpPr>
          <p:nvPr/>
        </p:nvSpPr>
        <p:spPr>
          <a:xfrm>
            <a:off x="8929898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8853">
            <a:extLst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noGrp="1"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8854">
            <a:extLst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noGrp="1"/>
          </p:cNvSpPr>
          <p:nvPr/>
        </p:nvSpPr>
        <p:spPr>
          <a:xfrm>
            <a:off x="89732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8855">
            <a:extLst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noGrp="1"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8856">
            <a:extLst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noGrp="1"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8857">
            <a:extLst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noGrp="1"/>
          </p:cNvSpPr>
          <p:nvPr/>
        </p:nvSpPr>
        <p:spPr>
          <a:xfrm>
            <a:off x="90185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8858">
            <a:extLst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noGrp="1"/>
          </p:cNvSpPr>
          <p:nvPr/>
        </p:nvSpPr>
        <p:spPr>
          <a:xfrm>
            <a:off x="89613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8859">
            <a:extLst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noGrp="1"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8860">
            <a:extLst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noGrp="1"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8861">
            <a:extLst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noGrp="1"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8862">
            <a:extLst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noGrp="1"/>
          </p:cNvSpPr>
          <p:nvPr/>
        </p:nvSpPr>
        <p:spPr>
          <a:xfrm>
            <a:off x="9016545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8863">
            <a:extLst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noGrp="1"/>
          </p:cNvSpPr>
          <p:nvPr/>
        </p:nvSpPr>
        <p:spPr>
          <a:xfrm>
            <a:off x="8951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8864">
            <a:extLst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noGrp="1"/>
          </p:cNvSpPr>
          <p:nvPr/>
        </p:nvSpPr>
        <p:spPr>
          <a:xfrm>
            <a:off x="89611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8865">
            <a:extLst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noGrp="1"/>
          </p:cNvSpPr>
          <p:nvPr/>
        </p:nvSpPr>
        <p:spPr>
          <a:xfrm>
            <a:off x="904208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8866">
            <a:extLst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noGrp="1"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8867">
            <a:extLst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8868">
            <a:extLst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noGrp="1"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8869">
            <a:extLst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noGrp="1"/>
          </p:cNvSpPr>
          <p:nvPr/>
        </p:nvSpPr>
        <p:spPr>
          <a:xfrm>
            <a:off x="903921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8870">
            <a:extLst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noGrp="1"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8871">
            <a:extLst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noGrp="1"/>
          </p:cNvSpPr>
          <p:nvPr/>
        </p:nvSpPr>
        <p:spPr>
          <a:xfrm>
            <a:off x="8944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8872">
            <a:extLst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noGrp="1"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8873">
            <a:extLst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noGrp="1"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8874">
            <a:extLst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noGrp="1"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8875">
            <a:extLst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noGrp="1"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8876">
            <a:extLst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noGrp="1"/>
          </p:cNvSpPr>
          <p:nvPr/>
        </p:nvSpPr>
        <p:spPr>
          <a:xfrm>
            <a:off x="89396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8877">
            <a:extLst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noGrp="1"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8878">
            <a:extLst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noGrp="1"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8879">
            <a:extLst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noGrp="1"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8880">
            <a:extLst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noGrp="1"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8881">
            <a:extLst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noGrp="1"/>
          </p:cNvSpPr>
          <p:nvPr/>
        </p:nvSpPr>
        <p:spPr>
          <a:xfrm>
            <a:off x="905237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8882">
            <a:extLst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noGrp="1"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8883">
            <a:extLst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noGrp="1"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8884">
            <a:extLst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noGrp="1"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8885">
            <a:extLst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noGrp="1"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8886">
            <a:extLst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noGrp="1"/>
          </p:cNvSpPr>
          <p:nvPr/>
        </p:nvSpPr>
        <p:spPr>
          <a:xfrm>
            <a:off x="90267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8887">
            <a:extLst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noGrp="1"/>
          </p:cNvSpPr>
          <p:nvPr/>
        </p:nvSpPr>
        <p:spPr>
          <a:xfrm>
            <a:off x="9007816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8888">
            <a:extLst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noGrp="1"/>
          </p:cNvSpPr>
          <p:nvPr/>
        </p:nvSpPr>
        <p:spPr>
          <a:xfrm>
            <a:off x="9045992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8889">
            <a:extLst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noGrp="1"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8890">
            <a:extLst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noGrp="1"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8891">
            <a:extLst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noGrp="1"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8892">
            <a:extLst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noGrp="1"/>
          </p:cNvSpPr>
          <p:nvPr/>
        </p:nvSpPr>
        <p:spPr>
          <a:xfrm>
            <a:off x="896260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8893">
            <a:extLst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noGrp="1"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8894">
            <a:extLst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noGrp="1"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8895">
            <a:extLst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noGrp="1"/>
          </p:cNvSpPr>
          <p:nvPr/>
        </p:nvSpPr>
        <p:spPr>
          <a:xfrm>
            <a:off x="90316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8896">
            <a:extLst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noGrp="1"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8897">
            <a:extLst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noGrp="1"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8898">
            <a:extLst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noGrp="1"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8899">
            <a:extLst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noGrp="1"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8900">
            <a:extLst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noGrp="1"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8901">
            <a:extLst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noGrp="1"/>
          </p:cNvSpPr>
          <p:nvPr/>
        </p:nvSpPr>
        <p:spPr>
          <a:xfrm>
            <a:off x="902110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8902">
            <a:extLst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noGrp="1"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8903">
            <a:extLst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noGrp="1"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8904">
            <a:extLst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noGrp="1"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8905">
            <a:extLst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noGrp="1"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8906">
            <a:extLst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noGrp="1"/>
          </p:cNvSpPr>
          <p:nvPr/>
        </p:nvSpPr>
        <p:spPr>
          <a:xfrm>
            <a:off x="8994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8907">
            <a:extLst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noGrp="1"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8908">
            <a:extLst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noGrp="1"/>
          </p:cNvSpPr>
          <p:nvPr/>
        </p:nvSpPr>
        <p:spPr>
          <a:xfrm>
            <a:off x="9013679" y="65230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8909">
            <a:extLst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noGrp="1"/>
          </p:cNvSpPr>
          <p:nvPr/>
        </p:nvSpPr>
        <p:spPr>
          <a:xfrm>
            <a:off x="9030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8910">
            <a:extLst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noGrp="1"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8911">
            <a:extLst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noGrp="1"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8912">
            <a:extLst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noGrp="1"/>
          </p:cNvSpPr>
          <p:nvPr/>
        </p:nvSpPr>
        <p:spPr>
          <a:xfrm>
            <a:off x="9013418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8913">
            <a:extLst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noGrp="1"/>
          </p:cNvSpPr>
          <p:nvPr/>
        </p:nvSpPr>
        <p:spPr>
          <a:xfrm>
            <a:off x="904703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8914">
            <a:extLst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noGrp="1"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8915">
            <a:extLst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noGrp="1"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8916">
            <a:extLst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noGrp="1"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8917">
            <a:extLst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noGrp="1"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8918">
            <a:extLst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noGrp="1"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8919">
            <a:extLst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noGrp="1"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8920">
            <a:extLst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noGrp="1"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8921">
            <a:extLst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noGrp="1"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8922">
            <a:extLst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noGrp="1"/>
          </p:cNvSpPr>
          <p:nvPr/>
        </p:nvSpPr>
        <p:spPr>
          <a:xfrm>
            <a:off x="89448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8923">
            <a:extLst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noGrp="1"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8924">
            <a:extLst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noGrp="1"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8925">
            <a:extLst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noGrp="1"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8926">
            <a:extLst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noGrp="1"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8927">
            <a:extLst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noGrp="1"/>
          </p:cNvSpPr>
          <p:nvPr/>
        </p:nvSpPr>
        <p:spPr>
          <a:xfrm>
            <a:off x="89278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8928">
            <a:extLst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noGrp="1"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noGrp="1"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noGrp="1"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noGrp="1"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noGrp="1"/>
          </p:cNvSpPr>
          <p:nvPr/>
        </p:nvSpPr>
        <p:spPr>
          <a:xfrm>
            <a:off x="6958625" y="6036870"/>
            <a:ext cx="2049083" cy="916065"/>
          </a:xfrm>
          <a:custGeom>
            <a:avLst/>
            <a:gdLst/>
            <a:ahLst/>
            <a:cxnLst/>
            <a:rect l="0" t="0" r="0" b="0"/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noGrp="1"/>
          </p:cNvSpPr>
          <p:nvPr/>
        </p:nvSpPr>
        <p:spPr>
          <a:xfrm>
            <a:off x="6958625" y="6064491"/>
            <a:ext cx="2049083" cy="888444"/>
          </a:xfrm>
          <a:custGeom>
            <a:avLst/>
            <a:gdLst/>
            <a:ahLst/>
            <a:cxnLst/>
            <a:rect l="0" t="0" r="0" b="0"/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noGrp="1"/>
          </p:cNvSpPr>
          <p:nvPr/>
        </p:nvSpPr>
        <p:spPr>
          <a:xfrm>
            <a:off x="7269990" y="658358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noGrp="1"/>
          </p:cNvSpPr>
          <p:nvPr/>
        </p:nvSpPr>
        <p:spPr>
          <a:xfrm>
            <a:off x="7611504" y="6137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noGrp="1"/>
          </p:cNvSpPr>
          <p:nvPr/>
        </p:nvSpPr>
        <p:spPr>
          <a:xfrm>
            <a:off x="8294532" y="60412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noGrp="1"/>
          </p:cNvSpPr>
          <p:nvPr/>
        </p:nvSpPr>
        <p:spPr>
          <a:xfrm>
            <a:off x="8977559" y="600672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noGrp="1"/>
          </p:cNvSpPr>
          <p:nvPr/>
        </p:nvSpPr>
        <p:spPr>
          <a:xfrm>
            <a:off x="7249978" y="69027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noGrp="1"/>
          </p:cNvSpPr>
          <p:nvPr/>
        </p:nvSpPr>
        <p:spPr>
          <a:xfrm>
            <a:off x="7591492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noGrp="1"/>
          </p:cNvSpPr>
          <p:nvPr/>
        </p:nvSpPr>
        <p:spPr>
          <a:xfrm>
            <a:off x="8274520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noGrp="1"/>
          </p:cNvSpPr>
          <p:nvPr/>
        </p:nvSpPr>
        <p:spPr>
          <a:xfrm>
            <a:off x="8957547" y="601433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noGrp="1"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noGrp="1"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noGrp="1"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noGrp="1"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noGrp="1"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noGrp="1"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noGrp="1"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noGrp="1"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01CAFD2A-9033-4A5E-9238-28C97CB4BE9D}"/>
              </a:ext>
            </a:extLst>
          </p:cNvPr>
          <p:cNvSpPr>
            <a:spLocks/>
          </p:cNvSpPr>
          <p:nvPr/>
        </p:nvSpPr>
        <p:spPr>
          <a:xfrm>
            <a:off x="238125" y="504560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4BEF8165-0534-41A9-8213-CF48CAF53A06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3DED3436-DF6A-408D-B9D4-1ABD21AC88D1}"/>
              </a:ext>
            </a:extLst>
          </p:cNvPr>
          <p:cNvSpPr>
            <a:spLocks/>
          </p:cNvSpPr>
          <p:nvPr/>
        </p:nvSpPr>
        <p:spPr>
          <a:xfrm>
            <a:off x="147586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13A26B58-3228-4AFF-9212-30AC05990E1B}"/>
              </a:ext>
            </a:extLst>
          </p:cNvPr>
          <p:cNvSpPr>
            <a:spLocks/>
          </p:cNvSpPr>
          <p:nvPr/>
        </p:nvSpPr>
        <p:spPr>
          <a:xfrm>
            <a:off x="1109400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DE12643E-26EC-425F-A2D9-D4D271775B59}"/>
              </a:ext>
            </a:extLst>
          </p:cNvPr>
          <p:cNvSpPr>
            <a:spLocks/>
          </p:cNvSpPr>
          <p:nvPr/>
        </p:nvSpPr>
        <p:spPr>
          <a:xfrm>
            <a:off x="241305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D3F8F180-E273-47F4-AF37-7E9EB07CE97D}"/>
              </a:ext>
            </a:extLst>
          </p:cNvPr>
          <p:cNvSpPr>
            <a:spLocks/>
          </p:cNvSpPr>
          <p:nvPr/>
        </p:nvSpPr>
        <p:spPr>
          <a:xfrm>
            <a:off x="2052957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ADE92164-72CD-4A6A-9AA9-C1E982AEEBC1}"/>
              </a:ext>
            </a:extLst>
          </p:cNvPr>
          <p:cNvSpPr>
            <a:spLocks/>
          </p:cNvSpPr>
          <p:nvPr/>
        </p:nvSpPr>
        <p:spPr>
          <a:xfrm>
            <a:off x="2174280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799000B8-6DE0-41C5-A84D-D68DD00BEF05}"/>
              </a:ext>
            </a:extLst>
          </p:cNvPr>
          <p:cNvSpPr>
            <a:spLocks/>
          </p:cNvSpPr>
          <p:nvPr/>
        </p:nvSpPr>
        <p:spPr>
          <a:xfrm>
            <a:off x="2240130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25F4C3B-5520-43E9-8AA7-387E235D2479}"/>
              </a:ext>
            </a:extLst>
          </p:cNvPr>
          <p:cNvSpPr>
            <a:spLocks/>
          </p:cNvSpPr>
          <p:nvPr/>
        </p:nvSpPr>
        <p:spPr>
          <a:xfrm>
            <a:off x="2309340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F3D8052F-776B-4494-8ED1-6237B3D84AA3}"/>
              </a:ext>
            </a:extLst>
          </p:cNvPr>
          <p:cNvSpPr>
            <a:spLocks/>
          </p:cNvSpPr>
          <p:nvPr/>
        </p:nvSpPr>
        <p:spPr>
          <a:xfrm>
            <a:off x="2383093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DE1F51A4-B518-40B3-B7E2-E2E8FA1F78BE}"/>
              </a:ext>
            </a:extLst>
          </p:cNvPr>
          <p:cNvSpPr>
            <a:spLocks/>
          </p:cNvSpPr>
          <p:nvPr/>
        </p:nvSpPr>
        <p:spPr>
          <a:xfrm>
            <a:off x="2464876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3A996943-F195-407C-93B4-A9C56C343536}"/>
              </a:ext>
            </a:extLst>
          </p:cNvPr>
          <p:cNvSpPr>
            <a:spLocks/>
          </p:cNvSpPr>
          <p:nvPr/>
        </p:nvSpPr>
        <p:spPr>
          <a:xfrm>
            <a:off x="2533884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6449DF47-9D62-4932-8D71-1F5B262DFF76}"/>
              </a:ext>
            </a:extLst>
          </p:cNvPr>
          <p:cNvSpPr>
            <a:spLocks/>
          </p:cNvSpPr>
          <p:nvPr/>
        </p:nvSpPr>
        <p:spPr>
          <a:xfrm>
            <a:off x="2579107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000CE97A-0BE5-4487-A5D5-3AA4DEFB583D}"/>
              </a:ext>
            </a:extLst>
          </p:cNvPr>
          <p:cNvSpPr>
            <a:spLocks/>
          </p:cNvSpPr>
          <p:nvPr/>
        </p:nvSpPr>
        <p:spPr>
          <a:xfrm>
            <a:off x="2601631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FAEFB243-A0BB-4EA4-AD14-A459012AD167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78EEC56A-81A7-4431-B4A6-CD66F2A668AF}"/>
              </a:ext>
            </a:extLst>
          </p:cNvPr>
          <p:cNvSpPr>
            <a:spLocks/>
          </p:cNvSpPr>
          <p:nvPr/>
        </p:nvSpPr>
        <p:spPr>
          <a:xfrm>
            <a:off x="962933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226D894-ED8C-46A6-88B3-ED60A6AF7819}"/>
              </a:ext>
            </a:extLst>
          </p:cNvPr>
          <p:cNvSpPr>
            <a:spLocks/>
          </p:cNvSpPr>
          <p:nvPr/>
        </p:nvSpPr>
        <p:spPr>
          <a:xfrm>
            <a:off x="73920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15C649D9-A741-4D6E-B5C7-0E081669E5F1}"/>
              </a:ext>
            </a:extLst>
          </p:cNvPr>
          <p:cNvSpPr>
            <a:spLocks/>
          </p:cNvSpPr>
          <p:nvPr/>
        </p:nvSpPr>
        <p:spPr>
          <a:xfrm>
            <a:off x="1007269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1AF32FE2-497C-449C-B52A-C8AB591A174E}"/>
              </a:ext>
            </a:extLst>
          </p:cNvPr>
          <p:cNvSpPr>
            <a:spLocks/>
          </p:cNvSpPr>
          <p:nvPr/>
        </p:nvSpPr>
        <p:spPr>
          <a:xfrm>
            <a:off x="962933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F585887C-4A4F-4ACA-AD42-585129D042B8}"/>
              </a:ext>
            </a:extLst>
          </p:cNvPr>
          <p:cNvSpPr>
            <a:spLocks/>
          </p:cNvSpPr>
          <p:nvPr/>
        </p:nvSpPr>
        <p:spPr>
          <a:xfrm>
            <a:off x="739209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ABAD1765-2579-45C3-AF4B-582AD79B8C95}"/>
              </a:ext>
            </a:extLst>
          </p:cNvPr>
          <p:cNvSpPr>
            <a:spLocks/>
          </p:cNvSpPr>
          <p:nvPr/>
        </p:nvSpPr>
        <p:spPr>
          <a:xfrm>
            <a:off x="1007269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004CA115-20D8-492B-979D-79982147CA1B}"/>
              </a:ext>
            </a:extLst>
          </p:cNvPr>
          <p:cNvSpPr>
            <a:spLocks/>
          </p:cNvSpPr>
          <p:nvPr/>
        </p:nvSpPr>
        <p:spPr>
          <a:xfrm>
            <a:off x="962933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46943BC-7C74-47A9-BEF3-ACC00C014276}"/>
              </a:ext>
            </a:extLst>
          </p:cNvPr>
          <p:cNvSpPr>
            <a:spLocks/>
          </p:cNvSpPr>
          <p:nvPr/>
        </p:nvSpPr>
        <p:spPr>
          <a:xfrm>
            <a:off x="739209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CF57A121-D450-48A7-A5EC-5DCBA94EAB79}"/>
              </a:ext>
            </a:extLst>
          </p:cNvPr>
          <p:cNvSpPr>
            <a:spLocks/>
          </p:cNvSpPr>
          <p:nvPr/>
        </p:nvSpPr>
        <p:spPr>
          <a:xfrm rot="-5400000">
            <a:off x="470001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CD6D9B9A-90CB-46A8-8D60-8407F0CE7EAD}"/>
              </a:ext>
            </a:extLst>
          </p:cNvPr>
          <p:cNvSpPr>
            <a:spLocks/>
          </p:cNvSpPr>
          <p:nvPr/>
        </p:nvSpPr>
        <p:spPr>
          <a:xfrm>
            <a:off x="1154876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7FB4F399-A7FF-4980-B9AF-02C9AD3F6117}"/>
              </a:ext>
            </a:extLst>
          </p:cNvPr>
          <p:cNvSpPr>
            <a:spLocks/>
          </p:cNvSpPr>
          <p:nvPr/>
        </p:nvSpPr>
        <p:spPr>
          <a:xfrm>
            <a:off x="1379803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E140A1C3-6CA3-436D-81DE-2F83AD6AE7F7}"/>
              </a:ext>
            </a:extLst>
          </p:cNvPr>
          <p:cNvSpPr>
            <a:spLocks/>
          </p:cNvSpPr>
          <p:nvPr/>
        </p:nvSpPr>
        <p:spPr>
          <a:xfrm>
            <a:off x="1604729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1FDB5B4-D9C8-4EBD-81A8-E010C3F78C48}"/>
              </a:ext>
            </a:extLst>
          </p:cNvPr>
          <p:cNvSpPr>
            <a:spLocks/>
          </p:cNvSpPr>
          <p:nvPr/>
        </p:nvSpPr>
        <p:spPr>
          <a:xfrm>
            <a:off x="2092068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DFA4B2C1-35F0-433A-A470-D6BF071DF289}"/>
              </a:ext>
            </a:extLst>
          </p:cNvPr>
          <p:cNvSpPr>
            <a:spLocks/>
          </p:cNvSpPr>
          <p:nvPr/>
        </p:nvSpPr>
        <p:spPr>
          <a:xfrm>
            <a:off x="2316995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9BC0C2B9-809F-4E8B-97C7-6D547A86B45E}"/>
              </a:ext>
            </a:extLst>
          </p:cNvPr>
          <p:cNvSpPr>
            <a:spLocks/>
          </p:cNvSpPr>
          <p:nvPr/>
        </p:nvSpPr>
        <p:spPr>
          <a:xfrm>
            <a:off x="2541921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0D4BC70-67F3-451C-9B8C-2F02D2E1AC51}"/>
              </a:ext>
            </a:extLst>
          </p:cNvPr>
          <p:cNvSpPr>
            <a:spLocks/>
          </p:cNvSpPr>
          <p:nvPr/>
        </p:nvSpPr>
        <p:spPr>
          <a:xfrm>
            <a:off x="11958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33F2CE71-C094-47E6-98B9-78384D4A02D0}"/>
              </a:ext>
            </a:extLst>
          </p:cNvPr>
          <p:cNvSpPr>
            <a:spLocks/>
          </p:cNvSpPr>
          <p:nvPr/>
        </p:nvSpPr>
        <p:spPr>
          <a:xfrm>
            <a:off x="12577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3BEE2A31-835B-46E0-95EF-99195DDFCD84}"/>
              </a:ext>
            </a:extLst>
          </p:cNvPr>
          <p:cNvSpPr>
            <a:spLocks/>
          </p:cNvSpPr>
          <p:nvPr/>
        </p:nvSpPr>
        <p:spPr>
          <a:xfrm>
            <a:off x="1171894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81183E9F-E9E7-477D-A5E9-56A8E7C50ACC}"/>
              </a:ext>
            </a:extLst>
          </p:cNvPr>
          <p:cNvSpPr>
            <a:spLocks/>
          </p:cNvSpPr>
          <p:nvPr/>
        </p:nvSpPr>
        <p:spPr>
          <a:xfrm>
            <a:off x="122401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481E5661-CEDB-49F3-BADE-E71AC3C256CA}"/>
              </a:ext>
            </a:extLst>
          </p:cNvPr>
          <p:cNvSpPr>
            <a:spLocks/>
          </p:cNvSpPr>
          <p:nvPr/>
        </p:nvSpPr>
        <p:spPr>
          <a:xfrm>
            <a:off x="1183607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C2C01458-2E10-4239-A2EA-4A00E5AD106B}"/>
              </a:ext>
            </a:extLst>
          </p:cNvPr>
          <p:cNvSpPr>
            <a:spLocks/>
          </p:cNvSpPr>
          <p:nvPr/>
        </p:nvSpPr>
        <p:spPr>
          <a:xfrm>
            <a:off x="1275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B88CDE93-69EC-4261-8AE0-A968455BE5EA}"/>
              </a:ext>
            </a:extLst>
          </p:cNvPr>
          <p:cNvSpPr>
            <a:spLocks/>
          </p:cNvSpPr>
          <p:nvPr/>
        </p:nvSpPr>
        <p:spPr>
          <a:xfrm>
            <a:off x="12422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F8735903-5A94-4958-974C-6E61802DA24E}"/>
              </a:ext>
            </a:extLst>
          </p:cNvPr>
          <p:cNvSpPr>
            <a:spLocks/>
          </p:cNvSpPr>
          <p:nvPr/>
        </p:nvSpPr>
        <p:spPr>
          <a:xfrm>
            <a:off x="1226594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79E720C4-455E-42EA-AA55-AD23C21A72F8}"/>
              </a:ext>
            </a:extLst>
          </p:cNvPr>
          <p:cNvSpPr>
            <a:spLocks/>
          </p:cNvSpPr>
          <p:nvPr/>
        </p:nvSpPr>
        <p:spPr>
          <a:xfrm>
            <a:off x="1179513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1CB0C9B6-F535-491C-94C7-F42E1C06E5BA}"/>
              </a:ext>
            </a:extLst>
          </p:cNvPr>
          <p:cNvSpPr>
            <a:spLocks/>
          </p:cNvSpPr>
          <p:nvPr/>
        </p:nvSpPr>
        <p:spPr>
          <a:xfrm>
            <a:off x="1208993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4C396D5B-D387-49C1-9D6D-6E56053BC24E}"/>
              </a:ext>
            </a:extLst>
          </p:cNvPr>
          <p:cNvSpPr>
            <a:spLocks/>
          </p:cNvSpPr>
          <p:nvPr/>
        </p:nvSpPr>
        <p:spPr>
          <a:xfrm>
            <a:off x="1211994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B5851AA8-2D4B-4391-A364-80E94B042BBA}"/>
              </a:ext>
            </a:extLst>
          </p:cNvPr>
          <p:cNvSpPr>
            <a:spLocks/>
          </p:cNvSpPr>
          <p:nvPr/>
        </p:nvSpPr>
        <p:spPr>
          <a:xfrm>
            <a:off x="1231411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695F0E04-00D1-4CD8-8DBD-C5938697095D}"/>
              </a:ext>
            </a:extLst>
          </p:cNvPr>
          <p:cNvSpPr>
            <a:spLocks/>
          </p:cNvSpPr>
          <p:nvPr/>
        </p:nvSpPr>
        <p:spPr>
          <a:xfrm>
            <a:off x="1269787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B890F89-F1E1-42F9-8707-C221484534A1}"/>
              </a:ext>
            </a:extLst>
          </p:cNvPr>
          <p:cNvSpPr>
            <a:spLocks/>
          </p:cNvSpPr>
          <p:nvPr/>
        </p:nvSpPr>
        <p:spPr>
          <a:xfrm>
            <a:off x="1237095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A785278-D405-4DA7-89C7-9AF8AD6C484D}"/>
              </a:ext>
            </a:extLst>
          </p:cNvPr>
          <p:cNvSpPr>
            <a:spLocks/>
          </p:cNvSpPr>
          <p:nvPr/>
        </p:nvSpPr>
        <p:spPr>
          <a:xfrm>
            <a:off x="1287427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695693CE-CE8A-469F-A0F6-EA67E6D2E227}"/>
              </a:ext>
            </a:extLst>
          </p:cNvPr>
          <p:cNvSpPr>
            <a:spLocks/>
          </p:cNvSpPr>
          <p:nvPr/>
        </p:nvSpPr>
        <p:spPr>
          <a:xfrm>
            <a:off x="1184811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FFD6A7DD-F3FA-4CED-8821-EE138EE894D0}"/>
              </a:ext>
            </a:extLst>
          </p:cNvPr>
          <p:cNvSpPr>
            <a:spLocks/>
          </p:cNvSpPr>
          <p:nvPr/>
        </p:nvSpPr>
        <p:spPr>
          <a:xfrm>
            <a:off x="1174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4492B349-54FE-4FE1-970C-B83A35FD36CB}"/>
              </a:ext>
            </a:extLst>
          </p:cNvPr>
          <p:cNvSpPr>
            <a:spLocks/>
          </p:cNvSpPr>
          <p:nvPr/>
        </p:nvSpPr>
        <p:spPr>
          <a:xfrm>
            <a:off x="1259663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3421162-57DC-495E-B739-F5969B3D73D5}"/>
              </a:ext>
            </a:extLst>
          </p:cNvPr>
          <p:cNvSpPr>
            <a:spLocks/>
          </p:cNvSpPr>
          <p:nvPr/>
        </p:nvSpPr>
        <p:spPr>
          <a:xfrm>
            <a:off x="1279176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B2F8F20C-1605-4B3D-AFEB-E635947B4205}"/>
              </a:ext>
            </a:extLst>
          </p:cNvPr>
          <p:cNvSpPr>
            <a:spLocks/>
          </p:cNvSpPr>
          <p:nvPr/>
        </p:nvSpPr>
        <p:spPr>
          <a:xfrm>
            <a:off x="1293123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0081A9F9-853A-455A-8A4C-F37E5CA11999}"/>
              </a:ext>
            </a:extLst>
          </p:cNvPr>
          <p:cNvSpPr>
            <a:spLocks/>
          </p:cNvSpPr>
          <p:nvPr/>
        </p:nvSpPr>
        <p:spPr>
          <a:xfrm>
            <a:off x="1283950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657B547B-1081-4094-AB67-A335F4F408D6}"/>
              </a:ext>
            </a:extLst>
          </p:cNvPr>
          <p:cNvSpPr>
            <a:spLocks/>
          </p:cNvSpPr>
          <p:nvPr/>
        </p:nvSpPr>
        <p:spPr>
          <a:xfrm>
            <a:off x="12340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A94006D-DF9C-4ED5-9B1B-F05AE1D4E902}"/>
              </a:ext>
            </a:extLst>
          </p:cNvPr>
          <p:cNvSpPr>
            <a:spLocks/>
          </p:cNvSpPr>
          <p:nvPr/>
        </p:nvSpPr>
        <p:spPr>
          <a:xfrm>
            <a:off x="1271645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60E1346D-8BD1-4B03-B550-95A6EBA62FA7}"/>
              </a:ext>
            </a:extLst>
          </p:cNvPr>
          <p:cNvSpPr>
            <a:spLocks/>
          </p:cNvSpPr>
          <p:nvPr/>
        </p:nvSpPr>
        <p:spPr>
          <a:xfrm>
            <a:off x="1164952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95DA79ED-F024-47A0-8E22-C440BAD6F7D2}"/>
              </a:ext>
            </a:extLst>
          </p:cNvPr>
          <p:cNvSpPr>
            <a:spLocks/>
          </p:cNvSpPr>
          <p:nvPr/>
        </p:nvSpPr>
        <p:spPr>
          <a:xfrm>
            <a:off x="11632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2E5AC8F-41D5-44A9-807E-F9B343A12DBB}"/>
              </a:ext>
            </a:extLst>
          </p:cNvPr>
          <p:cNvSpPr>
            <a:spLocks/>
          </p:cNvSpPr>
          <p:nvPr/>
        </p:nvSpPr>
        <p:spPr>
          <a:xfrm>
            <a:off x="12658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E5FD68C1-2F44-44BA-AB71-A8A70E587B18}"/>
              </a:ext>
            </a:extLst>
          </p:cNvPr>
          <p:cNvSpPr>
            <a:spLocks/>
          </p:cNvSpPr>
          <p:nvPr/>
        </p:nvSpPr>
        <p:spPr>
          <a:xfrm>
            <a:off x="1279556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E54E4004-EF0E-4704-AF06-CF82A464A0CB}"/>
              </a:ext>
            </a:extLst>
          </p:cNvPr>
          <p:cNvSpPr>
            <a:spLocks/>
          </p:cNvSpPr>
          <p:nvPr/>
        </p:nvSpPr>
        <p:spPr>
          <a:xfrm>
            <a:off x="1265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62A3EF7E-F7D1-4E0E-A878-ACFBF60938B6}"/>
              </a:ext>
            </a:extLst>
          </p:cNvPr>
          <p:cNvSpPr>
            <a:spLocks/>
          </p:cNvSpPr>
          <p:nvPr/>
        </p:nvSpPr>
        <p:spPr>
          <a:xfrm>
            <a:off x="1246328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C82E3878-EEA6-4565-BF5D-858CA15B179C}"/>
              </a:ext>
            </a:extLst>
          </p:cNvPr>
          <p:cNvSpPr>
            <a:spLocks/>
          </p:cNvSpPr>
          <p:nvPr/>
        </p:nvSpPr>
        <p:spPr>
          <a:xfrm>
            <a:off x="1193844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2E11171-7836-45A8-943B-56C4C87CFF37}"/>
              </a:ext>
            </a:extLst>
          </p:cNvPr>
          <p:cNvSpPr>
            <a:spLocks/>
          </p:cNvSpPr>
          <p:nvPr/>
        </p:nvSpPr>
        <p:spPr>
          <a:xfrm>
            <a:off x="1277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D3CBA8AF-B525-4729-BB32-ACB52AE32716}"/>
              </a:ext>
            </a:extLst>
          </p:cNvPr>
          <p:cNvSpPr>
            <a:spLocks/>
          </p:cNvSpPr>
          <p:nvPr/>
        </p:nvSpPr>
        <p:spPr>
          <a:xfrm>
            <a:off x="1246568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97EDFA58-0FD5-4936-8033-8AEB153E6CE9}"/>
              </a:ext>
            </a:extLst>
          </p:cNvPr>
          <p:cNvSpPr>
            <a:spLocks/>
          </p:cNvSpPr>
          <p:nvPr/>
        </p:nvSpPr>
        <p:spPr>
          <a:xfrm>
            <a:off x="11910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72B32C62-39EB-47DD-B8C4-08D7A4A410C2}"/>
              </a:ext>
            </a:extLst>
          </p:cNvPr>
          <p:cNvSpPr>
            <a:spLocks/>
          </p:cNvSpPr>
          <p:nvPr/>
        </p:nvSpPr>
        <p:spPr>
          <a:xfrm>
            <a:off x="1261614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7D8950E5-CDE1-46E6-935A-55C70D078DA2}"/>
              </a:ext>
            </a:extLst>
          </p:cNvPr>
          <p:cNvSpPr>
            <a:spLocks/>
          </p:cNvSpPr>
          <p:nvPr/>
        </p:nvSpPr>
        <p:spPr>
          <a:xfrm>
            <a:off x="12053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1FC64F6A-EFD8-4D71-8504-CF4121FFCA5D}"/>
              </a:ext>
            </a:extLst>
          </p:cNvPr>
          <p:cNvSpPr>
            <a:spLocks/>
          </p:cNvSpPr>
          <p:nvPr/>
        </p:nvSpPr>
        <p:spPr>
          <a:xfrm>
            <a:off x="1174389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1CFAAEB-59E9-4853-AE80-565316A63B67}"/>
              </a:ext>
            </a:extLst>
          </p:cNvPr>
          <p:cNvSpPr>
            <a:spLocks/>
          </p:cNvSpPr>
          <p:nvPr/>
        </p:nvSpPr>
        <p:spPr>
          <a:xfrm>
            <a:off x="127021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E67D24F6-A505-4F10-ACAA-2CD5CF29C7FD}"/>
              </a:ext>
            </a:extLst>
          </p:cNvPr>
          <p:cNvSpPr>
            <a:spLocks/>
          </p:cNvSpPr>
          <p:nvPr/>
        </p:nvSpPr>
        <p:spPr>
          <a:xfrm>
            <a:off x="1229507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1F02959D-D60F-4BC0-9CB9-4EFB3F285744}"/>
              </a:ext>
            </a:extLst>
          </p:cNvPr>
          <p:cNvSpPr>
            <a:spLocks/>
          </p:cNvSpPr>
          <p:nvPr/>
        </p:nvSpPr>
        <p:spPr>
          <a:xfrm>
            <a:off x="12043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2865A9A0-37D7-4E1D-BFC4-68D1A0C81AF9}"/>
              </a:ext>
            </a:extLst>
          </p:cNvPr>
          <p:cNvSpPr>
            <a:spLocks/>
          </p:cNvSpPr>
          <p:nvPr/>
        </p:nvSpPr>
        <p:spPr>
          <a:xfrm>
            <a:off x="1170759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27D43CD8-D9BA-4176-9C38-DE9C1F445326}"/>
              </a:ext>
            </a:extLst>
          </p:cNvPr>
          <p:cNvSpPr>
            <a:spLocks/>
          </p:cNvSpPr>
          <p:nvPr/>
        </p:nvSpPr>
        <p:spPr>
          <a:xfrm>
            <a:off x="12883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36670FC8-3DB7-4968-93E9-849548B231C9}"/>
              </a:ext>
            </a:extLst>
          </p:cNvPr>
          <p:cNvSpPr>
            <a:spLocks/>
          </p:cNvSpPr>
          <p:nvPr/>
        </p:nvSpPr>
        <p:spPr>
          <a:xfrm>
            <a:off x="1206358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80503CD9-45C7-470B-8AC1-4F05C4B05CE6}"/>
              </a:ext>
            </a:extLst>
          </p:cNvPr>
          <p:cNvSpPr>
            <a:spLocks/>
          </p:cNvSpPr>
          <p:nvPr/>
        </p:nvSpPr>
        <p:spPr>
          <a:xfrm>
            <a:off x="12706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D58220C5-A258-446C-9093-910D50279B38}"/>
              </a:ext>
            </a:extLst>
          </p:cNvPr>
          <p:cNvSpPr>
            <a:spLocks/>
          </p:cNvSpPr>
          <p:nvPr/>
        </p:nvSpPr>
        <p:spPr>
          <a:xfrm>
            <a:off x="1232773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31D8482A-FE8F-4E24-BF1E-CB5E98DAB72C}"/>
              </a:ext>
            </a:extLst>
          </p:cNvPr>
          <p:cNvSpPr>
            <a:spLocks/>
          </p:cNvSpPr>
          <p:nvPr/>
        </p:nvSpPr>
        <p:spPr>
          <a:xfrm>
            <a:off x="11646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56821FF4-D6FE-4D69-AA54-A0A967B51C2C}"/>
              </a:ext>
            </a:extLst>
          </p:cNvPr>
          <p:cNvSpPr>
            <a:spLocks/>
          </p:cNvSpPr>
          <p:nvPr/>
        </p:nvSpPr>
        <p:spPr>
          <a:xfrm>
            <a:off x="11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4E7E6FD9-7C21-41B6-82A5-1CD016005744}"/>
              </a:ext>
            </a:extLst>
          </p:cNvPr>
          <p:cNvSpPr>
            <a:spLocks/>
          </p:cNvSpPr>
          <p:nvPr/>
        </p:nvSpPr>
        <p:spPr>
          <a:xfrm>
            <a:off x="1171947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7DA9AB14-37F2-4933-A852-C43CC2A6FEE5}"/>
              </a:ext>
            </a:extLst>
          </p:cNvPr>
          <p:cNvSpPr>
            <a:spLocks/>
          </p:cNvSpPr>
          <p:nvPr/>
        </p:nvSpPr>
        <p:spPr>
          <a:xfrm>
            <a:off x="1219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4025CE4F-0839-4866-8FB6-10D77DE52288}"/>
              </a:ext>
            </a:extLst>
          </p:cNvPr>
          <p:cNvSpPr>
            <a:spLocks/>
          </p:cNvSpPr>
          <p:nvPr/>
        </p:nvSpPr>
        <p:spPr>
          <a:xfrm>
            <a:off x="1261819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C7D9A37-3921-437B-9B81-E3B31AFE7B0D}"/>
              </a:ext>
            </a:extLst>
          </p:cNvPr>
          <p:cNvSpPr>
            <a:spLocks/>
          </p:cNvSpPr>
          <p:nvPr/>
        </p:nvSpPr>
        <p:spPr>
          <a:xfrm>
            <a:off x="1300230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45DA22C0-371E-4327-A758-0B2A76E1D14D}"/>
              </a:ext>
            </a:extLst>
          </p:cNvPr>
          <p:cNvSpPr>
            <a:spLocks/>
          </p:cNvSpPr>
          <p:nvPr/>
        </p:nvSpPr>
        <p:spPr>
          <a:xfrm>
            <a:off x="1227574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621A21C8-2ACF-42F8-ADA7-E1DECA1181BC}"/>
              </a:ext>
            </a:extLst>
          </p:cNvPr>
          <p:cNvSpPr>
            <a:spLocks/>
          </p:cNvSpPr>
          <p:nvPr/>
        </p:nvSpPr>
        <p:spPr>
          <a:xfrm>
            <a:off x="1198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C585DF00-640F-455C-8735-6699BB69E2E4}"/>
              </a:ext>
            </a:extLst>
          </p:cNvPr>
          <p:cNvSpPr>
            <a:spLocks/>
          </p:cNvSpPr>
          <p:nvPr/>
        </p:nvSpPr>
        <p:spPr>
          <a:xfrm>
            <a:off x="1210859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A26E2595-46C4-453A-9D90-D30E0D5A2F67}"/>
              </a:ext>
            </a:extLst>
          </p:cNvPr>
          <p:cNvSpPr>
            <a:spLocks/>
          </p:cNvSpPr>
          <p:nvPr/>
        </p:nvSpPr>
        <p:spPr>
          <a:xfrm>
            <a:off x="1185233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F71EF87D-D78D-4C36-831A-27589F146B19}"/>
              </a:ext>
            </a:extLst>
          </p:cNvPr>
          <p:cNvSpPr>
            <a:spLocks/>
          </p:cNvSpPr>
          <p:nvPr/>
        </p:nvSpPr>
        <p:spPr>
          <a:xfrm>
            <a:off x="1182511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25C0BCA8-43E0-4565-A27A-F53127DCBB47}"/>
              </a:ext>
            </a:extLst>
          </p:cNvPr>
          <p:cNvSpPr>
            <a:spLocks/>
          </p:cNvSpPr>
          <p:nvPr/>
        </p:nvSpPr>
        <p:spPr>
          <a:xfrm>
            <a:off x="1265704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0746F57F-37DE-4544-A78E-42C2D49D2A5C}"/>
              </a:ext>
            </a:extLst>
          </p:cNvPr>
          <p:cNvSpPr>
            <a:spLocks/>
          </p:cNvSpPr>
          <p:nvPr/>
        </p:nvSpPr>
        <p:spPr>
          <a:xfrm>
            <a:off x="1293898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00FEC999-B51C-43F7-B043-A5F7472A7812}"/>
              </a:ext>
            </a:extLst>
          </p:cNvPr>
          <p:cNvSpPr>
            <a:spLocks/>
          </p:cNvSpPr>
          <p:nvPr/>
        </p:nvSpPr>
        <p:spPr>
          <a:xfrm>
            <a:off x="1246744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8014722B-7BEF-458C-BC21-07A66406555D}"/>
              </a:ext>
            </a:extLst>
          </p:cNvPr>
          <p:cNvSpPr>
            <a:spLocks/>
          </p:cNvSpPr>
          <p:nvPr/>
        </p:nvSpPr>
        <p:spPr>
          <a:xfrm>
            <a:off x="1193954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1FC23383-4391-497C-A7D0-0280F6BA435C}"/>
              </a:ext>
            </a:extLst>
          </p:cNvPr>
          <p:cNvSpPr>
            <a:spLocks/>
          </p:cNvSpPr>
          <p:nvPr/>
        </p:nvSpPr>
        <p:spPr>
          <a:xfrm>
            <a:off x="1216709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77C26A7-AB34-4D93-8111-9A6B182AAC08}"/>
              </a:ext>
            </a:extLst>
          </p:cNvPr>
          <p:cNvSpPr>
            <a:spLocks/>
          </p:cNvSpPr>
          <p:nvPr/>
        </p:nvSpPr>
        <p:spPr>
          <a:xfrm>
            <a:off x="1241453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8C8CD4BD-D4AF-4821-9CCF-C9F2A7EB9261}"/>
              </a:ext>
            </a:extLst>
          </p:cNvPr>
          <p:cNvSpPr>
            <a:spLocks/>
          </p:cNvSpPr>
          <p:nvPr/>
        </p:nvSpPr>
        <p:spPr>
          <a:xfrm>
            <a:off x="12993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5A48A68A-50BA-45D8-8606-7D5DC25BA55E}"/>
              </a:ext>
            </a:extLst>
          </p:cNvPr>
          <p:cNvSpPr>
            <a:spLocks/>
          </p:cNvSpPr>
          <p:nvPr/>
        </p:nvSpPr>
        <p:spPr>
          <a:xfrm>
            <a:off x="11756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99286086-2318-46B4-8439-055CECADB188}"/>
              </a:ext>
            </a:extLst>
          </p:cNvPr>
          <p:cNvSpPr>
            <a:spLocks/>
          </p:cNvSpPr>
          <p:nvPr/>
        </p:nvSpPr>
        <p:spPr>
          <a:xfrm>
            <a:off x="12024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B5730D8-5E57-45D7-9559-8BA8511DD05E}"/>
              </a:ext>
            </a:extLst>
          </p:cNvPr>
          <p:cNvSpPr>
            <a:spLocks/>
          </p:cNvSpPr>
          <p:nvPr/>
        </p:nvSpPr>
        <p:spPr>
          <a:xfrm>
            <a:off x="1195418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DDA833B7-CE3A-44B0-BAD7-708CEF002F3F}"/>
              </a:ext>
            </a:extLst>
          </p:cNvPr>
          <p:cNvSpPr>
            <a:spLocks/>
          </p:cNvSpPr>
          <p:nvPr/>
        </p:nvSpPr>
        <p:spPr>
          <a:xfrm>
            <a:off x="1276000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6BC500B-063D-4602-AC64-0818DC6F5581}"/>
              </a:ext>
            </a:extLst>
          </p:cNvPr>
          <p:cNvSpPr>
            <a:spLocks/>
          </p:cNvSpPr>
          <p:nvPr/>
        </p:nvSpPr>
        <p:spPr>
          <a:xfrm>
            <a:off x="11938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022AFECA-B38B-4475-8CAE-3E6C8C6E8D7D}"/>
              </a:ext>
            </a:extLst>
          </p:cNvPr>
          <p:cNvSpPr>
            <a:spLocks/>
          </p:cNvSpPr>
          <p:nvPr/>
        </p:nvSpPr>
        <p:spPr>
          <a:xfrm>
            <a:off x="116958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EB501E7B-3B6A-43B0-9C6C-31314F4C3256}"/>
              </a:ext>
            </a:extLst>
          </p:cNvPr>
          <p:cNvSpPr>
            <a:spLocks/>
          </p:cNvSpPr>
          <p:nvPr/>
        </p:nvSpPr>
        <p:spPr>
          <a:xfrm>
            <a:off x="1232934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7945C0AB-A513-42DC-832F-0F4C7718E529}"/>
              </a:ext>
            </a:extLst>
          </p:cNvPr>
          <p:cNvSpPr>
            <a:spLocks/>
          </p:cNvSpPr>
          <p:nvPr/>
        </p:nvSpPr>
        <p:spPr>
          <a:xfrm>
            <a:off x="1260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3066F4D-24F6-4495-AB1D-756EBF86F07E}"/>
              </a:ext>
            </a:extLst>
          </p:cNvPr>
          <p:cNvSpPr>
            <a:spLocks/>
          </p:cNvSpPr>
          <p:nvPr/>
        </p:nvSpPr>
        <p:spPr>
          <a:xfrm>
            <a:off x="1301273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C7BC0AC-B93C-4D41-81EC-33C226ED327B}"/>
              </a:ext>
            </a:extLst>
          </p:cNvPr>
          <p:cNvSpPr>
            <a:spLocks/>
          </p:cNvSpPr>
          <p:nvPr/>
        </p:nvSpPr>
        <p:spPr>
          <a:xfrm>
            <a:off x="1301958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2C221952-6B0A-4277-9597-76AA8CB2856C}"/>
              </a:ext>
            </a:extLst>
          </p:cNvPr>
          <p:cNvSpPr>
            <a:spLocks/>
          </p:cNvSpPr>
          <p:nvPr/>
        </p:nvSpPr>
        <p:spPr>
          <a:xfrm>
            <a:off x="1302215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7CBEEDC7-F6AC-4ACA-88E3-C715B07AD560}"/>
              </a:ext>
            </a:extLst>
          </p:cNvPr>
          <p:cNvSpPr>
            <a:spLocks/>
          </p:cNvSpPr>
          <p:nvPr/>
        </p:nvSpPr>
        <p:spPr>
          <a:xfrm>
            <a:off x="1296826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5C8C51EE-BDEA-448C-BBDD-726D7AB26B8D}"/>
              </a:ext>
            </a:extLst>
          </p:cNvPr>
          <p:cNvSpPr>
            <a:spLocks/>
          </p:cNvSpPr>
          <p:nvPr/>
        </p:nvSpPr>
        <p:spPr>
          <a:xfrm>
            <a:off x="1215968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0DB5A060-20F3-4ECD-B6BC-EC4756DB44B6}"/>
              </a:ext>
            </a:extLst>
          </p:cNvPr>
          <p:cNvSpPr>
            <a:spLocks/>
          </p:cNvSpPr>
          <p:nvPr/>
        </p:nvSpPr>
        <p:spPr>
          <a:xfrm>
            <a:off x="1292453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8111E318-DB03-43E1-B553-6134981EBE4D}"/>
              </a:ext>
            </a:extLst>
          </p:cNvPr>
          <p:cNvSpPr>
            <a:spLocks/>
          </p:cNvSpPr>
          <p:nvPr/>
        </p:nvSpPr>
        <p:spPr>
          <a:xfrm>
            <a:off x="121024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5A1CB5A5-E2AE-4D5E-A66E-E5F924E706A2}"/>
              </a:ext>
            </a:extLst>
          </p:cNvPr>
          <p:cNvSpPr>
            <a:spLocks/>
          </p:cNvSpPr>
          <p:nvPr/>
        </p:nvSpPr>
        <p:spPr>
          <a:xfrm>
            <a:off x="1257783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D56B1C17-46F0-4808-8558-80CB83C93EBD}"/>
              </a:ext>
            </a:extLst>
          </p:cNvPr>
          <p:cNvSpPr>
            <a:spLocks/>
          </p:cNvSpPr>
          <p:nvPr/>
        </p:nvSpPr>
        <p:spPr>
          <a:xfrm>
            <a:off x="1174096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6E4BF9A6-D585-4ACF-BCD6-5BEDA71519AF}"/>
              </a:ext>
            </a:extLst>
          </p:cNvPr>
          <p:cNvSpPr>
            <a:spLocks/>
          </p:cNvSpPr>
          <p:nvPr/>
        </p:nvSpPr>
        <p:spPr>
          <a:xfrm>
            <a:off x="1236504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CE4182DB-4904-4E3B-9B5B-AE5FEEA0A186}"/>
              </a:ext>
            </a:extLst>
          </p:cNvPr>
          <p:cNvSpPr>
            <a:spLocks/>
          </p:cNvSpPr>
          <p:nvPr/>
        </p:nvSpPr>
        <p:spPr>
          <a:xfrm>
            <a:off x="1301897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A2B6A6E1-9FDC-4A5C-A7FB-696136788D9A}"/>
              </a:ext>
            </a:extLst>
          </p:cNvPr>
          <p:cNvSpPr>
            <a:spLocks/>
          </p:cNvSpPr>
          <p:nvPr/>
        </p:nvSpPr>
        <p:spPr>
          <a:xfrm>
            <a:off x="1193284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4763A88A-7684-47F3-B16D-ADFDBF6E03FA}"/>
              </a:ext>
            </a:extLst>
          </p:cNvPr>
          <p:cNvSpPr>
            <a:spLocks/>
          </p:cNvSpPr>
          <p:nvPr/>
        </p:nvSpPr>
        <p:spPr>
          <a:xfrm>
            <a:off x="1170642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99365AF5-0C8A-4FBA-AEF6-D959E0D7A164}"/>
              </a:ext>
            </a:extLst>
          </p:cNvPr>
          <p:cNvSpPr>
            <a:spLocks/>
          </p:cNvSpPr>
          <p:nvPr/>
        </p:nvSpPr>
        <p:spPr>
          <a:xfrm>
            <a:off x="1248028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C17ECFEB-859C-4154-9603-D6F251A5EAAB}"/>
              </a:ext>
            </a:extLst>
          </p:cNvPr>
          <p:cNvSpPr>
            <a:spLocks/>
          </p:cNvSpPr>
          <p:nvPr/>
        </p:nvSpPr>
        <p:spPr>
          <a:xfrm>
            <a:off x="1280093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6BDF3580-8F18-4959-BC93-60D896553C49}"/>
              </a:ext>
            </a:extLst>
          </p:cNvPr>
          <p:cNvSpPr>
            <a:spLocks/>
          </p:cNvSpPr>
          <p:nvPr/>
        </p:nvSpPr>
        <p:spPr>
          <a:xfrm>
            <a:off x="1212926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761CA08-CBA4-4CE8-BC4E-7AA69447F7AA}"/>
              </a:ext>
            </a:extLst>
          </p:cNvPr>
          <p:cNvSpPr>
            <a:spLocks/>
          </p:cNvSpPr>
          <p:nvPr/>
        </p:nvSpPr>
        <p:spPr>
          <a:xfrm>
            <a:off x="1180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E0860D2-365E-4A90-95AE-B69C63C9F4A5}"/>
              </a:ext>
            </a:extLst>
          </p:cNvPr>
          <p:cNvSpPr>
            <a:spLocks/>
          </p:cNvSpPr>
          <p:nvPr/>
        </p:nvSpPr>
        <p:spPr>
          <a:xfrm>
            <a:off x="12486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7BF5027A-315E-43D9-BD79-5470CC32255A}"/>
              </a:ext>
            </a:extLst>
          </p:cNvPr>
          <p:cNvSpPr>
            <a:spLocks/>
          </p:cNvSpPr>
          <p:nvPr/>
        </p:nvSpPr>
        <p:spPr>
          <a:xfrm>
            <a:off x="1280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DC5CA4AB-8169-4B11-AC5A-DD2FA0EAAAFC}"/>
              </a:ext>
            </a:extLst>
          </p:cNvPr>
          <p:cNvSpPr>
            <a:spLocks/>
          </p:cNvSpPr>
          <p:nvPr/>
        </p:nvSpPr>
        <p:spPr>
          <a:xfrm>
            <a:off x="1300877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BDB7F28-84BB-41A5-93D5-95DD852797F1}"/>
              </a:ext>
            </a:extLst>
          </p:cNvPr>
          <p:cNvSpPr>
            <a:spLocks/>
          </p:cNvSpPr>
          <p:nvPr/>
        </p:nvSpPr>
        <p:spPr>
          <a:xfrm>
            <a:off x="12914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164AE51-76CE-4714-92FE-8796930E25AF}"/>
              </a:ext>
            </a:extLst>
          </p:cNvPr>
          <p:cNvSpPr>
            <a:spLocks/>
          </p:cNvSpPr>
          <p:nvPr/>
        </p:nvSpPr>
        <p:spPr>
          <a:xfrm>
            <a:off x="1246474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0AEC9A28-8BC2-4493-84EF-3B6B848C8656}"/>
              </a:ext>
            </a:extLst>
          </p:cNvPr>
          <p:cNvSpPr>
            <a:spLocks/>
          </p:cNvSpPr>
          <p:nvPr/>
        </p:nvSpPr>
        <p:spPr>
          <a:xfrm>
            <a:off x="1199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B3948FC9-A9FB-42D1-8057-F2FD9D0281D5}"/>
              </a:ext>
            </a:extLst>
          </p:cNvPr>
          <p:cNvSpPr>
            <a:spLocks/>
          </p:cNvSpPr>
          <p:nvPr/>
        </p:nvSpPr>
        <p:spPr>
          <a:xfrm>
            <a:off x="1211717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920DE6BB-2E6A-4119-A4C0-71FAAB288A45}"/>
              </a:ext>
            </a:extLst>
          </p:cNvPr>
          <p:cNvSpPr>
            <a:spLocks/>
          </p:cNvSpPr>
          <p:nvPr/>
        </p:nvSpPr>
        <p:spPr>
          <a:xfrm>
            <a:off x="12974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1E5B3311-4B9E-48D7-B982-A24F489ECF70}"/>
              </a:ext>
            </a:extLst>
          </p:cNvPr>
          <p:cNvSpPr>
            <a:spLocks/>
          </p:cNvSpPr>
          <p:nvPr/>
        </p:nvSpPr>
        <p:spPr>
          <a:xfrm>
            <a:off x="1274939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17AD94AB-08D8-4B48-B095-F8B8E2D473B9}"/>
              </a:ext>
            </a:extLst>
          </p:cNvPr>
          <p:cNvSpPr>
            <a:spLocks/>
          </p:cNvSpPr>
          <p:nvPr/>
        </p:nvSpPr>
        <p:spPr>
          <a:xfrm>
            <a:off x="12141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FC39D7CA-7496-402F-B11C-03A033D5CBB1}"/>
              </a:ext>
            </a:extLst>
          </p:cNvPr>
          <p:cNvSpPr>
            <a:spLocks/>
          </p:cNvSpPr>
          <p:nvPr/>
        </p:nvSpPr>
        <p:spPr>
          <a:xfrm>
            <a:off x="1220468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78A5F56A-64DF-4992-9CBA-F2567EBE8221}"/>
              </a:ext>
            </a:extLst>
          </p:cNvPr>
          <p:cNvSpPr>
            <a:spLocks/>
          </p:cNvSpPr>
          <p:nvPr/>
        </p:nvSpPr>
        <p:spPr>
          <a:xfrm>
            <a:off x="1190781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D530BD5-50AC-4E1D-A4E8-B938397E50D2}"/>
              </a:ext>
            </a:extLst>
          </p:cNvPr>
          <p:cNvSpPr>
            <a:spLocks/>
          </p:cNvSpPr>
          <p:nvPr/>
        </p:nvSpPr>
        <p:spPr>
          <a:xfrm>
            <a:off x="1198646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01F5373F-D296-472E-B3CD-041B7F348716}"/>
              </a:ext>
            </a:extLst>
          </p:cNvPr>
          <p:cNvSpPr>
            <a:spLocks/>
          </p:cNvSpPr>
          <p:nvPr/>
        </p:nvSpPr>
        <p:spPr>
          <a:xfrm>
            <a:off x="1209281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61A4D53-DCCF-4915-A399-CADD83C0609C}"/>
              </a:ext>
            </a:extLst>
          </p:cNvPr>
          <p:cNvSpPr>
            <a:spLocks/>
          </p:cNvSpPr>
          <p:nvPr/>
        </p:nvSpPr>
        <p:spPr>
          <a:xfrm>
            <a:off x="1290116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E112FC10-9471-4236-9965-995165BB02F7}"/>
              </a:ext>
            </a:extLst>
          </p:cNvPr>
          <p:cNvSpPr>
            <a:spLocks/>
          </p:cNvSpPr>
          <p:nvPr/>
        </p:nvSpPr>
        <p:spPr>
          <a:xfrm>
            <a:off x="12428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C1725142-A68B-4093-9C5B-D5524A641DD0}"/>
              </a:ext>
            </a:extLst>
          </p:cNvPr>
          <p:cNvSpPr>
            <a:spLocks/>
          </p:cNvSpPr>
          <p:nvPr/>
        </p:nvSpPr>
        <p:spPr>
          <a:xfrm>
            <a:off x="1261664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4F6D773E-60AF-46EF-A7C1-DC952D3F10F7}"/>
              </a:ext>
            </a:extLst>
          </p:cNvPr>
          <p:cNvSpPr>
            <a:spLocks/>
          </p:cNvSpPr>
          <p:nvPr/>
        </p:nvSpPr>
        <p:spPr>
          <a:xfrm>
            <a:off x="1216957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788B872-2499-4E28-A65B-49CDB11A7D13}"/>
              </a:ext>
            </a:extLst>
          </p:cNvPr>
          <p:cNvSpPr>
            <a:spLocks/>
          </p:cNvSpPr>
          <p:nvPr/>
        </p:nvSpPr>
        <p:spPr>
          <a:xfrm>
            <a:off x="1201441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2F823C7-2D28-4881-9B30-E10E32B0064E}"/>
              </a:ext>
            </a:extLst>
          </p:cNvPr>
          <p:cNvSpPr>
            <a:spLocks/>
          </p:cNvSpPr>
          <p:nvPr/>
        </p:nvSpPr>
        <p:spPr>
          <a:xfrm>
            <a:off x="1189594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86BE5AC7-39A9-433B-B948-833AF74FB3CB}"/>
              </a:ext>
            </a:extLst>
          </p:cNvPr>
          <p:cNvSpPr>
            <a:spLocks/>
          </p:cNvSpPr>
          <p:nvPr/>
        </p:nvSpPr>
        <p:spPr>
          <a:xfrm>
            <a:off x="1205345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33DE82A-B269-4280-8CFC-F8FA9A8E8377}"/>
              </a:ext>
            </a:extLst>
          </p:cNvPr>
          <p:cNvSpPr>
            <a:spLocks/>
          </p:cNvSpPr>
          <p:nvPr/>
        </p:nvSpPr>
        <p:spPr>
          <a:xfrm>
            <a:off x="13003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8277B7A7-72CD-42E3-BE8A-EA798808B2E0}"/>
              </a:ext>
            </a:extLst>
          </p:cNvPr>
          <p:cNvSpPr>
            <a:spLocks/>
          </p:cNvSpPr>
          <p:nvPr/>
        </p:nvSpPr>
        <p:spPr>
          <a:xfrm>
            <a:off x="1173998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B2A5765C-BBDC-4327-B37D-A256C58EC821}"/>
              </a:ext>
            </a:extLst>
          </p:cNvPr>
          <p:cNvSpPr>
            <a:spLocks/>
          </p:cNvSpPr>
          <p:nvPr/>
        </p:nvSpPr>
        <p:spPr>
          <a:xfrm>
            <a:off x="1195910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2C0F7641-D1EB-4B9C-A197-85EF79C292B4}"/>
              </a:ext>
            </a:extLst>
          </p:cNvPr>
          <p:cNvSpPr>
            <a:spLocks/>
          </p:cNvSpPr>
          <p:nvPr/>
        </p:nvSpPr>
        <p:spPr>
          <a:xfrm>
            <a:off x="11853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EC7FA8E6-6BE3-4F2B-B1CD-00DFA38FA0EC}"/>
              </a:ext>
            </a:extLst>
          </p:cNvPr>
          <p:cNvSpPr>
            <a:spLocks/>
          </p:cNvSpPr>
          <p:nvPr/>
        </p:nvSpPr>
        <p:spPr>
          <a:xfrm>
            <a:off x="12196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A2F26561-B776-42CD-9E14-A2D606F95C03}"/>
              </a:ext>
            </a:extLst>
          </p:cNvPr>
          <p:cNvSpPr>
            <a:spLocks/>
          </p:cNvSpPr>
          <p:nvPr/>
        </p:nvSpPr>
        <p:spPr>
          <a:xfrm>
            <a:off x="1265839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64562BA6-2D73-4EFC-9A20-B86D6BFDD824}"/>
              </a:ext>
            </a:extLst>
          </p:cNvPr>
          <p:cNvSpPr>
            <a:spLocks/>
          </p:cNvSpPr>
          <p:nvPr/>
        </p:nvSpPr>
        <p:spPr>
          <a:xfrm>
            <a:off x="11709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8558DD86-7B52-4A0C-A1D7-3DF99983AB69}"/>
              </a:ext>
            </a:extLst>
          </p:cNvPr>
          <p:cNvSpPr>
            <a:spLocks/>
          </p:cNvSpPr>
          <p:nvPr/>
        </p:nvSpPr>
        <p:spPr>
          <a:xfrm>
            <a:off x="117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6B3229A-2602-4D72-BB6B-5FD90C484D58}"/>
              </a:ext>
            </a:extLst>
          </p:cNvPr>
          <p:cNvSpPr>
            <a:spLocks/>
          </p:cNvSpPr>
          <p:nvPr/>
        </p:nvSpPr>
        <p:spPr>
          <a:xfrm>
            <a:off x="1290403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02F4F0C6-5771-44D9-B0F9-BC01F472C7FD}"/>
              </a:ext>
            </a:extLst>
          </p:cNvPr>
          <p:cNvSpPr>
            <a:spLocks/>
          </p:cNvSpPr>
          <p:nvPr/>
        </p:nvSpPr>
        <p:spPr>
          <a:xfrm>
            <a:off x="12441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8B39CD04-6C20-4DAE-AFA4-D2B01034CA5F}"/>
              </a:ext>
            </a:extLst>
          </p:cNvPr>
          <p:cNvSpPr>
            <a:spLocks/>
          </p:cNvSpPr>
          <p:nvPr/>
        </p:nvSpPr>
        <p:spPr>
          <a:xfrm>
            <a:off x="12169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E764A60F-F127-4495-ACB4-8DD7032ACC3D}"/>
              </a:ext>
            </a:extLst>
          </p:cNvPr>
          <p:cNvSpPr>
            <a:spLocks/>
          </p:cNvSpPr>
          <p:nvPr/>
        </p:nvSpPr>
        <p:spPr>
          <a:xfrm>
            <a:off x="1183092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8EDC482E-7AB4-4241-93A7-1B7E32544A9C}"/>
              </a:ext>
            </a:extLst>
          </p:cNvPr>
          <p:cNvSpPr>
            <a:spLocks/>
          </p:cNvSpPr>
          <p:nvPr/>
        </p:nvSpPr>
        <p:spPr>
          <a:xfrm>
            <a:off x="1233160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A1DD2886-8AE8-4505-9800-7E3B64D79FA3}"/>
              </a:ext>
            </a:extLst>
          </p:cNvPr>
          <p:cNvSpPr>
            <a:spLocks/>
          </p:cNvSpPr>
          <p:nvPr/>
        </p:nvSpPr>
        <p:spPr>
          <a:xfrm>
            <a:off x="1269194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BC110AF8-A540-4D2A-AD23-06AA6F58A60F}"/>
              </a:ext>
            </a:extLst>
          </p:cNvPr>
          <p:cNvSpPr>
            <a:spLocks/>
          </p:cNvSpPr>
          <p:nvPr/>
        </p:nvSpPr>
        <p:spPr>
          <a:xfrm>
            <a:off x="1302933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135B1F8C-EF80-469E-853A-BCAF26102EF6}"/>
              </a:ext>
            </a:extLst>
          </p:cNvPr>
          <p:cNvSpPr>
            <a:spLocks/>
          </p:cNvSpPr>
          <p:nvPr/>
        </p:nvSpPr>
        <p:spPr>
          <a:xfrm>
            <a:off x="1240708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273BBA5F-9CFB-4848-B19E-03D2B68D1409}"/>
              </a:ext>
            </a:extLst>
          </p:cNvPr>
          <p:cNvSpPr>
            <a:spLocks/>
          </p:cNvSpPr>
          <p:nvPr/>
        </p:nvSpPr>
        <p:spPr>
          <a:xfrm>
            <a:off x="1195869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D067F2E-B508-471D-AA30-C9000B18390C}"/>
              </a:ext>
            </a:extLst>
          </p:cNvPr>
          <p:cNvSpPr>
            <a:spLocks/>
          </p:cNvSpPr>
          <p:nvPr/>
        </p:nvSpPr>
        <p:spPr>
          <a:xfrm>
            <a:off x="1282911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D70AA383-EAD8-44A2-B2F5-D16CDD2E81F6}"/>
              </a:ext>
            </a:extLst>
          </p:cNvPr>
          <p:cNvSpPr>
            <a:spLocks/>
          </p:cNvSpPr>
          <p:nvPr/>
        </p:nvSpPr>
        <p:spPr>
          <a:xfrm>
            <a:off x="1173843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82F24780-2E02-4C36-B563-5FB6215F8CDD}"/>
              </a:ext>
            </a:extLst>
          </p:cNvPr>
          <p:cNvSpPr>
            <a:spLocks/>
          </p:cNvSpPr>
          <p:nvPr/>
        </p:nvSpPr>
        <p:spPr>
          <a:xfrm>
            <a:off x="12608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43C26125-63A2-48EC-BE2C-C711A60FB128}"/>
              </a:ext>
            </a:extLst>
          </p:cNvPr>
          <p:cNvSpPr>
            <a:spLocks/>
          </p:cNvSpPr>
          <p:nvPr/>
        </p:nvSpPr>
        <p:spPr>
          <a:xfrm>
            <a:off x="1291497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DE69468B-F7F9-429E-BD85-1C620FC86EE5}"/>
              </a:ext>
            </a:extLst>
          </p:cNvPr>
          <p:cNvSpPr>
            <a:spLocks/>
          </p:cNvSpPr>
          <p:nvPr/>
        </p:nvSpPr>
        <p:spPr>
          <a:xfrm>
            <a:off x="1210714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03609A6-B9EA-47F7-A5AB-60E906DAE98D}"/>
              </a:ext>
            </a:extLst>
          </p:cNvPr>
          <p:cNvSpPr>
            <a:spLocks/>
          </p:cNvSpPr>
          <p:nvPr/>
        </p:nvSpPr>
        <p:spPr>
          <a:xfrm>
            <a:off x="1173604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47118FEE-9397-47E8-A5FE-D3D779AFBEBF}"/>
              </a:ext>
            </a:extLst>
          </p:cNvPr>
          <p:cNvSpPr>
            <a:spLocks/>
          </p:cNvSpPr>
          <p:nvPr/>
        </p:nvSpPr>
        <p:spPr>
          <a:xfrm>
            <a:off x="1248265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2DFC6B6-CC6B-42ED-BFB9-17C55CF18E74}"/>
              </a:ext>
            </a:extLst>
          </p:cNvPr>
          <p:cNvSpPr>
            <a:spLocks/>
          </p:cNvSpPr>
          <p:nvPr/>
        </p:nvSpPr>
        <p:spPr>
          <a:xfrm>
            <a:off x="11978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BCD783F3-121A-4B2D-95C4-EB949EE3AB12}"/>
              </a:ext>
            </a:extLst>
          </p:cNvPr>
          <p:cNvSpPr>
            <a:spLocks/>
          </p:cNvSpPr>
          <p:nvPr/>
        </p:nvSpPr>
        <p:spPr>
          <a:xfrm>
            <a:off x="1163739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228E4036-C21B-4D65-AE44-04BE669FF4C3}"/>
              </a:ext>
            </a:extLst>
          </p:cNvPr>
          <p:cNvSpPr>
            <a:spLocks/>
          </p:cNvSpPr>
          <p:nvPr/>
        </p:nvSpPr>
        <p:spPr>
          <a:xfrm>
            <a:off x="1299240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0E5F98B2-E80E-4F41-A6CD-F06D0A1160A5}"/>
              </a:ext>
            </a:extLst>
          </p:cNvPr>
          <p:cNvSpPr>
            <a:spLocks/>
          </p:cNvSpPr>
          <p:nvPr/>
        </p:nvSpPr>
        <p:spPr>
          <a:xfrm>
            <a:off x="1264196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BD08D69B-B2C3-4908-B78A-DE3EB721D7B8}"/>
              </a:ext>
            </a:extLst>
          </p:cNvPr>
          <p:cNvSpPr>
            <a:spLocks/>
          </p:cNvSpPr>
          <p:nvPr/>
        </p:nvSpPr>
        <p:spPr>
          <a:xfrm>
            <a:off x="1296977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1BBDD59B-32F9-4894-8484-80AA85C38370}"/>
              </a:ext>
            </a:extLst>
          </p:cNvPr>
          <p:cNvSpPr>
            <a:spLocks/>
          </p:cNvSpPr>
          <p:nvPr/>
        </p:nvSpPr>
        <p:spPr>
          <a:xfrm>
            <a:off x="1163591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7B636A7-AB68-422D-A689-69DDF40AC80B}"/>
              </a:ext>
            </a:extLst>
          </p:cNvPr>
          <p:cNvSpPr>
            <a:spLocks/>
          </p:cNvSpPr>
          <p:nvPr/>
        </p:nvSpPr>
        <p:spPr>
          <a:xfrm>
            <a:off x="1273211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ADADA8D-A553-488A-9E12-DDEB7C2AF5FF}"/>
              </a:ext>
            </a:extLst>
          </p:cNvPr>
          <p:cNvSpPr>
            <a:spLocks/>
          </p:cNvSpPr>
          <p:nvPr/>
        </p:nvSpPr>
        <p:spPr>
          <a:xfrm>
            <a:off x="12020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6053A814-3ECF-4E12-87E2-924A42A779A7}"/>
              </a:ext>
            </a:extLst>
          </p:cNvPr>
          <p:cNvSpPr>
            <a:spLocks/>
          </p:cNvSpPr>
          <p:nvPr/>
        </p:nvSpPr>
        <p:spPr>
          <a:xfrm>
            <a:off x="1224551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F3173DBC-D8E0-45AA-A16A-A010B6F9ED72}"/>
              </a:ext>
            </a:extLst>
          </p:cNvPr>
          <p:cNvSpPr>
            <a:spLocks/>
          </p:cNvSpPr>
          <p:nvPr/>
        </p:nvSpPr>
        <p:spPr>
          <a:xfrm>
            <a:off x="124687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868ED2D-7F5B-4DE9-8A37-463720DE4412}"/>
              </a:ext>
            </a:extLst>
          </p:cNvPr>
          <p:cNvSpPr>
            <a:spLocks/>
          </p:cNvSpPr>
          <p:nvPr/>
        </p:nvSpPr>
        <p:spPr>
          <a:xfrm>
            <a:off x="1295762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C365217A-C316-4EA6-9CB1-AE4F7F8CB4DB}"/>
              </a:ext>
            </a:extLst>
          </p:cNvPr>
          <p:cNvSpPr>
            <a:spLocks/>
          </p:cNvSpPr>
          <p:nvPr/>
        </p:nvSpPr>
        <p:spPr>
          <a:xfrm>
            <a:off x="1182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05607644-22E1-42D0-8133-AA9B42AFC33D}"/>
              </a:ext>
            </a:extLst>
          </p:cNvPr>
          <p:cNvSpPr>
            <a:spLocks/>
          </p:cNvSpPr>
          <p:nvPr/>
        </p:nvSpPr>
        <p:spPr>
          <a:xfrm>
            <a:off x="1255491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564E858F-BBDD-4E8C-8833-3609F606287F}"/>
              </a:ext>
            </a:extLst>
          </p:cNvPr>
          <p:cNvSpPr>
            <a:spLocks/>
          </p:cNvSpPr>
          <p:nvPr/>
        </p:nvSpPr>
        <p:spPr>
          <a:xfrm>
            <a:off x="1229561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9CC6342C-6D93-41B8-BCA1-DD314472D3F0}"/>
              </a:ext>
            </a:extLst>
          </p:cNvPr>
          <p:cNvSpPr>
            <a:spLocks/>
          </p:cNvSpPr>
          <p:nvPr/>
        </p:nvSpPr>
        <p:spPr>
          <a:xfrm>
            <a:off x="1231764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68B93BCB-886B-4090-9084-90BD12C824B9}"/>
              </a:ext>
            </a:extLst>
          </p:cNvPr>
          <p:cNvSpPr>
            <a:spLocks/>
          </p:cNvSpPr>
          <p:nvPr/>
        </p:nvSpPr>
        <p:spPr>
          <a:xfrm>
            <a:off x="1183148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3C3B84C-B266-49FD-8552-91BC069E743D}"/>
              </a:ext>
            </a:extLst>
          </p:cNvPr>
          <p:cNvSpPr>
            <a:spLocks/>
          </p:cNvSpPr>
          <p:nvPr/>
        </p:nvSpPr>
        <p:spPr>
          <a:xfrm>
            <a:off x="1289788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9AE8434B-308B-4956-AD09-01BAE1370FC5}"/>
              </a:ext>
            </a:extLst>
          </p:cNvPr>
          <p:cNvSpPr>
            <a:spLocks/>
          </p:cNvSpPr>
          <p:nvPr/>
        </p:nvSpPr>
        <p:spPr>
          <a:xfrm>
            <a:off x="1209976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7F747769-8811-4F18-BEC2-FA17C8104979}"/>
              </a:ext>
            </a:extLst>
          </p:cNvPr>
          <p:cNvSpPr>
            <a:spLocks/>
          </p:cNvSpPr>
          <p:nvPr/>
        </p:nvSpPr>
        <p:spPr>
          <a:xfrm>
            <a:off x="1296716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4BBD6171-26E9-4F4E-9463-9C79216B8842}"/>
              </a:ext>
            </a:extLst>
          </p:cNvPr>
          <p:cNvSpPr>
            <a:spLocks/>
          </p:cNvSpPr>
          <p:nvPr/>
        </p:nvSpPr>
        <p:spPr>
          <a:xfrm>
            <a:off x="1225030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DB80788F-3A61-4E72-94EC-9B2A27B81E7B}"/>
              </a:ext>
            </a:extLst>
          </p:cNvPr>
          <p:cNvSpPr>
            <a:spLocks/>
          </p:cNvSpPr>
          <p:nvPr/>
        </p:nvSpPr>
        <p:spPr>
          <a:xfrm>
            <a:off x="12247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F16C201A-A871-4923-8F4F-0DF87755A13B}"/>
              </a:ext>
            </a:extLst>
          </p:cNvPr>
          <p:cNvSpPr>
            <a:spLocks/>
          </p:cNvSpPr>
          <p:nvPr/>
        </p:nvSpPr>
        <p:spPr>
          <a:xfrm>
            <a:off x="1256069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12C617A1-3D5B-44CB-97BF-10C2E0A9C3F6}"/>
              </a:ext>
            </a:extLst>
          </p:cNvPr>
          <p:cNvSpPr>
            <a:spLocks/>
          </p:cNvSpPr>
          <p:nvPr/>
        </p:nvSpPr>
        <p:spPr>
          <a:xfrm>
            <a:off x="1291255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3F14A4D-3995-4B4A-AD02-2B6E95D554FE}"/>
              </a:ext>
            </a:extLst>
          </p:cNvPr>
          <p:cNvSpPr>
            <a:spLocks/>
          </p:cNvSpPr>
          <p:nvPr/>
        </p:nvSpPr>
        <p:spPr>
          <a:xfrm>
            <a:off x="1195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4B950C01-9456-4188-B32B-2F251B53C5E2}"/>
              </a:ext>
            </a:extLst>
          </p:cNvPr>
          <p:cNvSpPr>
            <a:spLocks/>
          </p:cNvSpPr>
          <p:nvPr/>
        </p:nvSpPr>
        <p:spPr>
          <a:xfrm>
            <a:off x="1252562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F4D64BC-CA8D-4B15-BA79-B23DEEDA6EDD}"/>
              </a:ext>
            </a:extLst>
          </p:cNvPr>
          <p:cNvSpPr>
            <a:spLocks/>
          </p:cNvSpPr>
          <p:nvPr/>
        </p:nvSpPr>
        <p:spPr>
          <a:xfrm>
            <a:off x="1218660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2F199BC7-CB1B-47F2-B6E5-0A923EF15EA4}"/>
              </a:ext>
            </a:extLst>
          </p:cNvPr>
          <p:cNvSpPr>
            <a:spLocks/>
          </p:cNvSpPr>
          <p:nvPr/>
        </p:nvSpPr>
        <p:spPr>
          <a:xfrm>
            <a:off x="12516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DB8EEE6-50D3-4F66-A75D-9F6036F114CC}"/>
              </a:ext>
            </a:extLst>
          </p:cNvPr>
          <p:cNvSpPr>
            <a:spLocks/>
          </p:cNvSpPr>
          <p:nvPr/>
        </p:nvSpPr>
        <p:spPr>
          <a:xfrm>
            <a:off x="1289345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37A8B58-CE2A-409C-BB0B-A64BBF713C36}"/>
              </a:ext>
            </a:extLst>
          </p:cNvPr>
          <p:cNvSpPr>
            <a:spLocks/>
          </p:cNvSpPr>
          <p:nvPr/>
        </p:nvSpPr>
        <p:spPr>
          <a:xfrm>
            <a:off x="1188237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3809407E-0818-4465-A62F-3748B6C8C4B1}"/>
              </a:ext>
            </a:extLst>
          </p:cNvPr>
          <p:cNvSpPr>
            <a:spLocks/>
          </p:cNvSpPr>
          <p:nvPr/>
        </p:nvSpPr>
        <p:spPr>
          <a:xfrm>
            <a:off x="1226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D44770FF-FA5E-4EBE-BF78-552A4DBEF0FD}"/>
              </a:ext>
            </a:extLst>
          </p:cNvPr>
          <p:cNvSpPr>
            <a:spLocks/>
          </p:cNvSpPr>
          <p:nvPr/>
        </p:nvSpPr>
        <p:spPr>
          <a:xfrm>
            <a:off x="11737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537DF22-F123-406E-93DE-E5AD171AEF69}"/>
              </a:ext>
            </a:extLst>
          </p:cNvPr>
          <p:cNvSpPr>
            <a:spLocks/>
          </p:cNvSpPr>
          <p:nvPr/>
        </p:nvSpPr>
        <p:spPr>
          <a:xfrm>
            <a:off x="1247139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F900E80-2318-4A33-8D49-71C928D967F8}"/>
              </a:ext>
            </a:extLst>
          </p:cNvPr>
          <p:cNvSpPr>
            <a:spLocks/>
          </p:cNvSpPr>
          <p:nvPr/>
        </p:nvSpPr>
        <p:spPr>
          <a:xfrm>
            <a:off x="12090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AE02E018-B103-4E7E-A7E0-A399A17BF01C}"/>
              </a:ext>
            </a:extLst>
          </p:cNvPr>
          <p:cNvSpPr>
            <a:spLocks/>
          </p:cNvSpPr>
          <p:nvPr/>
        </p:nvSpPr>
        <p:spPr>
          <a:xfrm>
            <a:off x="1221228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8DDEDE4-62DF-4516-8BBC-BF99A55D7DF4}"/>
              </a:ext>
            </a:extLst>
          </p:cNvPr>
          <p:cNvSpPr>
            <a:spLocks/>
          </p:cNvSpPr>
          <p:nvPr/>
        </p:nvSpPr>
        <p:spPr>
          <a:xfrm>
            <a:off x="12090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3CFF970E-59C2-4EBC-BCBC-4C9922F10BDF}"/>
              </a:ext>
            </a:extLst>
          </p:cNvPr>
          <p:cNvSpPr>
            <a:spLocks/>
          </p:cNvSpPr>
          <p:nvPr/>
        </p:nvSpPr>
        <p:spPr>
          <a:xfrm>
            <a:off x="1202894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74B5BFF0-D7BC-4ED9-896F-31204A09FA2C}"/>
              </a:ext>
            </a:extLst>
          </p:cNvPr>
          <p:cNvSpPr>
            <a:spLocks/>
          </p:cNvSpPr>
          <p:nvPr/>
        </p:nvSpPr>
        <p:spPr>
          <a:xfrm>
            <a:off x="1269690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E27B5D58-EB79-4E34-9FCC-4576C77488EB}"/>
              </a:ext>
            </a:extLst>
          </p:cNvPr>
          <p:cNvSpPr>
            <a:spLocks/>
          </p:cNvSpPr>
          <p:nvPr/>
        </p:nvSpPr>
        <p:spPr>
          <a:xfrm>
            <a:off x="1217174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E3430357-6B49-433A-B240-1D2CD63B6BFF}"/>
              </a:ext>
            </a:extLst>
          </p:cNvPr>
          <p:cNvSpPr>
            <a:spLocks/>
          </p:cNvSpPr>
          <p:nvPr/>
        </p:nvSpPr>
        <p:spPr>
          <a:xfrm>
            <a:off x="1284465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ADCBEFFD-0C75-4718-85A0-2594D25328E5}"/>
              </a:ext>
            </a:extLst>
          </p:cNvPr>
          <p:cNvSpPr>
            <a:spLocks/>
          </p:cNvSpPr>
          <p:nvPr/>
        </p:nvSpPr>
        <p:spPr>
          <a:xfrm>
            <a:off x="1205181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ED680C1B-084A-44F0-AEAB-406779C8B4B6}"/>
              </a:ext>
            </a:extLst>
          </p:cNvPr>
          <p:cNvSpPr>
            <a:spLocks/>
          </p:cNvSpPr>
          <p:nvPr/>
        </p:nvSpPr>
        <p:spPr>
          <a:xfrm>
            <a:off x="1176729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97E237C-6038-417D-A9BD-956B3A2995B8}"/>
              </a:ext>
            </a:extLst>
          </p:cNvPr>
          <p:cNvSpPr>
            <a:spLocks/>
          </p:cNvSpPr>
          <p:nvPr/>
        </p:nvSpPr>
        <p:spPr>
          <a:xfrm>
            <a:off x="1168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A8C9E87-C2A4-4AB2-AA6F-678B052B1E69}"/>
              </a:ext>
            </a:extLst>
          </p:cNvPr>
          <p:cNvSpPr>
            <a:spLocks/>
          </p:cNvSpPr>
          <p:nvPr/>
        </p:nvSpPr>
        <p:spPr>
          <a:xfrm>
            <a:off x="1262166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38A69C4-7BA2-4198-93F3-2B711E85C037}"/>
              </a:ext>
            </a:extLst>
          </p:cNvPr>
          <p:cNvSpPr>
            <a:spLocks/>
          </p:cNvSpPr>
          <p:nvPr/>
        </p:nvSpPr>
        <p:spPr>
          <a:xfrm>
            <a:off x="1273242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66F646A8-8F5C-457D-ADBA-5353A4FC7637}"/>
              </a:ext>
            </a:extLst>
          </p:cNvPr>
          <p:cNvSpPr>
            <a:spLocks/>
          </p:cNvSpPr>
          <p:nvPr/>
        </p:nvSpPr>
        <p:spPr>
          <a:xfrm>
            <a:off x="1284969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E8EC44D7-2BD4-42AC-B5E0-21536E479ADC}"/>
              </a:ext>
            </a:extLst>
          </p:cNvPr>
          <p:cNvSpPr>
            <a:spLocks/>
          </p:cNvSpPr>
          <p:nvPr/>
        </p:nvSpPr>
        <p:spPr>
          <a:xfrm>
            <a:off x="12396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5D063C04-698C-4C7B-8AF7-CF32A4AA03D3}"/>
              </a:ext>
            </a:extLst>
          </p:cNvPr>
          <p:cNvSpPr>
            <a:spLocks/>
          </p:cNvSpPr>
          <p:nvPr/>
        </p:nvSpPr>
        <p:spPr>
          <a:xfrm>
            <a:off x="1236233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E761FA28-B979-4731-8A0C-950AC15C25EC}"/>
              </a:ext>
            </a:extLst>
          </p:cNvPr>
          <p:cNvSpPr>
            <a:spLocks/>
          </p:cNvSpPr>
          <p:nvPr/>
        </p:nvSpPr>
        <p:spPr>
          <a:xfrm>
            <a:off x="1441116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BE2AD5E9-5F6B-4D11-BE35-A42817D98BEF}"/>
              </a:ext>
            </a:extLst>
          </p:cNvPr>
          <p:cNvSpPr>
            <a:spLocks/>
          </p:cNvSpPr>
          <p:nvPr/>
        </p:nvSpPr>
        <p:spPr>
          <a:xfrm>
            <a:off x="1528209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D6D1D77F-6F69-4FD0-BE3A-20364CD15EAA}"/>
              </a:ext>
            </a:extLst>
          </p:cNvPr>
          <p:cNvSpPr>
            <a:spLocks/>
          </p:cNvSpPr>
          <p:nvPr/>
        </p:nvSpPr>
        <p:spPr>
          <a:xfrm>
            <a:off x="1524327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4D051536-6774-44F4-B5D1-CD6B6E5813EC}"/>
              </a:ext>
            </a:extLst>
          </p:cNvPr>
          <p:cNvSpPr>
            <a:spLocks/>
          </p:cNvSpPr>
          <p:nvPr/>
        </p:nvSpPr>
        <p:spPr>
          <a:xfrm>
            <a:off x="1475213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40CAD010-A8A2-4266-B298-D4E914B25FB7}"/>
              </a:ext>
            </a:extLst>
          </p:cNvPr>
          <p:cNvSpPr>
            <a:spLocks/>
          </p:cNvSpPr>
          <p:nvPr/>
        </p:nvSpPr>
        <p:spPr>
          <a:xfrm>
            <a:off x="1499709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5CDD5763-CEF7-4A59-BB71-C4289A544005}"/>
              </a:ext>
            </a:extLst>
          </p:cNvPr>
          <p:cNvSpPr>
            <a:spLocks/>
          </p:cNvSpPr>
          <p:nvPr/>
        </p:nvSpPr>
        <p:spPr>
          <a:xfrm>
            <a:off x="1394453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375E2CD0-7F0D-4C8A-9E49-A609F44A5DC1}"/>
              </a:ext>
            </a:extLst>
          </p:cNvPr>
          <p:cNvSpPr>
            <a:spLocks/>
          </p:cNvSpPr>
          <p:nvPr/>
        </p:nvSpPr>
        <p:spPr>
          <a:xfrm>
            <a:off x="1430330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68C5B391-F683-48C6-AB5F-67A025CD2665}"/>
              </a:ext>
            </a:extLst>
          </p:cNvPr>
          <p:cNvSpPr>
            <a:spLocks/>
          </p:cNvSpPr>
          <p:nvPr/>
        </p:nvSpPr>
        <p:spPr>
          <a:xfrm>
            <a:off x="1419466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EED3B948-9B8E-4EF0-98EA-E867ADD35807}"/>
              </a:ext>
            </a:extLst>
          </p:cNvPr>
          <p:cNvSpPr>
            <a:spLocks/>
          </p:cNvSpPr>
          <p:nvPr/>
        </p:nvSpPr>
        <p:spPr>
          <a:xfrm>
            <a:off x="1435987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842AD2D8-DC4B-42F2-9C1A-BD8AFB5C2499}"/>
              </a:ext>
            </a:extLst>
          </p:cNvPr>
          <p:cNvSpPr>
            <a:spLocks/>
          </p:cNvSpPr>
          <p:nvPr/>
        </p:nvSpPr>
        <p:spPr>
          <a:xfrm>
            <a:off x="1395813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B880DEE-DDCF-4218-B855-D3B1D003A8B5}"/>
              </a:ext>
            </a:extLst>
          </p:cNvPr>
          <p:cNvSpPr>
            <a:spLocks/>
          </p:cNvSpPr>
          <p:nvPr/>
        </p:nvSpPr>
        <p:spPr>
          <a:xfrm>
            <a:off x="1510562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988009DA-1DE1-497E-BB6D-52BA836BFD78}"/>
              </a:ext>
            </a:extLst>
          </p:cNvPr>
          <p:cNvSpPr>
            <a:spLocks/>
          </p:cNvSpPr>
          <p:nvPr/>
        </p:nvSpPr>
        <p:spPr>
          <a:xfrm>
            <a:off x="1450031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788064E6-10EB-4131-87DF-1E7ED7471D39}"/>
              </a:ext>
            </a:extLst>
          </p:cNvPr>
          <p:cNvSpPr>
            <a:spLocks/>
          </p:cNvSpPr>
          <p:nvPr/>
        </p:nvSpPr>
        <p:spPr>
          <a:xfrm>
            <a:off x="1482728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650DF7A-C792-409B-A523-2055401F9B3E}"/>
              </a:ext>
            </a:extLst>
          </p:cNvPr>
          <p:cNvSpPr>
            <a:spLocks/>
          </p:cNvSpPr>
          <p:nvPr/>
        </p:nvSpPr>
        <p:spPr>
          <a:xfrm>
            <a:off x="1415427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A680EAA-AE1F-482C-BBF4-634D43730497}"/>
              </a:ext>
            </a:extLst>
          </p:cNvPr>
          <p:cNvSpPr>
            <a:spLocks/>
          </p:cNvSpPr>
          <p:nvPr/>
        </p:nvSpPr>
        <p:spPr>
          <a:xfrm>
            <a:off x="1453376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D6D8218-8D02-45F0-A748-7A34EF90E64B}"/>
              </a:ext>
            </a:extLst>
          </p:cNvPr>
          <p:cNvSpPr>
            <a:spLocks/>
          </p:cNvSpPr>
          <p:nvPr/>
        </p:nvSpPr>
        <p:spPr>
          <a:xfrm>
            <a:off x="1432808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15DAD434-3330-4A94-B001-EA8AD6CE8BDB}"/>
              </a:ext>
            </a:extLst>
          </p:cNvPr>
          <p:cNvSpPr>
            <a:spLocks/>
          </p:cNvSpPr>
          <p:nvPr/>
        </p:nvSpPr>
        <p:spPr>
          <a:xfrm>
            <a:off x="1408716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E0CAB590-8224-458B-8D4F-5E328F3099F5}"/>
              </a:ext>
            </a:extLst>
          </p:cNvPr>
          <p:cNvSpPr>
            <a:spLocks/>
          </p:cNvSpPr>
          <p:nvPr/>
        </p:nvSpPr>
        <p:spPr>
          <a:xfrm>
            <a:off x="1404711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8137E122-E8FA-460C-8D93-67A4FA27732C}"/>
              </a:ext>
            </a:extLst>
          </p:cNvPr>
          <p:cNvSpPr>
            <a:spLocks/>
          </p:cNvSpPr>
          <p:nvPr/>
        </p:nvSpPr>
        <p:spPr>
          <a:xfrm>
            <a:off x="1510331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911F323E-3EFD-4911-B512-6D146FD8D78C}"/>
              </a:ext>
            </a:extLst>
          </p:cNvPr>
          <p:cNvSpPr>
            <a:spLocks/>
          </p:cNvSpPr>
          <p:nvPr/>
        </p:nvSpPr>
        <p:spPr>
          <a:xfrm>
            <a:off x="1464283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2206FA75-91D3-474D-A7EF-0B3DEF80F95E}"/>
              </a:ext>
            </a:extLst>
          </p:cNvPr>
          <p:cNvSpPr>
            <a:spLocks/>
          </p:cNvSpPr>
          <p:nvPr/>
        </p:nvSpPr>
        <p:spPr>
          <a:xfrm>
            <a:off x="1437357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17430A70-B040-497B-89C7-AA2C97AEFE70}"/>
              </a:ext>
            </a:extLst>
          </p:cNvPr>
          <p:cNvSpPr>
            <a:spLocks/>
          </p:cNvSpPr>
          <p:nvPr/>
        </p:nvSpPr>
        <p:spPr>
          <a:xfrm>
            <a:off x="1509940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E2FF6622-B64D-440A-ADFD-EEF3383ADCA2}"/>
              </a:ext>
            </a:extLst>
          </p:cNvPr>
          <p:cNvSpPr>
            <a:spLocks/>
          </p:cNvSpPr>
          <p:nvPr/>
        </p:nvSpPr>
        <p:spPr>
          <a:xfrm>
            <a:off x="1413238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36759BDD-9A26-40C1-9EB0-F6B6C64371F4}"/>
              </a:ext>
            </a:extLst>
          </p:cNvPr>
          <p:cNvSpPr>
            <a:spLocks/>
          </p:cNvSpPr>
          <p:nvPr/>
        </p:nvSpPr>
        <p:spPr>
          <a:xfrm>
            <a:off x="1400755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1B45EF50-F1CB-4E4D-8247-D677BCFD253F}"/>
              </a:ext>
            </a:extLst>
          </p:cNvPr>
          <p:cNvSpPr>
            <a:spLocks/>
          </p:cNvSpPr>
          <p:nvPr/>
        </p:nvSpPr>
        <p:spPr>
          <a:xfrm>
            <a:off x="1439584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6DB314BB-E9FC-4141-B43C-D9D794959162}"/>
              </a:ext>
            </a:extLst>
          </p:cNvPr>
          <p:cNvSpPr>
            <a:spLocks/>
          </p:cNvSpPr>
          <p:nvPr/>
        </p:nvSpPr>
        <p:spPr>
          <a:xfrm>
            <a:off x="140842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9DFB6EC7-2214-4A01-BE64-F3B7DD293E16}"/>
              </a:ext>
            </a:extLst>
          </p:cNvPr>
          <p:cNvSpPr>
            <a:spLocks/>
          </p:cNvSpPr>
          <p:nvPr/>
        </p:nvSpPr>
        <p:spPr>
          <a:xfrm>
            <a:off x="1483951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C051D1E6-5886-4B6D-B52A-DE09AFB27A7E}"/>
              </a:ext>
            </a:extLst>
          </p:cNvPr>
          <p:cNvSpPr>
            <a:spLocks/>
          </p:cNvSpPr>
          <p:nvPr/>
        </p:nvSpPr>
        <p:spPr>
          <a:xfrm>
            <a:off x="1400220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24A21A22-D904-4C21-909E-29807180CB5C}"/>
              </a:ext>
            </a:extLst>
          </p:cNvPr>
          <p:cNvSpPr>
            <a:spLocks/>
          </p:cNvSpPr>
          <p:nvPr/>
        </p:nvSpPr>
        <p:spPr>
          <a:xfrm>
            <a:off x="1446177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68C0549E-EF6C-48DF-8FDD-82FB5CD41068}"/>
              </a:ext>
            </a:extLst>
          </p:cNvPr>
          <p:cNvSpPr>
            <a:spLocks/>
          </p:cNvSpPr>
          <p:nvPr/>
        </p:nvSpPr>
        <p:spPr>
          <a:xfrm>
            <a:off x="1452524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23430A0A-BCAF-4C29-8040-C8D8C8309C44}"/>
              </a:ext>
            </a:extLst>
          </p:cNvPr>
          <p:cNvSpPr>
            <a:spLocks/>
          </p:cNvSpPr>
          <p:nvPr/>
        </p:nvSpPr>
        <p:spPr>
          <a:xfrm>
            <a:off x="150417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363D4F07-8E18-45F8-99C5-4AAFC70B30EB}"/>
              </a:ext>
            </a:extLst>
          </p:cNvPr>
          <p:cNvSpPr>
            <a:spLocks/>
          </p:cNvSpPr>
          <p:nvPr/>
        </p:nvSpPr>
        <p:spPr>
          <a:xfrm>
            <a:off x="1471635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4EA360FD-F0C6-403D-93E8-44A65F27861C}"/>
              </a:ext>
            </a:extLst>
          </p:cNvPr>
          <p:cNvSpPr>
            <a:spLocks/>
          </p:cNvSpPr>
          <p:nvPr/>
        </p:nvSpPr>
        <p:spPr>
          <a:xfrm>
            <a:off x="14302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E9A9DEFC-7DA8-4868-9702-30132D4126F6}"/>
              </a:ext>
            </a:extLst>
          </p:cNvPr>
          <p:cNvSpPr>
            <a:spLocks/>
          </p:cNvSpPr>
          <p:nvPr/>
        </p:nvSpPr>
        <p:spPr>
          <a:xfrm>
            <a:off x="1394891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0524EFE8-376A-4486-8EBF-70F71FEADC2A}"/>
              </a:ext>
            </a:extLst>
          </p:cNvPr>
          <p:cNvSpPr>
            <a:spLocks/>
          </p:cNvSpPr>
          <p:nvPr/>
        </p:nvSpPr>
        <p:spPr>
          <a:xfrm>
            <a:off x="1390348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E41039A1-2C9B-45E4-B511-151854058147}"/>
              </a:ext>
            </a:extLst>
          </p:cNvPr>
          <p:cNvSpPr>
            <a:spLocks/>
          </p:cNvSpPr>
          <p:nvPr/>
        </p:nvSpPr>
        <p:spPr>
          <a:xfrm>
            <a:off x="14106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7A547CA-1A55-4312-BF4E-98BDED40FE1C}"/>
              </a:ext>
            </a:extLst>
          </p:cNvPr>
          <p:cNvSpPr>
            <a:spLocks/>
          </p:cNvSpPr>
          <p:nvPr/>
        </p:nvSpPr>
        <p:spPr>
          <a:xfrm>
            <a:off x="1426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0C0C5D78-8040-48D3-A1F0-6E637AD4877E}"/>
              </a:ext>
            </a:extLst>
          </p:cNvPr>
          <p:cNvSpPr>
            <a:spLocks/>
          </p:cNvSpPr>
          <p:nvPr/>
        </p:nvSpPr>
        <p:spPr>
          <a:xfrm>
            <a:off x="1511930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E92C133-65CF-43F3-AA3B-007C06B5034C}"/>
              </a:ext>
            </a:extLst>
          </p:cNvPr>
          <p:cNvSpPr>
            <a:spLocks/>
          </p:cNvSpPr>
          <p:nvPr/>
        </p:nvSpPr>
        <p:spPr>
          <a:xfrm>
            <a:off x="1411717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7048A1A-5219-41BE-9657-8474E64193F1}"/>
              </a:ext>
            </a:extLst>
          </p:cNvPr>
          <p:cNvSpPr>
            <a:spLocks/>
          </p:cNvSpPr>
          <p:nvPr/>
        </p:nvSpPr>
        <p:spPr>
          <a:xfrm>
            <a:off x="1478675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707A2D07-550D-4374-B896-B06D88F6918F}"/>
              </a:ext>
            </a:extLst>
          </p:cNvPr>
          <p:cNvSpPr>
            <a:spLocks/>
          </p:cNvSpPr>
          <p:nvPr/>
        </p:nvSpPr>
        <p:spPr>
          <a:xfrm>
            <a:off x="148827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6F5738C0-9EC2-438C-96DF-26BB4F630C2D}"/>
              </a:ext>
            </a:extLst>
          </p:cNvPr>
          <p:cNvSpPr>
            <a:spLocks/>
          </p:cNvSpPr>
          <p:nvPr/>
        </p:nvSpPr>
        <p:spPr>
          <a:xfrm>
            <a:off x="1465419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19A524D3-A942-4664-8C6F-7A7DC1E632FE}"/>
              </a:ext>
            </a:extLst>
          </p:cNvPr>
          <p:cNvSpPr>
            <a:spLocks/>
          </p:cNvSpPr>
          <p:nvPr/>
        </p:nvSpPr>
        <p:spPr>
          <a:xfrm>
            <a:off x="1441238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CA99F129-A7F5-4EB0-BE3B-747C2D193D4F}"/>
              </a:ext>
            </a:extLst>
          </p:cNvPr>
          <p:cNvSpPr>
            <a:spLocks/>
          </p:cNvSpPr>
          <p:nvPr/>
        </p:nvSpPr>
        <p:spPr>
          <a:xfrm>
            <a:off x="1487093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05BA3F2-310B-4FA9-8B82-B8F3E5781576}"/>
              </a:ext>
            </a:extLst>
          </p:cNvPr>
          <p:cNvSpPr>
            <a:spLocks/>
          </p:cNvSpPr>
          <p:nvPr/>
        </p:nvSpPr>
        <p:spPr>
          <a:xfrm>
            <a:off x="1417457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7EDA5C23-01EE-4A9C-AF13-1BB241D96A5F}"/>
              </a:ext>
            </a:extLst>
          </p:cNvPr>
          <p:cNvSpPr>
            <a:spLocks/>
          </p:cNvSpPr>
          <p:nvPr/>
        </p:nvSpPr>
        <p:spPr>
          <a:xfrm>
            <a:off x="1392754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2573470B-554F-48CB-9E12-72832C4B18FE}"/>
              </a:ext>
            </a:extLst>
          </p:cNvPr>
          <p:cNvSpPr>
            <a:spLocks/>
          </p:cNvSpPr>
          <p:nvPr/>
        </p:nvSpPr>
        <p:spPr>
          <a:xfrm>
            <a:off x="1525048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BF61DE6-0C7F-4645-9AED-B3D53EE09936}"/>
              </a:ext>
            </a:extLst>
          </p:cNvPr>
          <p:cNvSpPr>
            <a:spLocks/>
          </p:cNvSpPr>
          <p:nvPr/>
        </p:nvSpPr>
        <p:spPr>
          <a:xfrm>
            <a:off x="1486627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3E4E8D5D-4A84-4A0E-90BD-1F6FC1C2FBC5}"/>
              </a:ext>
            </a:extLst>
          </p:cNvPr>
          <p:cNvSpPr>
            <a:spLocks/>
          </p:cNvSpPr>
          <p:nvPr/>
        </p:nvSpPr>
        <p:spPr>
          <a:xfrm>
            <a:off x="1429576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FA07097-EB98-4972-BAD4-8E53C8F1A33F}"/>
              </a:ext>
            </a:extLst>
          </p:cNvPr>
          <p:cNvSpPr>
            <a:spLocks/>
          </p:cNvSpPr>
          <p:nvPr/>
        </p:nvSpPr>
        <p:spPr>
          <a:xfrm>
            <a:off x="1409737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C4408629-11F3-4A69-BD60-DCBCB2347B0B}"/>
              </a:ext>
            </a:extLst>
          </p:cNvPr>
          <p:cNvSpPr>
            <a:spLocks/>
          </p:cNvSpPr>
          <p:nvPr/>
        </p:nvSpPr>
        <p:spPr>
          <a:xfrm>
            <a:off x="1513100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DF4F38D-03FA-4ACF-B787-75A9A81A20E5}"/>
              </a:ext>
            </a:extLst>
          </p:cNvPr>
          <p:cNvSpPr>
            <a:spLocks/>
          </p:cNvSpPr>
          <p:nvPr/>
        </p:nvSpPr>
        <p:spPr>
          <a:xfrm>
            <a:off x="141607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C854B51B-CD04-45E2-8BAC-5A895253DC58}"/>
              </a:ext>
            </a:extLst>
          </p:cNvPr>
          <p:cNvSpPr>
            <a:spLocks/>
          </p:cNvSpPr>
          <p:nvPr/>
        </p:nvSpPr>
        <p:spPr>
          <a:xfrm>
            <a:off x="1481982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9FFFA282-A1D7-494B-8051-5C125D694FAD}"/>
              </a:ext>
            </a:extLst>
          </p:cNvPr>
          <p:cNvSpPr>
            <a:spLocks/>
          </p:cNvSpPr>
          <p:nvPr/>
        </p:nvSpPr>
        <p:spPr>
          <a:xfrm>
            <a:off x="1409789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1CA034D6-2AEF-4194-9338-A8FD496028A3}"/>
              </a:ext>
            </a:extLst>
          </p:cNvPr>
          <p:cNvSpPr>
            <a:spLocks/>
          </p:cNvSpPr>
          <p:nvPr/>
        </p:nvSpPr>
        <p:spPr>
          <a:xfrm>
            <a:off x="1464944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1BF8E4B-ABB4-4F67-9AEE-F1F67DB39382}"/>
              </a:ext>
            </a:extLst>
          </p:cNvPr>
          <p:cNvSpPr>
            <a:spLocks/>
          </p:cNvSpPr>
          <p:nvPr/>
        </p:nvSpPr>
        <p:spPr>
          <a:xfrm>
            <a:off x="1520505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0A454E3E-8CBF-478F-BBC2-D95E7CC49274}"/>
              </a:ext>
            </a:extLst>
          </p:cNvPr>
          <p:cNvSpPr>
            <a:spLocks/>
          </p:cNvSpPr>
          <p:nvPr/>
        </p:nvSpPr>
        <p:spPr>
          <a:xfrm>
            <a:off x="1439146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DB7340F7-F656-40B3-82B8-03D7D62E4CFE}"/>
              </a:ext>
            </a:extLst>
          </p:cNvPr>
          <p:cNvSpPr>
            <a:spLocks/>
          </p:cNvSpPr>
          <p:nvPr/>
        </p:nvSpPr>
        <p:spPr>
          <a:xfrm>
            <a:off x="1411546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E03E35C5-D939-4F98-86C6-6A0CDBB96E51}"/>
              </a:ext>
            </a:extLst>
          </p:cNvPr>
          <p:cNvSpPr>
            <a:spLocks/>
          </p:cNvSpPr>
          <p:nvPr/>
        </p:nvSpPr>
        <p:spPr>
          <a:xfrm>
            <a:off x="1465584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3FB55ACE-5AC6-4D8F-8303-F8B84166F726}"/>
              </a:ext>
            </a:extLst>
          </p:cNvPr>
          <p:cNvSpPr>
            <a:spLocks/>
          </p:cNvSpPr>
          <p:nvPr/>
        </p:nvSpPr>
        <p:spPr>
          <a:xfrm>
            <a:off x="1439625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02D2C76D-9CDA-4B3F-9547-7674B30A8038}"/>
              </a:ext>
            </a:extLst>
          </p:cNvPr>
          <p:cNvSpPr>
            <a:spLocks/>
          </p:cNvSpPr>
          <p:nvPr/>
        </p:nvSpPr>
        <p:spPr>
          <a:xfrm>
            <a:off x="1443484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193103DC-C255-4FA3-A237-9107CA34DFF1}"/>
              </a:ext>
            </a:extLst>
          </p:cNvPr>
          <p:cNvSpPr>
            <a:spLocks/>
          </p:cNvSpPr>
          <p:nvPr/>
        </p:nvSpPr>
        <p:spPr>
          <a:xfrm>
            <a:off x="1438123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FA710C9E-4B79-4606-95B1-BF1FBFE59D2A}"/>
              </a:ext>
            </a:extLst>
          </p:cNvPr>
          <p:cNvSpPr>
            <a:spLocks/>
          </p:cNvSpPr>
          <p:nvPr/>
        </p:nvSpPr>
        <p:spPr>
          <a:xfrm>
            <a:off x="1512439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351EC667-C6E2-4DF5-8B2B-207657924245}"/>
              </a:ext>
            </a:extLst>
          </p:cNvPr>
          <p:cNvSpPr>
            <a:spLocks/>
          </p:cNvSpPr>
          <p:nvPr/>
        </p:nvSpPr>
        <p:spPr>
          <a:xfrm>
            <a:off x="1428286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D115A12B-C78B-4984-B1DE-6F213BC9441F}"/>
              </a:ext>
            </a:extLst>
          </p:cNvPr>
          <p:cNvSpPr>
            <a:spLocks/>
          </p:cNvSpPr>
          <p:nvPr/>
        </p:nvSpPr>
        <p:spPr>
          <a:xfrm>
            <a:off x="1426073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8982622F-9A98-4D0B-9F94-DF3ABB1C7285}"/>
              </a:ext>
            </a:extLst>
          </p:cNvPr>
          <p:cNvSpPr>
            <a:spLocks/>
          </p:cNvSpPr>
          <p:nvPr/>
        </p:nvSpPr>
        <p:spPr>
          <a:xfrm>
            <a:off x="1469371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3D36EA3-2C8F-47CD-9F47-58B1CC92EEB9}"/>
              </a:ext>
            </a:extLst>
          </p:cNvPr>
          <p:cNvSpPr>
            <a:spLocks/>
          </p:cNvSpPr>
          <p:nvPr/>
        </p:nvSpPr>
        <p:spPr>
          <a:xfrm>
            <a:off x="1415521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7D4956E2-4D37-4573-A671-F5867085F88E}"/>
              </a:ext>
            </a:extLst>
          </p:cNvPr>
          <p:cNvSpPr>
            <a:spLocks/>
          </p:cNvSpPr>
          <p:nvPr/>
        </p:nvSpPr>
        <p:spPr>
          <a:xfrm>
            <a:off x="144804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B472F739-2CC8-44BA-90F7-0C966B38EE5E}"/>
              </a:ext>
            </a:extLst>
          </p:cNvPr>
          <p:cNvSpPr>
            <a:spLocks/>
          </p:cNvSpPr>
          <p:nvPr/>
        </p:nvSpPr>
        <p:spPr>
          <a:xfrm>
            <a:off x="1426138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73B50B76-5179-4CFE-A3C2-4F6B6766F71D}"/>
              </a:ext>
            </a:extLst>
          </p:cNvPr>
          <p:cNvSpPr>
            <a:spLocks/>
          </p:cNvSpPr>
          <p:nvPr/>
        </p:nvSpPr>
        <p:spPr>
          <a:xfrm>
            <a:off x="1478448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27880102-A10A-4945-A913-2C4A75C24067}"/>
              </a:ext>
            </a:extLst>
          </p:cNvPr>
          <p:cNvSpPr>
            <a:spLocks/>
          </p:cNvSpPr>
          <p:nvPr/>
        </p:nvSpPr>
        <p:spPr>
          <a:xfrm>
            <a:off x="1400621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F0D367A4-D071-4C2F-BC3A-4BFA6F7CF496}"/>
              </a:ext>
            </a:extLst>
          </p:cNvPr>
          <p:cNvSpPr>
            <a:spLocks/>
          </p:cNvSpPr>
          <p:nvPr/>
        </p:nvSpPr>
        <p:spPr>
          <a:xfrm>
            <a:off x="1434343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BF5F62F6-7053-4A29-AADE-C9E4415EFCDF}"/>
              </a:ext>
            </a:extLst>
          </p:cNvPr>
          <p:cNvSpPr>
            <a:spLocks/>
          </p:cNvSpPr>
          <p:nvPr/>
        </p:nvSpPr>
        <p:spPr>
          <a:xfrm>
            <a:off x="1488890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71AFC338-8C58-489E-B65F-4080BC10FC54}"/>
              </a:ext>
            </a:extLst>
          </p:cNvPr>
          <p:cNvSpPr>
            <a:spLocks/>
          </p:cNvSpPr>
          <p:nvPr/>
        </p:nvSpPr>
        <p:spPr>
          <a:xfrm>
            <a:off x="1401532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CC42695D-1EBA-41D7-B48A-8DB91E810374}"/>
              </a:ext>
            </a:extLst>
          </p:cNvPr>
          <p:cNvSpPr>
            <a:spLocks/>
          </p:cNvSpPr>
          <p:nvPr/>
        </p:nvSpPr>
        <p:spPr>
          <a:xfrm>
            <a:off x="1482051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FCB731BD-CA94-4E29-9829-FB9D7CC0888E}"/>
              </a:ext>
            </a:extLst>
          </p:cNvPr>
          <p:cNvSpPr>
            <a:spLocks/>
          </p:cNvSpPr>
          <p:nvPr/>
        </p:nvSpPr>
        <p:spPr>
          <a:xfrm>
            <a:off x="1410486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6AD32416-0390-4F99-85A4-8126E13DB8BF}"/>
              </a:ext>
            </a:extLst>
          </p:cNvPr>
          <p:cNvSpPr>
            <a:spLocks/>
          </p:cNvSpPr>
          <p:nvPr/>
        </p:nvSpPr>
        <p:spPr>
          <a:xfrm>
            <a:off x="150636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B92797F8-3E6C-4198-9BB5-56F08D2CAB1E}"/>
              </a:ext>
            </a:extLst>
          </p:cNvPr>
          <p:cNvSpPr>
            <a:spLocks/>
          </p:cNvSpPr>
          <p:nvPr/>
        </p:nvSpPr>
        <p:spPr>
          <a:xfrm>
            <a:off x="1454303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10AF5B2B-C0D8-47D0-938F-9E5C478AAC95}"/>
              </a:ext>
            </a:extLst>
          </p:cNvPr>
          <p:cNvSpPr>
            <a:spLocks/>
          </p:cNvSpPr>
          <p:nvPr/>
        </p:nvSpPr>
        <p:spPr>
          <a:xfrm>
            <a:off x="1451635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7C716C9-76BA-47F3-9E17-C5342F2F035C}"/>
              </a:ext>
            </a:extLst>
          </p:cNvPr>
          <p:cNvSpPr>
            <a:spLocks/>
          </p:cNvSpPr>
          <p:nvPr/>
        </p:nvSpPr>
        <p:spPr>
          <a:xfrm>
            <a:off x="1445106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47EF251-3A2E-402F-AC8D-DCA3CB15766A}"/>
              </a:ext>
            </a:extLst>
          </p:cNvPr>
          <p:cNvSpPr>
            <a:spLocks/>
          </p:cNvSpPr>
          <p:nvPr/>
        </p:nvSpPr>
        <p:spPr>
          <a:xfrm>
            <a:off x="1524425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471C9BD8-3D59-4708-9BBD-6F1F0F2BD256}"/>
              </a:ext>
            </a:extLst>
          </p:cNvPr>
          <p:cNvSpPr>
            <a:spLocks/>
          </p:cNvSpPr>
          <p:nvPr/>
        </p:nvSpPr>
        <p:spPr>
          <a:xfrm>
            <a:off x="14281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61E61153-600C-40DC-BE3A-4FA64E7ED74F}"/>
              </a:ext>
            </a:extLst>
          </p:cNvPr>
          <p:cNvSpPr>
            <a:spLocks/>
          </p:cNvSpPr>
          <p:nvPr/>
        </p:nvSpPr>
        <p:spPr>
          <a:xfrm>
            <a:off x="1507497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372FC174-3AC6-4419-B2E3-A1C3A05DCB76}"/>
              </a:ext>
            </a:extLst>
          </p:cNvPr>
          <p:cNvSpPr>
            <a:spLocks/>
          </p:cNvSpPr>
          <p:nvPr/>
        </p:nvSpPr>
        <p:spPr>
          <a:xfrm>
            <a:off x="1437491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61BA813C-BE04-40DD-B6BE-4CC2558E1C7E}"/>
              </a:ext>
            </a:extLst>
          </p:cNvPr>
          <p:cNvSpPr>
            <a:spLocks/>
          </p:cNvSpPr>
          <p:nvPr/>
        </p:nvSpPr>
        <p:spPr>
          <a:xfrm>
            <a:off x="1424154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1713F3D-4823-419C-B315-E2710F728531}"/>
              </a:ext>
            </a:extLst>
          </p:cNvPr>
          <p:cNvSpPr>
            <a:spLocks/>
          </p:cNvSpPr>
          <p:nvPr/>
        </p:nvSpPr>
        <p:spPr>
          <a:xfrm>
            <a:off x="1527988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6C3C0EB8-88B4-42C5-8635-0A91F12E2556}"/>
              </a:ext>
            </a:extLst>
          </p:cNvPr>
          <p:cNvSpPr>
            <a:spLocks/>
          </p:cNvSpPr>
          <p:nvPr/>
        </p:nvSpPr>
        <p:spPr>
          <a:xfrm>
            <a:off x="1452741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247816D0-F3F0-47B4-A583-F11E54184CFF}"/>
              </a:ext>
            </a:extLst>
          </p:cNvPr>
          <p:cNvSpPr>
            <a:spLocks/>
          </p:cNvSpPr>
          <p:nvPr/>
        </p:nvSpPr>
        <p:spPr>
          <a:xfrm>
            <a:off x="1455439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339E2FD5-79E4-403F-B44F-5F61043C415B}"/>
              </a:ext>
            </a:extLst>
          </p:cNvPr>
          <p:cNvSpPr>
            <a:spLocks/>
          </p:cNvSpPr>
          <p:nvPr/>
        </p:nvSpPr>
        <p:spPr>
          <a:xfrm>
            <a:off x="1442778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43976884-6A2C-43EA-BC8C-C861EBD72697}"/>
              </a:ext>
            </a:extLst>
          </p:cNvPr>
          <p:cNvSpPr>
            <a:spLocks/>
          </p:cNvSpPr>
          <p:nvPr/>
        </p:nvSpPr>
        <p:spPr>
          <a:xfrm>
            <a:off x="1490619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5EF178D5-A99C-4C41-A27B-5FD3857AA66F}"/>
              </a:ext>
            </a:extLst>
          </p:cNvPr>
          <p:cNvSpPr>
            <a:spLocks/>
          </p:cNvSpPr>
          <p:nvPr/>
        </p:nvSpPr>
        <p:spPr>
          <a:xfrm>
            <a:off x="1469631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C4559B7-3BE5-48DB-89D6-DB07064D9F21}"/>
              </a:ext>
            </a:extLst>
          </p:cNvPr>
          <p:cNvSpPr>
            <a:spLocks/>
          </p:cNvSpPr>
          <p:nvPr/>
        </p:nvSpPr>
        <p:spPr>
          <a:xfrm>
            <a:off x="1508963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E6F58D97-DB8D-4789-9B37-873EBF327D5A}"/>
              </a:ext>
            </a:extLst>
          </p:cNvPr>
          <p:cNvSpPr>
            <a:spLocks/>
          </p:cNvSpPr>
          <p:nvPr/>
        </p:nvSpPr>
        <p:spPr>
          <a:xfrm>
            <a:off x="1464759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4A4B348C-A5AE-4539-8FCC-50D589B2C7F9}"/>
              </a:ext>
            </a:extLst>
          </p:cNvPr>
          <p:cNvSpPr>
            <a:spLocks/>
          </p:cNvSpPr>
          <p:nvPr/>
        </p:nvSpPr>
        <p:spPr>
          <a:xfrm>
            <a:off x="1441600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B29766-BFFF-44E8-A86D-3EF41F7F1133}"/>
              </a:ext>
            </a:extLst>
          </p:cNvPr>
          <p:cNvSpPr>
            <a:spLocks/>
          </p:cNvSpPr>
          <p:nvPr/>
        </p:nvSpPr>
        <p:spPr>
          <a:xfrm>
            <a:off x="143114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EE16C374-7281-419A-B638-C586A84EAFF0}"/>
              </a:ext>
            </a:extLst>
          </p:cNvPr>
          <p:cNvSpPr>
            <a:spLocks/>
          </p:cNvSpPr>
          <p:nvPr/>
        </p:nvSpPr>
        <p:spPr>
          <a:xfrm>
            <a:off x="1442889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3071ADF0-28B5-4B1F-AD10-4614D994E911}"/>
              </a:ext>
            </a:extLst>
          </p:cNvPr>
          <p:cNvSpPr>
            <a:spLocks/>
          </p:cNvSpPr>
          <p:nvPr/>
        </p:nvSpPr>
        <p:spPr>
          <a:xfrm>
            <a:off x="1458627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FDD39B58-ECA9-4E69-B73B-166E2800AD12}"/>
              </a:ext>
            </a:extLst>
          </p:cNvPr>
          <p:cNvSpPr>
            <a:spLocks/>
          </p:cNvSpPr>
          <p:nvPr/>
        </p:nvSpPr>
        <p:spPr>
          <a:xfrm>
            <a:off x="1463349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B2EE0D2B-44EA-4EB4-ACAE-5CD9B87280EE}"/>
              </a:ext>
            </a:extLst>
          </p:cNvPr>
          <p:cNvSpPr>
            <a:spLocks/>
          </p:cNvSpPr>
          <p:nvPr/>
        </p:nvSpPr>
        <p:spPr>
          <a:xfrm>
            <a:off x="151088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8FEDB41-BD8F-40B0-AFFD-AA782014358A}"/>
              </a:ext>
            </a:extLst>
          </p:cNvPr>
          <p:cNvSpPr>
            <a:spLocks/>
          </p:cNvSpPr>
          <p:nvPr/>
        </p:nvSpPr>
        <p:spPr>
          <a:xfrm>
            <a:off x="1520030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43F3CC3-8D03-44F9-949E-C32A82D00766}"/>
              </a:ext>
            </a:extLst>
          </p:cNvPr>
          <p:cNvSpPr>
            <a:spLocks/>
          </p:cNvSpPr>
          <p:nvPr/>
        </p:nvSpPr>
        <p:spPr>
          <a:xfrm>
            <a:off x="1427458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C84A58E5-C0AA-4EB2-8366-417F4493F68D}"/>
              </a:ext>
            </a:extLst>
          </p:cNvPr>
          <p:cNvSpPr>
            <a:spLocks/>
          </p:cNvSpPr>
          <p:nvPr/>
        </p:nvSpPr>
        <p:spPr>
          <a:xfrm>
            <a:off x="1410465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56B5E373-E9FF-4DA9-93A5-AA8EA9C3771A}"/>
              </a:ext>
            </a:extLst>
          </p:cNvPr>
          <p:cNvSpPr>
            <a:spLocks/>
          </p:cNvSpPr>
          <p:nvPr/>
        </p:nvSpPr>
        <p:spPr>
          <a:xfrm>
            <a:off x="150951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02472BC-29E7-436E-A839-6E06693DB928}"/>
              </a:ext>
            </a:extLst>
          </p:cNvPr>
          <p:cNvSpPr>
            <a:spLocks/>
          </p:cNvSpPr>
          <p:nvPr/>
        </p:nvSpPr>
        <p:spPr>
          <a:xfrm>
            <a:off x="13920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964C7E26-3283-4EF7-B44F-36E5AB734C22}"/>
              </a:ext>
            </a:extLst>
          </p:cNvPr>
          <p:cNvSpPr>
            <a:spLocks/>
          </p:cNvSpPr>
          <p:nvPr/>
        </p:nvSpPr>
        <p:spPr>
          <a:xfrm>
            <a:off x="1471957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6F58A6FB-FD8A-47EE-BFEE-42315AAF0548}"/>
              </a:ext>
            </a:extLst>
          </p:cNvPr>
          <p:cNvSpPr>
            <a:spLocks/>
          </p:cNvSpPr>
          <p:nvPr/>
        </p:nvSpPr>
        <p:spPr>
          <a:xfrm>
            <a:off x="1482038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26F01C7-FA2C-42F2-950A-FE9A5C302AF3}"/>
              </a:ext>
            </a:extLst>
          </p:cNvPr>
          <p:cNvSpPr>
            <a:spLocks/>
          </p:cNvSpPr>
          <p:nvPr/>
        </p:nvSpPr>
        <p:spPr>
          <a:xfrm>
            <a:off x="1495292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FA12365-4FFD-4D40-80C1-FACF90054E5F}"/>
              </a:ext>
            </a:extLst>
          </p:cNvPr>
          <p:cNvSpPr>
            <a:spLocks/>
          </p:cNvSpPr>
          <p:nvPr/>
        </p:nvSpPr>
        <p:spPr>
          <a:xfrm>
            <a:off x="1499607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8D9D7A9-4A2A-491B-BA30-9E366D94844F}"/>
              </a:ext>
            </a:extLst>
          </p:cNvPr>
          <p:cNvSpPr>
            <a:spLocks/>
          </p:cNvSpPr>
          <p:nvPr/>
        </p:nvSpPr>
        <p:spPr>
          <a:xfrm>
            <a:off x="1478281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82EF272-AE48-4460-90F1-1A27FA5B900A}"/>
              </a:ext>
            </a:extLst>
          </p:cNvPr>
          <p:cNvSpPr>
            <a:spLocks/>
          </p:cNvSpPr>
          <p:nvPr/>
        </p:nvSpPr>
        <p:spPr>
          <a:xfrm>
            <a:off x="1409181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F9D55C09-544D-443D-865D-F7B0A73E9053}"/>
              </a:ext>
            </a:extLst>
          </p:cNvPr>
          <p:cNvSpPr>
            <a:spLocks/>
          </p:cNvSpPr>
          <p:nvPr/>
        </p:nvSpPr>
        <p:spPr>
          <a:xfrm>
            <a:off x="1434594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DA38E96F-A8E6-4DCC-9208-A3EA51202B67}"/>
              </a:ext>
            </a:extLst>
          </p:cNvPr>
          <p:cNvSpPr>
            <a:spLocks/>
          </p:cNvSpPr>
          <p:nvPr/>
        </p:nvSpPr>
        <p:spPr>
          <a:xfrm>
            <a:off x="1389204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01CF01D5-43DF-46ED-B5A2-5A2DE5BD66F2}"/>
              </a:ext>
            </a:extLst>
          </p:cNvPr>
          <p:cNvSpPr>
            <a:spLocks/>
          </p:cNvSpPr>
          <p:nvPr/>
        </p:nvSpPr>
        <p:spPr>
          <a:xfrm>
            <a:off x="1526718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51F14E-1DD0-4A4C-BBBC-8F5152BA8C85}"/>
              </a:ext>
            </a:extLst>
          </p:cNvPr>
          <p:cNvSpPr>
            <a:spLocks/>
          </p:cNvSpPr>
          <p:nvPr/>
        </p:nvSpPr>
        <p:spPr>
          <a:xfrm>
            <a:off x="1435843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CB378E0-F53B-488D-BCF2-35E810B46276}"/>
              </a:ext>
            </a:extLst>
          </p:cNvPr>
          <p:cNvSpPr>
            <a:spLocks/>
          </p:cNvSpPr>
          <p:nvPr/>
        </p:nvSpPr>
        <p:spPr>
          <a:xfrm>
            <a:off x="1482142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C7B9E88-BA46-4F68-B008-0A37DE9F465D}"/>
              </a:ext>
            </a:extLst>
          </p:cNvPr>
          <p:cNvSpPr>
            <a:spLocks/>
          </p:cNvSpPr>
          <p:nvPr/>
        </p:nvSpPr>
        <p:spPr>
          <a:xfrm>
            <a:off x="1401866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0C9BBE2-8B29-4E70-84F4-2A6CFF2A5D01}"/>
              </a:ext>
            </a:extLst>
          </p:cNvPr>
          <p:cNvSpPr>
            <a:spLocks/>
          </p:cNvSpPr>
          <p:nvPr/>
        </p:nvSpPr>
        <p:spPr>
          <a:xfrm>
            <a:off x="1412581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38C5AE1D-C89D-4C22-9F2C-9C8D30DBCB57}"/>
              </a:ext>
            </a:extLst>
          </p:cNvPr>
          <p:cNvSpPr>
            <a:spLocks/>
          </p:cNvSpPr>
          <p:nvPr/>
        </p:nvSpPr>
        <p:spPr>
          <a:xfrm>
            <a:off x="1516068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100463AE-4B60-49B1-A2C0-0C3BBC0E46A2}"/>
              </a:ext>
            </a:extLst>
          </p:cNvPr>
          <p:cNvSpPr>
            <a:spLocks/>
          </p:cNvSpPr>
          <p:nvPr/>
        </p:nvSpPr>
        <p:spPr>
          <a:xfrm>
            <a:off x="145031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0F92D45F-86C1-4595-9585-B8DB3619B0EC}"/>
              </a:ext>
            </a:extLst>
          </p:cNvPr>
          <p:cNvSpPr>
            <a:spLocks/>
          </p:cNvSpPr>
          <p:nvPr/>
        </p:nvSpPr>
        <p:spPr>
          <a:xfrm>
            <a:off x="1396291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8CA1E893-F24D-4166-90AD-18AE33CE5291}"/>
              </a:ext>
            </a:extLst>
          </p:cNvPr>
          <p:cNvSpPr>
            <a:spLocks/>
          </p:cNvSpPr>
          <p:nvPr/>
        </p:nvSpPr>
        <p:spPr>
          <a:xfrm>
            <a:off x="14363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AD881834-0FC5-48FE-8BE0-DA22E657A8B2}"/>
              </a:ext>
            </a:extLst>
          </p:cNvPr>
          <p:cNvSpPr>
            <a:spLocks/>
          </p:cNvSpPr>
          <p:nvPr/>
        </p:nvSpPr>
        <p:spPr>
          <a:xfrm>
            <a:off x="1407418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5043CAD8-CCF0-4BF2-BA60-DDF97BDCEF82}"/>
              </a:ext>
            </a:extLst>
          </p:cNvPr>
          <p:cNvSpPr>
            <a:spLocks/>
          </p:cNvSpPr>
          <p:nvPr/>
        </p:nvSpPr>
        <p:spPr>
          <a:xfrm>
            <a:off x="1432198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B3533BA-3FAB-44B8-8570-A9F810A8BAF5}"/>
              </a:ext>
            </a:extLst>
          </p:cNvPr>
          <p:cNvSpPr>
            <a:spLocks/>
          </p:cNvSpPr>
          <p:nvPr/>
        </p:nvSpPr>
        <p:spPr>
          <a:xfrm>
            <a:off x="1463313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D3D7686E-5AB1-474B-AF2D-B7B5F587AD56}"/>
              </a:ext>
            </a:extLst>
          </p:cNvPr>
          <p:cNvSpPr>
            <a:spLocks/>
          </p:cNvSpPr>
          <p:nvPr/>
        </p:nvSpPr>
        <p:spPr>
          <a:xfrm>
            <a:off x="1423062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6B2DFECF-C78F-4DBB-9FB9-6B04F9C1F3DF}"/>
              </a:ext>
            </a:extLst>
          </p:cNvPr>
          <p:cNvSpPr>
            <a:spLocks/>
          </p:cNvSpPr>
          <p:nvPr/>
        </p:nvSpPr>
        <p:spPr>
          <a:xfrm>
            <a:off x="1487137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9939B763-AB51-4463-AE8C-92EDD75A862F}"/>
              </a:ext>
            </a:extLst>
          </p:cNvPr>
          <p:cNvSpPr>
            <a:spLocks/>
          </p:cNvSpPr>
          <p:nvPr/>
        </p:nvSpPr>
        <p:spPr>
          <a:xfrm>
            <a:off x="1472454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BF5B17A7-8FAC-45FC-A508-EF95A748E03C}"/>
              </a:ext>
            </a:extLst>
          </p:cNvPr>
          <p:cNvSpPr>
            <a:spLocks/>
          </p:cNvSpPr>
          <p:nvPr/>
        </p:nvSpPr>
        <p:spPr>
          <a:xfrm>
            <a:off x="14546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0C049FEE-10DB-4008-A55F-1B2D5CD28FA6}"/>
              </a:ext>
            </a:extLst>
          </p:cNvPr>
          <p:cNvSpPr>
            <a:spLocks/>
          </p:cNvSpPr>
          <p:nvPr/>
        </p:nvSpPr>
        <p:spPr>
          <a:xfrm>
            <a:off x="1489230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4569A284-F87A-41EF-883E-855847EE6C19}"/>
              </a:ext>
            </a:extLst>
          </p:cNvPr>
          <p:cNvSpPr>
            <a:spLocks/>
          </p:cNvSpPr>
          <p:nvPr/>
        </p:nvSpPr>
        <p:spPr>
          <a:xfrm>
            <a:off x="1477620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DE57FD9C-A1B0-4527-919B-24465C758C61}"/>
              </a:ext>
            </a:extLst>
          </p:cNvPr>
          <p:cNvSpPr>
            <a:spLocks/>
          </p:cNvSpPr>
          <p:nvPr/>
        </p:nvSpPr>
        <p:spPr>
          <a:xfrm>
            <a:off x="1418979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B9B919F9-6B3E-4C14-BE8C-684631CA5E7A}"/>
              </a:ext>
            </a:extLst>
          </p:cNvPr>
          <p:cNvSpPr>
            <a:spLocks/>
          </p:cNvSpPr>
          <p:nvPr/>
        </p:nvSpPr>
        <p:spPr>
          <a:xfrm>
            <a:off x="1481621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9810F9DF-8B44-4C78-9691-687543B72391}"/>
              </a:ext>
            </a:extLst>
          </p:cNvPr>
          <p:cNvSpPr>
            <a:spLocks/>
          </p:cNvSpPr>
          <p:nvPr/>
        </p:nvSpPr>
        <p:spPr>
          <a:xfrm>
            <a:off x="1434285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57B4EAD3-E257-451A-9D20-4E680BD220DC}"/>
              </a:ext>
            </a:extLst>
          </p:cNvPr>
          <p:cNvSpPr>
            <a:spLocks/>
          </p:cNvSpPr>
          <p:nvPr/>
        </p:nvSpPr>
        <p:spPr>
          <a:xfrm>
            <a:off x="1489631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335DE6B8-4500-4E38-B265-889DC80CAE15}"/>
              </a:ext>
            </a:extLst>
          </p:cNvPr>
          <p:cNvSpPr>
            <a:spLocks/>
          </p:cNvSpPr>
          <p:nvPr/>
        </p:nvSpPr>
        <p:spPr>
          <a:xfrm>
            <a:off x="1469217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8BD9ECA2-A251-472B-9DEC-613423CB2B50}"/>
              </a:ext>
            </a:extLst>
          </p:cNvPr>
          <p:cNvSpPr>
            <a:spLocks/>
          </p:cNvSpPr>
          <p:nvPr/>
        </p:nvSpPr>
        <p:spPr>
          <a:xfrm>
            <a:off x="1398820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9EBB7C42-FB07-453F-93F9-22443F5CB117}"/>
              </a:ext>
            </a:extLst>
          </p:cNvPr>
          <p:cNvSpPr>
            <a:spLocks/>
          </p:cNvSpPr>
          <p:nvPr/>
        </p:nvSpPr>
        <p:spPr>
          <a:xfrm>
            <a:off x="1489029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230FCA5-7E07-4CE0-99E8-EE9844C5A0EA}"/>
              </a:ext>
            </a:extLst>
          </p:cNvPr>
          <p:cNvSpPr>
            <a:spLocks/>
          </p:cNvSpPr>
          <p:nvPr/>
        </p:nvSpPr>
        <p:spPr>
          <a:xfrm>
            <a:off x="1499978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0DCDA14-90DA-4F7D-89C1-28E1FCADD106}"/>
              </a:ext>
            </a:extLst>
          </p:cNvPr>
          <p:cNvSpPr>
            <a:spLocks/>
          </p:cNvSpPr>
          <p:nvPr/>
        </p:nvSpPr>
        <p:spPr>
          <a:xfrm>
            <a:off x="14837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6BFE2A40-09C7-47E0-AF99-66B554D1E1EA}"/>
              </a:ext>
            </a:extLst>
          </p:cNvPr>
          <p:cNvSpPr>
            <a:spLocks/>
          </p:cNvSpPr>
          <p:nvPr/>
        </p:nvSpPr>
        <p:spPr>
          <a:xfrm>
            <a:off x="1456879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8D0B8BC7-730F-4830-8ADA-93BB053E1DDF}"/>
              </a:ext>
            </a:extLst>
          </p:cNvPr>
          <p:cNvSpPr>
            <a:spLocks/>
          </p:cNvSpPr>
          <p:nvPr/>
        </p:nvSpPr>
        <p:spPr>
          <a:xfrm>
            <a:off x="1425117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9496B130-1A0F-4E58-BF8B-06FCA5325AC8}"/>
              </a:ext>
            </a:extLst>
          </p:cNvPr>
          <p:cNvSpPr>
            <a:spLocks/>
          </p:cNvSpPr>
          <p:nvPr/>
        </p:nvSpPr>
        <p:spPr>
          <a:xfrm>
            <a:off x="139696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5A67B02C-81AB-4C74-A4F8-628AE1654ACC}"/>
              </a:ext>
            </a:extLst>
          </p:cNvPr>
          <p:cNvSpPr>
            <a:spLocks/>
          </p:cNvSpPr>
          <p:nvPr/>
        </p:nvSpPr>
        <p:spPr>
          <a:xfrm>
            <a:off x="1494454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125AE625-AEC6-4D19-B636-7F95D7D89FDE}"/>
              </a:ext>
            </a:extLst>
          </p:cNvPr>
          <p:cNvSpPr>
            <a:spLocks/>
          </p:cNvSpPr>
          <p:nvPr/>
        </p:nvSpPr>
        <p:spPr>
          <a:xfrm>
            <a:off x="150963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15AD60B-B8FA-41CF-86C9-187373AEAF04}"/>
              </a:ext>
            </a:extLst>
          </p:cNvPr>
          <p:cNvSpPr>
            <a:spLocks/>
          </p:cNvSpPr>
          <p:nvPr/>
        </p:nvSpPr>
        <p:spPr>
          <a:xfrm>
            <a:off x="1492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19B9C210-DC9C-4F53-AF9C-8DF4387775C4}"/>
              </a:ext>
            </a:extLst>
          </p:cNvPr>
          <p:cNvSpPr>
            <a:spLocks/>
          </p:cNvSpPr>
          <p:nvPr/>
        </p:nvSpPr>
        <p:spPr>
          <a:xfrm>
            <a:off x="1425585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9A0A4E10-6505-4036-B630-B855E58BB374}"/>
              </a:ext>
            </a:extLst>
          </p:cNvPr>
          <p:cNvSpPr>
            <a:spLocks/>
          </p:cNvSpPr>
          <p:nvPr/>
        </p:nvSpPr>
        <p:spPr>
          <a:xfrm>
            <a:off x="1472876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A8157BA3-DB14-4C37-B2FB-344CBC5BEDC6}"/>
              </a:ext>
            </a:extLst>
          </p:cNvPr>
          <p:cNvSpPr>
            <a:spLocks/>
          </p:cNvSpPr>
          <p:nvPr/>
        </p:nvSpPr>
        <p:spPr>
          <a:xfrm>
            <a:off x="1406227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7CE2D2C-553F-4951-8AC4-13A4B736D449}"/>
              </a:ext>
            </a:extLst>
          </p:cNvPr>
          <p:cNvSpPr>
            <a:spLocks/>
          </p:cNvSpPr>
          <p:nvPr/>
        </p:nvSpPr>
        <p:spPr>
          <a:xfrm>
            <a:off x="1474506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C4C07113-8B7E-4EE3-8D39-CCF7EEF203AC}"/>
              </a:ext>
            </a:extLst>
          </p:cNvPr>
          <p:cNvSpPr>
            <a:spLocks/>
          </p:cNvSpPr>
          <p:nvPr/>
        </p:nvSpPr>
        <p:spPr>
          <a:xfrm>
            <a:off x="1479252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E82FD78E-F30A-4E55-84BB-EB85C9FF9842}"/>
              </a:ext>
            </a:extLst>
          </p:cNvPr>
          <p:cNvSpPr>
            <a:spLocks/>
          </p:cNvSpPr>
          <p:nvPr/>
        </p:nvSpPr>
        <p:spPr>
          <a:xfrm>
            <a:off x="1449026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AB56C3A1-66EA-458D-8369-F24790123EC4}"/>
              </a:ext>
            </a:extLst>
          </p:cNvPr>
          <p:cNvSpPr>
            <a:spLocks/>
          </p:cNvSpPr>
          <p:nvPr/>
        </p:nvSpPr>
        <p:spPr>
          <a:xfrm>
            <a:off x="1479352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90B8C94E-FF9D-476C-AE17-C6D06B1D2FA7}"/>
              </a:ext>
            </a:extLst>
          </p:cNvPr>
          <p:cNvSpPr>
            <a:spLocks/>
          </p:cNvSpPr>
          <p:nvPr/>
        </p:nvSpPr>
        <p:spPr>
          <a:xfrm>
            <a:off x="1497726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8B47C887-A2EA-4858-9CCC-FB4AEE699D18}"/>
              </a:ext>
            </a:extLst>
          </p:cNvPr>
          <p:cNvSpPr>
            <a:spLocks/>
          </p:cNvSpPr>
          <p:nvPr/>
        </p:nvSpPr>
        <p:spPr>
          <a:xfrm>
            <a:off x="1508925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45A6BF05-43AE-4E1D-96DF-3B7E1F6DD3D5}"/>
              </a:ext>
            </a:extLst>
          </p:cNvPr>
          <p:cNvSpPr>
            <a:spLocks/>
          </p:cNvSpPr>
          <p:nvPr/>
        </p:nvSpPr>
        <p:spPr>
          <a:xfrm>
            <a:off x="1526640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1305746-03AE-412C-B89C-51F58F731C1F}"/>
              </a:ext>
            </a:extLst>
          </p:cNvPr>
          <p:cNvSpPr>
            <a:spLocks/>
          </p:cNvSpPr>
          <p:nvPr/>
        </p:nvSpPr>
        <p:spPr>
          <a:xfrm>
            <a:off x="1397505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1CB54C9-D8F7-45B4-B599-6E5683CB7095}"/>
              </a:ext>
            </a:extLst>
          </p:cNvPr>
          <p:cNvSpPr>
            <a:spLocks/>
          </p:cNvSpPr>
          <p:nvPr/>
        </p:nvSpPr>
        <p:spPr>
          <a:xfrm>
            <a:off x="1473015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4A142B7-D1D7-4B51-98D5-FB6C747FC94F}"/>
              </a:ext>
            </a:extLst>
          </p:cNvPr>
          <p:cNvSpPr>
            <a:spLocks/>
          </p:cNvSpPr>
          <p:nvPr/>
        </p:nvSpPr>
        <p:spPr>
          <a:xfrm>
            <a:off x="1437106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043CF8A-2CF4-4507-B985-DA9524AD4566}"/>
              </a:ext>
            </a:extLst>
          </p:cNvPr>
          <p:cNvSpPr>
            <a:spLocks/>
          </p:cNvSpPr>
          <p:nvPr/>
        </p:nvSpPr>
        <p:spPr>
          <a:xfrm>
            <a:off x="1473003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C2E23E21-BDA2-4886-9F46-3E33E259CC96}"/>
              </a:ext>
            </a:extLst>
          </p:cNvPr>
          <p:cNvSpPr>
            <a:spLocks/>
          </p:cNvSpPr>
          <p:nvPr/>
        </p:nvSpPr>
        <p:spPr>
          <a:xfrm>
            <a:off x="1505546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905B09BB-9D69-4AA0-9F8B-53ADE83338D7}"/>
              </a:ext>
            </a:extLst>
          </p:cNvPr>
          <p:cNvSpPr>
            <a:spLocks/>
          </p:cNvSpPr>
          <p:nvPr/>
        </p:nvSpPr>
        <p:spPr>
          <a:xfrm>
            <a:off x="1507907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E4E94DBA-7071-42DF-B083-4170B9450348}"/>
              </a:ext>
            </a:extLst>
          </p:cNvPr>
          <p:cNvSpPr>
            <a:spLocks/>
          </p:cNvSpPr>
          <p:nvPr/>
        </p:nvSpPr>
        <p:spPr>
          <a:xfrm>
            <a:off x="1404632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A47E2A26-E99D-49D6-ACA1-E8DA24B37A97}"/>
              </a:ext>
            </a:extLst>
          </p:cNvPr>
          <p:cNvSpPr>
            <a:spLocks/>
          </p:cNvSpPr>
          <p:nvPr/>
        </p:nvSpPr>
        <p:spPr>
          <a:xfrm>
            <a:off x="1410534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74B88F69-A7D4-4281-B711-7F3E1CC688C6}"/>
              </a:ext>
            </a:extLst>
          </p:cNvPr>
          <p:cNvSpPr>
            <a:spLocks/>
          </p:cNvSpPr>
          <p:nvPr/>
        </p:nvSpPr>
        <p:spPr>
          <a:xfrm>
            <a:off x="1410512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2727A7E5-E415-4870-9D3C-40AE838368C4}"/>
              </a:ext>
            </a:extLst>
          </p:cNvPr>
          <p:cNvSpPr>
            <a:spLocks/>
          </p:cNvSpPr>
          <p:nvPr/>
        </p:nvSpPr>
        <p:spPr>
          <a:xfrm>
            <a:off x="1484637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A576F55A-D9A2-4984-9566-83E9C0DEC036}"/>
              </a:ext>
            </a:extLst>
          </p:cNvPr>
          <p:cNvSpPr>
            <a:spLocks/>
          </p:cNvSpPr>
          <p:nvPr/>
        </p:nvSpPr>
        <p:spPr>
          <a:xfrm>
            <a:off x="1403296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AD4A4FC-46FB-49B1-A91D-C9B2B58CD1DF}"/>
              </a:ext>
            </a:extLst>
          </p:cNvPr>
          <p:cNvSpPr>
            <a:spLocks/>
          </p:cNvSpPr>
          <p:nvPr/>
        </p:nvSpPr>
        <p:spPr>
          <a:xfrm>
            <a:off x="1486230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7FFF35BE-9FD7-4A6A-98FD-A46551665411}"/>
              </a:ext>
            </a:extLst>
          </p:cNvPr>
          <p:cNvSpPr>
            <a:spLocks/>
          </p:cNvSpPr>
          <p:nvPr/>
        </p:nvSpPr>
        <p:spPr>
          <a:xfrm>
            <a:off x="1452004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DAC63B1A-8F31-47B7-B749-F2CA94527582}"/>
              </a:ext>
            </a:extLst>
          </p:cNvPr>
          <p:cNvSpPr>
            <a:spLocks/>
          </p:cNvSpPr>
          <p:nvPr/>
        </p:nvSpPr>
        <p:spPr>
          <a:xfrm>
            <a:off x="1440019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0462494-215D-4D31-8EE6-85C34D350B90}"/>
              </a:ext>
            </a:extLst>
          </p:cNvPr>
          <p:cNvSpPr>
            <a:spLocks/>
          </p:cNvSpPr>
          <p:nvPr/>
        </p:nvSpPr>
        <p:spPr>
          <a:xfrm>
            <a:off x="1409171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79399F1-5918-4E93-8BA6-8140CA824A83}"/>
              </a:ext>
            </a:extLst>
          </p:cNvPr>
          <p:cNvSpPr>
            <a:spLocks/>
          </p:cNvSpPr>
          <p:nvPr/>
        </p:nvSpPr>
        <p:spPr>
          <a:xfrm>
            <a:off x="1452885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D470DE3D-2E78-4C85-801A-A3E9EDDED5DC}"/>
              </a:ext>
            </a:extLst>
          </p:cNvPr>
          <p:cNvSpPr>
            <a:spLocks/>
          </p:cNvSpPr>
          <p:nvPr/>
        </p:nvSpPr>
        <p:spPr>
          <a:xfrm>
            <a:off x="1428869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104D010B-8D72-4D29-B35B-5A4B0D441CBE}"/>
              </a:ext>
            </a:extLst>
          </p:cNvPr>
          <p:cNvSpPr>
            <a:spLocks/>
          </p:cNvSpPr>
          <p:nvPr/>
        </p:nvSpPr>
        <p:spPr>
          <a:xfrm>
            <a:off x="1516944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0D657094-D53F-4096-A8D9-57066D8A0B47}"/>
              </a:ext>
            </a:extLst>
          </p:cNvPr>
          <p:cNvSpPr>
            <a:spLocks/>
          </p:cNvSpPr>
          <p:nvPr/>
        </p:nvSpPr>
        <p:spPr>
          <a:xfrm>
            <a:off x="1499786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13BB7228-25DA-4B76-A950-BEBD1A39503F}"/>
              </a:ext>
            </a:extLst>
          </p:cNvPr>
          <p:cNvSpPr>
            <a:spLocks/>
          </p:cNvSpPr>
          <p:nvPr/>
        </p:nvSpPr>
        <p:spPr>
          <a:xfrm>
            <a:off x="1471576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58B82F02-45F0-470B-AEFB-7368D6E88076}"/>
              </a:ext>
            </a:extLst>
          </p:cNvPr>
          <p:cNvSpPr>
            <a:spLocks/>
          </p:cNvSpPr>
          <p:nvPr/>
        </p:nvSpPr>
        <p:spPr>
          <a:xfrm>
            <a:off x="1409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14E96EB9-62A9-4362-AE89-DFE083D3ADBF}"/>
              </a:ext>
            </a:extLst>
          </p:cNvPr>
          <p:cNvSpPr>
            <a:spLocks/>
          </p:cNvSpPr>
          <p:nvPr/>
        </p:nvSpPr>
        <p:spPr>
          <a:xfrm>
            <a:off x="1434467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E5D6353-ADE8-4F31-8822-EABD9E6D24DC}"/>
              </a:ext>
            </a:extLst>
          </p:cNvPr>
          <p:cNvSpPr>
            <a:spLocks/>
          </p:cNvSpPr>
          <p:nvPr/>
        </p:nvSpPr>
        <p:spPr>
          <a:xfrm>
            <a:off x="14263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E054E46-0040-4C84-8051-D477C1A45011}"/>
              </a:ext>
            </a:extLst>
          </p:cNvPr>
          <p:cNvSpPr>
            <a:spLocks/>
          </p:cNvSpPr>
          <p:nvPr/>
        </p:nvSpPr>
        <p:spPr>
          <a:xfrm>
            <a:off x="148355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5614D761-8768-40D7-BCD5-2A013FEB85E7}"/>
              </a:ext>
            </a:extLst>
          </p:cNvPr>
          <p:cNvSpPr>
            <a:spLocks/>
          </p:cNvSpPr>
          <p:nvPr/>
        </p:nvSpPr>
        <p:spPr>
          <a:xfrm>
            <a:off x="1705723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63ED086A-C65F-4387-914D-94A4B61C9BAA}"/>
              </a:ext>
            </a:extLst>
          </p:cNvPr>
          <p:cNvSpPr>
            <a:spLocks/>
          </p:cNvSpPr>
          <p:nvPr/>
        </p:nvSpPr>
        <p:spPr>
          <a:xfrm>
            <a:off x="1629409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11115C8B-EAAD-4250-A300-62ECF4A932A4}"/>
              </a:ext>
            </a:extLst>
          </p:cNvPr>
          <p:cNvSpPr>
            <a:spLocks/>
          </p:cNvSpPr>
          <p:nvPr/>
        </p:nvSpPr>
        <p:spPr>
          <a:xfrm>
            <a:off x="1736330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2A81323A-0987-424C-A853-5C2B634D0EAA}"/>
              </a:ext>
            </a:extLst>
          </p:cNvPr>
          <p:cNvSpPr>
            <a:spLocks/>
          </p:cNvSpPr>
          <p:nvPr/>
        </p:nvSpPr>
        <p:spPr>
          <a:xfrm>
            <a:off x="1630533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02AB9224-2571-4789-B446-2DA7DF64B81E}"/>
              </a:ext>
            </a:extLst>
          </p:cNvPr>
          <p:cNvSpPr>
            <a:spLocks/>
          </p:cNvSpPr>
          <p:nvPr/>
        </p:nvSpPr>
        <p:spPr>
          <a:xfrm>
            <a:off x="1696787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C79B7C4E-2E8B-4588-8540-1FE3928BAFE8}"/>
              </a:ext>
            </a:extLst>
          </p:cNvPr>
          <p:cNvSpPr>
            <a:spLocks/>
          </p:cNvSpPr>
          <p:nvPr/>
        </p:nvSpPr>
        <p:spPr>
          <a:xfrm>
            <a:off x="1698249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4FAC796C-740B-4BE4-A63E-332EDD63CAB7}"/>
              </a:ext>
            </a:extLst>
          </p:cNvPr>
          <p:cNvSpPr>
            <a:spLocks/>
          </p:cNvSpPr>
          <p:nvPr/>
        </p:nvSpPr>
        <p:spPr>
          <a:xfrm>
            <a:off x="1752741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B6262CB8-B734-44E3-A7F8-B448BD211527}"/>
              </a:ext>
            </a:extLst>
          </p:cNvPr>
          <p:cNvSpPr>
            <a:spLocks/>
          </p:cNvSpPr>
          <p:nvPr/>
        </p:nvSpPr>
        <p:spPr>
          <a:xfrm>
            <a:off x="1693842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B1C316C1-25F0-497F-AB15-F617BBFFDDA5}"/>
              </a:ext>
            </a:extLst>
          </p:cNvPr>
          <p:cNvSpPr>
            <a:spLocks/>
          </p:cNvSpPr>
          <p:nvPr/>
        </p:nvSpPr>
        <p:spPr>
          <a:xfrm>
            <a:off x="1692966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8830A433-220A-43A6-9469-E57C39C02E42}"/>
              </a:ext>
            </a:extLst>
          </p:cNvPr>
          <p:cNvSpPr>
            <a:spLocks/>
          </p:cNvSpPr>
          <p:nvPr/>
        </p:nvSpPr>
        <p:spPr>
          <a:xfrm>
            <a:off x="1692917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65497E75-2443-4D2E-99ED-2029A58611B0}"/>
              </a:ext>
            </a:extLst>
          </p:cNvPr>
          <p:cNvSpPr>
            <a:spLocks/>
          </p:cNvSpPr>
          <p:nvPr/>
        </p:nvSpPr>
        <p:spPr>
          <a:xfrm>
            <a:off x="1661337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35D5B2C7-3657-48E7-B1FC-BA1792DF8EE7}"/>
              </a:ext>
            </a:extLst>
          </p:cNvPr>
          <p:cNvSpPr>
            <a:spLocks/>
          </p:cNvSpPr>
          <p:nvPr/>
        </p:nvSpPr>
        <p:spPr>
          <a:xfrm>
            <a:off x="1621338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13D27A2E-CB7A-460C-88C5-8F42A45AD879}"/>
              </a:ext>
            </a:extLst>
          </p:cNvPr>
          <p:cNvSpPr>
            <a:spLocks/>
          </p:cNvSpPr>
          <p:nvPr/>
        </p:nvSpPr>
        <p:spPr>
          <a:xfrm>
            <a:off x="1733773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FBD9C338-308F-42E1-8B67-9A2643C0E62A}"/>
              </a:ext>
            </a:extLst>
          </p:cNvPr>
          <p:cNvSpPr>
            <a:spLocks/>
          </p:cNvSpPr>
          <p:nvPr/>
        </p:nvSpPr>
        <p:spPr>
          <a:xfrm>
            <a:off x="1613627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B22FA25D-4331-4C2D-97CE-799AC633B661}"/>
              </a:ext>
            </a:extLst>
          </p:cNvPr>
          <p:cNvSpPr>
            <a:spLocks/>
          </p:cNvSpPr>
          <p:nvPr/>
        </p:nvSpPr>
        <p:spPr>
          <a:xfrm>
            <a:off x="1751763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E1F55F23-2264-4CEF-81EB-CFDD5920E9C6}"/>
              </a:ext>
            </a:extLst>
          </p:cNvPr>
          <p:cNvSpPr>
            <a:spLocks/>
          </p:cNvSpPr>
          <p:nvPr/>
        </p:nvSpPr>
        <p:spPr>
          <a:xfrm>
            <a:off x="1737248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AEC77015-285C-441D-8B98-DD980F4D526C}"/>
              </a:ext>
            </a:extLst>
          </p:cNvPr>
          <p:cNvSpPr>
            <a:spLocks/>
          </p:cNvSpPr>
          <p:nvPr/>
        </p:nvSpPr>
        <p:spPr>
          <a:xfrm>
            <a:off x="1664009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7158EA26-AF8A-4567-B8C2-6217C602A89E}"/>
              </a:ext>
            </a:extLst>
          </p:cNvPr>
          <p:cNvSpPr>
            <a:spLocks/>
          </p:cNvSpPr>
          <p:nvPr/>
        </p:nvSpPr>
        <p:spPr>
          <a:xfrm>
            <a:off x="1717795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E34E9503-BF98-4AAD-8934-8D30039783A7}"/>
              </a:ext>
            </a:extLst>
          </p:cNvPr>
          <p:cNvSpPr>
            <a:spLocks/>
          </p:cNvSpPr>
          <p:nvPr/>
        </p:nvSpPr>
        <p:spPr>
          <a:xfrm>
            <a:off x="1651181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F31706FC-CE3B-4C27-B11A-71F812E77487}"/>
              </a:ext>
            </a:extLst>
          </p:cNvPr>
          <p:cNvSpPr>
            <a:spLocks/>
          </p:cNvSpPr>
          <p:nvPr/>
        </p:nvSpPr>
        <p:spPr>
          <a:xfrm>
            <a:off x="1618778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85EA2176-04CE-44A2-81DF-FC406E26C5EB}"/>
              </a:ext>
            </a:extLst>
          </p:cNvPr>
          <p:cNvSpPr>
            <a:spLocks/>
          </p:cNvSpPr>
          <p:nvPr/>
        </p:nvSpPr>
        <p:spPr>
          <a:xfrm>
            <a:off x="1731593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F2DDDDC-7ECF-4CB0-8484-6AE92C9CCED2}"/>
              </a:ext>
            </a:extLst>
          </p:cNvPr>
          <p:cNvSpPr>
            <a:spLocks/>
          </p:cNvSpPr>
          <p:nvPr/>
        </p:nvSpPr>
        <p:spPr>
          <a:xfrm>
            <a:off x="1629036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6CA340C8-F138-41A3-9A14-DE47EDCFF26E}"/>
              </a:ext>
            </a:extLst>
          </p:cNvPr>
          <p:cNvSpPr>
            <a:spLocks/>
          </p:cNvSpPr>
          <p:nvPr/>
        </p:nvSpPr>
        <p:spPr>
          <a:xfrm>
            <a:off x="1640746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C3200FE1-AED4-4346-B25F-17616544D52B}"/>
              </a:ext>
            </a:extLst>
          </p:cNvPr>
          <p:cNvSpPr>
            <a:spLocks/>
          </p:cNvSpPr>
          <p:nvPr/>
        </p:nvSpPr>
        <p:spPr>
          <a:xfrm>
            <a:off x="1643515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3737CA-6A89-46D9-9B8C-69A522EB5FBA}"/>
              </a:ext>
            </a:extLst>
          </p:cNvPr>
          <p:cNvSpPr>
            <a:spLocks/>
          </p:cNvSpPr>
          <p:nvPr/>
        </p:nvSpPr>
        <p:spPr>
          <a:xfrm>
            <a:off x="1717650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E19016E2-11A3-4BEA-89A9-61624C3C0FB5}"/>
              </a:ext>
            </a:extLst>
          </p:cNvPr>
          <p:cNvSpPr>
            <a:spLocks/>
          </p:cNvSpPr>
          <p:nvPr/>
        </p:nvSpPr>
        <p:spPr>
          <a:xfrm>
            <a:off x="16805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CA8C074-25F3-4309-9A83-57CE912AF556}"/>
              </a:ext>
            </a:extLst>
          </p:cNvPr>
          <p:cNvSpPr>
            <a:spLocks/>
          </p:cNvSpPr>
          <p:nvPr/>
        </p:nvSpPr>
        <p:spPr>
          <a:xfrm>
            <a:off x="1613349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6B2CFFC1-BFDF-4818-9187-59A397FA370F}"/>
              </a:ext>
            </a:extLst>
          </p:cNvPr>
          <p:cNvSpPr>
            <a:spLocks/>
          </p:cNvSpPr>
          <p:nvPr/>
        </p:nvSpPr>
        <p:spPr>
          <a:xfrm>
            <a:off x="1631910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6CBD32AA-AE9D-4E0C-80FD-8CA999FA6643}"/>
              </a:ext>
            </a:extLst>
          </p:cNvPr>
          <p:cNvSpPr>
            <a:spLocks/>
          </p:cNvSpPr>
          <p:nvPr/>
        </p:nvSpPr>
        <p:spPr>
          <a:xfrm>
            <a:off x="1681645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104B49B3-C22B-456D-BDBC-65867504879E}"/>
              </a:ext>
            </a:extLst>
          </p:cNvPr>
          <p:cNvSpPr>
            <a:spLocks/>
          </p:cNvSpPr>
          <p:nvPr/>
        </p:nvSpPr>
        <p:spPr>
          <a:xfrm>
            <a:off x="1731921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2CBA5DC-9503-4125-8BA3-C28AC2250A6B}"/>
              </a:ext>
            </a:extLst>
          </p:cNvPr>
          <p:cNvSpPr>
            <a:spLocks/>
          </p:cNvSpPr>
          <p:nvPr/>
        </p:nvSpPr>
        <p:spPr>
          <a:xfrm>
            <a:off x="1667715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57B599E-DFAB-424C-B7D1-B853BB829B2A}"/>
              </a:ext>
            </a:extLst>
          </p:cNvPr>
          <p:cNvSpPr>
            <a:spLocks/>
          </p:cNvSpPr>
          <p:nvPr/>
        </p:nvSpPr>
        <p:spPr>
          <a:xfrm>
            <a:off x="1669252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4D5AEBAB-61FE-40B6-B756-668BEF68DA65}"/>
              </a:ext>
            </a:extLst>
          </p:cNvPr>
          <p:cNvSpPr>
            <a:spLocks/>
          </p:cNvSpPr>
          <p:nvPr/>
        </p:nvSpPr>
        <p:spPr>
          <a:xfrm>
            <a:off x="16264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CE24CB2-1A2C-4954-BB45-BD13B9A2A2B9}"/>
              </a:ext>
            </a:extLst>
          </p:cNvPr>
          <p:cNvSpPr>
            <a:spLocks/>
          </p:cNvSpPr>
          <p:nvPr/>
        </p:nvSpPr>
        <p:spPr>
          <a:xfrm>
            <a:off x="1713232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A3534C54-ABD2-4420-8D02-F18CAE82C8B3}"/>
              </a:ext>
            </a:extLst>
          </p:cNvPr>
          <p:cNvSpPr>
            <a:spLocks/>
          </p:cNvSpPr>
          <p:nvPr/>
        </p:nvSpPr>
        <p:spPr>
          <a:xfrm>
            <a:off x="1685085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7280BDD2-AD48-42F1-BA1A-A920CA071256}"/>
              </a:ext>
            </a:extLst>
          </p:cNvPr>
          <p:cNvSpPr>
            <a:spLocks/>
          </p:cNvSpPr>
          <p:nvPr/>
        </p:nvSpPr>
        <p:spPr>
          <a:xfrm>
            <a:off x="16370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9C8EEDA-6735-4B55-9EF0-F493262D5C09}"/>
              </a:ext>
            </a:extLst>
          </p:cNvPr>
          <p:cNvSpPr>
            <a:spLocks/>
          </p:cNvSpPr>
          <p:nvPr/>
        </p:nvSpPr>
        <p:spPr>
          <a:xfrm>
            <a:off x="1745120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49BE813F-4D73-4E08-A95D-4A0D15398D6F}"/>
              </a:ext>
            </a:extLst>
          </p:cNvPr>
          <p:cNvSpPr>
            <a:spLocks/>
          </p:cNvSpPr>
          <p:nvPr/>
        </p:nvSpPr>
        <p:spPr>
          <a:xfrm>
            <a:off x="1687325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E5EA6251-6612-4201-B87D-B7D5EB8583FA}"/>
              </a:ext>
            </a:extLst>
          </p:cNvPr>
          <p:cNvSpPr>
            <a:spLocks/>
          </p:cNvSpPr>
          <p:nvPr/>
        </p:nvSpPr>
        <p:spPr>
          <a:xfrm>
            <a:off x="1645505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B2CD5860-4F3F-4749-8C7A-FB34E0335282}"/>
              </a:ext>
            </a:extLst>
          </p:cNvPr>
          <p:cNvSpPr>
            <a:spLocks/>
          </p:cNvSpPr>
          <p:nvPr/>
        </p:nvSpPr>
        <p:spPr>
          <a:xfrm>
            <a:off x="1744613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671B90EB-0C83-4AD4-821D-57125776B41E}"/>
              </a:ext>
            </a:extLst>
          </p:cNvPr>
          <p:cNvSpPr>
            <a:spLocks/>
          </p:cNvSpPr>
          <p:nvPr/>
        </p:nvSpPr>
        <p:spPr>
          <a:xfrm>
            <a:off x="1627078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CA29489D-0EE1-49A6-A35A-A0FC494DB94C}"/>
              </a:ext>
            </a:extLst>
          </p:cNvPr>
          <p:cNvSpPr>
            <a:spLocks/>
          </p:cNvSpPr>
          <p:nvPr/>
        </p:nvSpPr>
        <p:spPr>
          <a:xfrm>
            <a:off x="1613070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384FBD15-EB8F-499B-AB10-8ECFEE438265}"/>
              </a:ext>
            </a:extLst>
          </p:cNvPr>
          <p:cNvSpPr>
            <a:spLocks/>
          </p:cNvSpPr>
          <p:nvPr/>
        </p:nvSpPr>
        <p:spPr>
          <a:xfrm>
            <a:off x="1718158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EFCEDB25-F7F4-4561-B6BC-752A190E0A16}"/>
              </a:ext>
            </a:extLst>
          </p:cNvPr>
          <p:cNvSpPr>
            <a:spLocks/>
          </p:cNvSpPr>
          <p:nvPr/>
        </p:nvSpPr>
        <p:spPr>
          <a:xfrm>
            <a:off x="1741057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C531DFCA-047D-4F04-9049-6273850C2D68}"/>
              </a:ext>
            </a:extLst>
          </p:cNvPr>
          <p:cNvSpPr>
            <a:spLocks/>
          </p:cNvSpPr>
          <p:nvPr/>
        </p:nvSpPr>
        <p:spPr>
          <a:xfrm>
            <a:off x="1709875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F034727A-E850-493E-8D60-09CA7D613EBC}"/>
              </a:ext>
            </a:extLst>
          </p:cNvPr>
          <p:cNvSpPr>
            <a:spLocks/>
          </p:cNvSpPr>
          <p:nvPr/>
        </p:nvSpPr>
        <p:spPr>
          <a:xfrm>
            <a:off x="1736365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152BAC28-6904-4E93-A2F1-A5BF651D8470}"/>
              </a:ext>
            </a:extLst>
          </p:cNvPr>
          <p:cNvSpPr>
            <a:spLocks/>
          </p:cNvSpPr>
          <p:nvPr/>
        </p:nvSpPr>
        <p:spPr>
          <a:xfrm>
            <a:off x="1621802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7430C413-F5DD-479D-8652-0F4FC3F9FA1F}"/>
              </a:ext>
            </a:extLst>
          </p:cNvPr>
          <p:cNvSpPr>
            <a:spLocks/>
          </p:cNvSpPr>
          <p:nvPr/>
        </p:nvSpPr>
        <p:spPr>
          <a:xfrm>
            <a:off x="1723664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E090E66A-3DD6-4227-96DB-6043E8AE3399}"/>
              </a:ext>
            </a:extLst>
          </p:cNvPr>
          <p:cNvSpPr>
            <a:spLocks/>
          </p:cNvSpPr>
          <p:nvPr/>
        </p:nvSpPr>
        <p:spPr>
          <a:xfrm>
            <a:off x="1624781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1571AFA3-C8C6-4199-9225-F63BD0E69EE4}"/>
              </a:ext>
            </a:extLst>
          </p:cNvPr>
          <p:cNvSpPr>
            <a:spLocks/>
          </p:cNvSpPr>
          <p:nvPr/>
        </p:nvSpPr>
        <p:spPr>
          <a:xfrm>
            <a:off x="1618315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429D36BA-FE9C-42CB-8294-A5437116CBAB}"/>
              </a:ext>
            </a:extLst>
          </p:cNvPr>
          <p:cNvSpPr>
            <a:spLocks/>
          </p:cNvSpPr>
          <p:nvPr/>
        </p:nvSpPr>
        <p:spPr>
          <a:xfrm>
            <a:off x="1675398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A14557B2-7049-411F-A3FE-CFCF444BE260}"/>
              </a:ext>
            </a:extLst>
          </p:cNvPr>
          <p:cNvSpPr>
            <a:spLocks/>
          </p:cNvSpPr>
          <p:nvPr/>
        </p:nvSpPr>
        <p:spPr>
          <a:xfrm>
            <a:off x="1747062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13AB110-1251-41D3-B20D-AFEC26634EEF}"/>
              </a:ext>
            </a:extLst>
          </p:cNvPr>
          <p:cNvSpPr>
            <a:spLocks/>
          </p:cNvSpPr>
          <p:nvPr/>
        </p:nvSpPr>
        <p:spPr>
          <a:xfrm>
            <a:off x="1644625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A1B9E9DC-187F-4AB8-804B-F2757B46CE90}"/>
              </a:ext>
            </a:extLst>
          </p:cNvPr>
          <p:cNvSpPr>
            <a:spLocks/>
          </p:cNvSpPr>
          <p:nvPr/>
        </p:nvSpPr>
        <p:spPr>
          <a:xfrm>
            <a:off x="1662187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8CCB56F6-8357-4734-B70D-D2AB7AC22D84}"/>
              </a:ext>
            </a:extLst>
          </p:cNvPr>
          <p:cNvSpPr>
            <a:spLocks/>
          </p:cNvSpPr>
          <p:nvPr/>
        </p:nvSpPr>
        <p:spPr>
          <a:xfrm>
            <a:off x="1730237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6BF387AD-1E78-433D-AB95-8F45DEF900EF}"/>
              </a:ext>
            </a:extLst>
          </p:cNvPr>
          <p:cNvSpPr>
            <a:spLocks/>
          </p:cNvSpPr>
          <p:nvPr/>
        </p:nvSpPr>
        <p:spPr>
          <a:xfrm>
            <a:off x="1622762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5BC64010-CA05-4738-8743-F3DF3D8C5F7D}"/>
              </a:ext>
            </a:extLst>
          </p:cNvPr>
          <p:cNvSpPr>
            <a:spLocks/>
          </p:cNvSpPr>
          <p:nvPr/>
        </p:nvSpPr>
        <p:spPr>
          <a:xfrm>
            <a:off x="1696766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1F783293-078F-4CFF-8B02-FDCEF270EA3C}"/>
              </a:ext>
            </a:extLst>
          </p:cNvPr>
          <p:cNvSpPr>
            <a:spLocks/>
          </p:cNvSpPr>
          <p:nvPr/>
        </p:nvSpPr>
        <p:spPr>
          <a:xfrm>
            <a:off x="1699626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61311445-5C56-4E2B-B066-F6074ED6007A}"/>
              </a:ext>
            </a:extLst>
          </p:cNvPr>
          <p:cNvSpPr>
            <a:spLocks/>
          </p:cNvSpPr>
          <p:nvPr/>
        </p:nvSpPr>
        <p:spPr>
          <a:xfrm>
            <a:off x="1698135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BF719637-97CD-48A0-8C87-A427D85D68F7}"/>
              </a:ext>
            </a:extLst>
          </p:cNvPr>
          <p:cNvSpPr>
            <a:spLocks/>
          </p:cNvSpPr>
          <p:nvPr/>
        </p:nvSpPr>
        <p:spPr>
          <a:xfrm>
            <a:off x="1709134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A5F94BF3-2F3D-40EF-87F4-76D939E9C989}"/>
              </a:ext>
            </a:extLst>
          </p:cNvPr>
          <p:cNvSpPr>
            <a:spLocks/>
          </p:cNvSpPr>
          <p:nvPr/>
        </p:nvSpPr>
        <p:spPr>
          <a:xfrm>
            <a:off x="1709319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FA8C4038-7DB1-46FB-B5D4-961A5FCD9013}"/>
              </a:ext>
            </a:extLst>
          </p:cNvPr>
          <p:cNvSpPr>
            <a:spLocks/>
          </p:cNvSpPr>
          <p:nvPr/>
        </p:nvSpPr>
        <p:spPr>
          <a:xfrm>
            <a:off x="1643416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6350BF43-6807-4030-893E-C9DBAD4CA1EB}"/>
              </a:ext>
            </a:extLst>
          </p:cNvPr>
          <p:cNvSpPr>
            <a:spLocks/>
          </p:cNvSpPr>
          <p:nvPr/>
        </p:nvSpPr>
        <p:spPr>
          <a:xfrm>
            <a:off x="1744255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C159130A-9324-4C4C-B3F7-963685AA5581}"/>
              </a:ext>
            </a:extLst>
          </p:cNvPr>
          <p:cNvSpPr>
            <a:spLocks/>
          </p:cNvSpPr>
          <p:nvPr/>
        </p:nvSpPr>
        <p:spPr>
          <a:xfrm>
            <a:off x="1717594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E4F4BFA7-81E4-4162-A337-4160F8176D1F}"/>
              </a:ext>
            </a:extLst>
          </p:cNvPr>
          <p:cNvSpPr>
            <a:spLocks/>
          </p:cNvSpPr>
          <p:nvPr/>
        </p:nvSpPr>
        <p:spPr>
          <a:xfrm>
            <a:off x="1656083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ACFDBAA-C067-44A6-9EA4-5E78CAE79F0E}"/>
              </a:ext>
            </a:extLst>
          </p:cNvPr>
          <p:cNvSpPr>
            <a:spLocks/>
          </p:cNvSpPr>
          <p:nvPr/>
        </p:nvSpPr>
        <p:spPr>
          <a:xfrm>
            <a:off x="1671798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D87599EA-8739-46E8-9064-CCF34576594F}"/>
              </a:ext>
            </a:extLst>
          </p:cNvPr>
          <p:cNvSpPr>
            <a:spLocks/>
          </p:cNvSpPr>
          <p:nvPr/>
        </p:nvSpPr>
        <p:spPr>
          <a:xfrm>
            <a:off x="1624958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76C91F5-2354-4607-B1A7-D37EC083E716}"/>
              </a:ext>
            </a:extLst>
          </p:cNvPr>
          <p:cNvSpPr>
            <a:spLocks/>
          </p:cNvSpPr>
          <p:nvPr/>
        </p:nvSpPr>
        <p:spPr>
          <a:xfrm>
            <a:off x="1660070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C7FDDBD-DB4B-424B-BBC8-AB177B7C4D2B}"/>
              </a:ext>
            </a:extLst>
          </p:cNvPr>
          <p:cNvSpPr>
            <a:spLocks/>
          </p:cNvSpPr>
          <p:nvPr/>
        </p:nvSpPr>
        <p:spPr>
          <a:xfrm>
            <a:off x="1620778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26897FDB-593C-408F-84DE-7392AC06D2B8}"/>
              </a:ext>
            </a:extLst>
          </p:cNvPr>
          <p:cNvSpPr>
            <a:spLocks/>
          </p:cNvSpPr>
          <p:nvPr/>
        </p:nvSpPr>
        <p:spPr>
          <a:xfrm>
            <a:off x="1725557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4E62B710-E822-4847-82F1-209187234B78}"/>
              </a:ext>
            </a:extLst>
          </p:cNvPr>
          <p:cNvSpPr>
            <a:spLocks/>
          </p:cNvSpPr>
          <p:nvPr/>
        </p:nvSpPr>
        <p:spPr>
          <a:xfrm>
            <a:off x="1698512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277499E-AA76-44BE-801F-A71536CAF295}"/>
              </a:ext>
            </a:extLst>
          </p:cNvPr>
          <p:cNvSpPr>
            <a:spLocks/>
          </p:cNvSpPr>
          <p:nvPr/>
        </p:nvSpPr>
        <p:spPr>
          <a:xfrm>
            <a:off x="1726717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4FF530F5-5C16-4DE7-B725-DC453D1CD7F6}"/>
              </a:ext>
            </a:extLst>
          </p:cNvPr>
          <p:cNvSpPr>
            <a:spLocks/>
          </p:cNvSpPr>
          <p:nvPr/>
        </p:nvSpPr>
        <p:spPr>
          <a:xfrm>
            <a:off x="1688333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63BB2E0A-A901-43F8-A479-1B0D2E22A286}"/>
              </a:ext>
            </a:extLst>
          </p:cNvPr>
          <p:cNvSpPr>
            <a:spLocks/>
          </p:cNvSpPr>
          <p:nvPr/>
        </p:nvSpPr>
        <p:spPr>
          <a:xfrm>
            <a:off x="1623119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0766E34-979A-4224-992F-78F1C62B2F50}"/>
              </a:ext>
            </a:extLst>
          </p:cNvPr>
          <p:cNvSpPr>
            <a:spLocks/>
          </p:cNvSpPr>
          <p:nvPr/>
        </p:nvSpPr>
        <p:spPr>
          <a:xfrm>
            <a:off x="1730428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EA79407C-E346-419D-B14A-8901C0D1B18B}"/>
              </a:ext>
            </a:extLst>
          </p:cNvPr>
          <p:cNvSpPr>
            <a:spLocks/>
          </p:cNvSpPr>
          <p:nvPr/>
        </p:nvSpPr>
        <p:spPr>
          <a:xfrm>
            <a:off x="1631781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509BAB30-A371-4B40-8EF6-DD8A153B7D1B}"/>
              </a:ext>
            </a:extLst>
          </p:cNvPr>
          <p:cNvSpPr>
            <a:spLocks/>
          </p:cNvSpPr>
          <p:nvPr/>
        </p:nvSpPr>
        <p:spPr>
          <a:xfrm>
            <a:off x="169491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7963263-0173-4C46-9E85-98AF0E540DFA}"/>
              </a:ext>
            </a:extLst>
          </p:cNvPr>
          <p:cNvSpPr>
            <a:spLocks/>
          </p:cNvSpPr>
          <p:nvPr/>
        </p:nvSpPr>
        <p:spPr>
          <a:xfrm>
            <a:off x="1669422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75DBF4C-17B5-4FAD-9056-FD19089F602A}"/>
              </a:ext>
            </a:extLst>
          </p:cNvPr>
          <p:cNvSpPr>
            <a:spLocks/>
          </p:cNvSpPr>
          <p:nvPr/>
        </p:nvSpPr>
        <p:spPr>
          <a:xfrm>
            <a:off x="1638710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0AEC071C-E182-4C8F-BD80-44D97B6ABDF3}"/>
              </a:ext>
            </a:extLst>
          </p:cNvPr>
          <p:cNvSpPr>
            <a:spLocks/>
          </p:cNvSpPr>
          <p:nvPr/>
        </p:nvSpPr>
        <p:spPr>
          <a:xfrm>
            <a:off x="1726069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DB87DCC8-6D67-4A0E-911B-2E33B13A9B7C}"/>
              </a:ext>
            </a:extLst>
          </p:cNvPr>
          <p:cNvSpPr>
            <a:spLocks/>
          </p:cNvSpPr>
          <p:nvPr/>
        </p:nvSpPr>
        <p:spPr>
          <a:xfrm>
            <a:off x="1646218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7E4EC8B-6A5B-4C64-A30C-0E4AFCDB07EC}"/>
              </a:ext>
            </a:extLst>
          </p:cNvPr>
          <p:cNvSpPr>
            <a:spLocks/>
          </p:cNvSpPr>
          <p:nvPr/>
        </p:nvSpPr>
        <p:spPr>
          <a:xfrm>
            <a:off x="1726840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1B79AD79-D896-4777-B44E-A4FA1DF9C7CE}"/>
              </a:ext>
            </a:extLst>
          </p:cNvPr>
          <p:cNvSpPr>
            <a:spLocks/>
          </p:cNvSpPr>
          <p:nvPr/>
        </p:nvSpPr>
        <p:spPr>
          <a:xfrm>
            <a:off x="1668816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90C3F12B-AAA3-470B-A878-C06ABC3EFDA7}"/>
              </a:ext>
            </a:extLst>
          </p:cNvPr>
          <p:cNvSpPr>
            <a:spLocks/>
          </p:cNvSpPr>
          <p:nvPr/>
        </p:nvSpPr>
        <p:spPr>
          <a:xfrm>
            <a:off x="1721190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53D3DB7-7B28-4942-BDC2-CCE35F70A06F}"/>
              </a:ext>
            </a:extLst>
          </p:cNvPr>
          <p:cNvSpPr>
            <a:spLocks/>
          </p:cNvSpPr>
          <p:nvPr/>
        </p:nvSpPr>
        <p:spPr>
          <a:xfrm>
            <a:off x="1632000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CAFC65C9-ECC5-40F3-89A8-3FF42240796F}"/>
              </a:ext>
            </a:extLst>
          </p:cNvPr>
          <p:cNvSpPr>
            <a:spLocks/>
          </p:cNvSpPr>
          <p:nvPr/>
        </p:nvSpPr>
        <p:spPr>
          <a:xfrm>
            <a:off x="1706388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DCAE100-5521-4BFB-B1F5-FEA43BAEABF7}"/>
              </a:ext>
            </a:extLst>
          </p:cNvPr>
          <p:cNvSpPr>
            <a:spLocks/>
          </p:cNvSpPr>
          <p:nvPr/>
        </p:nvSpPr>
        <p:spPr>
          <a:xfrm>
            <a:off x="1634376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8899116-CA5C-443D-B7BA-D0D5419E024A}"/>
              </a:ext>
            </a:extLst>
          </p:cNvPr>
          <p:cNvSpPr>
            <a:spLocks/>
          </p:cNvSpPr>
          <p:nvPr/>
        </p:nvSpPr>
        <p:spPr>
          <a:xfrm>
            <a:off x="1624753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4C056E7B-8F6C-4139-9509-5350CD6DC3B2}"/>
              </a:ext>
            </a:extLst>
          </p:cNvPr>
          <p:cNvSpPr>
            <a:spLocks/>
          </p:cNvSpPr>
          <p:nvPr/>
        </p:nvSpPr>
        <p:spPr>
          <a:xfrm>
            <a:off x="164520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A7535E2B-E292-4CBC-8ED9-7B00FD634DEB}"/>
              </a:ext>
            </a:extLst>
          </p:cNvPr>
          <p:cNvSpPr>
            <a:spLocks/>
          </p:cNvSpPr>
          <p:nvPr/>
        </p:nvSpPr>
        <p:spPr>
          <a:xfrm>
            <a:off x="1656701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B49C09AE-B4D7-4BA0-8478-1F95340F64BC}"/>
              </a:ext>
            </a:extLst>
          </p:cNvPr>
          <p:cNvSpPr>
            <a:spLocks/>
          </p:cNvSpPr>
          <p:nvPr/>
        </p:nvSpPr>
        <p:spPr>
          <a:xfrm>
            <a:off x="1710889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B5FE02C9-99EE-456E-8A5E-B55FC09E8B9A}"/>
              </a:ext>
            </a:extLst>
          </p:cNvPr>
          <p:cNvSpPr>
            <a:spLocks/>
          </p:cNvSpPr>
          <p:nvPr/>
        </p:nvSpPr>
        <p:spPr>
          <a:xfrm>
            <a:off x="1670160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E07FA2F5-A427-4DBD-AE8E-CB859C5A841F}"/>
              </a:ext>
            </a:extLst>
          </p:cNvPr>
          <p:cNvSpPr>
            <a:spLocks/>
          </p:cNvSpPr>
          <p:nvPr/>
        </p:nvSpPr>
        <p:spPr>
          <a:xfrm>
            <a:off x="1735674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D00652F2-55DF-46CA-9F6E-21C16BA7AF18}"/>
              </a:ext>
            </a:extLst>
          </p:cNvPr>
          <p:cNvSpPr>
            <a:spLocks/>
          </p:cNvSpPr>
          <p:nvPr/>
        </p:nvSpPr>
        <p:spPr>
          <a:xfrm>
            <a:off x="1678108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7E054DDD-2DFF-4677-A911-7DFB0DDFD18C}"/>
              </a:ext>
            </a:extLst>
          </p:cNvPr>
          <p:cNvSpPr>
            <a:spLocks/>
          </p:cNvSpPr>
          <p:nvPr/>
        </p:nvSpPr>
        <p:spPr>
          <a:xfrm>
            <a:off x="1717294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0881F328-0547-445F-BDC8-DA6465E37B87}"/>
              </a:ext>
            </a:extLst>
          </p:cNvPr>
          <p:cNvSpPr>
            <a:spLocks/>
          </p:cNvSpPr>
          <p:nvPr/>
        </p:nvSpPr>
        <p:spPr>
          <a:xfrm>
            <a:off x="16659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5381A404-ADE1-4C37-9457-372CD4C46D69}"/>
              </a:ext>
            </a:extLst>
          </p:cNvPr>
          <p:cNvSpPr>
            <a:spLocks/>
          </p:cNvSpPr>
          <p:nvPr/>
        </p:nvSpPr>
        <p:spPr>
          <a:xfrm>
            <a:off x="1740165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1116A2E4-8753-49FA-8ED4-BC2B7350D089}"/>
              </a:ext>
            </a:extLst>
          </p:cNvPr>
          <p:cNvSpPr>
            <a:spLocks/>
          </p:cNvSpPr>
          <p:nvPr/>
        </p:nvSpPr>
        <p:spPr>
          <a:xfrm>
            <a:off x="1660462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2A3723BC-67CF-493B-A771-3E4544042C74}"/>
              </a:ext>
            </a:extLst>
          </p:cNvPr>
          <p:cNvSpPr>
            <a:spLocks/>
          </p:cNvSpPr>
          <p:nvPr/>
        </p:nvSpPr>
        <p:spPr>
          <a:xfrm>
            <a:off x="1613591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F173BBBF-686A-492C-93DC-80C00310C460}"/>
              </a:ext>
            </a:extLst>
          </p:cNvPr>
          <p:cNvSpPr>
            <a:spLocks/>
          </p:cNvSpPr>
          <p:nvPr/>
        </p:nvSpPr>
        <p:spPr>
          <a:xfrm>
            <a:off x="1653090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212E84D-CC33-4F83-B22A-6D0570A563BE}"/>
              </a:ext>
            </a:extLst>
          </p:cNvPr>
          <p:cNvSpPr>
            <a:spLocks/>
          </p:cNvSpPr>
          <p:nvPr/>
        </p:nvSpPr>
        <p:spPr>
          <a:xfrm>
            <a:off x="1666297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1B3EA300-1299-486E-8192-0CABDC131C09}"/>
              </a:ext>
            </a:extLst>
          </p:cNvPr>
          <p:cNvSpPr>
            <a:spLocks/>
          </p:cNvSpPr>
          <p:nvPr/>
        </p:nvSpPr>
        <p:spPr>
          <a:xfrm>
            <a:off x="1702108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D62FDACC-2F57-4743-9DE8-9B360D6AA614}"/>
              </a:ext>
            </a:extLst>
          </p:cNvPr>
          <p:cNvSpPr>
            <a:spLocks/>
          </p:cNvSpPr>
          <p:nvPr/>
        </p:nvSpPr>
        <p:spPr>
          <a:xfrm>
            <a:off x="175031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9C411016-587A-4C3D-AADD-9D8A1387C94E}"/>
              </a:ext>
            </a:extLst>
          </p:cNvPr>
          <p:cNvSpPr>
            <a:spLocks/>
          </p:cNvSpPr>
          <p:nvPr/>
        </p:nvSpPr>
        <p:spPr>
          <a:xfrm>
            <a:off x="1627097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2C02B20D-6FA8-465D-A943-8551A947E7B7}"/>
              </a:ext>
            </a:extLst>
          </p:cNvPr>
          <p:cNvSpPr>
            <a:spLocks/>
          </p:cNvSpPr>
          <p:nvPr/>
        </p:nvSpPr>
        <p:spPr>
          <a:xfrm>
            <a:off x="1627789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B648B5C-FB93-4B13-AC58-2394E7BD5910}"/>
              </a:ext>
            </a:extLst>
          </p:cNvPr>
          <p:cNvSpPr>
            <a:spLocks/>
          </p:cNvSpPr>
          <p:nvPr/>
        </p:nvSpPr>
        <p:spPr>
          <a:xfrm>
            <a:off x="1741864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CD37261B-C183-401E-9460-B849B068BB75}"/>
              </a:ext>
            </a:extLst>
          </p:cNvPr>
          <p:cNvSpPr>
            <a:spLocks/>
          </p:cNvSpPr>
          <p:nvPr/>
        </p:nvSpPr>
        <p:spPr>
          <a:xfrm>
            <a:off x="1628268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F8004EEC-80B1-4F8E-A362-9689FD68CBC0}"/>
              </a:ext>
            </a:extLst>
          </p:cNvPr>
          <p:cNvSpPr>
            <a:spLocks/>
          </p:cNvSpPr>
          <p:nvPr/>
        </p:nvSpPr>
        <p:spPr>
          <a:xfrm>
            <a:off x="1726308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E624C90-66FA-4B65-BF46-901BC6BC93B6}"/>
              </a:ext>
            </a:extLst>
          </p:cNvPr>
          <p:cNvSpPr>
            <a:spLocks/>
          </p:cNvSpPr>
          <p:nvPr/>
        </p:nvSpPr>
        <p:spPr>
          <a:xfrm>
            <a:off x="1622887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5B0DC34A-76A8-48F6-835D-4E9758B0791D}"/>
              </a:ext>
            </a:extLst>
          </p:cNvPr>
          <p:cNvSpPr>
            <a:spLocks/>
          </p:cNvSpPr>
          <p:nvPr/>
        </p:nvSpPr>
        <p:spPr>
          <a:xfrm>
            <a:off x="1718306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2F9FF4EF-3B10-4C81-8AEF-5383A1F4A6EF}"/>
              </a:ext>
            </a:extLst>
          </p:cNvPr>
          <p:cNvSpPr>
            <a:spLocks/>
          </p:cNvSpPr>
          <p:nvPr/>
        </p:nvSpPr>
        <p:spPr>
          <a:xfrm>
            <a:off x="1645026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7AC16DEC-ADEE-416A-9421-C470863091D7}"/>
              </a:ext>
            </a:extLst>
          </p:cNvPr>
          <p:cNvSpPr>
            <a:spLocks/>
          </p:cNvSpPr>
          <p:nvPr/>
        </p:nvSpPr>
        <p:spPr>
          <a:xfrm>
            <a:off x="1717020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0D33D2B-014D-4905-B023-51E5A59EC649}"/>
              </a:ext>
            </a:extLst>
          </p:cNvPr>
          <p:cNvSpPr>
            <a:spLocks/>
          </p:cNvSpPr>
          <p:nvPr/>
        </p:nvSpPr>
        <p:spPr>
          <a:xfrm>
            <a:off x="1650751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47FCEA85-7850-4849-AAD5-6D6782B69670}"/>
              </a:ext>
            </a:extLst>
          </p:cNvPr>
          <p:cNvSpPr>
            <a:spLocks/>
          </p:cNvSpPr>
          <p:nvPr/>
        </p:nvSpPr>
        <p:spPr>
          <a:xfrm>
            <a:off x="1664945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ACC9930F-BC42-419A-9ECF-74A2C7C3C764}"/>
              </a:ext>
            </a:extLst>
          </p:cNvPr>
          <p:cNvSpPr>
            <a:spLocks/>
          </p:cNvSpPr>
          <p:nvPr/>
        </p:nvSpPr>
        <p:spPr>
          <a:xfrm>
            <a:off x="1752909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DB6B48D5-0C9A-426E-8C81-0A996CBD8654}"/>
              </a:ext>
            </a:extLst>
          </p:cNvPr>
          <p:cNvSpPr>
            <a:spLocks/>
          </p:cNvSpPr>
          <p:nvPr/>
        </p:nvSpPr>
        <p:spPr>
          <a:xfrm>
            <a:off x="1676972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9EAD6B4A-6F6B-401E-8CF5-B882DB7FFE26}"/>
              </a:ext>
            </a:extLst>
          </p:cNvPr>
          <p:cNvSpPr>
            <a:spLocks/>
          </p:cNvSpPr>
          <p:nvPr/>
        </p:nvSpPr>
        <p:spPr>
          <a:xfrm>
            <a:off x="1716467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D8D0BE2-93D7-41F2-B796-1FC71B0DA1A0}"/>
              </a:ext>
            </a:extLst>
          </p:cNvPr>
          <p:cNvSpPr>
            <a:spLocks/>
          </p:cNvSpPr>
          <p:nvPr/>
        </p:nvSpPr>
        <p:spPr>
          <a:xfrm>
            <a:off x="1689894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20386B8-4EB0-4E10-BC87-B3E31DCCABD9}"/>
              </a:ext>
            </a:extLst>
          </p:cNvPr>
          <p:cNvSpPr>
            <a:spLocks/>
          </p:cNvSpPr>
          <p:nvPr/>
        </p:nvSpPr>
        <p:spPr>
          <a:xfrm>
            <a:off x="163502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06AD476A-CB13-434C-A6B5-28C8448C729A}"/>
              </a:ext>
            </a:extLst>
          </p:cNvPr>
          <p:cNvSpPr>
            <a:spLocks/>
          </p:cNvSpPr>
          <p:nvPr/>
        </p:nvSpPr>
        <p:spPr>
          <a:xfrm>
            <a:off x="1707241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F4481D3F-9176-4AAA-9ECA-8B7EBA75C8BC}"/>
              </a:ext>
            </a:extLst>
          </p:cNvPr>
          <p:cNvSpPr>
            <a:spLocks/>
          </p:cNvSpPr>
          <p:nvPr/>
        </p:nvSpPr>
        <p:spPr>
          <a:xfrm>
            <a:off x="17311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24034E68-8A9C-42E7-AD52-F5448DB2DE3F}"/>
              </a:ext>
            </a:extLst>
          </p:cNvPr>
          <p:cNvSpPr>
            <a:spLocks/>
          </p:cNvSpPr>
          <p:nvPr/>
        </p:nvSpPr>
        <p:spPr>
          <a:xfrm>
            <a:off x="1715207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CD2BA3F4-A2E7-49A6-AFD0-F1B1AEA971C6}"/>
              </a:ext>
            </a:extLst>
          </p:cNvPr>
          <p:cNvSpPr>
            <a:spLocks/>
          </p:cNvSpPr>
          <p:nvPr/>
        </p:nvSpPr>
        <p:spPr>
          <a:xfrm>
            <a:off x="1705055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F4CA04A9-3B2D-4D5F-8002-A38112673204}"/>
              </a:ext>
            </a:extLst>
          </p:cNvPr>
          <p:cNvSpPr>
            <a:spLocks/>
          </p:cNvSpPr>
          <p:nvPr/>
        </p:nvSpPr>
        <p:spPr>
          <a:xfrm>
            <a:off x="1727331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39727D69-27D0-44D5-8714-75682A19862C}"/>
              </a:ext>
            </a:extLst>
          </p:cNvPr>
          <p:cNvSpPr>
            <a:spLocks/>
          </p:cNvSpPr>
          <p:nvPr/>
        </p:nvSpPr>
        <p:spPr>
          <a:xfrm>
            <a:off x="1704627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DA535695-638C-485D-A988-BC0171F698F1}"/>
              </a:ext>
            </a:extLst>
          </p:cNvPr>
          <p:cNvSpPr>
            <a:spLocks/>
          </p:cNvSpPr>
          <p:nvPr/>
        </p:nvSpPr>
        <p:spPr>
          <a:xfrm>
            <a:off x="1614351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DD2165E6-118B-4556-9363-0C8F32E6B483}"/>
              </a:ext>
            </a:extLst>
          </p:cNvPr>
          <p:cNvSpPr>
            <a:spLocks/>
          </p:cNvSpPr>
          <p:nvPr/>
        </p:nvSpPr>
        <p:spPr>
          <a:xfrm>
            <a:off x="1741639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A6FFD1D5-15AF-4E9C-A906-EACD4A53FC7A}"/>
              </a:ext>
            </a:extLst>
          </p:cNvPr>
          <p:cNvSpPr>
            <a:spLocks/>
          </p:cNvSpPr>
          <p:nvPr/>
        </p:nvSpPr>
        <p:spPr>
          <a:xfrm>
            <a:off x="165788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5AEAB9EB-F950-4981-8246-6B0D6F79412D}"/>
              </a:ext>
            </a:extLst>
          </p:cNvPr>
          <p:cNvSpPr>
            <a:spLocks/>
          </p:cNvSpPr>
          <p:nvPr/>
        </p:nvSpPr>
        <p:spPr>
          <a:xfrm>
            <a:off x="1700984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353BFA72-7AB7-49BA-AC31-BB09A7574B36}"/>
              </a:ext>
            </a:extLst>
          </p:cNvPr>
          <p:cNvSpPr>
            <a:spLocks/>
          </p:cNvSpPr>
          <p:nvPr/>
        </p:nvSpPr>
        <p:spPr>
          <a:xfrm>
            <a:off x="1679566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6868D267-1D3E-4C2C-8F7E-22EE86CC616F}"/>
              </a:ext>
            </a:extLst>
          </p:cNvPr>
          <p:cNvSpPr>
            <a:spLocks/>
          </p:cNvSpPr>
          <p:nvPr/>
        </p:nvSpPr>
        <p:spPr>
          <a:xfrm>
            <a:off x="1673571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66F607B2-162B-4CB4-84F8-A2896D83888F}"/>
              </a:ext>
            </a:extLst>
          </p:cNvPr>
          <p:cNvSpPr>
            <a:spLocks/>
          </p:cNvSpPr>
          <p:nvPr/>
        </p:nvSpPr>
        <p:spPr>
          <a:xfrm>
            <a:off x="1720607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71F185-30E6-449E-B866-5A186A112DA4}"/>
              </a:ext>
            </a:extLst>
          </p:cNvPr>
          <p:cNvSpPr>
            <a:spLocks/>
          </p:cNvSpPr>
          <p:nvPr/>
        </p:nvSpPr>
        <p:spPr>
          <a:xfrm>
            <a:off x="1686467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66DDCC16-0577-496A-8D09-5EA80B0CE7C6}"/>
              </a:ext>
            </a:extLst>
          </p:cNvPr>
          <p:cNvSpPr>
            <a:spLocks/>
          </p:cNvSpPr>
          <p:nvPr/>
        </p:nvSpPr>
        <p:spPr>
          <a:xfrm>
            <a:off x="1628469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F0F8A00E-9A3B-4A01-BBA6-053E1149FA06}"/>
              </a:ext>
            </a:extLst>
          </p:cNvPr>
          <p:cNvSpPr>
            <a:spLocks/>
          </p:cNvSpPr>
          <p:nvPr/>
        </p:nvSpPr>
        <p:spPr>
          <a:xfrm>
            <a:off x="1723896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56DCAD41-8A6E-4C62-8551-375019669CA5}"/>
              </a:ext>
            </a:extLst>
          </p:cNvPr>
          <p:cNvSpPr>
            <a:spLocks/>
          </p:cNvSpPr>
          <p:nvPr/>
        </p:nvSpPr>
        <p:spPr>
          <a:xfrm>
            <a:off x="1661532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1E88310B-DC8B-4353-9BAA-4D930A4ABCC5}"/>
              </a:ext>
            </a:extLst>
          </p:cNvPr>
          <p:cNvSpPr>
            <a:spLocks/>
          </p:cNvSpPr>
          <p:nvPr/>
        </p:nvSpPr>
        <p:spPr>
          <a:xfrm>
            <a:off x="1638632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A8BE30C-15F8-4A31-BFEE-4937DA94E0DF}"/>
              </a:ext>
            </a:extLst>
          </p:cNvPr>
          <p:cNvSpPr>
            <a:spLocks/>
          </p:cNvSpPr>
          <p:nvPr/>
        </p:nvSpPr>
        <p:spPr>
          <a:xfrm>
            <a:off x="1630348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EB42575-F820-41F6-8A24-D57222AA616C}"/>
              </a:ext>
            </a:extLst>
          </p:cNvPr>
          <p:cNvSpPr>
            <a:spLocks/>
          </p:cNvSpPr>
          <p:nvPr/>
        </p:nvSpPr>
        <p:spPr>
          <a:xfrm>
            <a:off x="1637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564C045B-82D5-4EF5-BEC9-585135443B4F}"/>
              </a:ext>
            </a:extLst>
          </p:cNvPr>
          <p:cNvSpPr>
            <a:spLocks/>
          </p:cNvSpPr>
          <p:nvPr/>
        </p:nvSpPr>
        <p:spPr>
          <a:xfrm>
            <a:off x="1746812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327C27DD-DDA4-434D-94F9-13239E13EAF7}"/>
              </a:ext>
            </a:extLst>
          </p:cNvPr>
          <p:cNvSpPr>
            <a:spLocks/>
          </p:cNvSpPr>
          <p:nvPr/>
        </p:nvSpPr>
        <p:spPr>
          <a:xfrm>
            <a:off x="1690175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9DD1A1F-7530-4628-BC8E-BCE74A56C844}"/>
              </a:ext>
            </a:extLst>
          </p:cNvPr>
          <p:cNvSpPr>
            <a:spLocks/>
          </p:cNvSpPr>
          <p:nvPr/>
        </p:nvSpPr>
        <p:spPr>
          <a:xfrm>
            <a:off x="1632367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B7CA5DD4-0C25-460C-A2F6-BDE4C4E7F419}"/>
              </a:ext>
            </a:extLst>
          </p:cNvPr>
          <p:cNvSpPr>
            <a:spLocks/>
          </p:cNvSpPr>
          <p:nvPr/>
        </p:nvSpPr>
        <p:spPr>
          <a:xfrm>
            <a:off x="1713164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AEB9C1CB-9014-4046-8F5D-FE27295ECB0B}"/>
              </a:ext>
            </a:extLst>
          </p:cNvPr>
          <p:cNvSpPr>
            <a:spLocks/>
          </p:cNvSpPr>
          <p:nvPr/>
        </p:nvSpPr>
        <p:spPr>
          <a:xfrm>
            <a:off x="171589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8A95B4B5-F382-4450-BEEF-EE7AEFCE668E}"/>
              </a:ext>
            </a:extLst>
          </p:cNvPr>
          <p:cNvSpPr>
            <a:spLocks/>
          </p:cNvSpPr>
          <p:nvPr/>
        </p:nvSpPr>
        <p:spPr>
          <a:xfrm>
            <a:off x="1751711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C0A800BD-8D3E-4A8F-95CE-A39DDF19C26B}"/>
              </a:ext>
            </a:extLst>
          </p:cNvPr>
          <p:cNvSpPr>
            <a:spLocks/>
          </p:cNvSpPr>
          <p:nvPr/>
        </p:nvSpPr>
        <p:spPr>
          <a:xfrm>
            <a:off x="1619087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A92055B7-E6F3-43BF-92FB-4E5A7A73668D}"/>
              </a:ext>
            </a:extLst>
          </p:cNvPr>
          <p:cNvSpPr>
            <a:spLocks/>
          </p:cNvSpPr>
          <p:nvPr/>
        </p:nvSpPr>
        <p:spPr>
          <a:xfrm>
            <a:off x="1664925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937471C2-0870-4DE3-8C17-36579582075F}"/>
              </a:ext>
            </a:extLst>
          </p:cNvPr>
          <p:cNvSpPr>
            <a:spLocks/>
          </p:cNvSpPr>
          <p:nvPr/>
        </p:nvSpPr>
        <p:spPr>
          <a:xfrm>
            <a:off x="1669847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049802C4-F03F-416F-B7C7-E3780C394E08}"/>
              </a:ext>
            </a:extLst>
          </p:cNvPr>
          <p:cNvSpPr>
            <a:spLocks/>
          </p:cNvSpPr>
          <p:nvPr/>
        </p:nvSpPr>
        <p:spPr>
          <a:xfrm>
            <a:off x="1691702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D59F92B1-E41D-4CC4-820C-6F2E16AA6F2A}"/>
              </a:ext>
            </a:extLst>
          </p:cNvPr>
          <p:cNvSpPr>
            <a:spLocks/>
          </p:cNvSpPr>
          <p:nvPr/>
        </p:nvSpPr>
        <p:spPr>
          <a:xfrm>
            <a:off x="1683693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16D6395B-20F0-47DA-8572-039C1D6EF95C}"/>
              </a:ext>
            </a:extLst>
          </p:cNvPr>
          <p:cNvSpPr>
            <a:spLocks/>
          </p:cNvSpPr>
          <p:nvPr/>
        </p:nvSpPr>
        <p:spPr>
          <a:xfrm>
            <a:off x="1649427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047F6880-A443-4B87-BCC3-38FD3DF30007}"/>
              </a:ext>
            </a:extLst>
          </p:cNvPr>
          <p:cNvSpPr>
            <a:spLocks/>
          </p:cNvSpPr>
          <p:nvPr/>
        </p:nvSpPr>
        <p:spPr>
          <a:xfrm>
            <a:off x="1723587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74580AF9-8E0C-4CEA-A85F-8BF76A09A9A8}"/>
              </a:ext>
            </a:extLst>
          </p:cNvPr>
          <p:cNvSpPr>
            <a:spLocks/>
          </p:cNvSpPr>
          <p:nvPr/>
        </p:nvSpPr>
        <p:spPr>
          <a:xfrm>
            <a:off x="1620101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37E7A9D0-85BE-4CAC-8F6B-2BBB78064264}"/>
              </a:ext>
            </a:extLst>
          </p:cNvPr>
          <p:cNvSpPr>
            <a:spLocks/>
          </p:cNvSpPr>
          <p:nvPr/>
        </p:nvSpPr>
        <p:spPr>
          <a:xfrm>
            <a:off x="1705442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DDDB468B-D969-424C-BC60-ACF518E0266A}"/>
              </a:ext>
            </a:extLst>
          </p:cNvPr>
          <p:cNvSpPr>
            <a:spLocks/>
          </p:cNvSpPr>
          <p:nvPr/>
        </p:nvSpPr>
        <p:spPr>
          <a:xfrm>
            <a:off x="1686794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E1E7DF19-F10A-4F64-98F7-EE4A579FA1E5}"/>
              </a:ext>
            </a:extLst>
          </p:cNvPr>
          <p:cNvSpPr>
            <a:spLocks/>
          </p:cNvSpPr>
          <p:nvPr/>
        </p:nvSpPr>
        <p:spPr>
          <a:xfrm>
            <a:off x="1685526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A42F6EE-39A1-4F6A-B14D-5F04112996E8}"/>
              </a:ext>
            </a:extLst>
          </p:cNvPr>
          <p:cNvSpPr>
            <a:spLocks/>
          </p:cNvSpPr>
          <p:nvPr/>
        </p:nvSpPr>
        <p:spPr>
          <a:xfrm>
            <a:off x="1662690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CD733A8-0DD3-4658-9C4E-A11097726E2C}"/>
              </a:ext>
            </a:extLst>
          </p:cNvPr>
          <p:cNvSpPr>
            <a:spLocks/>
          </p:cNvSpPr>
          <p:nvPr/>
        </p:nvSpPr>
        <p:spPr>
          <a:xfrm>
            <a:off x="1719553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DD9B01F-8642-4D7A-85F5-40AB4275D1E5}"/>
              </a:ext>
            </a:extLst>
          </p:cNvPr>
          <p:cNvSpPr>
            <a:spLocks/>
          </p:cNvSpPr>
          <p:nvPr/>
        </p:nvSpPr>
        <p:spPr>
          <a:xfrm>
            <a:off x="1659292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6C487AF9-30BA-4427-B6A7-BE2CE4518CA2}"/>
              </a:ext>
            </a:extLst>
          </p:cNvPr>
          <p:cNvSpPr>
            <a:spLocks/>
          </p:cNvSpPr>
          <p:nvPr/>
        </p:nvSpPr>
        <p:spPr>
          <a:xfrm>
            <a:off x="1659903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E9859F03-B143-4C21-A18F-5E43BF030693}"/>
              </a:ext>
            </a:extLst>
          </p:cNvPr>
          <p:cNvSpPr>
            <a:spLocks/>
          </p:cNvSpPr>
          <p:nvPr/>
        </p:nvSpPr>
        <p:spPr>
          <a:xfrm>
            <a:off x="1689583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0E946963-7E4D-4EDF-82EC-E7ECAD5BFFD6}"/>
              </a:ext>
            </a:extLst>
          </p:cNvPr>
          <p:cNvSpPr>
            <a:spLocks/>
          </p:cNvSpPr>
          <p:nvPr/>
        </p:nvSpPr>
        <p:spPr>
          <a:xfrm>
            <a:off x="1701414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08218ADC-1F73-41E9-B207-6119C2823B18}"/>
              </a:ext>
            </a:extLst>
          </p:cNvPr>
          <p:cNvSpPr>
            <a:spLocks/>
          </p:cNvSpPr>
          <p:nvPr/>
        </p:nvSpPr>
        <p:spPr>
          <a:xfrm>
            <a:off x="1712252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7002B48-3DB1-4D61-88A0-9BF993711B29}"/>
              </a:ext>
            </a:extLst>
          </p:cNvPr>
          <p:cNvSpPr>
            <a:spLocks/>
          </p:cNvSpPr>
          <p:nvPr/>
        </p:nvSpPr>
        <p:spPr>
          <a:xfrm>
            <a:off x="1690303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B97D53F-2C81-4A77-9865-73FDFCEE412C}"/>
              </a:ext>
            </a:extLst>
          </p:cNvPr>
          <p:cNvSpPr>
            <a:spLocks/>
          </p:cNvSpPr>
          <p:nvPr/>
        </p:nvSpPr>
        <p:spPr>
          <a:xfrm>
            <a:off x="1634718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05D2A589-3703-45C1-A986-99CB77AD1068}"/>
              </a:ext>
            </a:extLst>
          </p:cNvPr>
          <p:cNvSpPr>
            <a:spLocks/>
          </p:cNvSpPr>
          <p:nvPr/>
        </p:nvSpPr>
        <p:spPr>
          <a:xfrm>
            <a:off x="1664109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1F97588-1EAA-48DF-8E36-C5DFE402724F}"/>
              </a:ext>
            </a:extLst>
          </p:cNvPr>
          <p:cNvSpPr>
            <a:spLocks/>
          </p:cNvSpPr>
          <p:nvPr/>
        </p:nvSpPr>
        <p:spPr>
          <a:xfrm>
            <a:off x="1747284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FE630445-C092-4948-A00F-9DA9199F0232}"/>
              </a:ext>
            </a:extLst>
          </p:cNvPr>
          <p:cNvSpPr>
            <a:spLocks/>
          </p:cNvSpPr>
          <p:nvPr/>
        </p:nvSpPr>
        <p:spPr>
          <a:xfrm>
            <a:off x="1658626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8B6BAAB2-04D8-47FE-866C-854FC0BA05D1}"/>
              </a:ext>
            </a:extLst>
          </p:cNvPr>
          <p:cNvSpPr>
            <a:spLocks/>
          </p:cNvSpPr>
          <p:nvPr/>
        </p:nvSpPr>
        <p:spPr>
          <a:xfrm>
            <a:off x="1623699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EE156E99-CA2F-4ACE-8794-276A800F09A3}"/>
              </a:ext>
            </a:extLst>
          </p:cNvPr>
          <p:cNvSpPr>
            <a:spLocks/>
          </p:cNvSpPr>
          <p:nvPr/>
        </p:nvSpPr>
        <p:spPr>
          <a:xfrm>
            <a:off x="1744568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2BB35FF-69EE-4AFB-B892-717879E91D4F}"/>
              </a:ext>
            </a:extLst>
          </p:cNvPr>
          <p:cNvSpPr>
            <a:spLocks/>
          </p:cNvSpPr>
          <p:nvPr/>
        </p:nvSpPr>
        <p:spPr>
          <a:xfrm>
            <a:off x="1686582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8698E6A9-0113-456E-9596-BFEABBF06B1E}"/>
              </a:ext>
            </a:extLst>
          </p:cNvPr>
          <p:cNvSpPr>
            <a:spLocks/>
          </p:cNvSpPr>
          <p:nvPr/>
        </p:nvSpPr>
        <p:spPr>
          <a:xfrm>
            <a:off x="1744484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F2FE5455-A2E3-44FC-BFE8-C5569023B665}"/>
              </a:ext>
            </a:extLst>
          </p:cNvPr>
          <p:cNvSpPr>
            <a:spLocks/>
          </p:cNvSpPr>
          <p:nvPr/>
        </p:nvSpPr>
        <p:spPr>
          <a:xfrm>
            <a:off x="1626099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8946123D-ADA3-4BF7-BC18-57241C4BF436}"/>
              </a:ext>
            </a:extLst>
          </p:cNvPr>
          <p:cNvSpPr>
            <a:spLocks/>
          </p:cNvSpPr>
          <p:nvPr/>
        </p:nvSpPr>
        <p:spPr>
          <a:xfrm>
            <a:off x="1702613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E0970A3D-C957-430F-BF13-CDB82FA5FBA2}"/>
              </a:ext>
            </a:extLst>
          </p:cNvPr>
          <p:cNvSpPr>
            <a:spLocks/>
          </p:cNvSpPr>
          <p:nvPr/>
        </p:nvSpPr>
        <p:spPr>
          <a:xfrm>
            <a:off x="1634068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18E0877E-389F-49EE-8D58-30CCD462B9CA}"/>
              </a:ext>
            </a:extLst>
          </p:cNvPr>
          <p:cNvSpPr>
            <a:spLocks/>
          </p:cNvSpPr>
          <p:nvPr/>
        </p:nvSpPr>
        <p:spPr>
          <a:xfrm>
            <a:off x="1717377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EBF22485-3B3B-4AEE-9232-AF6B6EE21FAF}"/>
              </a:ext>
            </a:extLst>
          </p:cNvPr>
          <p:cNvSpPr>
            <a:spLocks/>
          </p:cNvSpPr>
          <p:nvPr/>
        </p:nvSpPr>
        <p:spPr>
          <a:xfrm>
            <a:off x="1710443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58DDD0CB-4761-454A-9DB0-AD9CB0B5BC30}"/>
              </a:ext>
            </a:extLst>
          </p:cNvPr>
          <p:cNvSpPr>
            <a:spLocks/>
          </p:cNvSpPr>
          <p:nvPr/>
        </p:nvSpPr>
        <p:spPr>
          <a:xfrm>
            <a:off x="162780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72DFDEDD-C556-47B8-A0A9-BB0C1ACE987F}"/>
              </a:ext>
            </a:extLst>
          </p:cNvPr>
          <p:cNvSpPr>
            <a:spLocks/>
          </p:cNvSpPr>
          <p:nvPr/>
        </p:nvSpPr>
        <p:spPr>
          <a:xfrm>
            <a:off x="172050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7B1D4878-F1DF-4454-A3EF-D38D7B638590}"/>
              </a:ext>
            </a:extLst>
          </p:cNvPr>
          <p:cNvSpPr>
            <a:spLocks/>
          </p:cNvSpPr>
          <p:nvPr/>
        </p:nvSpPr>
        <p:spPr>
          <a:xfrm>
            <a:off x="2121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C7FAA7A7-3BEC-4604-8D9C-0A4DE8400033}"/>
              </a:ext>
            </a:extLst>
          </p:cNvPr>
          <p:cNvSpPr>
            <a:spLocks/>
          </p:cNvSpPr>
          <p:nvPr/>
        </p:nvSpPr>
        <p:spPr>
          <a:xfrm>
            <a:off x="21040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8B916313-1885-4E2B-AA88-DAE5D76AD1E6}"/>
              </a:ext>
            </a:extLst>
          </p:cNvPr>
          <p:cNvSpPr>
            <a:spLocks/>
          </p:cNvSpPr>
          <p:nvPr/>
        </p:nvSpPr>
        <p:spPr>
          <a:xfrm>
            <a:off x="21209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9390CE-2A31-4336-9F12-6165DCBB6240}"/>
              </a:ext>
            </a:extLst>
          </p:cNvPr>
          <p:cNvSpPr>
            <a:spLocks/>
          </p:cNvSpPr>
          <p:nvPr/>
        </p:nvSpPr>
        <p:spPr>
          <a:xfrm>
            <a:off x="21235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8056E3C-2032-41A9-9FDF-7FC4F9CA4195}"/>
              </a:ext>
            </a:extLst>
          </p:cNvPr>
          <p:cNvSpPr>
            <a:spLocks/>
          </p:cNvSpPr>
          <p:nvPr/>
        </p:nvSpPr>
        <p:spPr>
          <a:xfrm>
            <a:off x="2219067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27047A28-844D-4CE7-B0EF-BB8A46F45801}"/>
              </a:ext>
            </a:extLst>
          </p:cNvPr>
          <p:cNvSpPr>
            <a:spLocks/>
          </p:cNvSpPr>
          <p:nvPr/>
        </p:nvSpPr>
        <p:spPr>
          <a:xfrm>
            <a:off x="22106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E4D1E57A-A5EA-4C0D-8D9C-91AD3E33CAB1}"/>
              </a:ext>
            </a:extLst>
          </p:cNvPr>
          <p:cNvSpPr>
            <a:spLocks/>
          </p:cNvSpPr>
          <p:nvPr/>
        </p:nvSpPr>
        <p:spPr>
          <a:xfrm>
            <a:off x="210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97400-9511-4B9D-BC39-5E69106C51A5}"/>
              </a:ext>
            </a:extLst>
          </p:cNvPr>
          <p:cNvSpPr>
            <a:spLocks/>
          </p:cNvSpPr>
          <p:nvPr/>
        </p:nvSpPr>
        <p:spPr>
          <a:xfrm>
            <a:off x="219403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89549297-3A2A-4B30-B3BE-1413C9293A28}"/>
              </a:ext>
            </a:extLst>
          </p:cNvPr>
          <p:cNvSpPr>
            <a:spLocks/>
          </p:cNvSpPr>
          <p:nvPr/>
        </p:nvSpPr>
        <p:spPr>
          <a:xfrm>
            <a:off x="21263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375F1A67-DD9D-480B-AA1D-AD8A108EB773}"/>
              </a:ext>
            </a:extLst>
          </p:cNvPr>
          <p:cNvSpPr>
            <a:spLocks/>
          </p:cNvSpPr>
          <p:nvPr/>
        </p:nvSpPr>
        <p:spPr>
          <a:xfrm>
            <a:off x="215485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9533049-6314-4936-8D68-CDC80E682901}"/>
              </a:ext>
            </a:extLst>
          </p:cNvPr>
          <p:cNvSpPr>
            <a:spLocks/>
          </p:cNvSpPr>
          <p:nvPr/>
        </p:nvSpPr>
        <p:spPr>
          <a:xfrm>
            <a:off x="2224395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4808FD1A-536F-4671-AC8F-2B2157F74020}"/>
              </a:ext>
            </a:extLst>
          </p:cNvPr>
          <p:cNvSpPr>
            <a:spLocks/>
          </p:cNvSpPr>
          <p:nvPr/>
        </p:nvSpPr>
        <p:spPr>
          <a:xfrm>
            <a:off x="2233792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9E38DE7D-CB39-4638-9566-19EA5E0B3B3F}"/>
              </a:ext>
            </a:extLst>
          </p:cNvPr>
          <p:cNvSpPr>
            <a:spLocks/>
          </p:cNvSpPr>
          <p:nvPr/>
        </p:nvSpPr>
        <p:spPr>
          <a:xfrm>
            <a:off x="2151929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F1FCE9FF-541C-4A93-8367-ABAF83C8BED6}"/>
              </a:ext>
            </a:extLst>
          </p:cNvPr>
          <p:cNvSpPr>
            <a:spLocks/>
          </p:cNvSpPr>
          <p:nvPr/>
        </p:nvSpPr>
        <p:spPr>
          <a:xfrm>
            <a:off x="2205492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87E62374-D441-4499-8854-3D7EF224B551}"/>
              </a:ext>
            </a:extLst>
          </p:cNvPr>
          <p:cNvSpPr>
            <a:spLocks/>
          </p:cNvSpPr>
          <p:nvPr/>
        </p:nvSpPr>
        <p:spPr>
          <a:xfrm>
            <a:off x="2176067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9E85B8DB-7D12-4715-984E-9FE8D8F4A729}"/>
              </a:ext>
            </a:extLst>
          </p:cNvPr>
          <p:cNvSpPr>
            <a:spLocks/>
          </p:cNvSpPr>
          <p:nvPr/>
        </p:nvSpPr>
        <p:spPr>
          <a:xfrm>
            <a:off x="219860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2E76EEE8-933F-4317-8E29-B8972DA310BB}"/>
              </a:ext>
            </a:extLst>
          </p:cNvPr>
          <p:cNvSpPr>
            <a:spLocks/>
          </p:cNvSpPr>
          <p:nvPr/>
        </p:nvSpPr>
        <p:spPr>
          <a:xfrm>
            <a:off x="21152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8D9B604C-E8B9-451C-8423-104AABBEDEBC}"/>
              </a:ext>
            </a:extLst>
          </p:cNvPr>
          <p:cNvSpPr>
            <a:spLocks/>
          </p:cNvSpPr>
          <p:nvPr/>
        </p:nvSpPr>
        <p:spPr>
          <a:xfrm>
            <a:off x="2231708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B42A6B0B-0FC3-4F9C-BA55-632A723A69E3}"/>
              </a:ext>
            </a:extLst>
          </p:cNvPr>
          <p:cNvSpPr>
            <a:spLocks/>
          </p:cNvSpPr>
          <p:nvPr/>
        </p:nvSpPr>
        <p:spPr>
          <a:xfrm>
            <a:off x="2169545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1EAF3C24-4784-443C-81BA-F301E07655C4}"/>
              </a:ext>
            </a:extLst>
          </p:cNvPr>
          <p:cNvSpPr>
            <a:spLocks/>
          </p:cNvSpPr>
          <p:nvPr/>
        </p:nvSpPr>
        <p:spPr>
          <a:xfrm>
            <a:off x="2179137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5C263BF8-44A7-4A71-BBB3-1A7E24922082}"/>
              </a:ext>
            </a:extLst>
          </p:cNvPr>
          <p:cNvSpPr>
            <a:spLocks/>
          </p:cNvSpPr>
          <p:nvPr/>
        </p:nvSpPr>
        <p:spPr>
          <a:xfrm>
            <a:off x="2218018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D8EEFCC5-BB92-47CA-90EA-3F7E747898CB}"/>
              </a:ext>
            </a:extLst>
          </p:cNvPr>
          <p:cNvSpPr>
            <a:spLocks/>
          </p:cNvSpPr>
          <p:nvPr/>
        </p:nvSpPr>
        <p:spPr>
          <a:xfrm>
            <a:off x="21339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A8F84E56-72D3-40F5-9C52-97E3DB487065}"/>
              </a:ext>
            </a:extLst>
          </p:cNvPr>
          <p:cNvSpPr>
            <a:spLocks/>
          </p:cNvSpPr>
          <p:nvPr/>
        </p:nvSpPr>
        <p:spPr>
          <a:xfrm>
            <a:off x="2146759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B7FD4C6-4330-41C1-8E9D-72C55C1B2B40}"/>
              </a:ext>
            </a:extLst>
          </p:cNvPr>
          <p:cNvSpPr>
            <a:spLocks/>
          </p:cNvSpPr>
          <p:nvPr/>
        </p:nvSpPr>
        <p:spPr>
          <a:xfrm>
            <a:off x="2192155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648BAD5B-455C-4D3F-84C1-58B5EE057F5D}"/>
              </a:ext>
            </a:extLst>
          </p:cNvPr>
          <p:cNvSpPr>
            <a:spLocks/>
          </p:cNvSpPr>
          <p:nvPr/>
        </p:nvSpPr>
        <p:spPr>
          <a:xfrm>
            <a:off x="210203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7432541E-16A6-4901-9684-CABB71CB2C55}"/>
              </a:ext>
            </a:extLst>
          </p:cNvPr>
          <p:cNvSpPr>
            <a:spLocks/>
          </p:cNvSpPr>
          <p:nvPr/>
        </p:nvSpPr>
        <p:spPr>
          <a:xfrm>
            <a:off x="2101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601A12AF-261F-4665-8A0D-9D7BC84AD372}"/>
              </a:ext>
            </a:extLst>
          </p:cNvPr>
          <p:cNvSpPr>
            <a:spLocks/>
          </p:cNvSpPr>
          <p:nvPr/>
        </p:nvSpPr>
        <p:spPr>
          <a:xfrm>
            <a:off x="2129043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2DD5E0E-441E-43B9-8738-4B89A42C6B57}"/>
              </a:ext>
            </a:extLst>
          </p:cNvPr>
          <p:cNvSpPr>
            <a:spLocks/>
          </p:cNvSpPr>
          <p:nvPr/>
        </p:nvSpPr>
        <p:spPr>
          <a:xfrm>
            <a:off x="22048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9A2E7343-DB66-4EB5-A503-73A1D3865E04}"/>
              </a:ext>
            </a:extLst>
          </p:cNvPr>
          <p:cNvSpPr>
            <a:spLocks/>
          </p:cNvSpPr>
          <p:nvPr/>
        </p:nvSpPr>
        <p:spPr>
          <a:xfrm>
            <a:off x="2120899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C956D263-0012-447C-A40E-8BA23FCF6213}"/>
              </a:ext>
            </a:extLst>
          </p:cNvPr>
          <p:cNvSpPr>
            <a:spLocks/>
          </p:cNvSpPr>
          <p:nvPr/>
        </p:nvSpPr>
        <p:spPr>
          <a:xfrm>
            <a:off x="212766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72F0B44A-7A0A-4435-AB90-A116E338DDCD}"/>
              </a:ext>
            </a:extLst>
          </p:cNvPr>
          <p:cNvSpPr>
            <a:spLocks/>
          </p:cNvSpPr>
          <p:nvPr/>
        </p:nvSpPr>
        <p:spPr>
          <a:xfrm>
            <a:off x="21152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1669FB49-D56D-43A6-8FB2-676F77E4E982}"/>
              </a:ext>
            </a:extLst>
          </p:cNvPr>
          <p:cNvSpPr>
            <a:spLocks/>
          </p:cNvSpPr>
          <p:nvPr/>
        </p:nvSpPr>
        <p:spPr>
          <a:xfrm>
            <a:off x="2213070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85E7BFED-8522-41DD-BED1-FDDD01D9D9BC}"/>
              </a:ext>
            </a:extLst>
          </p:cNvPr>
          <p:cNvSpPr>
            <a:spLocks/>
          </p:cNvSpPr>
          <p:nvPr/>
        </p:nvSpPr>
        <p:spPr>
          <a:xfrm>
            <a:off x="22242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75AF6551-D28F-4495-9861-277E6AD5CC75}"/>
              </a:ext>
            </a:extLst>
          </p:cNvPr>
          <p:cNvSpPr>
            <a:spLocks/>
          </p:cNvSpPr>
          <p:nvPr/>
        </p:nvSpPr>
        <p:spPr>
          <a:xfrm>
            <a:off x="22293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52F128F6-5AF2-4DB2-9B4F-0BF2F79CB57F}"/>
              </a:ext>
            </a:extLst>
          </p:cNvPr>
          <p:cNvSpPr>
            <a:spLocks/>
          </p:cNvSpPr>
          <p:nvPr/>
        </p:nvSpPr>
        <p:spPr>
          <a:xfrm>
            <a:off x="21833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E6EC381D-81EE-4DAA-8F6A-A9AED32AEC96}"/>
              </a:ext>
            </a:extLst>
          </p:cNvPr>
          <p:cNvSpPr>
            <a:spLocks/>
          </p:cNvSpPr>
          <p:nvPr/>
        </p:nvSpPr>
        <p:spPr>
          <a:xfrm>
            <a:off x="211847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5D54AC39-ED2B-452D-B371-BB53221B73B4}"/>
              </a:ext>
            </a:extLst>
          </p:cNvPr>
          <p:cNvSpPr>
            <a:spLocks/>
          </p:cNvSpPr>
          <p:nvPr/>
        </p:nvSpPr>
        <p:spPr>
          <a:xfrm>
            <a:off x="21130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76792FBA-D9D8-46B3-B820-2A0E6F11339A}"/>
              </a:ext>
            </a:extLst>
          </p:cNvPr>
          <p:cNvSpPr>
            <a:spLocks/>
          </p:cNvSpPr>
          <p:nvPr/>
        </p:nvSpPr>
        <p:spPr>
          <a:xfrm>
            <a:off x="216779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EA43EA78-E2E3-44F4-866F-E2FF3FEAD2BB}"/>
              </a:ext>
            </a:extLst>
          </p:cNvPr>
          <p:cNvSpPr>
            <a:spLocks/>
          </p:cNvSpPr>
          <p:nvPr/>
        </p:nvSpPr>
        <p:spPr>
          <a:xfrm>
            <a:off x="21686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ED6407FC-DC00-46DB-AF32-1C4C7B7FF44D}"/>
              </a:ext>
            </a:extLst>
          </p:cNvPr>
          <p:cNvSpPr>
            <a:spLocks/>
          </p:cNvSpPr>
          <p:nvPr/>
        </p:nvSpPr>
        <p:spPr>
          <a:xfrm>
            <a:off x="2118629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348E099-37AC-4B42-A258-02A4EA4EE1DF}"/>
              </a:ext>
            </a:extLst>
          </p:cNvPr>
          <p:cNvSpPr>
            <a:spLocks/>
          </p:cNvSpPr>
          <p:nvPr/>
        </p:nvSpPr>
        <p:spPr>
          <a:xfrm>
            <a:off x="2193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43B3C173-CDE2-4806-8CC9-6C0D8D75C430}"/>
              </a:ext>
            </a:extLst>
          </p:cNvPr>
          <p:cNvSpPr>
            <a:spLocks/>
          </p:cNvSpPr>
          <p:nvPr/>
        </p:nvSpPr>
        <p:spPr>
          <a:xfrm>
            <a:off x="220386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FAB284-AC86-4DB3-A5AA-DDD5E9353884}"/>
              </a:ext>
            </a:extLst>
          </p:cNvPr>
          <p:cNvSpPr>
            <a:spLocks/>
          </p:cNvSpPr>
          <p:nvPr/>
        </p:nvSpPr>
        <p:spPr>
          <a:xfrm>
            <a:off x="22056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B73FE23-DFFB-44A9-814F-AA096455943D}"/>
              </a:ext>
            </a:extLst>
          </p:cNvPr>
          <p:cNvSpPr>
            <a:spLocks/>
          </p:cNvSpPr>
          <p:nvPr/>
        </p:nvSpPr>
        <p:spPr>
          <a:xfrm>
            <a:off x="2195727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B5962F6C-C85A-4A16-BB9F-17B10C6104F3}"/>
              </a:ext>
            </a:extLst>
          </p:cNvPr>
          <p:cNvSpPr>
            <a:spLocks/>
          </p:cNvSpPr>
          <p:nvPr/>
        </p:nvSpPr>
        <p:spPr>
          <a:xfrm>
            <a:off x="22133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2D545412-5E66-462F-BEA7-0A86AD1F4DB2}"/>
              </a:ext>
            </a:extLst>
          </p:cNvPr>
          <p:cNvSpPr>
            <a:spLocks/>
          </p:cNvSpPr>
          <p:nvPr/>
        </p:nvSpPr>
        <p:spPr>
          <a:xfrm>
            <a:off x="21436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0D112AE4-06C2-4F85-90C7-0CA7D5E460A7}"/>
              </a:ext>
            </a:extLst>
          </p:cNvPr>
          <p:cNvSpPr>
            <a:spLocks/>
          </p:cNvSpPr>
          <p:nvPr/>
        </p:nvSpPr>
        <p:spPr>
          <a:xfrm>
            <a:off x="2148966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9021C791-EF6C-4468-91BB-79D22DE63E6C}"/>
              </a:ext>
            </a:extLst>
          </p:cNvPr>
          <p:cNvSpPr>
            <a:spLocks/>
          </p:cNvSpPr>
          <p:nvPr/>
        </p:nvSpPr>
        <p:spPr>
          <a:xfrm>
            <a:off x="21951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06C7A018-7827-4FA7-86D8-12D6A1DE5499}"/>
              </a:ext>
            </a:extLst>
          </p:cNvPr>
          <p:cNvSpPr>
            <a:spLocks/>
          </p:cNvSpPr>
          <p:nvPr/>
        </p:nvSpPr>
        <p:spPr>
          <a:xfrm>
            <a:off x="2100225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86B2DD6B-CA8D-4253-834D-B1941CE4B7FD}"/>
              </a:ext>
            </a:extLst>
          </p:cNvPr>
          <p:cNvSpPr>
            <a:spLocks/>
          </p:cNvSpPr>
          <p:nvPr/>
        </p:nvSpPr>
        <p:spPr>
          <a:xfrm>
            <a:off x="2148748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6DAA331A-2FE1-40D2-B7A5-887653021D19}"/>
              </a:ext>
            </a:extLst>
          </p:cNvPr>
          <p:cNvSpPr>
            <a:spLocks/>
          </p:cNvSpPr>
          <p:nvPr/>
        </p:nvSpPr>
        <p:spPr>
          <a:xfrm>
            <a:off x="2153050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4B351B07-6D93-4E2D-9FC4-9CB82E90CEB0}"/>
              </a:ext>
            </a:extLst>
          </p:cNvPr>
          <p:cNvSpPr>
            <a:spLocks/>
          </p:cNvSpPr>
          <p:nvPr/>
        </p:nvSpPr>
        <p:spPr>
          <a:xfrm>
            <a:off x="215442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6477B895-DD88-40F1-B8B0-65B34E9D61EF}"/>
              </a:ext>
            </a:extLst>
          </p:cNvPr>
          <p:cNvSpPr>
            <a:spLocks/>
          </p:cNvSpPr>
          <p:nvPr/>
        </p:nvSpPr>
        <p:spPr>
          <a:xfrm>
            <a:off x="2149370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94E5B22B-CC87-455C-BEE5-823BDDF155FE}"/>
              </a:ext>
            </a:extLst>
          </p:cNvPr>
          <p:cNvSpPr>
            <a:spLocks/>
          </p:cNvSpPr>
          <p:nvPr/>
        </p:nvSpPr>
        <p:spPr>
          <a:xfrm>
            <a:off x="2208836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07BCBF9E-CCC9-4C20-AA7A-F4E0C536EF0A}"/>
              </a:ext>
            </a:extLst>
          </p:cNvPr>
          <p:cNvSpPr>
            <a:spLocks/>
          </p:cNvSpPr>
          <p:nvPr/>
        </p:nvSpPr>
        <p:spPr>
          <a:xfrm>
            <a:off x="2143814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45FAFDFF-20A4-433C-865D-ED872DBC70B6}"/>
              </a:ext>
            </a:extLst>
          </p:cNvPr>
          <p:cNvSpPr>
            <a:spLocks/>
          </p:cNvSpPr>
          <p:nvPr/>
        </p:nvSpPr>
        <p:spPr>
          <a:xfrm>
            <a:off x="2211091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5E7E57EC-B8F5-49ED-9B66-FFA8E6E20620}"/>
              </a:ext>
            </a:extLst>
          </p:cNvPr>
          <p:cNvSpPr>
            <a:spLocks/>
          </p:cNvSpPr>
          <p:nvPr/>
        </p:nvSpPr>
        <p:spPr>
          <a:xfrm>
            <a:off x="2182616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8957BE5E-AA1A-4454-869A-1423CFABE338}"/>
              </a:ext>
            </a:extLst>
          </p:cNvPr>
          <p:cNvSpPr>
            <a:spLocks/>
          </p:cNvSpPr>
          <p:nvPr/>
        </p:nvSpPr>
        <p:spPr>
          <a:xfrm>
            <a:off x="2198518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9DE85D19-7986-40E2-998F-08D6DB6FE8E2}"/>
              </a:ext>
            </a:extLst>
          </p:cNvPr>
          <p:cNvSpPr>
            <a:spLocks/>
          </p:cNvSpPr>
          <p:nvPr/>
        </p:nvSpPr>
        <p:spPr>
          <a:xfrm>
            <a:off x="2180662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2E4E908-3AE7-4EEB-87D2-7F3220335CE6}"/>
              </a:ext>
            </a:extLst>
          </p:cNvPr>
          <p:cNvSpPr>
            <a:spLocks/>
          </p:cNvSpPr>
          <p:nvPr/>
        </p:nvSpPr>
        <p:spPr>
          <a:xfrm>
            <a:off x="2122934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8AB3256C-FABF-4F81-B7BA-3372F4AD54B6}"/>
              </a:ext>
            </a:extLst>
          </p:cNvPr>
          <p:cNvSpPr>
            <a:spLocks/>
          </p:cNvSpPr>
          <p:nvPr/>
        </p:nvSpPr>
        <p:spPr>
          <a:xfrm>
            <a:off x="2184397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1AB4783-2CBB-487E-9FFD-C11C20CF90CD}"/>
              </a:ext>
            </a:extLst>
          </p:cNvPr>
          <p:cNvSpPr>
            <a:spLocks/>
          </p:cNvSpPr>
          <p:nvPr/>
        </p:nvSpPr>
        <p:spPr>
          <a:xfrm>
            <a:off x="21399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E407CBA-C458-463B-95BB-9EFCB1DCF372}"/>
              </a:ext>
            </a:extLst>
          </p:cNvPr>
          <p:cNvSpPr>
            <a:spLocks/>
          </p:cNvSpPr>
          <p:nvPr/>
        </p:nvSpPr>
        <p:spPr>
          <a:xfrm>
            <a:off x="21771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D3C2DA5F-AA25-431B-ACA6-DD056D8AB8B1}"/>
              </a:ext>
            </a:extLst>
          </p:cNvPr>
          <p:cNvSpPr>
            <a:spLocks/>
          </p:cNvSpPr>
          <p:nvPr/>
        </p:nvSpPr>
        <p:spPr>
          <a:xfrm>
            <a:off x="21426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2EC8E93E-F5AE-4521-B229-EEE5EA52C11B}"/>
              </a:ext>
            </a:extLst>
          </p:cNvPr>
          <p:cNvSpPr>
            <a:spLocks/>
          </p:cNvSpPr>
          <p:nvPr/>
        </p:nvSpPr>
        <p:spPr>
          <a:xfrm>
            <a:off x="22308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3FCA6A1-B3CF-4BF3-AC3B-9994115F8949}"/>
              </a:ext>
            </a:extLst>
          </p:cNvPr>
          <p:cNvSpPr>
            <a:spLocks/>
          </p:cNvSpPr>
          <p:nvPr/>
        </p:nvSpPr>
        <p:spPr>
          <a:xfrm>
            <a:off x="2183617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32CDEE5-A95A-44DE-8568-DD1D06F872AD}"/>
              </a:ext>
            </a:extLst>
          </p:cNvPr>
          <p:cNvSpPr>
            <a:spLocks/>
          </p:cNvSpPr>
          <p:nvPr/>
        </p:nvSpPr>
        <p:spPr>
          <a:xfrm>
            <a:off x="2156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CC1E009C-578C-4BAC-825D-DA220F339E39}"/>
              </a:ext>
            </a:extLst>
          </p:cNvPr>
          <p:cNvSpPr>
            <a:spLocks/>
          </p:cNvSpPr>
          <p:nvPr/>
        </p:nvSpPr>
        <p:spPr>
          <a:xfrm>
            <a:off x="21462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DAACC76-7F29-42FF-A42F-624A91E1F37A}"/>
              </a:ext>
            </a:extLst>
          </p:cNvPr>
          <p:cNvSpPr>
            <a:spLocks/>
          </p:cNvSpPr>
          <p:nvPr/>
        </p:nvSpPr>
        <p:spPr>
          <a:xfrm>
            <a:off x="2146341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94479754-CC05-4B26-97E7-5DADF40033EE}"/>
              </a:ext>
            </a:extLst>
          </p:cNvPr>
          <p:cNvSpPr>
            <a:spLocks/>
          </p:cNvSpPr>
          <p:nvPr/>
        </p:nvSpPr>
        <p:spPr>
          <a:xfrm>
            <a:off x="2216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AF899CDD-A4C6-48EE-915D-FC400DA4BBD5}"/>
              </a:ext>
            </a:extLst>
          </p:cNvPr>
          <p:cNvSpPr>
            <a:spLocks/>
          </p:cNvSpPr>
          <p:nvPr/>
        </p:nvSpPr>
        <p:spPr>
          <a:xfrm>
            <a:off x="216896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AADA1FB8-55E0-4355-96DF-18E88ADA59E1}"/>
              </a:ext>
            </a:extLst>
          </p:cNvPr>
          <p:cNvSpPr>
            <a:spLocks/>
          </p:cNvSpPr>
          <p:nvPr/>
        </p:nvSpPr>
        <p:spPr>
          <a:xfrm>
            <a:off x="2163290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08FD274-BD9F-465F-A722-B03EE81A1DEE}"/>
              </a:ext>
            </a:extLst>
          </p:cNvPr>
          <p:cNvSpPr>
            <a:spLocks/>
          </p:cNvSpPr>
          <p:nvPr/>
        </p:nvSpPr>
        <p:spPr>
          <a:xfrm>
            <a:off x="21004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FF738F5-2F20-427A-973E-8934F157587D}"/>
              </a:ext>
            </a:extLst>
          </p:cNvPr>
          <p:cNvSpPr>
            <a:spLocks/>
          </p:cNvSpPr>
          <p:nvPr/>
        </p:nvSpPr>
        <p:spPr>
          <a:xfrm>
            <a:off x="2220583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8C989048-9161-4E2A-ADA8-5D02431EC297}"/>
              </a:ext>
            </a:extLst>
          </p:cNvPr>
          <p:cNvSpPr>
            <a:spLocks/>
          </p:cNvSpPr>
          <p:nvPr/>
        </p:nvSpPr>
        <p:spPr>
          <a:xfrm>
            <a:off x="2127524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A71F7085-652C-4218-A901-2E18F0DAC32A}"/>
              </a:ext>
            </a:extLst>
          </p:cNvPr>
          <p:cNvSpPr>
            <a:spLocks/>
          </p:cNvSpPr>
          <p:nvPr/>
        </p:nvSpPr>
        <p:spPr>
          <a:xfrm>
            <a:off x="2130630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FE5CEF32-DBF7-4AE5-B011-31E06DFAABA4}"/>
              </a:ext>
            </a:extLst>
          </p:cNvPr>
          <p:cNvSpPr>
            <a:spLocks/>
          </p:cNvSpPr>
          <p:nvPr/>
        </p:nvSpPr>
        <p:spPr>
          <a:xfrm>
            <a:off x="2210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DD228929-2BEE-4A9D-9542-68E0F8B6C97C}"/>
              </a:ext>
            </a:extLst>
          </p:cNvPr>
          <p:cNvSpPr>
            <a:spLocks/>
          </p:cNvSpPr>
          <p:nvPr/>
        </p:nvSpPr>
        <p:spPr>
          <a:xfrm>
            <a:off x="214749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3948F1C-8280-44C9-BCDE-5C8BAB557BD6}"/>
              </a:ext>
            </a:extLst>
          </p:cNvPr>
          <p:cNvSpPr>
            <a:spLocks/>
          </p:cNvSpPr>
          <p:nvPr/>
        </p:nvSpPr>
        <p:spPr>
          <a:xfrm>
            <a:off x="22228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3434AC72-C77C-4D2C-A97E-4E83C3183FFF}"/>
              </a:ext>
            </a:extLst>
          </p:cNvPr>
          <p:cNvSpPr>
            <a:spLocks/>
          </p:cNvSpPr>
          <p:nvPr/>
        </p:nvSpPr>
        <p:spPr>
          <a:xfrm>
            <a:off x="22169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409D08FB-3E86-4130-AAB7-36176D28F70D}"/>
              </a:ext>
            </a:extLst>
          </p:cNvPr>
          <p:cNvSpPr>
            <a:spLocks/>
          </p:cNvSpPr>
          <p:nvPr/>
        </p:nvSpPr>
        <p:spPr>
          <a:xfrm>
            <a:off x="21335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5CDE61FD-C8FC-418C-8A87-D306995DA17F}"/>
              </a:ext>
            </a:extLst>
          </p:cNvPr>
          <p:cNvSpPr>
            <a:spLocks/>
          </p:cNvSpPr>
          <p:nvPr/>
        </p:nvSpPr>
        <p:spPr>
          <a:xfrm>
            <a:off x="212675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F14A92A3-CE89-4484-B7BE-8E3C81EB7AC7}"/>
              </a:ext>
            </a:extLst>
          </p:cNvPr>
          <p:cNvSpPr>
            <a:spLocks/>
          </p:cNvSpPr>
          <p:nvPr/>
        </p:nvSpPr>
        <p:spPr>
          <a:xfrm>
            <a:off x="2188756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F14C8EB6-F536-4F75-8828-67EFE264AABE}"/>
              </a:ext>
            </a:extLst>
          </p:cNvPr>
          <p:cNvSpPr>
            <a:spLocks/>
          </p:cNvSpPr>
          <p:nvPr/>
        </p:nvSpPr>
        <p:spPr>
          <a:xfrm>
            <a:off x="2150906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96980851-71AC-40DA-9D19-072102794A48}"/>
              </a:ext>
            </a:extLst>
          </p:cNvPr>
          <p:cNvSpPr>
            <a:spLocks/>
          </p:cNvSpPr>
          <p:nvPr/>
        </p:nvSpPr>
        <p:spPr>
          <a:xfrm>
            <a:off x="218601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A03FA404-481B-4608-81BE-2602DD1756B6}"/>
              </a:ext>
            </a:extLst>
          </p:cNvPr>
          <p:cNvSpPr>
            <a:spLocks/>
          </p:cNvSpPr>
          <p:nvPr/>
        </p:nvSpPr>
        <p:spPr>
          <a:xfrm>
            <a:off x="2219818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5BF17FD8-8782-4B71-9162-8CF55D9F5AAC}"/>
              </a:ext>
            </a:extLst>
          </p:cNvPr>
          <p:cNvSpPr>
            <a:spLocks/>
          </p:cNvSpPr>
          <p:nvPr/>
        </p:nvSpPr>
        <p:spPr>
          <a:xfrm>
            <a:off x="2103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54285FA-345E-4F17-BF23-5F3C316DC5C1}"/>
              </a:ext>
            </a:extLst>
          </p:cNvPr>
          <p:cNvSpPr>
            <a:spLocks/>
          </p:cNvSpPr>
          <p:nvPr/>
        </p:nvSpPr>
        <p:spPr>
          <a:xfrm>
            <a:off x="21065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C3721134-9944-4943-9743-C3FEE38FBEFC}"/>
              </a:ext>
            </a:extLst>
          </p:cNvPr>
          <p:cNvSpPr>
            <a:spLocks/>
          </p:cNvSpPr>
          <p:nvPr/>
        </p:nvSpPr>
        <p:spPr>
          <a:xfrm>
            <a:off x="2133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9EF186A7-1E71-48F6-A313-41529CC5FF53}"/>
              </a:ext>
            </a:extLst>
          </p:cNvPr>
          <p:cNvSpPr>
            <a:spLocks/>
          </p:cNvSpPr>
          <p:nvPr/>
        </p:nvSpPr>
        <p:spPr>
          <a:xfrm>
            <a:off x="2211881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91C8E0B-95D5-4DED-ADF9-66F596AA594B}"/>
              </a:ext>
            </a:extLst>
          </p:cNvPr>
          <p:cNvSpPr>
            <a:spLocks/>
          </p:cNvSpPr>
          <p:nvPr/>
        </p:nvSpPr>
        <p:spPr>
          <a:xfrm>
            <a:off x="2237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7E6E8FFB-DC37-487E-89F7-5D40868F9238}"/>
              </a:ext>
            </a:extLst>
          </p:cNvPr>
          <p:cNvSpPr>
            <a:spLocks/>
          </p:cNvSpPr>
          <p:nvPr/>
        </p:nvSpPr>
        <p:spPr>
          <a:xfrm>
            <a:off x="22070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06CC149-F4DE-4580-8FA4-3C7E7EE43E20}"/>
              </a:ext>
            </a:extLst>
          </p:cNvPr>
          <p:cNvSpPr>
            <a:spLocks/>
          </p:cNvSpPr>
          <p:nvPr/>
        </p:nvSpPr>
        <p:spPr>
          <a:xfrm>
            <a:off x="2138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CCB5CEC2-25E2-4E96-A2F1-E0560B726D7D}"/>
              </a:ext>
            </a:extLst>
          </p:cNvPr>
          <p:cNvSpPr>
            <a:spLocks/>
          </p:cNvSpPr>
          <p:nvPr/>
        </p:nvSpPr>
        <p:spPr>
          <a:xfrm>
            <a:off x="2138489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FA2AA2E-8F25-4895-ACEB-53FDC7009F57}"/>
              </a:ext>
            </a:extLst>
          </p:cNvPr>
          <p:cNvSpPr>
            <a:spLocks/>
          </p:cNvSpPr>
          <p:nvPr/>
        </p:nvSpPr>
        <p:spPr>
          <a:xfrm>
            <a:off x="21501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5AA7530C-1A4E-4A43-BB21-5D34BC605493}"/>
              </a:ext>
            </a:extLst>
          </p:cNvPr>
          <p:cNvSpPr>
            <a:spLocks/>
          </p:cNvSpPr>
          <p:nvPr/>
        </p:nvSpPr>
        <p:spPr>
          <a:xfrm>
            <a:off x="2139804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8A05414A-77D2-434E-8E64-92D25EDC03F5}"/>
              </a:ext>
            </a:extLst>
          </p:cNvPr>
          <p:cNvSpPr>
            <a:spLocks/>
          </p:cNvSpPr>
          <p:nvPr/>
        </p:nvSpPr>
        <p:spPr>
          <a:xfrm>
            <a:off x="21808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74A5ABE8-2584-48A5-8572-55DE9254C3DA}"/>
              </a:ext>
            </a:extLst>
          </p:cNvPr>
          <p:cNvSpPr>
            <a:spLocks/>
          </p:cNvSpPr>
          <p:nvPr/>
        </p:nvSpPr>
        <p:spPr>
          <a:xfrm>
            <a:off x="2174485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9942D025-BF3C-4161-A5B4-B0B329613388}"/>
              </a:ext>
            </a:extLst>
          </p:cNvPr>
          <p:cNvSpPr>
            <a:spLocks/>
          </p:cNvSpPr>
          <p:nvPr/>
        </p:nvSpPr>
        <p:spPr>
          <a:xfrm>
            <a:off x="2142764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AE79E86-F0B2-4E36-A9AA-41244159D298}"/>
              </a:ext>
            </a:extLst>
          </p:cNvPr>
          <p:cNvSpPr>
            <a:spLocks/>
          </p:cNvSpPr>
          <p:nvPr/>
        </p:nvSpPr>
        <p:spPr>
          <a:xfrm>
            <a:off x="2206195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893A4BE9-FCFC-4D8C-B8D6-78D9F5DC0E39}"/>
              </a:ext>
            </a:extLst>
          </p:cNvPr>
          <p:cNvSpPr>
            <a:spLocks/>
          </p:cNvSpPr>
          <p:nvPr/>
        </p:nvSpPr>
        <p:spPr>
          <a:xfrm>
            <a:off x="2239203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9379B7E1-378C-4281-8F63-8F9BDDDD955E}"/>
              </a:ext>
            </a:extLst>
          </p:cNvPr>
          <p:cNvSpPr>
            <a:spLocks/>
          </p:cNvSpPr>
          <p:nvPr/>
        </p:nvSpPr>
        <p:spPr>
          <a:xfrm>
            <a:off x="21800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7A5C076D-3B3D-482E-8999-CD95C38DAD87}"/>
              </a:ext>
            </a:extLst>
          </p:cNvPr>
          <p:cNvSpPr>
            <a:spLocks/>
          </p:cNvSpPr>
          <p:nvPr/>
        </p:nvSpPr>
        <p:spPr>
          <a:xfrm>
            <a:off x="21383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2B5449-8D09-459C-8301-647B13889F6C}"/>
              </a:ext>
            </a:extLst>
          </p:cNvPr>
          <p:cNvSpPr>
            <a:spLocks/>
          </p:cNvSpPr>
          <p:nvPr/>
        </p:nvSpPr>
        <p:spPr>
          <a:xfrm>
            <a:off x="217650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2BCFDF18-1773-40D4-A6B5-4D98C0217993}"/>
              </a:ext>
            </a:extLst>
          </p:cNvPr>
          <p:cNvSpPr>
            <a:spLocks/>
          </p:cNvSpPr>
          <p:nvPr/>
        </p:nvSpPr>
        <p:spPr>
          <a:xfrm>
            <a:off x="2141176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2625040E-7E2A-42CD-BF74-9B92DFDC8598}"/>
              </a:ext>
            </a:extLst>
          </p:cNvPr>
          <p:cNvSpPr>
            <a:spLocks/>
          </p:cNvSpPr>
          <p:nvPr/>
        </p:nvSpPr>
        <p:spPr>
          <a:xfrm>
            <a:off x="219504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67B68BDB-D746-4D42-98A8-6320BBFAB86D}"/>
              </a:ext>
            </a:extLst>
          </p:cNvPr>
          <p:cNvSpPr>
            <a:spLocks/>
          </p:cNvSpPr>
          <p:nvPr/>
        </p:nvSpPr>
        <p:spPr>
          <a:xfrm>
            <a:off x="2150145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F165E987-39C3-4123-9CE3-2BE6DB29B8BE}"/>
              </a:ext>
            </a:extLst>
          </p:cNvPr>
          <p:cNvSpPr>
            <a:spLocks/>
          </p:cNvSpPr>
          <p:nvPr/>
        </p:nvSpPr>
        <p:spPr>
          <a:xfrm>
            <a:off x="2182661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96492A04-CF89-4A6B-AACD-159C1466074B}"/>
              </a:ext>
            </a:extLst>
          </p:cNvPr>
          <p:cNvSpPr>
            <a:spLocks/>
          </p:cNvSpPr>
          <p:nvPr/>
        </p:nvSpPr>
        <p:spPr>
          <a:xfrm>
            <a:off x="21223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CB48EA7F-C09B-4E4D-B443-1C21157FFA5C}"/>
              </a:ext>
            </a:extLst>
          </p:cNvPr>
          <p:cNvSpPr>
            <a:spLocks/>
          </p:cNvSpPr>
          <p:nvPr/>
        </p:nvSpPr>
        <p:spPr>
          <a:xfrm>
            <a:off x="21939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F5EC4D1-555B-4707-9A07-704380F460C1}"/>
              </a:ext>
            </a:extLst>
          </p:cNvPr>
          <p:cNvSpPr>
            <a:spLocks/>
          </p:cNvSpPr>
          <p:nvPr/>
        </p:nvSpPr>
        <p:spPr>
          <a:xfrm>
            <a:off x="2239655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962619AD-623B-49E3-A272-B6FB8D3C467A}"/>
              </a:ext>
            </a:extLst>
          </p:cNvPr>
          <p:cNvSpPr>
            <a:spLocks/>
          </p:cNvSpPr>
          <p:nvPr/>
        </p:nvSpPr>
        <p:spPr>
          <a:xfrm>
            <a:off x="2166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475F140-1FC0-48A0-BF0E-176339204E7E}"/>
              </a:ext>
            </a:extLst>
          </p:cNvPr>
          <p:cNvSpPr>
            <a:spLocks/>
          </p:cNvSpPr>
          <p:nvPr/>
        </p:nvSpPr>
        <p:spPr>
          <a:xfrm>
            <a:off x="21833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8EDAA84-5E5D-4092-9BDD-76D75AC5414C}"/>
              </a:ext>
            </a:extLst>
          </p:cNvPr>
          <p:cNvSpPr>
            <a:spLocks/>
          </p:cNvSpPr>
          <p:nvPr/>
        </p:nvSpPr>
        <p:spPr>
          <a:xfrm>
            <a:off x="214137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33A8E60-955C-4F85-8FBF-DE7AE0C8BAF0}"/>
              </a:ext>
            </a:extLst>
          </p:cNvPr>
          <p:cNvSpPr>
            <a:spLocks/>
          </p:cNvSpPr>
          <p:nvPr/>
        </p:nvSpPr>
        <p:spPr>
          <a:xfrm>
            <a:off x="21115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92069B16-C57D-4C7E-B69E-2998FDEC7E0E}"/>
              </a:ext>
            </a:extLst>
          </p:cNvPr>
          <p:cNvSpPr>
            <a:spLocks/>
          </p:cNvSpPr>
          <p:nvPr/>
        </p:nvSpPr>
        <p:spPr>
          <a:xfrm>
            <a:off x="21227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9EC8CFC6-883E-4490-BA08-E485A39F863F}"/>
              </a:ext>
            </a:extLst>
          </p:cNvPr>
          <p:cNvSpPr>
            <a:spLocks/>
          </p:cNvSpPr>
          <p:nvPr/>
        </p:nvSpPr>
        <p:spPr>
          <a:xfrm>
            <a:off x="2161125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D8421840-095F-4FA0-9FA1-D51BE947688D}"/>
              </a:ext>
            </a:extLst>
          </p:cNvPr>
          <p:cNvSpPr>
            <a:spLocks/>
          </p:cNvSpPr>
          <p:nvPr/>
        </p:nvSpPr>
        <p:spPr>
          <a:xfrm>
            <a:off x="22017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82E55085-786C-4547-B9C1-E34DEB04F5F9}"/>
              </a:ext>
            </a:extLst>
          </p:cNvPr>
          <p:cNvSpPr>
            <a:spLocks/>
          </p:cNvSpPr>
          <p:nvPr/>
        </p:nvSpPr>
        <p:spPr>
          <a:xfrm>
            <a:off x="22053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4E6E8CA2-5B92-4927-B9A9-9B1D495B88E8}"/>
              </a:ext>
            </a:extLst>
          </p:cNvPr>
          <p:cNvSpPr>
            <a:spLocks/>
          </p:cNvSpPr>
          <p:nvPr/>
        </p:nvSpPr>
        <p:spPr>
          <a:xfrm>
            <a:off x="22146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4EF47ADF-2ED6-44C8-AF96-2FC0686A7E64}"/>
              </a:ext>
            </a:extLst>
          </p:cNvPr>
          <p:cNvSpPr>
            <a:spLocks/>
          </p:cNvSpPr>
          <p:nvPr/>
        </p:nvSpPr>
        <p:spPr>
          <a:xfrm>
            <a:off x="2203664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A2B671EE-9808-4980-85C6-10989A6C2DAF}"/>
              </a:ext>
            </a:extLst>
          </p:cNvPr>
          <p:cNvSpPr>
            <a:spLocks/>
          </p:cNvSpPr>
          <p:nvPr/>
        </p:nvSpPr>
        <p:spPr>
          <a:xfrm>
            <a:off x="21259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E7EEDC2-EFFB-4FD3-BB6B-0066DA83928D}"/>
              </a:ext>
            </a:extLst>
          </p:cNvPr>
          <p:cNvSpPr>
            <a:spLocks/>
          </p:cNvSpPr>
          <p:nvPr/>
        </p:nvSpPr>
        <p:spPr>
          <a:xfrm>
            <a:off x="2233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CA38772-0C3F-461C-B8DD-28F4DFA20961}"/>
              </a:ext>
            </a:extLst>
          </p:cNvPr>
          <p:cNvSpPr>
            <a:spLocks/>
          </p:cNvSpPr>
          <p:nvPr/>
        </p:nvSpPr>
        <p:spPr>
          <a:xfrm>
            <a:off x="2203586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24FF5369-D0CF-4DE2-B133-9DA15B6BE1A5}"/>
              </a:ext>
            </a:extLst>
          </p:cNvPr>
          <p:cNvSpPr>
            <a:spLocks/>
          </p:cNvSpPr>
          <p:nvPr/>
        </p:nvSpPr>
        <p:spPr>
          <a:xfrm>
            <a:off x="21584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1843BAFE-29BB-46D6-9F1C-9CACC9A1EEBB}"/>
              </a:ext>
            </a:extLst>
          </p:cNvPr>
          <p:cNvSpPr>
            <a:spLocks/>
          </p:cNvSpPr>
          <p:nvPr/>
        </p:nvSpPr>
        <p:spPr>
          <a:xfrm>
            <a:off x="21534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6F93CDB0-3018-4645-935A-301B59B5BDE3}"/>
              </a:ext>
            </a:extLst>
          </p:cNvPr>
          <p:cNvSpPr>
            <a:spLocks/>
          </p:cNvSpPr>
          <p:nvPr/>
        </p:nvSpPr>
        <p:spPr>
          <a:xfrm>
            <a:off x="22102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10B456-729C-4B4C-9758-8B2F76563997}"/>
              </a:ext>
            </a:extLst>
          </p:cNvPr>
          <p:cNvSpPr>
            <a:spLocks/>
          </p:cNvSpPr>
          <p:nvPr/>
        </p:nvSpPr>
        <p:spPr>
          <a:xfrm>
            <a:off x="210479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7868475E-1E2D-422E-8D70-ED723D2951D6}"/>
              </a:ext>
            </a:extLst>
          </p:cNvPr>
          <p:cNvSpPr>
            <a:spLocks/>
          </p:cNvSpPr>
          <p:nvPr/>
        </p:nvSpPr>
        <p:spPr>
          <a:xfrm>
            <a:off x="2207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D8B7E312-A1A7-4FD4-B7E8-30F6086D678B}"/>
              </a:ext>
            </a:extLst>
          </p:cNvPr>
          <p:cNvSpPr>
            <a:spLocks/>
          </p:cNvSpPr>
          <p:nvPr/>
        </p:nvSpPr>
        <p:spPr>
          <a:xfrm>
            <a:off x="2175984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DED7D72E-BFF5-4122-96EA-98E163BF7263}"/>
              </a:ext>
            </a:extLst>
          </p:cNvPr>
          <p:cNvSpPr>
            <a:spLocks/>
          </p:cNvSpPr>
          <p:nvPr/>
        </p:nvSpPr>
        <p:spPr>
          <a:xfrm>
            <a:off x="2192619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FF1C2031-075A-4EB1-9B5E-EAA6A41BF683}"/>
              </a:ext>
            </a:extLst>
          </p:cNvPr>
          <p:cNvSpPr>
            <a:spLocks/>
          </p:cNvSpPr>
          <p:nvPr/>
        </p:nvSpPr>
        <p:spPr>
          <a:xfrm>
            <a:off x="2197319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B9BEB345-7535-40BF-B880-A2D128A4D0A5}"/>
              </a:ext>
            </a:extLst>
          </p:cNvPr>
          <p:cNvSpPr>
            <a:spLocks/>
          </p:cNvSpPr>
          <p:nvPr/>
        </p:nvSpPr>
        <p:spPr>
          <a:xfrm>
            <a:off x="21943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5EF7398F-616C-4EC6-811B-F9F91BC0959B}"/>
              </a:ext>
            </a:extLst>
          </p:cNvPr>
          <p:cNvSpPr>
            <a:spLocks/>
          </p:cNvSpPr>
          <p:nvPr/>
        </p:nvSpPr>
        <p:spPr>
          <a:xfrm>
            <a:off x="223842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F8F7FC1C-2133-40B3-B0EB-2758BA92F867}"/>
              </a:ext>
            </a:extLst>
          </p:cNvPr>
          <p:cNvSpPr>
            <a:spLocks/>
          </p:cNvSpPr>
          <p:nvPr/>
        </p:nvSpPr>
        <p:spPr>
          <a:xfrm>
            <a:off x="2119964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99A27AD-736F-4EBA-9DCD-51DC03B001FF}"/>
              </a:ext>
            </a:extLst>
          </p:cNvPr>
          <p:cNvSpPr>
            <a:spLocks/>
          </p:cNvSpPr>
          <p:nvPr/>
        </p:nvSpPr>
        <p:spPr>
          <a:xfrm>
            <a:off x="221542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D2247A9D-3618-474B-8D9D-36EA58AEC3A3}"/>
              </a:ext>
            </a:extLst>
          </p:cNvPr>
          <p:cNvSpPr>
            <a:spLocks/>
          </p:cNvSpPr>
          <p:nvPr/>
        </p:nvSpPr>
        <p:spPr>
          <a:xfrm>
            <a:off x="2122744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60695D5D-7B4C-44AA-A6A7-5775FBEA67D8}"/>
              </a:ext>
            </a:extLst>
          </p:cNvPr>
          <p:cNvSpPr>
            <a:spLocks/>
          </p:cNvSpPr>
          <p:nvPr/>
        </p:nvSpPr>
        <p:spPr>
          <a:xfrm>
            <a:off x="21577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803024A5-F3D9-4794-A32F-DEE3B2B61ED4}"/>
              </a:ext>
            </a:extLst>
          </p:cNvPr>
          <p:cNvSpPr>
            <a:spLocks/>
          </p:cNvSpPr>
          <p:nvPr/>
        </p:nvSpPr>
        <p:spPr>
          <a:xfrm>
            <a:off x="21076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97D2842E-B7C1-4C44-8F16-40EAEEBE1AB1}"/>
              </a:ext>
            </a:extLst>
          </p:cNvPr>
          <p:cNvSpPr>
            <a:spLocks/>
          </p:cNvSpPr>
          <p:nvPr/>
        </p:nvSpPr>
        <p:spPr>
          <a:xfrm>
            <a:off x="21664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FEBF0697-1C27-4A7C-889B-02A6249A3D47}"/>
              </a:ext>
            </a:extLst>
          </p:cNvPr>
          <p:cNvSpPr>
            <a:spLocks/>
          </p:cNvSpPr>
          <p:nvPr/>
        </p:nvSpPr>
        <p:spPr>
          <a:xfrm>
            <a:off x="217541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F4C6ABBD-4505-4FC3-8767-83E5C3B1CAE5}"/>
              </a:ext>
            </a:extLst>
          </p:cNvPr>
          <p:cNvSpPr>
            <a:spLocks/>
          </p:cNvSpPr>
          <p:nvPr/>
        </p:nvSpPr>
        <p:spPr>
          <a:xfrm>
            <a:off x="21533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A12859D5-84CC-42A4-A5DC-6085FE0C45B2}"/>
              </a:ext>
            </a:extLst>
          </p:cNvPr>
          <p:cNvSpPr>
            <a:spLocks/>
          </p:cNvSpPr>
          <p:nvPr/>
        </p:nvSpPr>
        <p:spPr>
          <a:xfrm>
            <a:off x="2107337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49E39D78-B31B-40FB-B80F-8AB4A056FF5A}"/>
              </a:ext>
            </a:extLst>
          </p:cNvPr>
          <p:cNvSpPr>
            <a:spLocks/>
          </p:cNvSpPr>
          <p:nvPr/>
        </p:nvSpPr>
        <p:spPr>
          <a:xfrm>
            <a:off x="21364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6BCE06F0-1640-4279-9250-D582B7CBD243}"/>
              </a:ext>
            </a:extLst>
          </p:cNvPr>
          <p:cNvSpPr>
            <a:spLocks/>
          </p:cNvSpPr>
          <p:nvPr/>
        </p:nvSpPr>
        <p:spPr>
          <a:xfrm>
            <a:off x="2207192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ED5146B4-2461-4450-890D-A8CD2CC758A1}"/>
              </a:ext>
            </a:extLst>
          </p:cNvPr>
          <p:cNvSpPr>
            <a:spLocks/>
          </p:cNvSpPr>
          <p:nvPr/>
        </p:nvSpPr>
        <p:spPr>
          <a:xfrm>
            <a:off x="2104432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B4CE1EB2-E24D-4BFB-9644-FC1EF327F594}"/>
              </a:ext>
            </a:extLst>
          </p:cNvPr>
          <p:cNvSpPr>
            <a:spLocks/>
          </p:cNvSpPr>
          <p:nvPr/>
        </p:nvSpPr>
        <p:spPr>
          <a:xfrm>
            <a:off x="2208047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1330CC5A-0876-4391-93BE-9A83E983451F}"/>
              </a:ext>
            </a:extLst>
          </p:cNvPr>
          <p:cNvSpPr>
            <a:spLocks/>
          </p:cNvSpPr>
          <p:nvPr/>
        </p:nvSpPr>
        <p:spPr>
          <a:xfrm>
            <a:off x="21924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D448C2B-B4C9-4334-BFCC-26F4AAA70D29}"/>
              </a:ext>
            </a:extLst>
          </p:cNvPr>
          <p:cNvSpPr>
            <a:spLocks/>
          </p:cNvSpPr>
          <p:nvPr/>
        </p:nvSpPr>
        <p:spPr>
          <a:xfrm>
            <a:off x="211593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7AA91090-B330-4D00-AACC-F79938F03575}"/>
              </a:ext>
            </a:extLst>
          </p:cNvPr>
          <p:cNvSpPr>
            <a:spLocks/>
          </p:cNvSpPr>
          <p:nvPr/>
        </p:nvSpPr>
        <p:spPr>
          <a:xfrm>
            <a:off x="2125429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653E252B-AEBC-41D6-9754-0DC7E8E07E89}"/>
              </a:ext>
            </a:extLst>
          </p:cNvPr>
          <p:cNvSpPr>
            <a:spLocks/>
          </p:cNvSpPr>
          <p:nvPr/>
        </p:nvSpPr>
        <p:spPr>
          <a:xfrm>
            <a:off x="222203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04B14B1D-F4E0-40A7-8AD9-EB98D6E27E80}"/>
              </a:ext>
            </a:extLst>
          </p:cNvPr>
          <p:cNvSpPr>
            <a:spLocks/>
          </p:cNvSpPr>
          <p:nvPr/>
        </p:nvSpPr>
        <p:spPr>
          <a:xfrm>
            <a:off x="2188969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63E46B84-6392-4EEC-80A0-5B37A8A8292F}"/>
              </a:ext>
            </a:extLst>
          </p:cNvPr>
          <p:cNvSpPr>
            <a:spLocks/>
          </p:cNvSpPr>
          <p:nvPr/>
        </p:nvSpPr>
        <p:spPr>
          <a:xfrm>
            <a:off x="21221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8173426E-575F-4B8E-82C1-5264844E4539}"/>
              </a:ext>
            </a:extLst>
          </p:cNvPr>
          <p:cNvSpPr>
            <a:spLocks/>
          </p:cNvSpPr>
          <p:nvPr/>
        </p:nvSpPr>
        <p:spPr>
          <a:xfrm>
            <a:off x="2158602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3DA5B2E0-6689-4392-8E54-E0044DECAAC7}"/>
              </a:ext>
            </a:extLst>
          </p:cNvPr>
          <p:cNvSpPr>
            <a:spLocks/>
          </p:cNvSpPr>
          <p:nvPr/>
        </p:nvSpPr>
        <p:spPr>
          <a:xfrm>
            <a:off x="2188526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8C226FA-5990-42A7-AF63-A97BF559DC36}"/>
              </a:ext>
            </a:extLst>
          </p:cNvPr>
          <p:cNvSpPr>
            <a:spLocks/>
          </p:cNvSpPr>
          <p:nvPr/>
        </p:nvSpPr>
        <p:spPr>
          <a:xfrm>
            <a:off x="2152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D465DD1E-ED61-416E-A814-E6DE9C0B006D}"/>
              </a:ext>
            </a:extLst>
          </p:cNvPr>
          <p:cNvSpPr>
            <a:spLocks/>
          </p:cNvSpPr>
          <p:nvPr/>
        </p:nvSpPr>
        <p:spPr>
          <a:xfrm>
            <a:off x="2181613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04EE8D28-CB9B-42B1-AD51-65662E744B31}"/>
              </a:ext>
            </a:extLst>
          </p:cNvPr>
          <p:cNvSpPr>
            <a:spLocks/>
          </p:cNvSpPr>
          <p:nvPr/>
        </p:nvSpPr>
        <p:spPr>
          <a:xfrm>
            <a:off x="213721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7D791D60-8048-4183-A50A-9213E8D2A070}"/>
              </a:ext>
            </a:extLst>
          </p:cNvPr>
          <p:cNvSpPr>
            <a:spLocks/>
          </p:cNvSpPr>
          <p:nvPr/>
        </p:nvSpPr>
        <p:spPr>
          <a:xfrm>
            <a:off x="21659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460EF5B0-7BE5-463D-BDB1-383F2DEE5012}"/>
              </a:ext>
            </a:extLst>
          </p:cNvPr>
          <p:cNvSpPr>
            <a:spLocks/>
          </p:cNvSpPr>
          <p:nvPr/>
        </p:nvSpPr>
        <p:spPr>
          <a:xfrm>
            <a:off x="2227191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50C0F2FD-61B6-46D6-BEFD-229147A690B5}"/>
              </a:ext>
            </a:extLst>
          </p:cNvPr>
          <p:cNvSpPr>
            <a:spLocks/>
          </p:cNvSpPr>
          <p:nvPr/>
        </p:nvSpPr>
        <p:spPr>
          <a:xfrm>
            <a:off x="213877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85551E62-410B-4A6B-BAC9-745A7F051386}"/>
              </a:ext>
            </a:extLst>
          </p:cNvPr>
          <p:cNvSpPr>
            <a:spLocks/>
          </p:cNvSpPr>
          <p:nvPr/>
        </p:nvSpPr>
        <p:spPr>
          <a:xfrm>
            <a:off x="2172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789CC470-049C-453E-A2AF-94FC27A174B7}"/>
              </a:ext>
            </a:extLst>
          </p:cNvPr>
          <p:cNvSpPr>
            <a:spLocks/>
          </p:cNvSpPr>
          <p:nvPr/>
        </p:nvSpPr>
        <p:spPr>
          <a:xfrm>
            <a:off x="221775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E4479F99-7CAC-4D60-9D25-B01786EFFCDE}"/>
              </a:ext>
            </a:extLst>
          </p:cNvPr>
          <p:cNvSpPr>
            <a:spLocks/>
          </p:cNvSpPr>
          <p:nvPr/>
        </p:nvSpPr>
        <p:spPr>
          <a:xfrm>
            <a:off x="2143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F138556-11DD-4976-99CC-D85BA30A99F2}"/>
              </a:ext>
            </a:extLst>
          </p:cNvPr>
          <p:cNvSpPr>
            <a:spLocks/>
          </p:cNvSpPr>
          <p:nvPr/>
        </p:nvSpPr>
        <p:spPr>
          <a:xfrm>
            <a:off x="2142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81D76C61-482D-4F34-AD90-D4A1A6DCB6FC}"/>
              </a:ext>
            </a:extLst>
          </p:cNvPr>
          <p:cNvSpPr>
            <a:spLocks/>
          </p:cNvSpPr>
          <p:nvPr/>
        </p:nvSpPr>
        <p:spPr>
          <a:xfrm>
            <a:off x="2143946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CBB01679-7F03-4A8C-8366-ED7D4AFB1EC3}"/>
              </a:ext>
            </a:extLst>
          </p:cNvPr>
          <p:cNvSpPr>
            <a:spLocks/>
          </p:cNvSpPr>
          <p:nvPr/>
        </p:nvSpPr>
        <p:spPr>
          <a:xfrm>
            <a:off x="22130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1110F59E-26C0-4E1D-9761-190725248863}"/>
              </a:ext>
            </a:extLst>
          </p:cNvPr>
          <p:cNvSpPr>
            <a:spLocks/>
          </p:cNvSpPr>
          <p:nvPr/>
        </p:nvSpPr>
        <p:spPr>
          <a:xfrm>
            <a:off x="220063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BEB9259A-C1E7-4815-9F84-0126A19D07F0}"/>
              </a:ext>
            </a:extLst>
          </p:cNvPr>
          <p:cNvSpPr>
            <a:spLocks/>
          </p:cNvSpPr>
          <p:nvPr/>
        </p:nvSpPr>
        <p:spPr>
          <a:xfrm>
            <a:off x="2206917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198C0A6-57E4-487A-9B4F-AF36DE8DB5A8}"/>
              </a:ext>
            </a:extLst>
          </p:cNvPr>
          <p:cNvSpPr>
            <a:spLocks/>
          </p:cNvSpPr>
          <p:nvPr/>
        </p:nvSpPr>
        <p:spPr>
          <a:xfrm>
            <a:off x="2163928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0A4757F9-53C1-4318-A3DD-3456FDA8C2FD}"/>
              </a:ext>
            </a:extLst>
          </p:cNvPr>
          <p:cNvSpPr>
            <a:spLocks/>
          </p:cNvSpPr>
          <p:nvPr/>
        </p:nvSpPr>
        <p:spPr>
          <a:xfrm>
            <a:off x="210729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7B572C-BFA2-4EAC-A3C1-FE03049100CA}"/>
              </a:ext>
            </a:extLst>
          </p:cNvPr>
          <p:cNvSpPr>
            <a:spLocks/>
          </p:cNvSpPr>
          <p:nvPr/>
        </p:nvSpPr>
        <p:spPr>
          <a:xfrm>
            <a:off x="2105704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06F0BF67-9D6C-4C0A-8F46-D41A8D7C576D}"/>
              </a:ext>
            </a:extLst>
          </p:cNvPr>
          <p:cNvSpPr>
            <a:spLocks/>
          </p:cNvSpPr>
          <p:nvPr/>
        </p:nvSpPr>
        <p:spPr>
          <a:xfrm>
            <a:off x="2175816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4B0FDCDF-C521-45FB-937C-30F5C24A6370}"/>
              </a:ext>
            </a:extLst>
          </p:cNvPr>
          <p:cNvSpPr>
            <a:spLocks/>
          </p:cNvSpPr>
          <p:nvPr/>
        </p:nvSpPr>
        <p:spPr>
          <a:xfrm>
            <a:off x="2180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CCFAB465-B078-455E-8FBB-8752863CE447}"/>
              </a:ext>
            </a:extLst>
          </p:cNvPr>
          <p:cNvSpPr>
            <a:spLocks/>
          </p:cNvSpPr>
          <p:nvPr/>
        </p:nvSpPr>
        <p:spPr>
          <a:xfrm>
            <a:off x="222546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0D3FAAB1-0A72-4AA5-9C0D-BAD1A2D29BA9}"/>
              </a:ext>
            </a:extLst>
          </p:cNvPr>
          <p:cNvSpPr>
            <a:spLocks/>
          </p:cNvSpPr>
          <p:nvPr/>
        </p:nvSpPr>
        <p:spPr>
          <a:xfrm>
            <a:off x="2128216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8C48AD55-5731-4F7E-BA02-5DEA0E7B26B8}"/>
              </a:ext>
            </a:extLst>
          </p:cNvPr>
          <p:cNvSpPr>
            <a:spLocks/>
          </p:cNvSpPr>
          <p:nvPr/>
        </p:nvSpPr>
        <p:spPr>
          <a:xfrm>
            <a:off x="2208412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86C6461-C7F0-4A91-9EF6-46586335E449}"/>
              </a:ext>
            </a:extLst>
          </p:cNvPr>
          <p:cNvSpPr>
            <a:spLocks/>
          </p:cNvSpPr>
          <p:nvPr/>
        </p:nvSpPr>
        <p:spPr>
          <a:xfrm>
            <a:off x="21264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A262936A-59C5-459B-A166-9DF8FA8744DF}"/>
              </a:ext>
            </a:extLst>
          </p:cNvPr>
          <p:cNvSpPr>
            <a:spLocks/>
          </p:cNvSpPr>
          <p:nvPr/>
        </p:nvSpPr>
        <p:spPr>
          <a:xfrm>
            <a:off x="2135089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D7EC5DD1-5537-49AE-A94A-A4BB363D8718}"/>
              </a:ext>
            </a:extLst>
          </p:cNvPr>
          <p:cNvSpPr>
            <a:spLocks/>
          </p:cNvSpPr>
          <p:nvPr/>
        </p:nvSpPr>
        <p:spPr>
          <a:xfrm>
            <a:off x="24031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B94DB86D-3F20-4DC0-BFB3-3992B6EA25B4}"/>
              </a:ext>
            </a:extLst>
          </p:cNvPr>
          <p:cNvSpPr>
            <a:spLocks/>
          </p:cNvSpPr>
          <p:nvPr/>
        </p:nvSpPr>
        <p:spPr>
          <a:xfrm>
            <a:off x="2452010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F154824-A1FC-4A08-9382-1209EAB4D927}"/>
              </a:ext>
            </a:extLst>
          </p:cNvPr>
          <p:cNvSpPr>
            <a:spLocks/>
          </p:cNvSpPr>
          <p:nvPr/>
        </p:nvSpPr>
        <p:spPr>
          <a:xfrm>
            <a:off x="24455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390684B-4C84-4CF8-938E-4AC0B0037B1D}"/>
              </a:ext>
            </a:extLst>
          </p:cNvPr>
          <p:cNvSpPr>
            <a:spLocks/>
          </p:cNvSpPr>
          <p:nvPr/>
        </p:nvSpPr>
        <p:spPr>
          <a:xfrm>
            <a:off x="2379490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FD51F1A4-3D8D-497B-851C-550376B1E018}"/>
              </a:ext>
            </a:extLst>
          </p:cNvPr>
          <p:cNvSpPr>
            <a:spLocks/>
          </p:cNvSpPr>
          <p:nvPr/>
        </p:nvSpPr>
        <p:spPr>
          <a:xfrm>
            <a:off x="2359406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4684C47E-CE39-497E-9DCB-A4CA1E43DC4C}"/>
              </a:ext>
            </a:extLst>
          </p:cNvPr>
          <p:cNvSpPr>
            <a:spLocks/>
          </p:cNvSpPr>
          <p:nvPr/>
        </p:nvSpPr>
        <p:spPr>
          <a:xfrm>
            <a:off x="23682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5E2EF16F-DDDC-44EC-88A1-C9E59B65146C}"/>
              </a:ext>
            </a:extLst>
          </p:cNvPr>
          <p:cNvSpPr>
            <a:spLocks/>
          </p:cNvSpPr>
          <p:nvPr/>
        </p:nvSpPr>
        <p:spPr>
          <a:xfrm>
            <a:off x="239623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9E0DE8-DC31-41F3-9BFF-37AFDE53072F}"/>
              </a:ext>
            </a:extLst>
          </p:cNvPr>
          <p:cNvSpPr>
            <a:spLocks/>
          </p:cNvSpPr>
          <p:nvPr/>
        </p:nvSpPr>
        <p:spPr>
          <a:xfrm>
            <a:off x="242665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9A3A4B79-E3E7-4495-96B7-DB7E24FA2AAB}"/>
              </a:ext>
            </a:extLst>
          </p:cNvPr>
          <p:cNvSpPr>
            <a:spLocks/>
          </p:cNvSpPr>
          <p:nvPr/>
        </p:nvSpPr>
        <p:spPr>
          <a:xfrm>
            <a:off x="2331375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F6CCD164-AC21-43FF-B758-8BC41A4DF65D}"/>
              </a:ext>
            </a:extLst>
          </p:cNvPr>
          <p:cNvSpPr>
            <a:spLocks/>
          </p:cNvSpPr>
          <p:nvPr/>
        </p:nvSpPr>
        <p:spPr>
          <a:xfrm>
            <a:off x="242588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03C42F88-421D-4EAA-9BCF-E9DAB0CB15EF}"/>
              </a:ext>
            </a:extLst>
          </p:cNvPr>
          <p:cNvSpPr>
            <a:spLocks/>
          </p:cNvSpPr>
          <p:nvPr/>
        </p:nvSpPr>
        <p:spPr>
          <a:xfrm>
            <a:off x="2329996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B29E2502-87AD-4BBC-A87C-F7E64B76F0C0}"/>
              </a:ext>
            </a:extLst>
          </p:cNvPr>
          <p:cNvSpPr>
            <a:spLocks/>
          </p:cNvSpPr>
          <p:nvPr/>
        </p:nvSpPr>
        <p:spPr>
          <a:xfrm>
            <a:off x="2420813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75EF0FD2-08C3-4A6F-A454-75454D25F263}"/>
              </a:ext>
            </a:extLst>
          </p:cNvPr>
          <p:cNvSpPr>
            <a:spLocks/>
          </p:cNvSpPr>
          <p:nvPr/>
        </p:nvSpPr>
        <p:spPr>
          <a:xfrm>
            <a:off x="2452799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8B3A01B1-D197-4D7B-8C23-50991A8F7CD2}"/>
              </a:ext>
            </a:extLst>
          </p:cNvPr>
          <p:cNvSpPr>
            <a:spLocks/>
          </p:cNvSpPr>
          <p:nvPr/>
        </p:nvSpPr>
        <p:spPr>
          <a:xfrm>
            <a:off x="236443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588E8676-7AE7-403F-91B9-32EA26E57152}"/>
              </a:ext>
            </a:extLst>
          </p:cNvPr>
          <p:cNvSpPr>
            <a:spLocks/>
          </p:cNvSpPr>
          <p:nvPr/>
        </p:nvSpPr>
        <p:spPr>
          <a:xfrm>
            <a:off x="2351196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A3166189-8ED6-41D4-80F9-7034F490BA81}"/>
              </a:ext>
            </a:extLst>
          </p:cNvPr>
          <p:cNvSpPr>
            <a:spLocks/>
          </p:cNvSpPr>
          <p:nvPr/>
        </p:nvSpPr>
        <p:spPr>
          <a:xfrm>
            <a:off x="233479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6FCA61D6-221C-4AE5-80D9-3F5C2117CC20}"/>
              </a:ext>
            </a:extLst>
          </p:cNvPr>
          <p:cNvSpPr>
            <a:spLocks/>
          </p:cNvSpPr>
          <p:nvPr/>
        </p:nvSpPr>
        <p:spPr>
          <a:xfrm>
            <a:off x="236411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EE934DB4-1D34-418D-B123-7296725CA6EC}"/>
              </a:ext>
            </a:extLst>
          </p:cNvPr>
          <p:cNvSpPr>
            <a:spLocks/>
          </p:cNvSpPr>
          <p:nvPr/>
        </p:nvSpPr>
        <p:spPr>
          <a:xfrm>
            <a:off x="245891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DB69051F-C35F-4223-ADD6-18A1650835CE}"/>
              </a:ext>
            </a:extLst>
          </p:cNvPr>
          <p:cNvSpPr>
            <a:spLocks/>
          </p:cNvSpPr>
          <p:nvPr/>
        </p:nvSpPr>
        <p:spPr>
          <a:xfrm>
            <a:off x="2365631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14E126AB-D3B9-4ED3-BA8A-6B08C887DA04}"/>
              </a:ext>
            </a:extLst>
          </p:cNvPr>
          <p:cNvSpPr>
            <a:spLocks/>
          </p:cNvSpPr>
          <p:nvPr/>
        </p:nvSpPr>
        <p:spPr>
          <a:xfrm>
            <a:off x="234106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2B08CD7E-4949-4505-9F42-5F584118DAB5}"/>
              </a:ext>
            </a:extLst>
          </p:cNvPr>
          <p:cNvSpPr>
            <a:spLocks/>
          </p:cNvSpPr>
          <p:nvPr/>
        </p:nvSpPr>
        <p:spPr>
          <a:xfrm>
            <a:off x="2370873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2B35FB89-F983-4D7C-A967-560BA67BC5EA}"/>
              </a:ext>
            </a:extLst>
          </p:cNvPr>
          <p:cNvSpPr>
            <a:spLocks/>
          </p:cNvSpPr>
          <p:nvPr/>
        </p:nvSpPr>
        <p:spPr>
          <a:xfrm>
            <a:off x="237602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B96A34C8-8CA1-4BEE-AEC4-8BFDB764C2B6}"/>
              </a:ext>
            </a:extLst>
          </p:cNvPr>
          <p:cNvSpPr>
            <a:spLocks/>
          </p:cNvSpPr>
          <p:nvPr/>
        </p:nvSpPr>
        <p:spPr>
          <a:xfrm>
            <a:off x="2441499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EB29B36B-31E8-4138-BC0D-A126D2A122E7}"/>
              </a:ext>
            </a:extLst>
          </p:cNvPr>
          <p:cNvSpPr>
            <a:spLocks/>
          </p:cNvSpPr>
          <p:nvPr/>
        </p:nvSpPr>
        <p:spPr>
          <a:xfrm>
            <a:off x="243205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42DDFC92-0EE2-4BD3-AF3B-58F0FEEAC370}"/>
              </a:ext>
            </a:extLst>
          </p:cNvPr>
          <p:cNvSpPr>
            <a:spLocks/>
          </p:cNvSpPr>
          <p:nvPr/>
        </p:nvSpPr>
        <p:spPr>
          <a:xfrm>
            <a:off x="232819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BF037FC8-845F-44EF-AF4D-207168BB44FC}"/>
              </a:ext>
            </a:extLst>
          </p:cNvPr>
          <p:cNvSpPr>
            <a:spLocks/>
          </p:cNvSpPr>
          <p:nvPr/>
        </p:nvSpPr>
        <p:spPr>
          <a:xfrm>
            <a:off x="2451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E1C7DA2A-40F7-40BD-A445-450560E33442}"/>
              </a:ext>
            </a:extLst>
          </p:cNvPr>
          <p:cNvSpPr>
            <a:spLocks/>
          </p:cNvSpPr>
          <p:nvPr/>
        </p:nvSpPr>
        <p:spPr>
          <a:xfrm>
            <a:off x="2369317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C7B3AC1-0173-4A67-9545-64EB3C15CEB3}"/>
              </a:ext>
            </a:extLst>
          </p:cNvPr>
          <p:cNvSpPr>
            <a:spLocks/>
          </p:cNvSpPr>
          <p:nvPr/>
        </p:nvSpPr>
        <p:spPr>
          <a:xfrm>
            <a:off x="2362603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28276A84-C901-4AA4-92B5-8A0C291BB548}"/>
              </a:ext>
            </a:extLst>
          </p:cNvPr>
          <p:cNvSpPr>
            <a:spLocks/>
          </p:cNvSpPr>
          <p:nvPr/>
        </p:nvSpPr>
        <p:spPr>
          <a:xfrm>
            <a:off x="2398220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E456C6-A363-42E2-9142-B0E17A6A6354}"/>
              </a:ext>
            </a:extLst>
          </p:cNvPr>
          <p:cNvSpPr>
            <a:spLocks/>
          </p:cNvSpPr>
          <p:nvPr/>
        </p:nvSpPr>
        <p:spPr>
          <a:xfrm>
            <a:off x="24459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B2184C92-101B-4DB7-B1C0-6F42855AB27B}"/>
              </a:ext>
            </a:extLst>
          </p:cNvPr>
          <p:cNvSpPr>
            <a:spLocks/>
          </p:cNvSpPr>
          <p:nvPr/>
        </p:nvSpPr>
        <p:spPr>
          <a:xfrm>
            <a:off x="244229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49FDBCD-1DB7-4024-AE83-BBA876E8646F}"/>
              </a:ext>
            </a:extLst>
          </p:cNvPr>
          <p:cNvSpPr>
            <a:spLocks/>
          </p:cNvSpPr>
          <p:nvPr/>
        </p:nvSpPr>
        <p:spPr>
          <a:xfrm>
            <a:off x="2390140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1A98FAA-10C7-4FD1-85C4-71D2095B2424}"/>
              </a:ext>
            </a:extLst>
          </p:cNvPr>
          <p:cNvSpPr>
            <a:spLocks/>
          </p:cNvSpPr>
          <p:nvPr/>
        </p:nvSpPr>
        <p:spPr>
          <a:xfrm>
            <a:off x="242844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19AF4000-4BD1-46EF-8B37-AE483E30BB00}"/>
              </a:ext>
            </a:extLst>
          </p:cNvPr>
          <p:cNvSpPr>
            <a:spLocks/>
          </p:cNvSpPr>
          <p:nvPr/>
        </p:nvSpPr>
        <p:spPr>
          <a:xfrm>
            <a:off x="244717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CE2B4737-678F-43ED-BBB6-FBF056CBF5EC}"/>
              </a:ext>
            </a:extLst>
          </p:cNvPr>
          <p:cNvSpPr>
            <a:spLocks/>
          </p:cNvSpPr>
          <p:nvPr/>
        </p:nvSpPr>
        <p:spPr>
          <a:xfrm>
            <a:off x="239910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3E367DAB-FA0A-4660-AB26-7FC703553037}"/>
              </a:ext>
            </a:extLst>
          </p:cNvPr>
          <p:cNvSpPr>
            <a:spLocks/>
          </p:cNvSpPr>
          <p:nvPr/>
        </p:nvSpPr>
        <p:spPr>
          <a:xfrm>
            <a:off x="242023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85666CE-ABD0-4C79-9615-A673DACAE7E3}"/>
              </a:ext>
            </a:extLst>
          </p:cNvPr>
          <p:cNvSpPr>
            <a:spLocks/>
          </p:cNvSpPr>
          <p:nvPr/>
        </p:nvSpPr>
        <p:spPr>
          <a:xfrm>
            <a:off x="240094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23104CF-47CE-4B4E-8A0C-B00D35A8A790}"/>
              </a:ext>
            </a:extLst>
          </p:cNvPr>
          <p:cNvSpPr>
            <a:spLocks/>
          </p:cNvSpPr>
          <p:nvPr/>
        </p:nvSpPr>
        <p:spPr>
          <a:xfrm>
            <a:off x="24201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2969E758-FD1A-4D43-8019-A4D65CFF7F5D}"/>
              </a:ext>
            </a:extLst>
          </p:cNvPr>
          <p:cNvSpPr>
            <a:spLocks/>
          </p:cNvSpPr>
          <p:nvPr/>
        </p:nvSpPr>
        <p:spPr>
          <a:xfrm>
            <a:off x="23631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471AFDB2-B146-4998-BD64-5248556C4A53}"/>
              </a:ext>
            </a:extLst>
          </p:cNvPr>
          <p:cNvSpPr>
            <a:spLocks/>
          </p:cNvSpPr>
          <p:nvPr/>
        </p:nvSpPr>
        <p:spPr>
          <a:xfrm>
            <a:off x="2438590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8558C33B-7320-4B39-823D-3A8369075DC0}"/>
              </a:ext>
            </a:extLst>
          </p:cNvPr>
          <p:cNvSpPr>
            <a:spLocks/>
          </p:cNvSpPr>
          <p:nvPr/>
        </p:nvSpPr>
        <p:spPr>
          <a:xfrm>
            <a:off x="2389655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06863A3-6C7B-47FB-A83A-D3659B44E9DA}"/>
              </a:ext>
            </a:extLst>
          </p:cNvPr>
          <p:cNvSpPr>
            <a:spLocks/>
          </p:cNvSpPr>
          <p:nvPr/>
        </p:nvSpPr>
        <p:spPr>
          <a:xfrm>
            <a:off x="244593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7DF36C2-B244-4FA4-9AA0-51D596265636}"/>
              </a:ext>
            </a:extLst>
          </p:cNvPr>
          <p:cNvSpPr>
            <a:spLocks/>
          </p:cNvSpPr>
          <p:nvPr/>
        </p:nvSpPr>
        <p:spPr>
          <a:xfrm>
            <a:off x="241615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E97ED91D-EF88-4FA6-BEBF-FBB948F5E2A3}"/>
              </a:ext>
            </a:extLst>
          </p:cNvPr>
          <p:cNvSpPr>
            <a:spLocks/>
          </p:cNvSpPr>
          <p:nvPr/>
        </p:nvSpPr>
        <p:spPr>
          <a:xfrm>
            <a:off x="2348058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25E26D7-DC14-4C52-817A-D0E5F1D1110D}"/>
              </a:ext>
            </a:extLst>
          </p:cNvPr>
          <p:cNvSpPr>
            <a:spLocks/>
          </p:cNvSpPr>
          <p:nvPr/>
        </p:nvSpPr>
        <p:spPr>
          <a:xfrm>
            <a:off x="24276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DE1F6A6A-2124-41E2-9899-04F3A7BE5BA2}"/>
              </a:ext>
            </a:extLst>
          </p:cNvPr>
          <p:cNvSpPr>
            <a:spLocks/>
          </p:cNvSpPr>
          <p:nvPr/>
        </p:nvSpPr>
        <p:spPr>
          <a:xfrm>
            <a:off x="242504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DBF505A1-A80E-4767-98CE-9F6F648EDC4B}"/>
              </a:ext>
            </a:extLst>
          </p:cNvPr>
          <p:cNvSpPr>
            <a:spLocks/>
          </p:cNvSpPr>
          <p:nvPr/>
        </p:nvSpPr>
        <p:spPr>
          <a:xfrm>
            <a:off x="2385523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5872EB67-46D8-4AC7-835C-97C93CFE3AEE}"/>
              </a:ext>
            </a:extLst>
          </p:cNvPr>
          <p:cNvSpPr>
            <a:spLocks/>
          </p:cNvSpPr>
          <p:nvPr/>
        </p:nvSpPr>
        <p:spPr>
          <a:xfrm>
            <a:off x="243996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3260846-BF12-44AD-BCD8-541E54CF03AA}"/>
              </a:ext>
            </a:extLst>
          </p:cNvPr>
          <p:cNvSpPr>
            <a:spLocks/>
          </p:cNvSpPr>
          <p:nvPr/>
        </p:nvSpPr>
        <p:spPr>
          <a:xfrm>
            <a:off x="24171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2827AF1-B191-4C01-9F1A-09EAF2E2B99A}"/>
              </a:ext>
            </a:extLst>
          </p:cNvPr>
          <p:cNvSpPr>
            <a:spLocks/>
          </p:cNvSpPr>
          <p:nvPr/>
        </p:nvSpPr>
        <p:spPr>
          <a:xfrm>
            <a:off x="2348436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739B99AF-B826-4907-BAAB-9AB49F473B73}"/>
              </a:ext>
            </a:extLst>
          </p:cNvPr>
          <p:cNvSpPr>
            <a:spLocks/>
          </p:cNvSpPr>
          <p:nvPr/>
        </p:nvSpPr>
        <p:spPr>
          <a:xfrm>
            <a:off x="2457221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D854B4FE-CE8E-402B-A47C-B62F8FC2E98F}"/>
              </a:ext>
            </a:extLst>
          </p:cNvPr>
          <p:cNvSpPr>
            <a:spLocks/>
          </p:cNvSpPr>
          <p:nvPr/>
        </p:nvSpPr>
        <p:spPr>
          <a:xfrm>
            <a:off x="2397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D68BF8B4-98A9-4CA0-842D-163B706A8D67}"/>
              </a:ext>
            </a:extLst>
          </p:cNvPr>
          <p:cNvSpPr>
            <a:spLocks/>
          </p:cNvSpPr>
          <p:nvPr/>
        </p:nvSpPr>
        <p:spPr>
          <a:xfrm>
            <a:off x="2345223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840BE7D3-2404-432C-9DD1-C805E80460FB}"/>
              </a:ext>
            </a:extLst>
          </p:cNvPr>
          <p:cNvSpPr>
            <a:spLocks/>
          </p:cNvSpPr>
          <p:nvPr/>
        </p:nvSpPr>
        <p:spPr>
          <a:xfrm>
            <a:off x="2359502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29B7EB-2F4D-46E4-880A-284B12E1C6F2}"/>
              </a:ext>
            </a:extLst>
          </p:cNvPr>
          <p:cNvSpPr>
            <a:spLocks/>
          </p:cNvSpPr>
          <p:nvPr/>
        </p:nvSpPr>
        <p:spPr>
          <a:xfrm>
            <a:off x="2433279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F83742CF-8F58-49F0-9E5D-150FCADC7150}"/>
              </a:ext>
            </a:extLst>
          </p:cNvPr>
          <p:cNvSpPr>
            <a:spLocks/>
          </p:cNvSpPr>
          <p:nvPr/>
        </p:nvSpPr>
        <p:spPr>
          <a:xfrm>
            <a:off x="2464770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3DBB70D-B140-471E-A57F-CA34DCD92061}"/>
              </a:ext>
            </a:extLst>
          </p:cNvPr>
          <p:cNvSpPr>
            <a:spLocks/>
          </p:cNvSpPr>
          <p:nvPr/>
        </p:nvSpPr>
        <p:spPr>
          <a:xfrm>
            <a:off x="2422276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7525ADF2-B4DD-4EF0-A026-EC41BC174D07}"/>
              </a:ext>
            </a:extLst>
          </p:cNvPr>
          <p:cNvSpPr>
            <a:spLocks/>
          </p:cNvSpPr>
          <p:nvPr/>
        </p:nvSpPr>
        <p:spPr>
          <a:xfrm>
            <a:off x="24182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F86C373-5748-443E-986C-2C359558264C}"/>
              </a:ext>
            </a:extLst>
          </p:cNvPr>
          <p:cNvSpPr>
            <a:spLocks/>
          </p:cNvSpPr>
          <p:nvPr/>
        </p:nvSpPr>
        <p:spPr>
          <a:xfrm>
            <a:off x="2392628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1CECD78-A547-4F83-B60B-39B56DC0E5BB}"/>
              </a:ext>
            </a:extLst>
          </p:cNvPr>
          <p:cNvSpPr>
            <a:spLocks/>
          </p:cNvSpPr>
          <p:nvPr/>
        </p:nvSpPr>
        <p:spPr>
          <a:xfrm>
            <a:off x="240425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8B979436-73A4-4189-830E-BF471FCD57A1}"/>
              </a:ext>
            </a:extLst>
          </p:cNvPr>
          <p:cNvSpPr>
            <a:spLocks/>
          </p:cNvSpPr>
          <p:nvPr/>
        </p:nvSpPr>
        <p:spPr>
          <a:xfrm>
            <a:off x="238110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EDD215A8-4A18-4FE1-AD25-37602281E965}"/>
              </a:ext>
            </a:extLst>
          </p:cNvPr>
          <p:cNvSpPr>
            <a:spLocks/>
          </p:cNvSpPr>
          <p:nvPr/>
        </p:nvSpPr>
        <p:spPr>
          <a:xfrm>
            <a:off x="23803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B4C7C2F0-855E-4916-84AC-654747649301}"/>
              </a:ext>
            </a:extLst>
          </p:cNvPr>
          <p:cNvSpPr>
            <a:spLocks/>
          </p:cNvSpPr>
          <p:nvPr/>
        </p:nvSpPr>
        <p:spPr>
          <a:xfrm>
            <a:off x="24515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891BC10C-2F02-48C9-ADED-0DFB357CBB72}"/>
              </a:ext>
            </a:extLst>
          </p:cNvPr>
          <p:cNvSpPr>
            <a:spLocks/>
          </p:cNvSpPr>
          <p:nvPr/>
        </p:nvSpPr>
        <p:spPr>
          <a:xfrm>
            <a:off x="2428661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CA2DFF3-6A12-4D1C-8091-E14221A34161}"/>
              </a:ext>
            </a:extLst>
          </p:cNvPr>
          <p:cNvSpPr>
            <a:spLocks/>
          </p:cNvSpPr>
          <p:nvPr/>
        </p:nvSpPr>
        <p:spPr>
          <a:xfrm>
            <a:off x="2393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1142C96E-16F9-40FF-A423-1CCEE1DDBC99}"/>
              </a:ext>
            </a:extLst>
          </p:cNvPr>
          <p:cNvSpPr>
            <a:spLocks/>
          </p:cNvSpPr>
          <p:nvPr/>
        </p:nvSpPr>
        <p:spPr>
          <a:xfrm>
            <a:off x="2377764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6D21BF23-F81A-4907-A322-2F711F2AADE2}"/>
              </a:ext>
            </a:extLst>
          </p:cNvPr>
          <p:cNvSpPr>
            <a:spLocks/>
          </p:cNvSpPr>
          <p:nvPr/>
        </p:nvSpPr>
        <p:spPr>
          <a:xfrm>
            <a:off x="2379477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A028FB84-95CB-4EE9-8F48-78211CF4BD50}"/>
              </a:ext>
            </a:extLst>
          </p:cNvPr>
          <p:cNvSpPr>
            <a:spLocks/>
          </p:cNvSpPr>
          <p:nvPr/>
        </p:nvSpPr>
        <p:spPr>
          <a:xfrm>
            <a:off x="246046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23F89C0-33A1-4599-B3B0-DDEC71863771}"/>
              </a:ext>
            </a:extLst>
          </p:cNvPr>
          <p:cNvSpPr>
            <a:spLocks/>
          </p:cNvSpPr>
          <p:nvPr/>
        </p:nvSpPr>
        <p:spPr>
          <a:xfrm>
            <a:off x="24191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FBF8B666-23B5-4004-A36F-A3FCDF3178FD}"/>
              </a:ext>
            </a:extLst>
          </p:cNvPr>
          <p:cNvSpPr>
            <a:spLocks/>
          </p:cNvSpPr>
          <p:nvPr/>
        </p:nvSpPr>
        <p:spPr>
          <a:xfrm>
            <a:off x="2364223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9919F680-5FD0-4D36-8D67-FBB4586A8E7E}"/>
              </a:ext>
            </a:extLst>
          </p:cNvPr>
          <p:cNvSpPr>
            <a:spLocks/>
          </p:cNvSpPr>
          <p:nvPr/>
        </p:nvSpPr>
        <p:spPr>
          <a:xfrm>
            <a:off x="245798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48B92D3-FBAB-48FB-B57B-43B199270447}"/>
              </a:ext>
            </a:extLst>
          </p:cNvPr>
          <p:cNvSpPr>
            <a:spLocks/>
          </p:cNvSpPr>
          <p:nvPr/>
        </p:nvSpPr>
        <p:spPr>
          <a:xfrm>
            <a:off x="2409046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54568ADB-4E12-4727-87D7-67BBC71105FB}"/>
              </a:ext>
            </a:extLst>
          </p:cNvPr>
          <p:cNvSpPr>
            <a:spLocks/>
          </p:cNvSpPr>
          <p:nvPr/>
        </p:nvSpPr>
        <p:spPr>
          <a:xfrm>
            <a:off x="2357003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6ECCC7B7-62D8-42EC-82CF-704738D8DC9A}"/>
              </a:ext>
            </a:extLst>
          </p:cNvPr>
          <p:cNvSpPr>
            <a:spLocks/>
          </p:cNvSpPr>
          <p:nvPr/>
        </p:nvSpPr>
        <p:spPr>
          <a:xfrm>
            <a:off x="24197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599E32BC-3A9E-4F82-A023-25717DB541AF}"/>
              </a:ext>
            </a:extLst>
          </p:cNvPr>
          <p:cNvSpPr>
            <a:spLocks/>
          </p:cNvSpPr>
          <p:nvPr/>
        </p:nvSpPr>
        <p:spPr>
          <a:xfrm>
            <a:off x="2445451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7FC41B42-55B1-4DA2-9AF9-5950ABBCBBBD}"/>
              </a:ext>
            </a:extLst>
          </p:cNvPr>
          <p:cNvSpPr>
            <a:spLocks/>
          </p:cNvSpPr>
          <p:nvPr/>
        </p:nvSpPr>
        <p:spPr>
          <a:xfrm>
            <a:off x="2365450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F3993160-7475-4DA7-9B06-FF3F4F65C0F2}"/>
              </a:ext>
            </a:extLst>
          </p:cNvPr>
          <p:cNvSpPr>
            <a:spLocks/>
          </p:cNvSpPr>
          <p:nvPr/>
        </p:nvSpPr>
        <p:spPr>
          <a:xfrm>
            <a:off x="236185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96FB7200-24B4-447D-B978-8E1F21902859}"/>
              </a:ext>
            </a:extLst>
          </p:cNvPr>
          <p:cNvSpPr>
            <a:spLocks/>
          </p:cNvSpPr>
          <p:nvPr/>
        </p:nvSpPr>
        <p:spPr>
          <a:xfrm>
            <a:off x="2417464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631EF4D3-8FFE-4F16-B6FD-511FA04D52D3}"/>
              </a:ext>
            </a:extLst>
          </p:cNvPr>
          <p:cNvSpPr>
            <a:spLocks/>
          </p:cNvSpPr>
          <p:nvPr/>
        </p:nvSpPr>
        <p:spPr>
          <a:xfrm>
            <a:off x="2451853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9D6B265-18E0-437D-8E6C-4CB491B349A0}"/>
              </a:ext>
            </a:extLst>
          </p:cNvPr>
          <p:cNvSpPr>
            <a:spLocks/>
          </p:cNvSpPr>
          <p:nvPr/>
        </p:nvSpPr>
        <p:spPr>
          <a:xfrm>
            <a:off x="2333497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4AC6033A-BEDB-4420-82D5-18FDF62F8509}"/>
              </a:ext>
            </a:extLst>
          </p:cNvPr>
          <p:cNvSpPr>
            <a:spLocks/>
          </p:cNvSpPr>
          <p:nvPr/>
        </p:nvSpPr>
        <p:spPr>
          <a:xfrm>
            <a:off x="2405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68ACDC78-370B-4697-8B79-5265BF983A7E}"/>
              </a:ext>
            </a:extLst>
          </p:cNvPr>
          <p:cNvSpPr>
            <a:spLocks/>
          </p:cNvSpPr>
          <p:nvPr/>
        </p:nvSpPr>
        <p:spPr>
          <a:xfrm>
            <a:off x="2379133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57D6EE5D-6B99-4B2F-BD47-015CD9C3057B}"/>
              </a:ext>
            </a:extLst>
          </p:cNvPr>
          <p:cNvSpPr>
            <a:spLocks/>
          </p:cNvSpPr>
          <p:nvPr/>
        </p:nvSpPr>
        <p:spPr>
          <a:xfrm>
            <a:off x="2355469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5E63EDFD-B0F8-4738-B802-39591C2ED26B}"/>
              </a:ext>
            </a:extLst>
          </p:cNvPr>
          <p:cNvSpPr>
            <a:spLocks/>
          </p:cNvSpPr>
          <p:nvPr/>
        </p:nvSpPr>
        <p:spPr>
          <a:xfrm>
            <a:off x="24064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04EBE611-EDFC-4170-BE98-22CC96FC2759}"/>
              </a:ext>
            </a:extLst>
          </p:cNvPr>
          <p:cNvSpPr>
            <a:spLocks/>
          </p:cNvSpPr>
          <p:nvPr/>
        </p:nvSpPr>
        <p:spPr>
          <a:xfrm>
            <a:off x="239903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2FFC741A-8EE4-40C8-936F-8A3664A4C369}"/>
              </a:ext>
            </a:extLst>
          </p:cNvPr>
          <p:cNvSpPr>
            <a:spLocks/>
          </p:cNvSpPr>
          <p:nvPr/>
        </p:nvSpPr>
        <p:spPr>
          <a:xfrm>
            <a:off x="2353037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5BF51B44-DB37-42C2-A6B5-1ABAD352742A}"/>
              </a:ext>
            </a:extLst>
          </p:cNvPr>
          <p:cNvSpPr>
            <a:spLocks/>
          </p:cNvSpPr>
          <p:nvPr/>
        </p:nvSpPr>
        <p:spPr>
          <a:xfrm>
            <a:off x="238102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B67164DB-F96F-4345-A2C1-95B030FD433F}"/>
              </a:ext>
            </a:extLst>
          </p:cNvPr>
          <p:cNvSpPr>
            <a:spLocks/>
          </p:cNvSpPr>
          <p:nvPr/>
        </p:nvSpPr>
        <p:spPr>
          <a:xfrm>
            <a:off x="232811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7C1F89FA-4F0B-404F-B9DD-5CF95F0E3315}"/>
              </a:ext>
            </a:extLst>
          </p:cNvPr>
          <p:cNvSpPr>
            <a:spLocks/>
          </p:cNvSpPr>
          <p:nvPr/>
        </p:nvSpPr>
        <p:spPr>
          <a:xfrm>
            <a:off x="2374380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E296ABB2-5DB7-473C-A235-961C99578577}"/>
              </a:ext>
            </a:extLst>
          </p:cNvPr>
          <p:cNvSpPr>
            <a:spLocks/>
          </p:cNvSpPr>
          <p:nvPr/>
        </p:nvSpPr>
        <p:spPr>
          <a:xfrm>
            <a:off x="2408620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6FC443B8-ECB1-406F-8F0B-DFF8D5BC0399}"/>
              </a:ext>
            </a:extLst>
          </p:cNvPr>
          <p:cNvSpPr>
            <a:spLocks/>
          </p:cNvSpPr>
          <p:nvPr/>
        </p:nvSpPr>
        <p:spPr>
          <a:xfrm>
            <a:off x="235982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FF4E99AC-D22A-4793-AF3B-919EC3368FFF}"/>
              </a:ext>
            </a:extLst>
          </p:cNvPr>
          <p:cNvSpPr>
            <a:spLocks/>
          </p:cNvSpPr>
          <p:nvPr/>
        </p:nvSpPr>
        <p:spPr>
          <a:xfrm>
            <a:off x="2454302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F648A8B2-EB8B-4264-B6CF-190429EAFA30}"/>
              </a:ext>
            </a:extLst>
          </p:cNvPr>
          <p:cNvSpPr>
            <a:spLocks/>
          </p:cNvSpPr>
          <p:nvPr/>
        </p:nvSpPr>
        <p:spPr>
          <a:xfrm>
            <a:off x="2428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08DA2F28-5E3B-4414-BF66-43640DE245B2}"/>
              </a:ext>
            </a:extLst>
          </p:cNvPr>
          <p:cNvSpPr>
            <a:spLocks/>
          </p:cNvSpPr>
          <p:nvPr/>
        </p:nvSpPr>
        <p:spPr>
          <a:xfrm>
            <a:off x="2431419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1BF3846F-0315-432D-A89B-2CEA84756935}"/>
              </a:ext>
            </a:extLst>
          </p:cNvPr>
          <p:cNvSpPr>
            <a:spLocks/>
          </p:cNvSpPr>
          <p:nvPr/>
        </p:nvSpPr>
        <p:spPr>
          <a:xfrm>
            <a:off x="23351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31871C2-8A46-4D1F-9D51-E1F872A20768}"/>
              </a:ext>
            </a:extLst>
          </p:cNvPr>
          <p:cNvSpPr>
            <a:spLocks/>
          </p:cNvSpPr>
          <p:nvPr/>
        </p:nvSpPr>
        <p:spPr>
          <a:xfrm>
            <a:off x="2335150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0F7052F6-9723-4380-8DC2-BE149CE36D28}"/>
              </a:ext>
            </a:extLst>
          </p:cNvPr>
          <p:cNvSpPr>
            <a:spLocks/>
          </p:cNvSpPr>
          <p:nvPr/>
        </p:nvSpPr>
        <p:spPr>
          <a:xfrm>
            <a:off x="244912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BA1854C8-1808-41CB-B878-614E7780C251}"/>
              </a:ext>
            </a:extLst>
          </p:cNvPr>
          <p:cNvSpPr>
            <a:spLocks/>
          </p:cNvSpPr>
          <p:nvPr/>
        </p:nvSpPr>
        <p:spPr>
          <a:xfrm>
            <a:off x="233927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14557238-AFD6-44A1-A7C3-8AE0E944ACA6}"/>
              </a:ext>
            </a:extLst>
          </p:cNvPr>
          <p:cNvSpPr>
            <a:spLocks/>
          </p:cNvSpPr>
          <p:nvPr/>
        </p:nvSpPr>
        <p:spPr>
          <a:xfrm>
            <a:off x="2382015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E99321FD-8741-45F7-B86D-E15A69C9F8B7}"/>
              </a:ext>
            </a:extLst>
          </p:cNvPr>
          <p:cNvSpPr>
            <a:spLocks/>
          </p:cNvSpPr>
          <p:nvPr/>
        </p:nvSpPr>
        <p:spPr>
          <a:xfrm>
            <a:off x="2360799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883BD67-DE18-417E-A5D2-5051A4D145CB}"/>
              </a:ext>
            </a:extLst>
          </p:cNvPr>
          <p:cNvSpPr>
            <a:spLocks/>
          </p:cNvSpPr>
          <p:nvPr/>
        </p:nvSpPr>
        <p:spPr>
          <a:xfrm>
            <a:off x="237534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392EC607-17AE-4003-953C-F96D1A9AD18E}"/>
              </a:ext>
            </a:extLst>
          </p:cNvPr>
          <p:cNvSpPr>
            <a:spLocks/>
          </p:cNvSpPr>
          <p:nvPr/>
        </p:nvSpPr>
        <p:spPr>
          <a:xfrm>
            <a:off x="2433222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FD41AE6-2875-4A17-ADAD-D432BA6A6D51}"/>
              </a:ext>
            </a:extLst>
          </p:cNvPr>
          <p:cNvSpPr>
            <a:spLocks/>
          </p:cNvSpPr>
          <p:nvPr/>
        </p:nvSpPr>
        <p:spPr>
          <a:xfrm>
            <a:off x="23802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BE6E4567-E94C-4615-9CBD-221B0675F246}"/>
              </a:ext>
            </a:extLst>
          </p:cNvPr>
          <p:cNvSpPr>
            <a:spLocks/>
          </p:cNvSpPr>
          <p:nvPr/>
        </p:nvSpPr>
        <p:spPr>
          <a:xfrm>
            <a:off x="237653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9093A96-E238-4BBB-8101-B6E619B41DA4}"/>
              </a:ext>
            </a:extLst>
          </p:cNvPr>
          <p:cNvSpPr>
            <a:spLocks/>
          </p:cNvSpPr>
          <p:nvPr/>
        </p:nvSpPr>
        <p:spPr>
          <a:xfrm>
            <a:off x="2346834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C7BA6F54-28A3-4CDC-921E-BB5D6F088A50}"/>
              </a:ext>
            </a:extLst>
          </p:cNvPr>
          <p:cNvSpPr>
            <a:spLocks/>
          </p:cNvSpPr>
          <p:nvPr/>
        </p:nvSpPr>
        <p:spPr>
          <a:xfrm>
            <a:off x="238615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40634B5D-F830-4B53-A0EE-D697CD85AFE7}"/>
              </a:ext>
            </a:extLst>
          </p:cNvPr>
          <p:cNvSpPr>
            <a:spLocks/>
          </p:cNvSpPr>
          <p:nvPr/>
        </p:nvSpPr>
        <p:spPr>
          <a:xfrm>
            <a:off x="245423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381CDF3-992E-428A-B208-657B725BC794}"/>
              </a:ext>
            </a:extLst>
          </p:cNvPr>
          <p:cNvSpPr>
            <a:spLocks/>
          </p:cNvSpPr>
          <p:nvPr/>
        </p:nvSpPr>
        <p:spPr>
          <a:xfrm>
            <a:off x="2464645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59323D5-7E19-4D16-A66C-984172A5837E}"/>
              </a:ext>
            </a:extLst>
          </p:cNvPr>
          <p:cNvSpPr>
            <a:spLocks/>
          </p:cNvSpPr>
          <p:nvPr/>
        </p:nvSpPr>
        <p:spPr>
          <a:xfrm>
            <a:off x="2364115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1B9E98C2-47F3-45B8-B6AA-812729BB8098}"/>
              </a:ext>
            </a:extLst>
          </p:cNvPr>
          <p:cNvSpPr>
            <a:spLocks/>
          </p:cNvSpPr>
          <p:nvPr/>
        </p:nvSpPr>
        <p:spPr>
          <a:xfrm>
            <a:off x="244735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DC588D66-F37B-4C77-A671-579AF3F099DA}"/>
              </a:ext>
            </a:extLst>
          </p:cNvPr>
          <p:cNvSpPr>
            <a:spLocks/>
          </p:cNvSpPr>
          <p:nvPr/>
        </p:nvSpPr>
        <p:spPr>
          <a:xfrm>
            <a:off x="242560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37D97C0F-3D67-48EC-917B-FD0BCC23568C}"/>
              </a:ext>
            </a:extLst>
          </p:cNvPr>
          <p:cNvSpPr>
            <a:spLocks/>
          </p:cNvSpPr>
          <p:nvPr/>
        </p:nvSpPr>
        <p:spPr>
          <a:xfrm>
            <a:off x="234136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738B4A8F-100F-4C9B-AE41-46E37BF3B633}"/>
              </a:ext>
            </a:extLst>
          </p:cNvPr>
          <p:cNvSpPr>
            <a:spLocks/>
          </p:cNvSpPr>
          <p:nvPr/>
        </p:nvSpPr>
        <p:spPr>
          <a:xfrm>
            <a:off x="2336990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F28B7DD1-49FE-4E26-A45A-48DDB59C76DE}"/>
              </a:ext>
            </a:extLst>
          </p:cNvPr>
          <p:cNvSpPr>
            <a:spLocks/>
          </p:cNvSpPr>
          <p:nvPr/>
        </p:nvSpPr>
        <p:spPr>
          <a:xfrm>
            <a:off x="235461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6288C92D-5DE5-44DE-9156-86C3661C81E9}"/>
              </a:ext>
            </a:extLst>
          </p:cNvPr>
          <p:cNvSpPr>
            <a:spLocks/>
          </p:cNvSpPr>
          <p:nvPr/>
        </p:nvSpPr>
        <p:spPr>
          <a:xfrm>
            <a:off x="2391931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73FABA22-CFDD-4AC4-B820-488FD282407F}"/>
              </a:ext>
            </a:extLst>
          </p:cNvPr>
          <p:cNvSpPr>
            <a:spLocks/>
          </p:cNvSpPr>
          <p:nvPr/>
        </p:nvSpPr>
        <p:spPr>
          <a:xfrm>
            <a:off x="245369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8041B25B-D3B2-46D7-AB52-7FA5B80144BE}"/>
              </a:ext>
            </a:extLst>
          </p:cNvPr>
          <p:cNvSpPr>
            <a:spLocks/>
          </p:cNvSpPr>
          <p:nvPr/>
        </p:nvSpPr>
        <p:spPr>
          <a:xfrm>
            <a:off x="2333702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0ABA949E-4FA5-4364-A267-DCD86BBDA279}"/>
              </a:ext>
            </a:extLst>
          </p:cNvPr>
          <p:cNvSpPr>
            <a:spLocks/>
          </p:cNvSpPr>
          <p:nvPr/>
        </p:nvSpPr>
        <p:spPr>
          <a:xfrm>
            <a:off x="234570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0AAF59C7-6264-4943-B797-FB5BFF9B34D3}"/>
              </a:ext>
            </a:extLst>
          </p:cNvPr>
          <p:cNvSpPr>
            <a:spLocks/>
          </p:cNvSpPr>
          <p:nvPr/>
        </p:nvSpPr>
        <p:spPr>
          <a:xfrm>
            <a:off x="234401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40D582E-2157-4CF7-BC6D-4B403FCBE847}"/>
              </a:ext>
            </a:extLst>
          </p:cNvPr>
          <p:cNvSpPr>
            <a:spLocks/>
          </p:cNvSpPr>
          <p:nvPr/>
        </p:nvSpPr>
        <p:spPr>
          <a:xfrm>
            <a:off x="239436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0714938C-AB02-400D-9DF9-CF872DCE13DE}"/>
              </a:ext>
            </a:extLst>
          </p:cNvPr>
          <p:cNvSpPr>
            <a:spLocks/>
          </p:cNvSpPr>
          <p:nvPr/>
        </p:nvSpPr>
        <p:spPr>
          <a:xfrm>
            <a:off x="23375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CA29193B-0E21-42F1-8FE0-5BD4CBFDD724}"/>
              </a:ext>
            </a:extLst>
          </p:cNvPr>
          <p:cNvSpPr>
            <a:spLocks/>
          </p:cNvSpPr>
          <p:nvPr/>
        </p:nvSpPr>
        <p:spPr>
          <a:xfrm>
            <a:off x="2397505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BFB8FC14-E35D-4AE3-ABF4-6EB75269CE4B}"/>
              </a:ext>
            </a:extLst>
          </p:cNvPr>
          <p:cNvSpPr>
            <a:spLocks/>
          </p:cNvSpPr>
          <p:nvPr/>
        </p:nvSpPr>
        <p:spPr>
          <a:xfrm>
            <a:off x="2380333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84F56402-9C64-46C4-9338-54CE5FB8F6B6}"/>
              </a:ext>
            </a:extLst>
          </p:cNvPr>
          <p:cNvSpPr>
            <a:spLocks/>
          </p:cNvSpPr>
          <p:nvPr/>
        </p:nvSpPr>
        <p:spPr>
          <a:xfrm>
            <a:off x="2397468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32D898E8-5A77-43F0-A981-3DC5CEB60497}"/>
              </a:ext>
            </a:extLst>
          </p:cNvPr>
          <p:cNvSpPr>
            <a:spLocks/>
          </p:cNvSpPr>
          <p:nvPr/>
        </p:nvSpPr>
        <p:spPr>
          <a:xfrm>
            <a:off x="241535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ADD02738-1B36-423E-844E-CFAAB2ABDD85}"/>
              </a:ext>
            </a:extLst>
          </p:cNvPr>
          <p:cNvSpPr>
            <a:spLocks/>
          </p:cNvSpPr>
          <p:nvPr/>
        </p:nvSpPr>
        <p:spPr>
          <a:xfrm>
            <a:off x="24369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726BAD14-1B4D-4129-BDF7-15BE649C0896}"/>
              </a:ext>
            </a:extLst>
          </p:cNvPr>
          <p:cNvSpPr>
            <a:spLocks/>
          </p:cNvSpPr>
          <p:nvPr/>
        </p:nvSpPr>
        <p:spPr>
          <a:xfrm>
            <a:off x="2413769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EBABED07-CAFF-406B-B270-B782DC79A0CA}"/>
              </a:ext>
            </a:extLst>
          </p:cNvPr>
          <p:cNvSpPr>
            <a:spLocks/>
          </p:cNvSpPr>
          <p:nvPr/>
        </p:nvSpPr>
        <p:spPr>
          <a:xfrm>
            <a:off x="23428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8E65D37E-EB0A-48C8-BD4D-715E2BFD2728}"/>
              </a:ext>
            </a:extLst>
          </p:cNvPr>
          <p:cNvSpPr>
            <a:spLocks/>
          </p:cNvSpPr>
          <p:nvPr/>
        </p:nvSpPr>
        <p:spPr>
          <a:xfrm>
            <a:off x="244859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9570E958-E987-4989-8119-703D22AB15F8}"/>
              </a:ext>
            </a:extLst>
          </p:cNvPr>
          <p:cNvSpPr>
            <a:spLocks/>
          </p:cNvSpPr>
          <p:nvPr/>
        </p:nvSpPr>
        <p:spPr>
          <a:xfrm>
            <a:off x="246418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F7F055B2-F7BC-4AA1-8BF4-4950DB5BE203}"/>
              </a:ext>
            </a:extLst>
          </p:cNvPr>
          <p:cNvSpPr>
            <a:spLocks/>
          </p:cNvSpPr>
          <p:nvPr/>
        </p:nvSpPr>
        <p:spPr>
          <a:xfrm>
            <a:off x="2445522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96187F6-4530-4D27-81FD-889DBB7EED49}"/>
              </a:ext>
            </a:extLst>
          </p:cNvPr>
          <p:cNvSpPr>
            <a:spLocks/>
          </p:cNvSpPr>
          <p:nvPr/>
        </p:nvSpPr>
        <p:spPr>
          <a:xfrm>
            <a:off x="24627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B5127A35-8538-4AC9-A507-B026B59F74E4}"/>
              </a:ext>
            </a:extLst>
          </p:cNvPr>
          <p:cNvSpPr>
            <a:spLocks/>
          </p:cNvSpPr>
          <p:nvPr/>
        </p:nvSpPr>
        <p:spPr>
          <a:xfrm>
            <a:off x="24171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80026B68-2340-4634-838B-B20DC5C3CA24}"/>
              </a:ext>
            </a:extLst>
          </p:cNvPr>
          <p:cNvSpPr>
            <a:spLocks/>
          </p:cNvSpPr>
          <p:nvPr/>
        </p:nvSpPr>
        <p:spPr>
          <a:xfrm>
            <a:off x="236307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801E442B-FD9A-4069-AF0E-02254DA51222}"/>
              </a:ext>
            </a:extLst>
          </p:cNvPr>
          <p:cNvSpPr>
            <a:spLocks/>
          </p:cNvSpPr>
          <p:nvPr/>
        </p:nvSpPr>
        <p:spPr>
          <a:xfrm>
            <a:off x="2379644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AE1AC1F5-D0C1-40E8-AFA0-B4ED5A3B0436}"/>
              </a:ext>
            </a:extLst>
          </p:cNvPr>
          <p:cNvSpPr>
            <a:spLocks/>
          </p:cNvSpPr>
          <p:nvPr/>
        </p:nvSpPr>
        <p:spPr>
          <a:xfrm>
            <a:off x="23462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4D8F2073-037F-4F59-AF85-3753820F9EB4}"/>
              </a:ext>
            </a:extLst>
          </p:cNvPr>
          <p:cNvSpPr>
            <a:spLocks/>
          </p:cNvSpPr>
          <p:nvPr/>
        </p:nvSpPr>
        <p:spPr>
          <a:xfrm>
            <a:off x="2348400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9C55BEBB-5148-456C-8118-074C411749BD}"/>
              </a:ext>
            </a:extLst>
          </p:cNvPr>
          <p:cNvSpPr>
            <a:spLocks/>
          </p:cNvSpPr>
          <p:nvPr/>
        </p:nvSpPr>
        <p:spPr>
          <a:xfrm>
            <a:off x="241364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264F5FB3-ABB5-4725-90D3-0B00B83407F2}"/>
              </a:ext>
            </a:extLst>
          </p:cNvPr>
          <p:cNvSpPr>
            <a:spLocks/>
          </p:cNvSpPr>
          <p:nvPr/>
        </p:nvSpPr>
        <p:spPr>
          <a:xfrm>
            <a:off x="2330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B5748F3C-CCFB-4A89-9728-2ABB42D46A17}"/>
              </a:ext>
            </a:extLst>
          </p:cNvPr>
          <p:cNvSpPr>
            <a:spLocks/>
          </p:cNvSpPr>
          <p:nvPr/>
        </p:nvSpPr>
        <p:spPr>
          <a:xfrm>
            <a:off x="2416120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F3F2194E-91D0-4469-803A-354768942B5B}"/>
              </a:ext>
            </a:extLst>
          </p:cNvPr>
          <p:cNvSpPr>
            <a:spLocks/>
          </p:cNvSpPr>
          <p:nvPr/>
        </p:nvSpPr>
        <p:spPr>
          <a:xfrm>
            <a:off x="244548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A1C23221-73B9-4AFA-969B-67A9989E6480}"/>
              </a:ext>
            </a:extLst>
          </p:cNvPr>
          <p:cNvSpPr>
            <a:spLocks/>
          </p:cNvSpPr>
          <p:nvPr/>
        </p:nvSpPr>
        <p:spPr>
          <a:xfrm>
            <a:off x="243498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3C62C528-003C-43AE-9898-B14B6817BFCC}"/>
              </a:ext>
            </a:extLst>
          </p:cNvPr>
          <p:cNvSpPr>
            <a:spLocks/>
          </p:cNvSpPr>
          <p:nvPr/>
        </p:nvSpPr>
        <p:spPr>
          <a:xfrm>
            <a:off x="2387414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3EDFD90-015C-4E89-A002-2F48A18C08F9}"/>
              </a:ext>
            </a:extLst>
          </p:cNvPr>
          <p:cNvSpPr>
            <a:spLocks/>
          </p:cNvSpPr>
          <p:nvPr/>
        </p:nvSpPr>
        <p:spPr>
          <a:xfrm>
            <a:off x="23770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ACF62CCB-3E50-4267-9E0E-51FFAF7A5432}"/>
              </a:ext>
            </a:extLst>
          </p:cNvPr>
          <p:cNvSpPr>
            <a:spLocks/>
          </p:cNvSpPr>
          <p:nvPr/>
        </p:nvSpPr>
        <p:spPr>
          <a:xfrm>
            <a:off x="2457719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558838E5-FDFB-48B0-A8B1-228BC04E8F69}"/>
              </a:ext>
            </a:extLst>
          </p:cNvPr>
          <p:cNvSpPr>
            <a:spLocks/>
          </p:cNvSpPr>
          <p:nvPr/>
        </p:nvSpPr>
        <p:spPr>
          <a:xfrm>
            <a:off x="2409323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DD05D68D-25F7-4575-9DD6-93154F03504E}"/>
              </a:ext>
            </a:extLst>
          </p:cNvPr>
          <p:cNvSpPr>
            <a:spLocks/>
          </p:cNvSpPr>
          <p:nvPr/>
        </p:nvSpPr>
        <p:spPr>
          <a:xfrm>
            <a:off x="2425192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56A83581-AB6E-46DB-802C-321AFEF9D817}"/>
              </a:ext>
            </a:extLst>
          </p:cNvPr>
          <p:cNvSpPr>
            <a:spLocks/>
          </p:cNvSpPr>
          <p:nvPr/>
        </p:nvSpPr>
        <p:spPr>
          <a:xfrm>
            <a:off x="23863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3210003-82A1-431D-BB8A-3D60181AFA4F}"/>
              </a:ext>
            </a:extLst>
          </p:cNvPr>
          <p:cNvSpPr>
            <a:spLocks/>
          </p:cNvSpPr>
          <p:nvPr/>
        </p:nvSpPr>
        <p:spPr>
          <a:xfrm>
            <a:off x="24271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03747870-578A-4163-87CF-E297659376C1}"/>
              </a:ext>
            </a:extLst>
          </p:cNvPr>
          <p:cNvSpPr>
            <a:spLocks/>
          </p:cNvSpPr>
          <p:nvPr/>
        </p:nvSpPr>
        <p:spPr>
          <a:xfrm>
            <a:off x="2423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6DA64A3-3901-4EC7-BC54-D2E4B2E59910}"/>
              </a:ext>
            </a:extLst>
          </p:cNvPr>
          <p:cNvSpPr>
            <a:spLocks/>
          </p:cNvSpPr>
          <p:nvPr/>
        </p:nvSpPr>
        <p:spPr>
          <a:xfrm>
            <a:off x="239941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C715A88-0C23-4DCE-AA73-1B35B02083EA}"/>
              </a:ext>
            </a:extLst>
          </p:cNvPr>
          <p:cNvSpPr>
            <a:spLocks/>
          </p:cNvSpPr>
          <p:nvPr/>
        </p:nvSpPr>
        <p:spPr>
          <a:xfrm>
            <a:off x="24582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FCB5B204-2558-4358-A4C4-9BF2E59A18AD}"/>
              </a:ext>
            </a:extLst>
          </p:cNvPr>
          <p:cNvSpPr>
            <a:spLocks/>
          </p:cNvSpPr>
          <p:nvPr/>
        </p:nvSpPr>
        <p:spPr>
          <a:xfrm>
            <a:off x="238822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4FCB0B75-B254-4176-8ECD-72EF581927CD}"/>
              </a:ext>
            </a:extLst>
          </p:cNvPr>
          <p:cNvSpPr>
            <a:spLocks/>
          </p:cNvSpPr>
          <p:nvPr/>
        </p:nvSpPr>
        <p:spPr>
          <a:xfrm>
            <a:off x="2388792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45705A0C-EC64-4A09-9231-4C4368298013}"/>
              </a:ext>
            </a:extLst>
          </p:cNvPr>
          <p:cNvSpPr>
            <a:spLocks/>
          </p:cNvSpPr>
          <p:nvPr/>
        </p:nvSpPr>
        <p:spPr>
          <a:xfrm>
            <a:off x="2427289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A2786700-D4FD-44B6-AA95-61BE2DA3A4A7}"/>
              </a:ext>
            </a:extLst>
          </p:cNvPr>
          <p:cNvSpPr>
            <a:spLocks/>
          </p:cNvSpPr>
          <p:nvPr/>
        </p:nvSpPr>
        <p:spPr>
          <a:xfrm>
            <a:off x="2383677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50BB57F4-BFAF-41D3-92E8-1405FDE0FA71}"/>
              </a:ext>
            </a:extLst>
          </p:cNvPr>
          <p:cNvSpPr>
            <a:spLocks/>
          </p:cNvSpPr>
          <p:nvPr/>
        </p:nvSpPr>
        <p:spPr>
          <a:xfrm>
            <a:off x="2432217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48680506-5EA1-49C3-8A65-B08C40F3B4E4}"/>
              </a:ext>
            </a:extLst>
          </p:cNvPr>
          <p:cNvSpPr>
            <a:spLocks/>
          </p:cNvSpPr>
          <p:nvPr/>
        </p:nvSpPr>
        <p:spPr>
          <a:xfrm>
            <a:off x="241283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5287F40-0181-40A7-8D5E-EBABF6B835F6}"/>
              </a:ext>
            </a:extLst>
          </p:cNvPr>
          <p:cNvSpPr>
            <a:spLocks/>
          </p:cNvSpPr>
          <p:nvPr/>
        </p:nvSpPr>
        <p:spPr>
          <a:xfrm>
            <a:off x="2341384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C139B669-7DF7-420F-9538-72DCF3E64CB8}"/>
              </a:ext>
            </a:extLst>
          </p:cNvPr>
          <p:cNvSpPr>
            <a:spLocks/>
          </p:cNvSpPr>
          <p:nvPr/>
        </p:nvSpPr>
        <p:spPr>
          <a:xfrm>
            <a:off x="2349041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540AB4E-0DD0-45DC-B8C0-AB91183C862B}"/>
              </a:ext>
            </a:extLst>
          </p:cNvPr>
          <p:cNvSpPr>
            <a:spLocks/>
          </p:cNvSpPr>
          <p:nvPr/>
        </p:nvSpPr>
        <p:spPr>
          <a:xfrm>
            <a:off x="24224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184D552-305C-4456-81EC-C12EE897DF0D}"/>
              </a:ext>
            </a:extLst>
          </p:cNvPr>
          <p:cNvSpPr>
            <a:spLocks/>
          </p:cNvSpPr>
          <p:nvPr/>
        </p:nvSpPr>
        <p:spPr>
          <a:xfrm>
            <a:off x="234777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6AADC000-5785-4A56-95CF-655D84D73EC9}"/>
              </a:ext>
            </a:extLst>
          </p:cNvPr>
          <p:cNvSpPr>
            <a:spLocks/>
          </p:cNvSpPr>
          <p:nvPr/>
        </p:nvSpPr>
        <p:spPr>
          <a:xfrm>
            <a:off x="233573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65839B56-6033-4E64-8F2D-128BEF6BFFDE}"/>
              </a:ext>
            </a:extLst>
          </p:cNvPr>
          <p:cNvSpPr>
            <a:spLocks/>
          </p:cNvSpPr>
          <p:nvPr/>
        </p:nvSpPr>
        <p:spPr>
          <a:xfrm>
            <a:off x="23474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4788219-79F1-4FB9-9B81-DF8D607B1492}"/>
              </a:ext>
            </a:extLst>
          </p:cNvPr>
          <p:cNvSpPr>
            <a:spLocks/>
          </p:cNvSpPr>
          <p:nvPr/>
        </p:nvSpPr>
        <p:spPr>
          <a:xfrm>
            <a:off x="237126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DD9CC4EB-22AE-4ECD-B039-E1AABF94DC48}"/>
              </a:ext>
            </a:extLst>
          </p:cNvPr>
          <p:cNvSpPr>
            <a:spLocks/>
          </p:cNvSpPr>
          <p:nvPr/>
        </p:nvSpPr>
        <p:spPr>
          <a:xfrm>
            <a:off x="2384361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50B7DE6A-D632-4BCE-8269-83747683A0AC}"/>
              </a:ext>
            </a:extLst>
          </p:cNvPr>
          <p:cNvSpPr>
            <a:spLocks/>
          </p:cNvSpPr>
          <p:nvPr/>
        </p:nvSpPr>
        <p:spPr>
          <a:xfrm>
            <a:off x="2345538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F5A6943C-AC40-4083-83C0-5D90F92075A9}"/>
              </a:ext>
            </a:extLst>
          </p:cNvPr>
          <p:cNvSpPr>
            <a:spLocks/>
          </p:cNvSpPr>
          <p:nvPr/>
        </p:nvSpPr>
        <p:spPr>
          <a:xfrm>
            <a:off x="235424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6CCFF4B6-5444-4FF2-AA27-4B3AF008F87F}"/>
              </a:ext>
            </a:extLst>
          </p:cNvPr>
          <p:cNvSpPr>
            <a:spLocks/>
          </p:cNvSpPr>
          <p:nvPr/>
        </p:nvSpPr>
        <p:spPr>
          <a:xfrm>
            <a:off x="2463150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ED7FDEF-AB04-491E-B5BF-E4E30F8FDFD6}"/>
              </a:ext>
            </a:extLst>
          </p:cNvPr>
          <p:cNvSpPr>
            <a:spLocks/>
          </p:cNvSpPr>
          <p:nvPr/>
        </p:nvSpPr>
        <p:spPr>
          <a:xfrm>
            <a:off x="2400412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02F41B8E-BD8A-4F0D-BFE8-255B3E16D32F}"/>
              </a:ext>
            </a:extLst>
          </p:cNvPr>
          <p:cNvSpPr>
            <a:spLocks/>
          </p:cNvSpPr>
          <p:nvPr/>
        </p:nvSpPr>
        <p:spPr>
          <a:xfrm>
            <a:off x="24375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1E34FBDC-8114-48DD-B032-74D336CC68DA}"/>
              </a:ext>
            </a:extLst>
          </p:cNvPr>
          <p:cNvSpPr>
            <a:spLocks/>
          </p:cNvSpPr>
          <p:nvPr/>
        </p:nvSpPr>
        <p:spPr>
          <a:xfrm>
            <a:off x="2358134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DFE97B7D-9ABD-445C-ABF5-38617899C283}"/>
              </a:ext>
            </a:extLst>
          </p:cNvPr>
          <p:cNvSpPr>
            <a:spLocks/>
          </p:cNvSpPr>
          <p:nvPr/>
        </p:nvSpPr>
        <p:spPr>
          <a:xfrm>
            <a:off x="2327162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71F20FB4-FF08-48CE-9F74-85C6766BED5E}"/>
              </a:ext>
            </a:extLst>
          </p:cNvPr>
          <p:cNvSpPr>
            <a:spLocks/>
          </p:cNvSpPr>
          <p:nvPr/>
        </p:nvSpPr>
        <p:spPr>
          <a:xfrm>
            <a:off x="236369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8A39620-F3F2-4662-8379-A098866C2560}"/>
              </a:ext>
            </a:extLst>
          </p:cNvPr>
          <p:cNvSpPr>
            <a:spLocks/>
          </p:cNvSpPr>
          <p:nvPr/>
        </p:nvSpPr>
        <p:spPr>
          <a:xfrm>
            <a:off x="24396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37E688D-1A1D-4496-84C5-A59ADEF6B7D8}"/>
              </a:ext>
            </a:extLst>
          </p:cNvPr>
          <p:cNvSpPr>
            <a:spLocks/>
          </p:cNvSpPr>
          <p:nvPr/>
        </p:nvSpPr>
        <p:spPr>
          <a:xfrm>
            <a:off x="241877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9E15F60A-31CB-4CEB-8B26-585FC9D2D818}"/>
              </a:ext>
            </a:extLst>
          </p:cNvPr>
          <p:cNvSpPr>
            <a:spLocks/>
          </p:cNvSpPr>
          <p:nvPr/>
        </p:nvSpPr>
        <p:spPr>
          <a:xfrm>
            <a:off x="2437729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0138A41F-9706-42F3-96A6-0D9C8E1519A1}"/>
              </a:ext>
            </a:extLst>
          </p:cNvPr>
          <p:cNvSpPr>
            <a:spLocks/>
          </p:cNvSpPr>
          <p:nvPr/>
        </p:nvSpPr>
        <p:spPr>
          <a:xfrm>
            <a:off x="234963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43A63303-1D1C-44B7-9BFB-DB69DFA9AA91}"/>
              </a:ext>
            </a:extLst>
          </p:cNvPr>
          <p:cNvSpPr>
            <a:spLocks/>
          </p:cNvSpPr>
          <p:nvPr/>
        </p:nvSpPr>
        <p:spPr>
          <a:xfrm>
            <a:off x="2341796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C2E617EB-030A-424B-B365-124734737F45}"/>
              </a:ext>
            </a:extLst>
          </p:cNvPr>
          <p:cNvSpPr>
            <a:spLocks/>
          </p:cNvSpPr>
          <p:nvPr/>
        </p:nvSpPr>
        <p:spPr>
          <a:xfrm>
            <a:off x="2602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E1ABFEC-8B0D-4D1E-8EE8-7319D53D2CDB}"/>
              </a:ext>
            </a:extLst>
          </p:cNvPr>
          <p:cNvSpPr>
            <a:spLocks/>
          </p:cNvSpPr>
          <p:nvPr/>
        </p:nvSpPr>
        <p:spPr>
          <a:xfrm>
            <a:off x="26625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73099845-E3F9-413E-AF54-B65C90E82A62}"/>
              </a:ext>
            </a:extLst>
          </p:cNvPr>
          <p:cNvSpPr>
            <a:spLocks/>
          </p:cNvSpPr>
          <p:nvPr/>
        </p:nvSpPr>
        <p:spPr>
          <a:xfrm>
            <a:off x="26844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2F7C535-D439-4ADA-A2A2-6AD4E4116725}"/>
              </a:ext>
            </a:extLst>
          </p:cNvPr>
          <p:cNvSpPr>
            <a:spLocks/>
          </p:cNvSpPr>
          <p:nvPr/>
        </p:nvSpPr>
        <p:spPr>
          <a:xfrm>
            <a:off x="2611545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B099E58-CDA2-4A29-8001-B3DAB7090D7B}"/>
              </a:ext>
            </a:extLst>
          </p:cNvPr>
          <p:cNvSpPr>
            <a:spLocks/>
          </p:cNvSpPr>
          <p:nvPr/>
        </p:nvSpPr>
        <p:spPr>
          <a:xfrm>
            <a:off x="2684492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A692DE08-11D5-4960-84BC-A244FE392F21}"/>
              </a:ext>
            </a:extLst>
          </p:cNvPr>
          <p:cNvSpPr>
            <a:spLocks/>
          </p:cNvSpPr>
          <p:nvPr/>
        </p:nvSpPr>
        <p:spPr>
          <a:xfrm>
            <a:off x="26816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50EC7379-1554-4AEB-9D86-1A2110BFDADC}"/>
              </a:ext>
            </a:extLst>
          </p:cNvPr>
          <p:cNvSpPr>
            <a:spLocks/>
          </p:cNvSpPr>
          <p:nvPr/>
        </p:nvSpPr>
        <p:spPr>
          <a:xfrm>
            <a:off x="259172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87B4D31E-D352-4DC0-BF2D-77F01AA975A4}"/>
              </a:ext>
            </a:extLst>
          </p:cNvPr>
          <p:cNvSpPr>
            <a:spLocks/>
          </p:cNvSpPr>
          <p:nvPr/>
        </p:nvSpPr>
        <p:spPr>
          <a:xfrm>
            <a:off x="26287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A22FCE97-44D1-4D5E-A8F9-1F65BB22D8EA}"/>
              </a:ext>
            </a:extLst>
          </p:cNvPr>
          <p:cNvSpPr>
            <a:spLocks/>
          </p:cNvSpPr>
          <p:nvPr/>
        </p:nvSpPr>
        <p:spPr>
          <a:xfrm>
            <a:off x="2649406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012B10EB-1B5D-4CC5-8EA7-83F22D3CC638}"/>
              </a:ext>
            </a:extLst>
          </p:cNvPr>
          <p:cNvSpPr>
            <a:spLocks/>
          </p:cNvSpPr>
          <p:nvPr/>
        </p:nvSpPr>
        <p:spPr>
          <a:xfrm>
            <a:off x="26453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4586D35D-B765-40DD-9CDD-77352F5F7FB8}"/>
              </a:ext>
            </a:extLst>
          </p:cNvPr>
          <p:cNvSpPr>
            <a:spLocks/>
          </p:cNvSpPr>
          <p:nvPr/>
        </p:nvSpPr>
        <p:spPr>
          <a:xfrm>
            <a:off x="2554777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88811315-9630-4A6C-A906-EE0A8FA8B9A3}"/>
              </a:ext>
            </a:extLst>
          </p:cNvPr>
          <p:cNvSpPr>
            <a:spLocks/>
          </p:cNvSpPr>
          <p:nvPr/>
        </p:nvSpPr>
        <p:spPr>
          <a:xfrm>
            <a:off x="26643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814B533-98BB-4040-88DB-D7B8B9A6F0BE}"/>
              </a:ext>
            </a:extLst>
          </p:cNvPr>
          <p:cNvSpPr>
            <a:spLocks/>
          </p:cNvSpPr>
          <p:nvPr/>
        </p:nvSpPr>
        <p:spPr>
          <a:xfrm>
            <a:off x="262835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E23D58B5-CD50-43D4-A776-E781EAA26F58}"/>
              </a:ext>
            </a:extLst>
          </p:cNvPr>
          <p:cNvSpPr>
            <a:spLocks/>
          </p:cNvSpPr>
          <p:nvPr/>
        </p:nvSpPr>
        <p:spPr>
          <a:xfrm>
            <a:off x="2656459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AED4ECB6-3A7B-47CA-A910-1791371C1578}"/>
              </a:ext>
            </a:extLst>
          </p:cNvPr>
          <p:cNvSpPr>
            <a:spLocks/>
          </p:cNvSpPr>
          <p:nvPr/>
        </p:nvSpPr>
        <p:spPr>
          <a:xfrm>
            <a:off x="26779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AF135DCF-7490-483B-88AB-30D526068190}"/>
              </a:ext>
            </a:extLst>
          </p:cNvPr>
          <p:cNvSpPr>
            <a:spLocks/>
          </p:cNvSpPr>
          <p:nvPr/>
        </p:nvSpPr>
        <p:spPr>
          <a:xfrm>
            <a:off x="262358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D492D6DE-5052-4B17-8C17-3B0BC1006916}"/>
              </a:ext>
            </a:extLst>
          </p:cNvPr>
          <p:cNvSpPr>
            <a:spLocks/>
          </p:cNvSpPr>
          <p:nvPr/>
        </p:nvSpPr>
        <p:spPr>
          <a:xfrm>
            <a:off x="26092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F068C0F-89D0-45AC-90C9-38FB251BE9A8}"/>
              </a:ext>
            </a:extLst>
          </p:cNvPr>
          <p:cNvSpPr>
            <a:spLocks/>
          </p:cNvSpPr>
          <p:nvPr/>
        </p:nvSpPr>
        <p:spPr>
          <a:xfrm>
            <a:off x="25639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549C0E71-8D5B-4B38-AB0C-DC1114DFB778}"/>
              </a:ext>
            </a:extLst>
          </p:cNvPr>
          <p:cNvSpPr>
            <a:spLocks/>
          </p:cNvSpPr>
          <p:nvPr/>
        </p:nvSpPr>
        <p:spPr>
          <a:xfrm>
            <a:off x="262510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27ABEAF2-6D83-41A9-8031-0EA89AFA76C8}"/>
              </a:ext>
            </a:extLst>
          </p:cNvPr>
          <p:cNvSpPr>
            <a:spLocks/>
          </p:cNvSpPr>
          <p:nvPr/>
        </p:nvSpPr>
        <p:spPr>
          <a:xfrm>
            <a:off x="26354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62C36126-E26A-47E1-A570-F7B4039CB0E8}"/>
              </a:ext>
            </a:extLst>
          </p:cNvPr>
          <p:cNvSpPr>
            <a:spLocks/>
          </p:cNvSpPr>
          <p:nvPr/>
        </p:nvSpPr>
        <p:spPr>
          <a:xfrm>
            <a:off x="2598917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930A78F-9A7B-4202-B31B-AE6A77CE1382}"/>
              </a:ext>
            </a:extLst>
          </p:cNvPr>
          <p:cNvSpPr>
            <a:spLocks/>
          </p:cNvSpPr>
          <p:nvPr/>
        </p:nvSpPr>
        <p:spPr>
          <a:xfrm>
            <a:off x="261062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94FDB657-16FD-4517-9F9D-D73F1183AABC}"/>
              </a:ext>
            </a:extLst>
          </p:cNvPr>
          <p:cNvSpPr>
            <a:spLocks/>
          </p:cNvSpPr>
          <p:nvPr/>
        </p:nvSpPr>
        <p:spPr>
          <a:xfrm>
            <a:off x="2678283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744CD66-F9FE-41B6-B286-ED1BFB407C2D}"/>
              </a:ext>
            </a:extLst>
          </p:cNvPr>
          <p:cNvSpPr>
            <a:spLocks/>
          </p:cNvSpPr>
          <p:nvPr/>
        </p:nvSpPr>
        <p:spPr>
          <a:xfrm>
            <a:off x="2579276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08074EF-B19A-4230-B1FF-652BC75C02BC}"/>
              </a:ext>
            </a:extLst>
          </p:cNvPr>
          <p:cNvSpPr>
            <a:spLocks/>
          </p:cNvSpPr>
          <p:nvPr/>
        </p:nvSpPr>
        <p:spPr>
          <a:xfrm>
            <a:off x="2558912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0B784C5F-983F-489C-94EC-409CD2EA0769}"/>
              </a:ext>
            </a:extLst>
          </p:cNvPr>
          <p:cNvSpPr>
            <a:spLocks/>
          </p:cNvSpPr>
          <p:nvPr/>
        </p:nvSpPr>
        <p:spPr>
          <a:xfrm>
            <a:off x="260786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854DD07-0D84-4838-8F72-069C900A4302}"/>
              </a:ext>
            </a:extLst>
          </p:cNvPr>
          <p:cNvSpPr>
            <a:spLocks/>
          </p:cNvSpPr>
          <p:nvPr/>
        </p:nvSpPr>
        <p:spPr>
          <a:xfrm>
            <a:off x="260313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7567B6A5-409E-473F-9A88-F9B0BC13E2DA}"/>
              </a:ext>
            </a:extLst>
          </p:cNvPr>
          <p:cNvSpPr>
            <a:spLocks/>
          </p:cNvSpPr>
          <p:nvPr/>
        </p:nvSpPr>
        <p:spPr>
          <a:xfrm>
            <a:off x="2637567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7675E9A9-6680-4724-9C02-583B54129D2D}"/>
              </a:ext>
            </a:extLst>
          </p:cNvPr>
          <p:cNvSpPr>
            <a:spLocks/>
          </p:cNvSpPr>
          <p:nvPr/>
        </p:nvSpPr>
        <p:spPr>
          <a:xfrm>
            <a:off x="2672678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ED46AC9D-69CF-40FF-A0CB-B9129F813D76}"/>
              </a:ext>
            </a:extLst>
          </p:cNvPr>
          <p:cNvSpPr>
            <a:spLocks/>
          </p:cNvSpPr>
          <p:nvPr/>
        </p:nvSpPr>
        <p:spPr>
          <a:xfrm>
            <a:off x="260008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7A8E6113-5E5A-43BD-8035-518CCE92B894}"/>
              </a:ext>
            </a:extLst>
          </p:cNvPr>
          <p:cNvSpPr>
            <a:spLocks/>
          </p:cNvSpPr>
          <p:nvPr/>
        </p:nvSpPr>
        <p:spPr>
          <a:xfrm>
            <a:off x="25653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36201CB4-596D-4789-BF93-B915E234210C}"/>
              </a:ext>
            </a:extLst>
          </p:cNvPr>
          <p:cNvSpPr>
            <a:spLocks/>
          </p:cNvSpPr>
          <p:nvPr/>
        </p:nvSpPr>
        <p:spPr>
          <a:xfrm>
            <a:off x="2653233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6EEDAFE9-845E-4E7F-B605-6F9BFAE2D929}"/>
              </a:ext>
            </a:extLst>
          </p:cNvPr>
          <p:cNvSpPr>
            <a:spLocks/>
          </p:cNvSpPr>
          <p:nvPr/>
        </p:nvSpPr>
        <p:spPr>
          <a:xfrm>
            <a:off x="263103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8B000F-5BAF-41EE-BDB0-41E2C65D859E}"/>
              </a:ext>
            </a:extLst>
          </p:cNvPr>
          <p:cNvSpPr>
            <a:spLocks/>
          </p:cNvSpPr>
          <p:nvPr/>
        </p:nvSpPr>
        <p:spPr>
          <a:xfrm>
            <a:off x="2646340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51C5DCE9-E487-4766-A241-3186F8D63568}"/>
              </a:ext>
            </a:extLst>
          </p:cNvPr>
          <p:cNvSpPr>
            <a:spLocks/>
          </p:cNvSpPr>
          <p:nvPr/>
        </p:nvSpPr>
        <p:spPr>
          <a:xfrm>
            <a:off x="26706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0464E0E8-9582-4292-A2B0-9FBCED4EAB53}"/>
              </a:ext>
            </a:extLst>
          </p:cNvPr>
          <p:cNvSpPr>
            <a:spLocks/>
          </p:cNvSpPr>
          <p:nvPr/>
        </p:nvSpPr>
        <p:spPr>
          <a:xfrm>
            <a:off x="26580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0531882E-0B3F-4E0A-BEF0-976FD499A4AF}"/>
              </a:ext>
            </a:extLst>
          </p:cNvPr>
          <p:cNvSpPr>
            <a:spLocks/>
          </p:cNvSpPr>
          <p:nvPr/>
        </p:nvSpPr>
        <p:spPr>
          <a:xfrm>
            <a:off x="26604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4BE98EDE-000E-46CA-A305-FD385BEA0968}"/>
              </a:ext>
            </a:extLst>
          </p:cNvPr>
          <p:cNvSpPr>
            <a:spLocks/>
          </p:cNvSpPr>
          <p:nvPr/>
        </p:nvSpPr>
        <p:spPr>
          <a:xfrm>
            <a:off x="26639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2E116CF0-2A7E-409E-8CD8-008F7155186C}"/>
              </a:ext>
            </a:extLst>
          </p:cNvPr>
          <p:cNvSpPr>
            <a:spLocks/>
          </p:cNvSpPr>
          <p:nvPr/>
        </p:nvSpPr>
        <p:spPr>
          <a:xfrm>
            <a:off x="26678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8CD8A523-84E9-439B-9E16-1E9F127E6F47}"/>
              </a:ext>
            </a:extLst>
          </p:cNvPr>
          <p:cNvSpPr>
            <a:spLocks/>
          </p:cNvSpPr>
          <p:nvPr/>
        </p:nvSpPr>
        <p:spPr>
          <a:xfrm>
            <a:off x="2607338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9BEA6BF-BA0E-42BB-B9AE-ABF936B31CD5}"/>
              </a:ext>
            </a:extLst>
          </p:cNvPr>
          <p:cNvSpPr>
            <a:spLocks/>
          </p:cNvSpPr>
          <p:nvPr/>
        </p:nvSpPr>
        <p:spPr>
          <a:xfrm>
            <a:off x="2640467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5A607785-5ECB-4888-94E9-F0AAEA35CCEA}"/>
              </a:ext>
            </a:extLst>
          </p:cNvPr>
          <p:cNvSpPr>
            <a:spLocks/>
          </p:cNvSpPr>
          <p:nvPr/>
        </p:nvSpPr>
        <p:spPr>
          <a:xfrm>
            <a:off x="26047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DCBE7E9A-ECC8-4300-BD32-4832B7D9F056}"/>
              </a:ext>
            </a:extLst>
          </p:cNvPr>
          <p:cNvSpPr>
            <a:spLocks/>
          </p:cNvSpPr>
          <p:nvPr/>
        </p:nvSpPr>
        <p:spPr>
          <a:xfrm>
            <a:off x="262521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94CE0B17-ABF8-4D8D-9CE6-45BE2F432BC0}"/>
              </a:ext>
            </a:extLst>
          </p:cNvPr>
          <p:cNvSpPr>
            <a:spLocks/>
          </p:cNvSpPr>
          <p:nvPr/>
        </p:nvSpPr>
        <p:spPr>
          <a:xfrm>
            <a:off x="2589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E9D5BED9-1297-465D-B45E-0ADD3867FF65}"/>
              </a:ext>
            </a:extLst>
          </p:cNvPr>
          <p:cNvSpPr>
            <a:spLocks/>
          </p:cNvSpPr>
          <p:nvPr/>
        </p:nvSpPr>
        <p:spPr>
          <a:xfrm>
            <a:off x="26448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893037E4-CDFF-48F7-B93A-A6D16E38994B}"/>
              </a:ext>
            </a:extLst>
          </p:cNvPr>
          <p:cNvSpPr>
            <a:spLocks/>
          </p:cNvSpPr>
          <p:nvPr/>
        </p:nvSpPr>
        <p:spPr>
          <a:xfrm>
            <a:off x="260952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ED8DE75-B5C6-451B-B414-18CCDDF82916}"/>
              </a:ext>
            </a:extLst>
          </p:cNvPr>
          <p:cNvSpPr>
            <a:spLocks/>
          </p:cNvSpPr>
          <p:nvPr/>
        </p:nvSpPr>
        <p:spPr>
          <a:xfrm>
            <a:off x="2627130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68A9B1CA-E411-4E79-9305-C1CA341E9A9E}"/>
              </a:ext>
            </a:extLst>
          </p:cNvPr>
          <p:cNvSpPr>
            <a:spLocks/>
          </p:cNvSpPr>
          <p:nvPr/>
        </p:nvSpPr>
        <p:spPr>
          <a:xfrm>
            <a:off x="2615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E3E515D4-EB38-4F02-965D-AC2A498025E4}"/>
              </a:ext>
            </a:extLst>
          </p:cNvPr>
          <p:cNvSpPr>
            <a:spLocks/>
          </p:cNvSpPr>
          <p:nvPr/>
        </p:nvSpPr>
        <p:spPr>
          <a:xfrm>
            <a:off x="26705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2889640F-65E5-4C40-82EF-CA49A8F65586}"/>
              </a:ext>
            </a:extLst>
          </p:cNvPr>
          <p:cNvSpPr>
            <a:spLocks/>
          </p:cNvSpPr>
          <p:nvPr/>
        </p:nvSpPr>
        <p:spPr>
          <a:xfrm>
            <a:off x="2614490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7F170145-D1E0-4599-B8B5-2A13F7783CE8}"/>
              </a:ext>
            </a:extLst>
          </p:cNvPr>
          <p:cNvSpPr>
            <a:spLocks/>
          </p:cNvSpPr>
          <p:nvPr/>
        </p:nvSpPr>
        <p:spPr>
          <a:xfrm>
            <a:off x="266088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E6A05473-08EB-4AA4-90A0-CBA669330B99}"/>
              </a:ext>
            </a:extLst>
          </p:cNvPr>
          <p:cNvSpPr>
            <a:spLocks/>
          </p:cNvSpPr>
          <p:nvPr/>
        </p:nvSpPr>
        <p:spPr>
          <a:xfrm>
            <a:off x="26392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D2B499B-2C8F-4C7F-98A7-6DFE84068F46}"/>
              </a:ext>
            </a:extLst>
          </p:cNvPr>
          <p:cNvSpPr>
            <a:spLocks/>
          </p:cNvSpPr>
          <p:nvPr/>
        </p:nvSpPr>
        <p:spPr>
          <a:xfrm>
            <a:off x="2642814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7FB3162F-D12C-4FB2-BE18-60A543986CC6}"/>
              </a:ext>
            </a:extLst>
          </p:cNvPr>
          <p:cNvSpPr>
            <a:spLocks/>
          </p:cNvSpPr>
          <p:nvPr/>
        </p:nvSpPr>
        <p:spPr>
          <a:xfrm>
            <a:off x="2591616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1D1A34D9-1BA6-401A-B15B-6C647878E264}"/>
              </a:ext>
            </a:extLst>
          </p:cNvPr>
          <p:cNvSpPr>
            <a:spLocks/>
          </p:cNvSpPr>
          <p:nvPr/>
        </p:nvSpPr>
        <p:spPr>
          <a:xfrm>
            <a:off x="2594616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D7625811-66AB-4A6F-90D0-36B414086644}"/>
              </a:ext>
            </a:extLst>
          </p:cNvPr>
          <p:cNvSpPr>
            <a:spLocks/>
          </p:cNvSpPr>
          <p:nvPr/>
        </p:nvSpPr>
        <p:spPr>
          <a:xfrm>
            <a:off x="2671233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B988B15-B3F9-416B-BA13-A8065386A092}"/>
              </a:ext>
            </a:extLst>
          </p:cNvPr>
          <p:cNvSpPr>
            <a:spLocks/>
          </p:cNvSpPr>
          <p:nvPr/>
        </p:nvSpPr>
        <p:spPr>
          <a:xfrm>
            <a:off x="2561541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AF56CB1A-0F4E-482F-AC56-39A234C4ABC6}"/>
              </a:ext>
            </a:extLst>
          </p:cNvPr>
          <p:cNvSpPr>
            <a:spLocks/>
          </p:cNvSpPr>
          <p:nvPr/>
        </p:nvSpPr>
        <p:spPr>
          <a:xfrm>
            <a:off x="264235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E44C3D5-3E9D-4148-BB72-ADA80F8048BB}"/>
              </a:ext>
            </a:extLst>
          </p:cNvPr>
          <p:cNvSpPr>
            <a:spLocks/>
          </p:cNvSpPr>
          <p:nvPr/>
        </p:nvSpPr>
        <p:spPr>
          <a:xfrm>
            <a:off x="2601123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515E832E-D656-4BF3-86A8-D51E0D2C3366}"/>
              </a:ext>
            </a:extLst>
          </p:cNvPr>
          <p:cNvSpPr>
            <a:spLocks/>
          </p:cNvSpPr>
          <p:nvPr/>
        </p:nvSpPr>
        <p:spPr>
          <a:xfrm>
            <a:off x="257074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E40D75EF-5628-4A35-BECE-D920B04CCEBF}"/>
              </a:ext>
            </a:extLst>
          </p:cNvPr>
          <p:cNvSpPr>
            <a:spLocks/>
          </p:cNvSpPr>
          <p:nvPr/>
        </p:nvSpPr>
        <p:spPr>
          <a:xfrm>
            <a:off x="2603097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73E7B44-4AA7-46E7-A2BB-A86D099BCF5B}"/>
              </a:ext>
            </a:extLst>
          </p:cNvPr>
          <p:cNvSpPr>
            <a:spLocks/>
          </p:cNvSpPr>
          <p:nvPr/>
        </p:nvSpPr>
        <p:spPr>
          <a:xfrm>
            <a:off x="25915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FF789F79-4223-4EB7-BE42-F0CDD3FC09FC}"/>
              </a:ext>
            </a:extLst>
          </p:cNvPr>
          <p:cNvSpPr>
            <a:spLocks/>
          </p:cNvSpPr>
          <p:nvPr/>
        </p:nvSpPr>
        <p:spPr>
          <a:xfrm>
            <a:off x="26329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0EEA69A-B1CC-4E38-B8AE-40AA8657F482}"/>
              </a:ext>
            </a:extLst>
          </p:cNvPr>
          <p:cNvSpPr>
            <a:spLocks/>
          </p:cNvSpPr>
          <p:nvPr/>
        </p:nvSpPr>
        <p:spPr>
          <a:xfrm>
            <a:off x="25709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C0CAA8CD-FF84-4985-8F9D-4AC1313B7F30}"/>
              </a:ext>
            </a:extLst>
          </p:cNvPr>
          <p:cNvSpPr>
            <a:spLocks/>
          </p:cNvSpPr>
          <p:nvPr/>
        </p:nvSpPr>
        <p:spPr>
          <a:xfrm>
            <a:off x="25647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980C7898-6259-43D2-B157-1C4C799D19FC}"/>
              </a:ext>
            </a:extLst>
          </p:cNvPr>
          <p:cNvSpPr>
            <a:spLocks/>
          </p:cNvSpPr>
          <p:nvPr/>
        </p:nvSpPr>
        <p:spPr>
          <a:xfrm>
            <a:off x="2561169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AB9B9F5-F39F-41CF-A3E5-A3FBCECAAF87}"/>
              </a:ext>
            </a:extLst>
          </p:cNvPr>
          <p:cNvSpPr>
            <a:spLocks/>
          </p:cNvSpPr>
          <p:nvPr/>
        </p:nvSpPr>
        <p:spPr>
          <a:xfrm>
            <a:off x="2620417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1AD52AEA-2A50-4933-8677-60F5F1E888A4}"/>
              </a:ext>
            </a:extLst>
          </p:cNvPr>
          <p:cNvSpPr>
            <a:spLocks/>
          </p:cNvSpPr>
          <p:nvPr/>
        </p:nvSpPr>
        <p:spPr>
          <a:xfrm>
            <a:off x="261437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F4440335-94E9-43A9-9416-81823D746292}"/>
              </a:ext>
            </a:extLst>
          </p:cNvPr>
          <p:cNvSpPr>
            <a:spLocks/>
          </p:cNvSpPr>
          <p:nvPr/>
        </p:nvSpPr>
        <p:spPr>
          <a:xfrm>
            <a:off x="26630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804E7436-E3E5-4FB1-87D9-C03215806726}"/>
              </a:ext>
            </a:extLst>
          </p:cNvPr>
          <p:cNvSpPr>
            <a:spLocks/>
          </p:cNvSpPr>
          <p:nvPr/>
        </p:nvSpPr>
        <p:spPr>
          <a:xfrm>
            <a:off x="2619729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F19F5201-C987-4938-A349-771DE0A13240}"/>
              </a:ext>
            </a:extLst>
          </p:cNvPr>
          <p:cNvSpPr>
            <a:spLocks/>
          </p:cNvSpPr>
          <p:nvPr/>
        </p:nvSpPr>
        <p:spPr>
          <a:xfrm>
            <a:off x="25857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9E320C6E-D1B3-4934-90DF-46A5F355A8CF}"/>
              </a:ext>
            </a:extLst>
          </p:cNvPr>
          <p:cNvSpPr>
            <a:spLocks/>
          </p:cNvSpPr>
          <p:nvPr/>
        </p:nvSpPr>
        <p:spPr>
          <a:xfrm>
            <a:off x="2660667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CD2F3CB7-2E00-4E0D-B2E4-BE41CD2EE9D0}"/>
              </a:ext>
            </a:extLst>
          </p:cNvPr>
          <p:cNvSpPr>
            <a:spLocks/>
          </p:cNvSpPr>
          <p:nvPr/>
        </p:nvSpPr>
        <p:spPr>
          <a:xfrm>
            <a:off x="256984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6132EE6-C276-4897-99AD-5AFC22C133B5}"/>
              </a:ext>
            </a:extLst>
          </p:cNvPr>
          <p:cNvSpPr>
            <a:spLocks/>
          </p:cNvSpPr>
          <p:nvPr/>
        </p:nvSpPr>
        <p:spPr>
          <a:xfrm>
            <a:off x="268013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AF14EA30-E104-42D2-BF3F-58A1452F6B3C}"/>
              </a:ext>
            </a:extLst>
          </p:cNvPr>
          <p:cNvSpPr>
            <a:spLocks/>
          </p:cNvSpPr>
          <p:nvPr/>
        </p:nvSpPr>
        <p:spPr>
          <a:xfrm>
            <a:off x="2690039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C67A71-E360-4546-BAAD-60BF4503FBA3}"/>
              </a:ext>
            </a:extLst>
          </p:cNvPr>
          <p:cNvSpPr>
            <a:spLocks/>
          </p:cNvSpPr>
          <p:nvPr/>
        </p:nvSpPr>
        <p:spPr>
          <a:xfrm>
            <a:off x="264063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B81E39C7-868B-4EB6-9376-968942A087BA}"/>
              </a:ext>
            </a:extLst>
          </p:cNvPr>
          <p:cNvSpPr>
            <a:spLocks/>
          </p:cNvSpPr>
          <p:nvPr/>
        </p:nvSpPr>
        <p:spPr>
          <a:xfrm>
            <a:off x="2551395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7479859D-819B-4B94-99EA-C0AA3AA260C3}"/>
              </a:ext>
            </a:extLst>
          </p:cNvPr>
          <p:cNvSpPr>
            <a:spLocks/>
          </p:cNvSpPr>
          <p:nvPr/>
        </p:nvSpPr>
        <p:spPr>
          <a:xfrm>
            <a:off x="25865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20FE390F-9D12-4E8F-ABE3-77677EC6084D}"/>
              </a:ext>
            </a:extLst>
          </p:cNvPr>
          <p:cNvSpPr>
            <a:spLocks/>
          </p:cNvSpPr>
          <p:nvPr/>
        </p:nvSpPr>
        <p:spPr>
          <a:xfrm>
            <a:off x="26787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4E2AE0B-AD3C-4CA7-A6BF-6DF8E10151B1}"/>
              </a:ext>
            </a:extLst>
          </p:cNvPr>
          <p:cNvSpPr>
            <a:spLocks/>
          </p:cNvSpPr>
          <p:nvPr/>
        </p:nvSpPr>
        <p:spPr>
          <a:xfrm>
            <a:off x="2564009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80931F60-E446-4C60-856D-1EBB50A8039F}"/>
              </a:ext>
            </a:extLst>
          </p:cNvPr>
          <p:cNvSpPr>
            <a:spLocks/>
          </p:cNvSpPr>
          <p:nvPr/>
        </p:nvSpPr>
        <p:spPr>
          <a:xfrm>
            <a:off x="261112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A4B158F5-7FDB-4FEA-B2C3-C9EA9CAFF673}"/>
              </a:ext>
            </a:extLst>
          </p:cNvPr>
          <p:cNvSpPr>
            <a:spLocks/>
          </p:cNvSpPr>
          <p:nvPr/>
        </p:nvSpPr>
        <p:spPr>
          <a:xfrm>
            <a:off x="26268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8A7703-E79D-43CC-B38B-78FD00256412}"/>
              </a:ext>
            </a:extLst>
          </p:cNvPr>
          <p:cNvSpPr>
            <a:spLocks/>
          </p:cNvSpPr>
          <p:nvPr/>
        </p:nvSpPr>
        <p:spPr>
          <a:xfrm>
            <a:off x="2687923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546BF3C-175A-4D29-988A-B106F14062E3}"/>
              </a:ext>
            </a:extLst>
          </p:cNvPr>
          <p:cNvSpPr>
            <a:spLocks/>
          </p:cNvSpPr>
          <p:nvPr/>
        </p:nvSpPr>
        <p:spPr>
          <a:xfrm>
            <a:off x="263562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61CE97A-9AC4-47FC-9243-7AD9F16FC659}"/>
              </a:ext>
            </a:extLst>
          </p:cNvPr>
          <p:cNvSpPr>
            <a:spLocks/>
          </p:cNvSpPr>
          <p:nvPr/>
        </p:nvSpPr>
        <p:spPr>
          <a:xfrm>
            <a:off x="26020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2259F63-0518-4011-8D13-B08CCEEDFE2C}"/>
              </a:ext>
            </a:extLst>
          </p:cNvPr>
          <p:cNvSpPr>
            <a:spLocks/>
          </p:cNvSpPr>
          <p:nvPr/>
        </p:nvSpPr>
        <p:spPr>
          <a:xfrm>
            <a:off x="2654315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AEEA7D75-2893-4793-A56D-1A0CD96D15D6}"/>
              </a:ext>
            </a:extLst>
          </p:cNvPr>
          <p:cNvSpPr>
            <a:spLocks/>
          </p:cNvSpPr>
          <p:nvPr/>
        </p:nvSpPr>
        <p:spPr>
          <a:xfrm>
            <a:off x="2553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37F3D70-BAC1-42D5-A700-8FDE2EACA024}"/>
              </a:ext>
            </a:extLst>
          </p:cNvPr>
          <p:cNvSpPr>
            <a:spLocks/>
          </p:cNvSpPr>
          <p:nvPr/>
        </p:nvSpPr>
        <p:spPr>
          <a:xfrm>
            <a:off x="2559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922B5C8-0D74-4E5B-9820-7835DBC2B3B9}"/>
              </a:ext>
            </a:extLst>
          </p:cNvPr>
          <p:cNvSpPr>
            <a:spLocks/>
          </p:cNvSpPr>
          <p:nvPr/>
        </p:nvSpPr>
        <p:spPr>
          <a:xfrm>
            <a:off x="262531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6EC7A6F4-DD87-4B9F-AF56-3260D1793A8F}"/>
              </a:ext>
            </a:extLst>
          </p:cNvPr>
          <p:cNvSpPr>
            <a:spLocks/>
          </p:cNvSpPr>
          <p:nvPr/>
        </p:nvSpPr>
        <p:spPr>
          <a:xfrm>
            <a:off x="26760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243C241B-5281-4DE3-A5F4-519548C6A0D0}"/>
              </a:ext>
            </a:extLst>
          </p:cNvPr>
          <p:cNvSpPr>
            <a:spLocks/>
          </p:cNvSpPr>
          <p:nvPr/>
        </p:nvSpPr>
        <p:spPr>
          <a:xfrm>
            <a:off x="2601689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9C36F30-FA56-439A-A6F2-73ED0003A456}"/>
              </a:ext>
            </a:extLst>
          </p:cNvPr>
          <p:cNvSpPr>
            <a:spLocks/>
          </p:cNvSpPr>
          <p:nvPr/>
        </p:nvSpPr>
        <p:spPr>
          <a:xfrm>
            <a:off x="2640794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22C7245C-248A-424F-9240-C9BF53239C15}"/>
              </a:ext>
            </a:extLst>
          </p:cNvPr>
          <p:cNvSpPr>
            <a:spLocks/>
          </p:cNvSpPr>
          <p:nvPr/>
        </p:nvSpPr>
        <p:spPr>
          <a:xfrm>
            <a:off x="26514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9E508BFC-8C3D-45EB-99ED-1D8FC49E8AB3}"/>
              </a:ext>
            </a:extLst>
          </p:cNvPr>
          <p:cNvSpPr>
            <a:spLocks/>
          </p:cNvSpPr>
          <p:nvPr/>
        </p:nvSpPr>
        <p:spPr>
          <a:xfrm>
            <a:off x="2589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26EE2787-7BA3-46BA-BA02-609967805F5F}"/>
              </a:ext>
            </a:extLst>
          </p:cNvPr>
          <p:cNvSpPr>
            <a:spLocks/>
          </p:cNvSpPr>
          <p:nvPr/>
        </p:nvSpPr>
        <p:spPr>
          <a:xfrm>
            <a:off x="257638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3464E17B-6A78-47F5-881B-20A6FFD300F5}"/>
              </a:ext>
            </a:extLst>
          </p:cNvPr>
          <p:cNvSpPr>
            <a:spLocks/>
          </p:cNvSpPr>
          <p:nvPr/>
        </p:nvSpPr>
        <p:spPr>
          <a:xfrm>
            <a:off x="2569371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0E8121F-A8EE-4255-8319-4516C7C97A81}"/>
              </a:ext>
            </a:extLst>
          </p:cNvPr>
          <p:cNvSpPr>
            <a:spLocks/>
          </p:cNvSpPr>
          <p:nvPr/>
        </p:nvSpPr>
        <p:spPr>
          <a:xfrm>
            <a:off x="2593627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8B5D0E62-559D-4DF2-832E-8DCEB368A14A}"/>
              </a:ext>
            </a:extLst>
          </p:cNvPr>
          <p:cNvSpPr>
            <a:spLocks/>
          </p:cNvSpPr>
          <p:nvPr/>
        </p:nvSpPr>
        <p:spPr>
          <a:xfrm>
            <a:off x="2602746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D0AF5B8F-A248-48E1-A789-E94EE3A7D058}"/>
              </a:ext>
            </a:extLst>
          </p:cNvPr>
          <p:cNvSpPr>
            <a:spLocks/>
          </p:cNvSpPr>
          <p:nvPr/>
        </p:nvSpPr>
        <p:spPr>
          <a:xfrm>
            <a:off x="2608314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F27D96E-5F22-47AE-B3EA-2C03EBDF8026}"/>
              </a:ext>
            </a:extLst>
          </p:cNvPr>
          <p:cNvSpPr>
            <a:spLocks/>
          </p:cNvSpPr>
          <p:nvPr/>
        </p:nvSpPr>
        <p:spPr>
          <a:xfrm>
            <a:off x="2682153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1C1F8CE9-CE2F-4B05-94AB-7DA9E5D21CD9}"/>
              </a:ext>
            </a:extLst>
          </p:cNvPr>
          <p:cNvSpPr>
            <a:spLocks/>
          </p:cNvSpPr>
          <p:nvPr/>
        </p:nvSpPr>
        <p:spPr>
          <a:xfrm>
            <a:off x="266682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583B79E8-BDC2-42A9-82BB-61937CBB50BA}"/>
              </a:ext>
            </a:extLst>
          </p:cNvPr>
          <p:cNvSpPr>
            <a:spLocks/>
          </p:cNvSpPr>
          <p:nvPr/>
        </p:nvSpPr>
        <p:spPr>
          <a:xfrm>
            <a:off x="26660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B2B62574-8D6E-4C6A-974A-1429E82AF3B2}"/>
              </a:ext>
            </a:extLst>
          </p:cNvPr>
          <p:cNvSpPr>
            <a:spLocks/>
          </p:cNvSpPr>
          <p:nvPr/>
        </p:nvSpPr>
        <p:spPr>
          <a:xfrm>
            <a:off x="255888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EB889955-C81D-4E16-86A2-1E8369B32641}"/>
              </a:ext>
            </a:extLst>
          </p:cNvPr>
          <p:cNvSpPr>
            <a:spLocks/>
          </p:cNvSpPr>
          <p:nvPr/>
        </p:nvSpPr>
        <p:spPr>
          <a:xfrm>
            <a:off x="255065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5F3042C5-3CF1-480B-8A59-A889E1BB5804}"/>
              </a:ext>
            </a:extLst>
          </p:cNvPr>
          <p:cNvSpPr>
            <a:spLocks/>
          </p:cNvSpPr>
          <p:nvPr/>
        </p:nvSpPr>
        <p:spPr>
          <a:xfrm>
            <a:off x="2655601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6E4CB70-6D55-4C73-B698-2A94F2C4D5C0}"/>
              </a:ext>
            </a:extLst>
          </p:cNvPr>
          <p:cNvSpPr>
            <a:spLocks/>
          </p:cNvSpPr>
          <p:nvPr/>
        </p:nvSpPr>
        <p:spPr>
          <a:xfrm>
            <a:off x="2664313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F1F897E-4AF2-4725-A055-47EC10ECA04D}"/>
              </a:ext>
            </a:extLst>
          </p:cNvPr>
          <p:cNvSpPr>
            <a:spLocks/>
          </p:cNvSpPr>
          <p:nvPr/>
        </p:nvSpPr>
        <p:spPr>
          <a:xfrm>
            <a:off x="259945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9876B156-7EFC-44B8-9795-E0AA281A4ABD}"/>
              </a:ext>
            </a:extLst>
          </p:cNvPr>
          <p:cNvSpPr>
            <a:spLocks/>
          </p:cNvSpPr>
          <p:nvPr/>
        </p:nvSpPr>
        <p:spPr>
          <a:xfrm>
            <a:off x="2688655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80BEBD5A-213A-4E49-A94A-0CCFBB52A2F7}"/>
              </a:ext>
            </a:extLst>
          </p:cNvPr>
          <p:cNvSpPr>
            <a:spLocks/>
          </p:cNvSpPr>
          <p:nvPr/>
        </p:nvSpPr>
        <p:spPr>
          <a:xfrm>
            <a:off x="2583495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947CDE9D-3CF4-49F0-86C5-D55966E10F94}"/>
              </a:ext>
            </a:extLst>
          </p:cNvPr>
          <p:cNvSpPr>
            <a:spLocks/>
          </p:cNvSpPr>
          <p:nvPr/>
        </p:nvSpPr>
        <p:spPr>
          <a:xfrm>
            <a:off x="26792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E80FCB90-D3DC-4A1B-AF06-574A93C949EF}"/>
              </a:ext>
            </a:extLst>
          </p:cNvPr>
          <p:cNvSpPr>
            <a:spLocks/>
          </p:cNvSpPr>
          <p:nvPr/>
        </p:nvSpPr>
        <p:spPr>
          <a:xfrm>
            <a:off x="26292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B29A6A1E-38A5-495F-AF3D-05CCBA75855C}"/>
              </a:ext>
            </a:extLst>
          </p:cNvPr>
          <p:cNvSpPr>
            <a:spLocks/>
          </p:cNvSpPr>
          <p:nvPr/>
        </p:nvSpPr>
        <p:spPr>
          <a:xfrm>
            <a:off x="26281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32F51868-BA89-4DA0-A404-44FACAAD5B5B}"/>
              </a:ext>
            </a:extLst>
          </p:cNvPr>
          <p:cNvSpPr>
            <a:spLocks/>
          </p:cNvSpPr>
          <p:nvPr/>
        </p:nvSpPr>
        <p:spPr>
          <a:xfrm>
            <a:off x="2581665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67592EA-3AF1-4E96-BA3D-DC993A8A63BD}"/>
              </a:ext>
            </a:extLst>
          </p:cNvPr>
          <p:cNvSpPr>
            <a:spLocks/>
          </p:cNvSpPr>
          <p:nvPr/>
        </p:nvSpPr>
        <p:spPr>
          <a:xfrm>
            <a:off x="263817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5E1E3857-B7B8-4918-A324-4E3A2F5696E4}"/>
              </a:ext>
            </a:extLst>
          </p:cNvPr>
          <p:cNvSpPr>
            <a:spLocks/>
          </p:cNvSpPr>
          <p:nvPr/>
        </p:nvSpPr>
        <p:spPr>
          <a:xfrm>
            <a:off x="266122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AB24DEDD-70F2-437D-8A04-1C9316BE274F}"/>
              </a:ext>
            </a:extLst>
          </p:cNvPr>
          <p:cNvSpPr>
            <a:spLocks/>
          </p:cNvSpPr>
          <p:nvPr/>
        </p:nvSpPr>
        <p:spPr>
          <a:xfrm>
            <a:off x="268993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51F77AFD-ED4F-496A-835E-497DDFCF43C8}"/>
              </a:ext>
            </a:extLst>
          </p:cNvPr>
          <p:cNvSpPr>
            <a:spLocks/>
          </p:cNvSpPr>
          <p:nvPr/>
        </p:nvSpPr>
        <p:spPr>
          <a:xfrm>
            <a:off x="2673249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3FA130CF-F78E-4E00-A72E-049F007DB93A}"/>
              </a:ext>
            </a:extLst>
          </p:cNvPr>
          <p:cNvSpPr>
            <a:spLocks/>
          </p:cNvSpPr>
          <p:nvPr/>
        </p:nvSpPr>
        <p:spPr>
          <a:xfrm>
            <a:off x="256534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CBB5D98E-D450-4876-B887-C5211524B495}"/>
              </a:ext>
            </a:extLst>
          </p:cNvPr>
          <p:cNvSpPr>
            <a:spLocks/>
          </p:cNvSpPr>
          <p:nvPr/>
        </p:nvSpPr>
        <p:spPr>
          <a:xfrm>
            <a:off x="26707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AA892D23-621E-4A0B-AA4E-3679400FC6D7}"/>
              </a:ext>
            </a:extLst>
          </p:cNvPr>
          <p:cNvSpPr>
            <a:spLocks/>
          </p:cNvSpPr>
          <p:nvPr/>
        </p:nvSpPr>
        <p:spPr>
          <a:xfrm>
            <a:off x="267231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0B558439-DA22-4007-97FF-B76865570738}"/>
              </a:ext>
            </a:extLst>
          </p:cNvPr>
          <p:cNvSpPr>
            <a:spLocks/>
          </p:cNvSpPr>
          <p:nvPr/>
        </p:nvSpPr>
        <p:spPr>
          <a:xfrm>
            <a:off x="26194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B620D3EF-B797-4327-8FF6-8FEFA1944660}"/>
              </a:ext>
            </a:extLst>
          </p:cNvPr>
          <p:cNvSpPr>
            <a:spLocks/>
          </p:cNvSpPr>
          <p:nvPr/>
        </p:nvSpPr>
        <p:spPr>
          <a:xfrm>
            <a:off x="2628412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AB2F30CD-54A1-4BB8-979D-901640B31239}"/>
              </a:ext>
            </a:extLst>
          </p:cNvPr>
          <p:cNvSpPr>
            <a:spLocks/>
          </p:cNvSpPr>
          <p:nvPr/>
        </p:nvSpPr>
        <p:spPr>
          <a:xfrm>
            <a:off x="26151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5DF091D1-5174-42D3-8A56-05CABDA9D5BB}"/>
              </a:ext>
            </a:extLst>
          </p:cNvPr>
          <p:cNvSpPr>
            <a:spLocks/>
          </p:cNvSpPr>
          <p:nvPr/>
        </p:nvSpPr>
        <p:spPr>
          <a:xfrm>
            <a:off x="2571185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422ACDB-69F5-45AF-9FC1-0E5BFBD16057}"/>
              </a:ext>
            </a:extLst>
          </p:cNvPr>
          <p:cNvSpPr>
            <a:spLocks/>
          </p:cNvSpPr>
          <p:nvPr/>
        </p:nvSpPr>
        <p:spPr>
          <a:xfrm>
            <a:off x="26835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54D7AB19-4CBC-4CB9-9F59-415BBB7F4FA7}"/>
              </a:ext>
            </a:extLst>
          </p:cNvPr>
          <p:cNvSpPr>
            <a:spLocks/>
          </p:cNvSpPr>
          <p:nvPr/>
        </p:nvSpPr>
        <p:spPr>
          <a:xfrm>
            <a:off x="25792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1FB5008-7B9F-4D63-9842-4A82DDD416DF}"/>
              </a:ext>
            </a:extLst>
          </p:cNvPr>
          <p:cNvSpPr>
            <a:spLocks/>
          </p:cNvSpPr>
          <p:nvPr/>
        </p:nvSpPr>
        <p:spPr>
          <a:xfrm>
            <a:off x="26167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B9B43801-596B-4935-AB0C-80B86DB20A41}"/>
              </a:ext>
            </a:extLst>
          </p:cNvPr>
          <p:cNvSpPr>
            <a:spLocks/>
          </p:cNvSpPr>
          <p:nvPr/>
        </p:nvSpPr>
        <p:spPr>
          <a:xfrm>
            <a:off x="266452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ACF64DB4-1993-4D19-9D0D-CB364B40DF00}"/>
              </a:ext>
            </a:extLst>
          </p:cNvPr>
          <p:cNvSpPr>
            <a:spLocks/>
          </p:cNvSpPr>
          <p:nvPr/>
        </p:nvSpPr>
        <p:spPr>
          <a:xfrm>
            <a:off x="259828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0851FD2-8116-489C-9FA9-1E0229E04E1C}"/>
              </a:ext>
            </a:extLst>
          </p:cNvPr>
          <p:cNvSpPr>
            <a:spLocks/>
          </p:cNvSpPr>
          <p:nvPr/>
        </p:nvSpPr>
        <p:spPr>
          <a:xfrm>
            <a:off x="26868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3011E4F6-807C-4FE1-BF37-46E636D54060}"/>
              </a:ext>
            </a:extLst>
          </p:cNvPr>
          <p:cNvSpPr>
            <a:spLocks/>
          </p:cNvSpPr>
          <p:nvPr/>
        </p:nvSpPr>
        <p:spPr>
          <a:xfrm>
            <a:off x="2594480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79FCAE2D-ED8F-437A-AE88-38130FCF4A59}"/>
              </a:ext>
            </a:extLst>
          </p:cNvPr>
          <p:cNvSpPr>
            <a:spLocks/>
          </p:cNvSpPr>
          <p:nvPr/>
        </p:nvSpPr>
        <p:spPr>
          <a:xfrm>
            <a:off x="25792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8087F7E8-6C96-4AF8-A2E5-CC0A4F7AF275}"/>
              </a:ext>
            </a:extLst>
          </p:cNvPr>
          <p:cNvSpPr>
            <a:spLocks/>
          </p:cNvSpPr>
          <p:nvPr/>
        </p:nvSpPr>
        <p:spPr>
          <a:xfrm>
            <a:off x="26177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4192938-8FD8-4D37-B93E-482F0DDB9CBE}"/>
              </a:ext>
            </a:extLst>
          </p:cNvPr>
          <p:cNvSpPr>
            <a:spLocks/>
          </p:cNvSpPr>
          <p:nvPr/>
        </p:nvSpPr>
        <p:spPr>
          <a:xfrm>
            <a:off x="25702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60F8A4C9-7725-4CC6-991E-37CE4E5A3DD9}"/>
              </a:ext>
            </a:extLst>
          </p:cNvPr>
          <p:cNvSpPr>
            <a:spLocks/>
          </p:cNvSpPr>
          <p:nvPr/>
        </p:nvSpPr>
        <p:spPr>
          <a:xfrm>
            <a:off x="2623331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FDC9C86D-E9AC-4F7F-A991-F254DD6A7478}"/>
              </a:ext>
            </a:extLst>
          </p:cNvPr>
          <p:cNvSpPr>
            <a:spLocks/>
          </p:cNvSpPr>
          <p:nvPr/>
        </p:nvSpPr>
        <p:spPr>
          <a:xfrm>
            <a:off x="256880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B4A1C5C0-FEA0-4515-A8FE-D4944A3C0E04}"/>
              </a:ext>
            </a:extLst>
          </p:cNvPr>
          <p:cNvSpPr>
            <a:spLocks/>
          </p:cNvSpPr>
          <p:nvPr/>
        </p:nvSpPr>
        <p:spPr>
          <a:xfrm>
            <a:off x="258563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82081C9-B02D-46B7-9FE4-F8181C6F7BBB}"/>
              </a:ext>
            </a:extLst>
          </p:cNvPr>
          <p:cNvSpPr>
            <a:spLocks/>
          </p:cNvSpPr>
          <p:nvPr/>
        </p:nvSpPr>
        <p:spPr>
          <a:xfrm>
            <a:off x="256155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D29446B5-8678-4F8E-ADBB-77DE70B7A078}"/>
              </a:ext>
            </a:extLst>
          </p:cNvPr>
          <p:cNvSpPr>
            <a:spLocks/>
          </p:cNvSpPr>
          <p:nvPr/>
        </p:nvSpPr>
        <p:spPr>
          <a:xfrm>
            <a:off x="2685965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5B790F1E-540C-456B-942C-C08E445D14A7}"/>
              </a:ext>
            </a:extLst>
          </p:cNvPr>
          <p:cNvSpPr>
            <a:spLocks/>
          </p:cNvSpPr>
          <p:nvPr/>
        </p:nvSpPr>
        <p:spPr>
          <a:xfrm>
            <a:off x="2600165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B7BCFACA-6850-4B9D-B938-47158BC0E87F}"/>
              </a:ext>
            </a:extLst>
          </p:cNvPr>
          <p:cNvSpPr>
            <a:spLocks/>
          </p:cNvSpPr>
          <p:nvPr/>
        </p:nvSpPr>
        <p:spPr>
          <a:xfrm>
            <a:off x="255856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06C59341-BFA7-4CD6-B747-2CF096608C4E}"/>
              </a:ext>
            </a:extLst>
          </p:cNvPr>
          <p:cNvSpPr>
            <a:spLocks/>
          </p:cNvSpPr>
          <p:nvPr/>
        </p:nvSpPr>
        <p:spPr>
          <a:xfrm>
            <a:off x="261667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0F589B66-10C7-439D-990F-4017BFFAA931}"/>
              </a:ext>
            </a:extLst>
          </p:cNvPr>
          <p:cNvSpPr>
            <a:spLocks/>
          </p:cNvSpPr>
          <p:nvPr/>
        </p:nvSpPr>
        <p:spPr>
          <a:xfrm>
            <a:off x="2596639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3FF41DCA-5C4F-46D3-9875-5AD9C3E114E9}"/>
              </a:ext>
            </a:extLst>
          </p:cNvPr>
          <p:cNvSpPr>
            <a:spLocks/>
          </p:cNvSpPr>
          <p:nvPr/>
        </p:nvSpPr>
        <p:spPr>
          <a:xfrm>
            <a:off x="25902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303A1D95-F0CF-46F6-893E-6660B1725F65}"/>
              </a:ext>
            </a:extLst>
          </p:cNvPr>
          <p:cNvSpPr>
            <a:spLocks/>
          </p:cNvSpPr>
          <p:nvPr/>
        </p:nvSpPr>
        <p:spPr>
          <a:xfrm>
            <a:off x="2644074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CB2C863B-A5CC-4A74-B847-BDAB154D0D45}"/>
              </a:ext>
            </a:extLst>
          </p:cNvPr>
          <p:cNvSpPr>
            <a:spLocks/>
          </p:cNvSpPr>
          <p:nvPr/>
        </p:nvSpPr>
        <p:spPr>
          <a:xfrm>
            <a:off x="2580061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2A7F52C7-A911-4E18-8C8E-1915FF3E3DE4}"/>
              </a:ext>
            </a:extLst>
          </p:cNvPr>
          <p:cNvSpPr>
            <a:spLocks/>
          </p:cNvSpPr>
          <p:nvPr/>
        </p:nvSpPr>
        <p:spPr>
          <a:xfrm>
            <a:off x="2642150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234CEE35-7B89-4F52-8C6F-8440C92FED2A}"/>
              </a:ext>
            </a:extLst>
          </p:cNvPr>
          <p:cNvSpPr>
            <a:spLocks/>
          </p:cNvSpPr>
          <p:nvPr/>
        </p:nvSpPr>
        <p:spPr>
          <a:xfrm>
            <a:off x="2560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785B2B62-1982-4D0A-B4E5-6B844075B6B2}"/>
              </a:ext>
            </a:extLst>
          </p:cNvPr>
          <p:cNvSpPr>
            <a:spLocks/>
          </p:cNvSpPr>
          <p:nvPr/>
        </p:nvSpPr>
        <p:spPr>
          <a:xfrm>
            <a:off x="2664476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D9E3CB59-D376-45D2-A4C7-72B291984086}"/>
              </a:ext>
            </a:extLst>
          </p:cNvPr>
          <p:cNvSpPr>
            <a:spLocks/>
          </p:cNvSpPr>
          <p:nvPr/>
        </p:nvSpPr>
        <p:spPr>
          <a:xfrm>
            <a:off x="262710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E16ADB48-427B-444A-8C68-B1D317F75455}"/>
              </a:ext>
            </a:extLst>
          </p:cNvPr>
          <p:cNvSpPr>
            <a:spLocks/>
          </p:cNvSpPr>
          <p:nvPr/>
        </p:nvSpPr>
        <p:spPr>
          <a:xfrm>
            <a:off x="2650897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C152F747-3ED3-499E-901A-71999616BC24}"/>
              </a:ext>
            </a:extLst>
          </p:cNvPr>
          <p:cNvSpPr>
            <a:spLocks/>
          </p:cNvSpPr>
          <p:nvPr/>
        </p:nvSpPr>
        <p:spPr>
          <a:xfrm>
            <a:off x="26646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9FD559B-9D6C-461D-9AB4-7BDB26443117}"/>
              </a:ext>
            </a:extLst>
          </p:cNvPr>
          <p:cNvSpPr>
            <a:spLocks/>
          </p:cNvSpPr>
          <p:nvPr/>
        </p:nvSpPr>
        <p:spPr>
          <a:xfrm>
            <a:off x="2667633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D9221400-6CAB-4D97-B204-22BFF60D544E}"/>
              </a:ext>
            </a:extLst>
          </p:cNvPr>
          <p:cNvSpPr>
            <a:spLocks/>
          </p:cNvSpPr>
          <p:nvPr/>
        </p:nvSpPr>
        <p:spPr>
          <a:xfrm>
            <a:off x="2596834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817D84D-88B5-4CEB-B3AC-CDEA22488772}"/>
              </a:ext>
            </a:extLst>
          </p:cNvPr>
          <p:cNvSpPr>
            <a:spLocks/>
          </p:cNvSpPr>
          <p:nvPr/>
        </p:nvSpPr>
        <p:spPr>
          <a:xfrm>
            <a:off x="2566380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190B47E9-EE09-4AFB-9282-B487DE6051F9}"/>
              </a:ext>
            </a:extLst>
          </p:cNvPr>
          <p:cNvSpPr>
            <a:spLocks/>
          </p:cNvSpPr>
          <p:nvPr/>
        </p:nvSpPr>
        <p:spPr>
          <a:xfrm>
            <a:off x="2590513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4A5DCA36-91B7-4A9B-AA23-62566EF96D1A}"/>
              </a:ext>
            </a:extLst>
          </p:cNvPr>
          <p:cNvSpPr>
            <a:spLocks/>
          </p:cNvSpPr>
          <p:nvPr/>
        </p:nvSpPr>
        <p:spPr>
          <a:xfrm>
            <a:off x="263276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04612ADD-EBD0-4FDA-B2DB-0A62F625867D}"/>
              </a:ext>
            </a:extLst>
          </p:cNvPr>
          <p:cNvSpPr>
            <a:spLocks/>
          </p:cNvSpPr>
          <p:nvPr/>
        </p:nvSpPr>
        <p:spPr>
          <a:xfrm>
            <a:off x="2639962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F7CAD622-5273-44B7-99DB-5A44945ABEEE}"/>
              </a:ext>
            </a:extLst>
          </p:cNvPr>
          <p:cNvSpPr>
            <a:spLocks/>
          </p:cNvSpPr>
          <p:nvPr/>
        </p:nvSpPr>
        <p:spPr>
          <a:xfrm>
            <a:off x="258060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F1D0D282-E99C-4776-B94A-3ECBA84F6084}"/>
              </a:ext>
            </a:extLst>
          </p:cNvPr>
          <p:cNvSpPr>
            <a:spLocks/>
          </p:cNvSpPr>
          <p:nvPr/>
        </p:nvSpPr>
        <p:spPr>
          <a:xfrm>
            <a:off x="2631401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976C71C-749D-4FEC-88C4-AF3FE3BEFEB5}"/>
              </a:ext>
            </a:extLst>
          </p:cNvPr>
          <p:cNvSpPr>
            <a:spLocks/>
          </p:cNvSpPr>
          <p:nvPr/>
        </p:nvSpPr>
        <p:spPr>
          <a:xfrm>
            <a:off x="2636772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9977B4A5-4CDC-4CE9-856B-EFD0A817F687}"/>
              </a:ext>
            </a:extLst>
          </p:cNvPr>
          <p:cNvSpPr>
            <a:spLocks/>
          </p:cNvSpPr>
          <p:nvPr/>
        </p:nvSpPr>
        <p:spPr>
          <a:xfrm>
            <a:off x="2603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0731FD68-032C-4021-98DE-D9A98E79BB1B}"/>
              </a:ext>
            </a:extLst>
          </p:cNvPr>
          <p:cNvSpPr>
            <a:spLocks/>
          </p:cNvSpPr>
          <p:nvPr/>
        </p:nvSpPr>
        <p:spPr>
          <a:xfrm>
            <a:off x="265411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018BBD7-B9C1-4793-94CA-3BDD93D71D1A}"/>
              </a:ext>
            </a:extLst>
          </p:cNvPr>
          <p:cNvSpPr>
            <a:spLocks/>
          </p:cNvSpPr>
          <p:nvPr/>
        </p:nvSpPr>
        <p:spPr>
          <a:xfrm>
            <a:off x="26310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0A00EB8A-ACEA-4D3D-99B5-5B742F8FB8A2}"/>
              </a:ext>
            </a:extLst>
          </p:cNvPr>
          <p:cNvSpPr>
            <a:spLocks/>
          </p:cNvSpPr>
          <p:nvPr/>
        </p:nvSpPr>
        <p:spPr>
          <a:xfrm>
            <a:off x="257449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216D9522-DE00-4622-A197-579E4D2C6EDD}"/>
              </a:ext>
            </a:extLst>
          </p:cNvPr>
          <p:cNvSpPr>
            <a:spLocks/>
          </p:cNvSpPr>
          <p:nvPr/>
        </p:nvSpPr>
        <p:spPr>
          <a:xfrm>
            <a:off x="2662238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88D03F69-0E32-4498-8A59-63F345128190}"/>
              </a:ext>
            </a:extLst>
          </p:cNvPr>
          <p:cNvSpPr>
            <a:spLocks/>
          </p:cNvSpPr>
          <p:nvPr/>
        </p:nvSpPr>
        <p:spPr>
          <a:xfrm>
            <a:off x="2652889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708CB75D-9747-439F-9B37-E4A4ACF936AD}"/>
              </a:ext>
            </a:extLst>
          </p:cNvPr>
          <p:cNvSpPr>
            <a:spLocks/>
          </p:cNvSpPr>
          <p:nvPr/>
        </p:nvSpPr>
        <p:spPr>
          <a:xfrm>
            <a:off x="26897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49CBB9A-3FA4-47B2-AE91-8FCC62F2719B}"/>
              </a:ext>
            </a:extLst>
          </p:cNvPr>
          <p:cNvSpPr>
            <a:spLocks/>
          </p:cNvSpPr>
          <p:nvPr/>
        </p:nvSpPr>
        <p:spPr>
          <a:xfrm>
            <a:off x="2629502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B849BEA7-E2BB-4932-89F2-FDD0C73CD570}"/>
              </a:ext>
            </a:extLst>
          </p:cNvPr>
          <p:cNvSpPr>
            <a:spLocks/>
          </p:cNvSpPr>
          <p:nvPr/>
        </p:nvSpPr>
        <p:spPr>
          <a:xfrm>
            <a:off x="2680461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67EB1A03-3DDC-40D0-A7BF-452E79C5B146}"/>
              </a:ext>
            </a:extLst>
          </p:cNvPr>
          <p:cNvSpPr>
            <a:spLocks/>
          </p:cNvSpPr>
          <p:nvPr/>
        </p:nvSpPr>
        <p:spPr>
          <a:xfrm>
            <a:off x="262131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1A3F656C-1DF8-4AC8-918E-438AA0D938C5}"/>
              </a:ext>
            </a:extLst>
          </p:cNvPr>
          <p:cNvSpPr>
            <a:spLocks/>
          </p:cNvSpPr>
          <p:nvPr/>
        </p:nvSpPr>
        <p:spPr>
          <a:xfrm>
            <a:off x="2638570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F136B166-892F-4515-84B4-DCC4E194AC36}"/>
              </a:ext>
            </a:extLst>
          </p:cNvPr>
          <p:cNvSpPr>
            <a:spLocks/>
          </p:cNvSpPr>
          <p:nvPr/>
        </p:nvSpPr>
        <p:spPr>
          <a:xfrm>
            <a:off x="257400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5CDAF144-3959-4CB9-86B2-74D530C59898}"/>
              </a:ext>
            </a:extLst>
          </p:cNvPr>
          <p:cNvSpPr>
            <a:spLocks/>
          </p:cNvSpPr>
          <p:nvPr/>
        </p:nvSpPr>
        <p:spPr>
          <a:xfrm>
            <a:off x="26761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CBCF678C-B839-4FFD-87F9-DBFA0EFF0D71}"/>
              </a:ext>
            </a:extLst>
          </p:cNvPr>
          <p:cNvSpPr>
            <a:spLocks/>
          </p:cNvSpPr>
          <p:nvPr/>
        </p:nvSpPr>
        <p:spPr>
          <a:xfrm>
            <a:off x="260806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B511DFBC-8E9C-450C-9CBC-2049E0978E78}"/>
              </a:ext>
            </a:extLst>
          </p:cNvPr>
          <p:cNvSpPr>
            <a:spLocks/>
          </p:cNvSpPr>
          <p:nvPr/>
        </p:nvSpPr>
        <p:spPr>
          <a:xfrm>
            <a:off x="26601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5FA76BBD-C44E-42F4-ABE6-0377496D2621}"/>
              </a:ext>
            </a:extLst>
          </p:cNvPr>
          <p:cNvSpPr>
            <a:spLocks/>
          </p:cNvSpPr>
          <p:nvPr/>
        </p:nvSpPr>
        <p:spPr>
          <a:xfrm>
            <a:off x="2552870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CED4281F-D981-44D5-91B6-52729F052553}"/>
              </a:ext>
            </a:extLst>
          </p:cNvPr>
          <p:cNvSpPr>
            <a:spLocks/>
          </p:cNvSpPr>
          <p:nvPr/>
        </p:nvSpPr>
        <p:spPr>
          <a:xfrm>
            <a:off x="262358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AC1490E-24C4-4905-BA62-883DC6B5E283}"/>
              </a:ext>
            </a:extLst>
          </p:cNvPr>
          <p:cNvSpPr>
            <a:spLocks/>
          </p:cNvSpPr>
          <p:nvPr/>
        </p:nvSpPr>
        <p:spPr>
          <a:xfrm>
            <a:off x="2622669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5A3EE294-3EE9-46B1-8F1B-552021EE039B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70485F0D-6F18-46C4-AA45-9DA9DE55DA62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61892C8-8CB7-4E11-9503-D234611FACBE}"/>
              </a:ext>
            </a:extLst>
          </p:cNvPr>
          <p:cNvSpPr>
            <a:spLocks/>
          </p:cNvSpPr>
          <p:nvPr/>
        </p:nvSpPr>
        <p:spPr>
          <a:xfrm>
            <a:off x="528439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65F8EBEA-DD3C-4280-B538-400D88CFFE7E}"/>
              </a:ext>
            </a:extLst>
          </p:cNvPr>
          <p:cNvSpPr>
            <a:spLocks/>
          </p:cNvSpPr>
          <p:nvPr/>
        </p:nvSpPr>
        <p:spPr>
          <a:xfrm>
            <a:off x="1007269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61F95462-B062-4669-863F-A2711DBC72F8}"/>
              </a:ext>
            </a:extLst>
          </p:cNvPr>
          <p:cNvSpPr>
            <a:spLocks/>
          </p:cNvSpPr>
          <p:nvPr/>
        </p:nvSpPr>
        <p:spPr>
          <a:xfrm>
            <a:off x="1250939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95D592B3-B726-4EB3-A062-893E10C5D3A1}"/>
              </a:ext>
            </a:extLst>
          </p:cNvPr>
          <p:cNvSpPr>
            <a:spLocks/>
          </p:cNvSpPr>
          <p:nvPr/>
        </p:nvSpPr>
        <p:spPr>
          <a:xfrm>
            <a:off x="1208765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5972D4-8152-41D6-8CDC-68FEC063268C}"/>
              </a:ext>
            </a:extLst>
          </p:cNvPr>
          <p:cNvSpPr>
            <a:spLocks/>
          </p:cNvSpPr>
          <p:nvPr/>
        </p:nvSpPr>
        <p:spPr>
          <a:xfrm>
            <a:off x="1208765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E68DC51C-C438-40DD-8C93-02E32A13CB90}"/>
              </a:ext>
            </a:extLst>
          </p:cNvPr>
          <p:cNvSpPr>
            <a:spLocks/>
          </p:cNvSpPr>
          <p:nvPr/>
        </p:nvSpPr>
        <p:spPr>
          <a:xfrm>
            <a:off x="1475865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297C946E-9084-4846-B663-DDA32FF62CF7}"/>
              </a:ext>
            </a:extLst>
          </p:cNvPr>
          <p:cNvSpPr>
            <a:spLocks/>
          </p:cNvSpPr>
          <p:nvPr/>
        </p:nvSpPr>
        <p:spPr>
          <a:xfrm>
            <a:off x="1433691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BA2D0AFF-371D-4DF1-BA4A-450D691D282F}"/>
              </a:ext>
            </a:extLst>
          </p:cNvPr>
          <p:cNvSpPr>
            <a:spLocks/>
          </p:cNvSpPr>
          <p:nvPr/>
        </p:nvSpPr>
        <p:spPr>
          <a:xfrm>
            <a:off x="1433691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1D46F3DE-D13D-421A-A2EB-C0084DA34C85}"/>
              </a:ext>
            </a:extLst>
          </p:cNvPr>
          <p:cNvSpPr>
            <a:spLocks/>
          </p:cNvSpPr>
          <p:nvPr/>
        </p:nvSpPr>
        <p:spPr>
          <a:xfrm>
            <a:off x="1700791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5895F24-A868-4622-A08C-799C6F237775}"/>
              </a:ext>
            </a:extLst>
          </p:cNvPr>
          <p:cNvSpPr>
            <a:spLocks/>
          </p:cNvSpPr>
          <p:nvPr/>
        </p:nvSpPr>
        <p:spPr>
          <a:xfrm>
            <a:off x="1658617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8D8BFE7-B9FC-40FE-AAB9-24CEBD7AADC0}"/>
              </a:ext>
            </a:extLst>
          </p:cNvPr>
          <p:cNvSpPr>
            <a:spLocks/>
          </p:cNvSpPr>
          <p:nvPr/>
        </p:nvSpPr>
        <p:spPr>
          <a:xfrm>
            <a:off x="1658617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2D7C495B-6BC6-44F8-93C4-A1993BC3AE56}"/>
              </a:ext>
            </a:extLst>
          </p:cNvPr>
          <p:cNvSpPr>
            <a:spLocks/>
          </p:cNvSpPr>
          <p:nvPr/>
        </p:nvSpPr>
        <p:spPr>
          <a:xfrm>
            <a:off x="2188131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E63AE754-C71E-40AC-9319-E88367E76ADC}"/>
              </a:ext>
            </a:extLst>
          </p:cNvPr>
          <p:cNvSpPr>
            <a:spLocks/>
          </p:cNvSpPr>
          <p:nvPr/>
        </p:nvSpPr>
        <p:spPr>
          <a:xfrm>
            <a:off x="2145957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701C6D06-FC24-496F-80CD-2897FA407A67}"/>
              </a:ext>
            </a:extLst>
          </p:cNvPr>
          <p:cNvSpPr>
            <a:spLocks/>
          </p:cNvSpPr>
          <p:nvPr/>
        </p:nvSpPr>
        <p:spPr>
          <a:xfrm>
            <a:off x="2145957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75AD9DA2-3F71-42B7-BC20-5FD667CC7178}"/>
              </a:ext>
            </a:extLst>
          </p:cNvPr>
          <p:cNvSpPr>
            <a:spLocks/>
          </p:cNvSpPr>
          <p:nvPr/>
        </p:nvSpPr>
        <p:spPr>
          <a:xfrm>
            <a:off x="2413057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C5271065-4D51-44B9-BF49-C1D35F52A279}"/>
              </a:ext>
            </a:extLst>
          </p:cNvPr>
          <p:cNvSpPr>
            <a:spLocks/>
          </p:cNvSpPr>
          <p:nvPr/>
        </p:nvSpPr>
        <p:spPr>
          <a:xfrm>
            <a:off x="2370883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73E5A32-6BE9-4520-B319-8C715CB99B66}"/>
              </a:ext>
            </a:extLst>
          </p:cNvPr>
          <p:cNvSpPr>
            <a:spLocks/>
          </p:cNvSpPr>
          <p:nvPr/>
        </p:nvSpPr>
        <p:spPr>
          <a:xfrm>
            <a:off x="2370883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60F70A1-E247-4919-B8FE-EF290CF3BA18}"/>
              </a:ext>
            </a:extLst>
          </p:cNvPr>
          <p:cNvSpPr>
            <a:spLocks/>
          </p:cNvSpPr>
          <p:nvPr/>
        </p:nvSpPr>
        <p:spPr>
          <a:xfrm>
            <a:off x="2637983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2E1CFEAA-7034-43E2-AD62-A6337FB2E4F2}"/>
              </a:ext>
            </a:extLst>
          </p:cNvPr>
          <p:cNvSpPr>
            <a:spLocks/>
          </p:cNvSpPr>
          <p:nvPr/>
        </p:nvSpPr>
        <p:spPr>
          <a:xfrm>
            <a:off x="2595809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491B30CD-D2D5-44C7-B6C4-F3F96A5BE66A}"/>
              </a:ext>
            </a:extLst>
          </p:cNvPr>
          <p:cNvSpPr>
            <a:spLocks/>
          </p:cNvSpPr>
          <p:nvPr/>
        </p:nvSpPr>
        <p:spPr>
          <a:xfrm>
            <a:off x="2595809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01B65FE3-1A7D-4A40-8C74-C1D0D1549E85}"/>
              </a:ext>
            </a:extLst>
          </p:cNvPr>
          <p:cNvSpPr>
            <a:spLocks/>
          </p:cNvSpPr>
          <p:nvPr/>
        </p:nvSpPr>
        <p:spPr>
          <a:xfrm>
            <a:off x="1171277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9AE8E01D-5EBF-4E8E-B71B-DCE08CF68104}"/>
              </a:ext>
            </a:extLst>
          </p:cNvPr>
          <p:cNvSpPr>
            <a:spLocks/>
          </p:cNvSpPr>
          <p:nvPr/>
        </p:nvSpPr>
        <p:spPr>
          <a:xfrm>
            <a:off x="1396203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2C038278-C7E8-4082-82AE-0A8D6FA454FF}"/>
              </a:ext>
            </a:extLst>
          </p:cNvPr>
          <p:cNvSpPr>
            <a:spLocks/>
          </p:cNvSpPr>
          <p:nvPr/>
        </p:nvSpPr>
        <p:spPr>
          <a:xfrm>
            <a:off x="1621129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7276E57-7A3E-47E6-BE73-C8B666508022}"/>
              </a:ext>
            </a:extLst>
          </p:cNvPr>
          <p:cNvSpPr>
            <a:spLocks/>
          </p:cNvSpPr>
          <p:nvPr/>
        </p:nvSpPr>
        <p:spPr>
          <a:xfrm>
            <a:off x="2108469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D58BC0E0-F873-4237-B451-D1A67977F821}"/>
              </a:ext>
            </a:extLst>
          </p:cNvPr>
          <p:cNvSpPr>
            <a:spLocks/>
          </p:cNvSpPr>
          <p:nvPr/>
        </p:nvSpPr>
        <p:spPr>
          <a:xfrm>
            <a:off x="2333395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C4DC9157-7332-4139-B393-0197E092F8E7}"/>
              </a:ext>
            </a:extLst>
          </p:cNvPr>
          <p:cNvSpPr>
            <a:spLocks/>
          </p:cNvSpPr>
          <p:nvPr/>
        </p:nvSpPr>
        <p:spPr>
          <a:xfrm>
            <a:off x="2558321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B018E6A3-AFD3-4783-A6F1-B94B372880A2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8015644-E3DB-4CB5-B739-0F82591939BF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7822DA85-4E34-45ED-AF43-A2453562746D}"/>
              </a:ext>
            </a:extLst>
          </p:cNvPr>
          <p:cNvSpPr>
            <a:spLocks/>
          </p:cNvSpPr>
          <p:nvPr/>
        </p:nvSpPr>
        <p:spPr>
          <a:xfrm>
            <a:off x="3925457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B4EFBE1-DB94-4437-BC13-A8FC6628E3F7}"/>
              </a:ext>
            </a:extLst>
          </p:cNvPr>
          <p:cNvSpPr>
            <a:spLocks/>
          </p:cNvSpPr>
          <p:nvPr/>
        </p:nvSpPr>
        <p:spPr>
          <a:xfrm>
            <a:off x="494347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99A9903-45E7-4075-B3D0-82B261EAA6C0}"/>
              </a:ext>
            </a:extLst>
          </p:cNvPr>
          <p:cNvSpPr>
            <a:spLocks/>
          </p:cNvSpPr>
          <p:nvPr/>
        </p:nvSpPr>
        <p:spPr>
          <a:xfrm>
            <a:off x="4862649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BDBD2E0E-7ED9-4C93-9C56-9F9D627EB474}"/>
              </a:ext>
            </a:extLst>
          </p:cNvPr>
          <p:cNvSpPr>
            <a:spLocks/>
          </p:cNvSpPr>
          <p:nvPr/>
        </p:nvSpPr>
        <p:spPr>
          <a:xfrm>
            <a:off x="588066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0F0B3A22-C60A-4751-83B9-9D1F6C621D9A}"/>
              </a:ext>
            </a:extLst>
          </p:cNvPr>
          <p:cNvSpPr>
            <a:spLocks/>
          </p:cNvSpPr>
          <p:nvPr/>
        </p:nvSpPr>
        <p:spPr>
          <a:xfrm>
            <a:off x="5799841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F29B7687-B09A-4102-ACDE-11486E78B08A}"/>
              </a:ext>
            </a:extLst>
          </p:cNvPr>
          <p:cNvSpPr>
            <a:spLocks/>
          </p:cNvSpPr>
          <p:nvPr/>
        </p:nvSpPr>
        <p:spPr>
          <a:xfrm>
            <a:off x="4574806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9E06C206-9A7B-483B-9F13-CDCF54555FD3}"/>
              </a:ext>
            </a:extLst>
          </p:cNvPr>
          <p:cNvSpPr>
            <a:spLocks/>
          </p:cNvSpPr>
          <p:nvPr/>
        </p:nvSpPr>
        <p:spPr>
          <a:xfrm>
            <a:off x="4355193" y="3884833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5C7DDF34-8983-4217-9549-F9FE14949D7A}"/>
              </a:ext>
            </a:extLst>
          </p:cNvPr>
          <p:cNvSpPr>
            <a:spLocks/>
          </p:cNvSpPr>
          <p:nvPr/>
        </p:nvSpPr>
        <p:spPr>
          <a:xfrm>
            <a:off x="4609890" y="4011815"/>
            <a:ext cx="6760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141 / 15 / 23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0187C10B-6D44-4B42-94D2-058156FDDE04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7A3066F-9A34-4C13-A9B2-7B2D9124DAA3}"/>
              </a:ext>
            </a:extLst>
          </p:cNvPr>
          <p:cNvSpPr>
            <a:spLocks/>
          </p:cNvSpPr>
          <p:nvPr/>
        </p:nvSpPr>
        <p:spPr>
          <a:xfrm>
            <a:off x="3961947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2B894B34-3703-4CF2-89AD-715D1AB6AFB1}"/>
              </a:ext>
            </a:extLst>
          </p:cNvPr>
          <p:cNvSpPr>
            <a:spLocks/>
          </p:cNvSpPr>
          <p:nvPr/>
        </p:nvSpPr>
        <p:spPr>
          <a:xfrm>
            <a:off x="373822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FE710012-C34E-41AE-8E9A-FCDB4C729941}"/>
              </a:ext>
            </a:extLst>
          </p:cNvPr>
          <p:cNvSpPr>
            <a:spLocks/>
          </p:cNvSpPr>
          <p:nvPr/>
        </p:nvSpPr>
        <p:spPr>
          <a:xfrm>
            <a:off x="4006283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BC126427-D18D-4CFD-93E5-B9C935859336}"/>
              </a:ext>
            </a:extLst>
          </p:cNvPr>
          <p:cNvSpPr>
            <a:spLocks/>
          </p:cNvSpPr>
          <p:nvPr/>
        </p:nvSpPr>
        <p:spPr>
          <a:xfrm>
            <a:off x="3961947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F519BED9-7AE4-4439-82CB-98B85682EB8B}"/>
              </a:ext>
            </a:extLst>
          </p:cNvPr>
          <p:cNvSpPr>
            <a:spLocks/>
          </p:cNvSpPr>
          <p:nvPr/>
        </p:nvSpPr>
        <p:spPr>
          <a:xfrm>
            <a:off x="3738224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FD313295-5BCE-4A14-A53F-57B254C9368C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320EBBA9-F9CE-4234-BB7D-417BC6B636B3}"/>
              </a:ext>
            </a:extLst>
          </p:cNvPr>
          <p:cNvSpPr>
            <a:spLocks/>
          </p:cNvSpPr>
          <p:nvPr/>
        </p:nvSpPr>
        <p:spPr>
          <a:xfrm>
            <a:off x="3961947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CD3D0D1D-CB7D-4C23-9CA4-407F26EFE375}"/>
              </a:ext>
            </a:extLst>
          </p:cNvPr>
          <p:cNvSpPr>
            <a:spLocks/>
          </p:cNvSpPr>
          <p:nvPr/>
        </p:nvSpPr>
        <p:spPr>
          <a:xfrm>
            <a:off x="3738224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9D132780-5DBE-4A6A-842F-8524C8FA7AA6}"/>
              </a:ext>
            </a:extLst>
          </p:cNvPr>
          <p:cNvSpPr>
            <a:spLocks/>
          </p:cNvSpPr>
          <p:nvPr/>
        </p:nvSpPr>
        <p:spPr>
          <a:xfrm rot="-5400000">
            <a:off x="3010694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17EBB099-788E-4C80-AB1C-6FBE95EE140A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B506A29F-1792-49EA-B314-599FD81E6FC1}"/>
              </a:ext>
            </a:extLst>
          </p:cNvPr>
          <p:cNvSpPr>
            <a:spLocks/>
          </p:cNvSpPr>
          <p:nvPr/>
        </p:nvSpPr>
        <p:spPr>
          <a:xfrm>
            <a:off x="3974312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3E6A26A2-1E91-4CB6-A6FE-FB0449A5F4C0}"/>
              </a:ext>
            </a:extLst>
          </p:cNvPr>
          <p:cNvSpPr>
            <a:spLocks/>
          </p:cNvSpPr>
          <p:nvPr/>
        </p:nvSpPr>
        <p:spPr>
          <a:xfrm>
            <a:off x="3974312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94E0E545-51BE-4C2A-A9BD-27B514DA1CD7}"/>
              </a:ext>
            </a:extLst>
          </p:cNvPr>
          <p:cNvSpPr>
            <a:spLocks/>
          </p:cNvSpPr>
          <p:nvPr/>
        </p:nvSpPr>
        <p:spPr>
          <a:xfrm>
            <a:off x="4246478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6DFACD4B-2DE7-4AD8-A730-DD943475A2D2}"/>
              </a:ext>
            </a:extLst>
          </p:cNvPr>
          <p:cNvSpPr>
            <a:spLocks/>
          </p:cNvSpPr>
          <p:nvPr/>
        </p:nvSpPr>
        <p:spPr>
          <a:xfrm>
            <a:off x="3974312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4660F443-285D-4ED7-8D04-6D3A74AB5B53}"/>
              </a:ext>
            </a:extLst>
          </p:cNvPr>
          <p:cNvSpPr>
            <a:spLocks/>
          </p:cNvSpPr>
          <p:nvPr/>
        </p:nvSpPr>
        <p:spPr>
          <a:xfrm>
            <a:off x="4965101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C94BA074-837B-481C-B213-38BD45B0019B}"/>
              </a:ext>
            </a:extLst>
          </p:cNvPr>
          <p:cNvSpPr>
            <a:spLocks/>
          </p:cNvSpPr>
          <p:nvPr/>
        </p:nvSpPr>
        <p:spPr>
          <a:xfrm>
            <a:off x="3974312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14553BAA-9EBA-4EEC-AD2B-E9710A6F3A23}"/>
              </a:ext>
            </a:extLst>
          </p:cNvPr>
          <p:cNvSpPr>
            <a:spLocks/>
          </p:cNvSpPr>
          <p:nvPr/>
        </p:nvSpPr>
        <p:spPr>
          <a:xfrm>
            <a:off x="3974312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7AC41E6-7481-46B7-94A6-C1842412252F}"/>
              </a:ext>
            </a:extLst>
          </p:cNvPr>
          <p:cNvSpPr>
            <a:spLocks/>
          </p:cNvSpPr>
          <p:nvPr/>
        </p:nvSpPr>
        <p:spPr>
          <a:xfrm>
            <a:off x="5222772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C5A4C396-75DB-4C3C-9631-6F6D6F675670}"/>
              </a:ext>
            </a:extLst>
          </p:cNvPr>
          <p:cNvSpPr>
            <a:spLocks/>
          </p:cNvSpPr>
          <p:nvPr/>
        </p:nvSpPr>
        <p:spPr>
          <a:xfrm>
            <a:off x="4072796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1C33B8D-5715-46A7-84A6-E3D03E7C4E39}"/>
              </a:ext>
            </a:extLst>
          </p:cNvPr>
          <p:cNvSpPr>
            <a:spLocks/>
          </p:cNvSpPr>
          <p:nvPr/>
        </p:nvSpPr>
        <p:spPr>
          <a:xfrm>
            <a:off x="4509176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9683D9A-E749-420D-B2FA-4061DBDF4691}"/>
              </a:ext>
            </a:extLst>
          </p:cNvPr>
          <p:cNvSpPr>
            <a:spLocks/>
          </p:cNvSpPr>
          <p:nvPr/>
        </p:nvSpPr>
        <p:spPr>
          <a:xfrm>
            <a:off x="4770343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E6032BEA-4128-46D8-A310-7441B3578F9B}"/>
              </a:ext>
            </a:extLst>
          </p:cNvPr>
          <p:cNvSpPr>
            <a:spLocks/>
          </p:cNvSpPr>
          <p:nvPr/>
        </p:nvSpPr>
        <p:spPr>
          <a:xfrm>
            <a:off x="4682318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DCC25A7D-7835-4A9F-A3DF-DF41CC23D1B5}"/>
              </a:ext>
            </a:extLst>
          </p:cNvPr>
          <p:cNvSpPr>
            <a:spLocks/>
          </p:cNvSpPr>
          <p:nvPr/>
        </p:nvSpPr>
        <p:spPr>
          <a:xfrm>
            <a:off x="4835040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EDBA0562-DBA1-4BCC-BDDE-DBD252577359}"/>
              </a:ext>
            </a:extLst>
          </p:cNvPr>
          <p:cNvSpPr>
            <a:spLocks/>
          </p:cNvSpPr>
          <p:nvPr/>
        </p:nvSpPr>
        <p:spPr>
          <a:xfrm>
            <a:off x="4035688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0020418-C0D8-4166-82E9-97D4838E9C9B}"/>
              </a:ext>
            </a:extLst>
          </p:cNvPr>
          <p:cNvSpPr>
            <a:spLocks/>
          </p:cNvSpPr>
          <p:nvPr/>
        </p:nvSpPr>
        <p:spPr>
          <a:xfrm>
            <a:off x="4317087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BD7BD71C-6F04-4556-8D63-C6C08E42A7CA}"/>
              </a:ext>
            </a:extLst>
          </p:cNvPr>
          <p:cNvSpPr>
            <a:spLocks/>
          </p:cNvSpPr>
          <p:nvPr/>
        </p:nvSpPr>
        <p:spPr>
          <a:xfrm>
            <a:off x="4504492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B8B24BD-0AE1-4887-8637-83168ACA31D1}"/>
              </a:ext>
            </a:extLst>
          </p:cNvPr>
          <p:cNvSpPr>
            <a:spLocks/>
          </p:cNvSpPr>
          <p:nvPr/>
        </p:nvSpPr>
        <p:spPr>
          <a:xfrm>
            <a:off x="3974312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13174FD5-D9D0-4C91-A8FC-B95878B9124A}"/>
              </a:ext>
            </a:extLst>
          </p:cNvPr>
          <p:cNvSpPr>
            <a:spLocks/>
          </p:cNvSpPr>
          <p:nvPr/>
        </p:nvSpPr>
        <p:spPr>
          <a:xfrm>
            <a:off x="4554892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20512842-8ABD-4968-829A-0C24DDE8428F}"/>
              </a:ext>
            </a:extLst>
          </p:cNvPr>
          <p:cNvSpPr>
            <a:spLocks/>
          </p:cNvSpPr>
          <p:nvPr/>
        </p:nvSpPr>
        <p:spPr>
          <a:xfrm>
            <a:off x="4826956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56051E2-8D48-47A0-9419-A97BF7E11B23}"/>
              </a:ext>
            </a:extLst>
          </p:cNvPr>
          <p:cNvSpPr>
            <a:spLocks/>
          </p:cNvSpPr>
          <p:nvPr/>
        </p:nvSpPr>
        <p:spPr>
          <a:xfrm>
            <a:off x="4796948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C1512941-5AA5-4F1B-A1F6-253B35B62244}"/>
              </a:ext>
            </a:extLst>
          </p:cNvPr>
          <p:cNvSpPr>
            <a:spLocks/>
          </p:cNvSpPr>
          <p:nvPr/>
        </p:nvSpPr>
        <p:spPr>
          <a:xfrm>
            <a:off x="4499390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220B52DE-DAAC-426D-8E86-35E7EF43005B}"/>
              </a:ext>
            </a:extLst>
          </p:cNvPr>
          <p:cNvSpPr>
            <a:spLocks/>
          </p:cNvSpPr>
          <p:nvPr/>
        </p:nvSpPr>
        <p:spPr>
          <a:xfrm>
            <a:off x="3974312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E1B51938-4EFF-4732-9064-535F8BB981E9}"/>
              </a:ext>
            </a:extLst>
          </p:cNvPr>
          <p:cNvSpPr>
            <a:spLocks/>
          </p:cNvSpPr>
          <p:nvPr/>
        </p:nvSpPr>
        <p:spPr>
          <a:xfrm>
            <a:off x="4878926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5E82EA6E-B519-472F-B9D9-C3FAAC2AB69E}"/>
              </a:ext>
            </a:extLst>
          </p:cNvPr>
          <p:cNvSpPr>
            <a:spLocks/>
          </p:cNvSpPr>
          <p:nvPr/>
        </p:nvSpPr>
        <p:spPr>
          <a:xfrm>
            <a:off x="5183352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A68F1713-93BD-47E7-A7DD-5672E538D232}"/>
              </a:ext>
            </a:extLst>
          </p:cNvPr>
          <p:cNvSpPr>
            <a:spLocks/>
          </p:cNvSpPr>
          <p:nvPr/>
        </p:nvSpPr>
        <p:spPr>
          <a:xfrm>
            <a:off x="3974312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771FDD7-27EC-46E7-B493-42ED395A21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7392E11-1B42-48D4-B023-9BE109C9D793}"/>
              </a:ext>
            </a:extLst>
          </p:cNvPr>
          <p:cNvSpPr>
            <a:spLocks/>
          </p:cNvSpPr>
          <p:nvPr/>
        </p:nvSpPr>
        <p:spPr>
          <a:xfrm>
            <a:off x="4501349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3223DA19-9330-441B-B0D6-262ED33D00BD}"/>
              </a:ext>
            </a:extLst>
          </p:cNvPr>
          <p:cNvSpPr>
            <a:spLocks/>
          </p:cNvSpPr>
          <p:nvPr/>
        </p:nvSpPr>
        <p:spPr>
          <a:xfrm>
            <a:off x="3974312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F3D76EB6-92B4-4509-B836-24B401FD5B0E}"/>
              </a:ext>
            </a:extLst>
          </p:cNvPr>
          <p:cNvSpPr>
            <a:spLocks/>
          </p:cNvSpPr>
          <p:nvPr/>
        </p:nvSpPr>
        <p:spPr>
          <a:xfrm>
            <a:off x="5187714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C50FEFD6-7D71-4BF5-A78D-A84C99DBF7E9}"/>
              </a:ext>
            </a:extLst>
          </p:cNvPr>
          <p:cNvSpPr>
            <a:spLocks/>
          </p:cNvSpPr>
          <p:nvPr/>
        </p:nvSpPr>
        <p:spPr>
          <a:xfrm>
            <a:off x="5026461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BA8E194B-4D07-4DF1-8EBB-B5912ACD6AC4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15D55C4-1EBB-4335-8322-8EEC4DDC3B9D}"/>
              </a:ext>
            </a:extLst>
          </p:cNvPr>
          <p:cNvSpPr>
            <a:spLocks/>
          </p:cNvSpPr>
          <p:nvPr/>
        </p:nvSpPr>
        <p:spPr>
          <a:xfrm>
            <a:off x="4739581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F33463C1-5DC2-435C-867E-348C12E5FC2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D3D682E8-CA5F-4F54-B6CC-F677A2FD369B}"/>
              </a:ext>
            </a:extLst>
          </p:cNvPr>
          <p:cNvSpPr>
            <a:spLocks/>
          </p:cNvSpPr>
          <p:nvPr/>
        </p:nvSpPr>
        <p:spPr>
          <a:xfrm>
            <a:off x="4798730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D5E8C690-D889-4EC7-8620-D5FEA6B496AF}"/>
              </a:ext>
            </a:extLst>
          </p:cNvPr>
          <p:cNvSpPr>
            <a:spLocks/>
          </p:cNvSpPr>
          <p:nvPr/>
        </p:nvSpPr>
        <p:spPr>
          <a:xfrm>
            <a:off x="3974312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A17AA4F-646E-431A-8AAC-F32E303198BD}"/>
              </a:ext>
            </a:extLst>
          </p:cNvPr>
          <p:cNvSpPr>
            <a:spLocks/>
          </p:cNvSpPr>
          <p:nvPr/>
        </p:nvSpPr>
        <p:spPr>
          <a:xfrm>
            <a:off x="4466005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0F0C9976-C76A-4493-9021-AE1C2E1583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312C4B91-0465-42BD-A041-73FC92A06978}"/>
              </a:ext>
            </a:extLst>
          </p:cNvPr>
          <p:cNvSpPr>
            <a:spLocks/>
          </p:cNvSpPr>
          <p:nvPr/>
        </p:nvSpPr>
        <p:spPr>
          <a:xfrm>
            <a:off x="4801962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8508D8AB-0AAF-4A8B-9F4B-151396F45E71}"/>
              </a:ext>
            </a:extLst>
          </p:cNvPr>
          <p:cNvSpPr>
            <a:spLocks/>
          </p:cNvSpPr>
          <p:nvPr/>
        </p:nvSpPr>
        <p:spPr>
          <a:xfrm>
            <a:off x="3974312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A042BC9-5ACA-40D9-8754-D21DB10D5CEA}"/>
              </a:ext>
            </a:extLst>
          </p:cNvPr>
          <p:cNvSpPr>
            <a:spLocks/>
          </p:cNvSpPr>
          <p:nvPr/>
        </p:nvSpPr>
        <p:spPr>
          <a:xfrm>
            <a:off x="5265789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C3C16B5-077F-4802-85B4-F30B9EBAE73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35CF0A5F-055B-4D95-8DB9-E3D56932A65D}"/>
              </a:ext>
            </a:extLst>
          </p:cNvPr>
          <p:cNvSpPr>
            <a:spLocks/>
          </p:cNvSpPr>
          <p:nvPr/>
        </p:nvSpPr>
        <p:spPr>
          <a:xfrm>
            <a:off x="5132074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EBCAFECA-CBD5-44E5-A0FE-E021D2190889}"/>
              </a:ext>
            </a:extLst>
          </p:cNvPr>
          <p:cNvSpPr>
            <a:spLocks/>
          </p:cNvSpPr>
          <p:nvPr/>
        </p:nvSpPr>
        <p:spPr>
          <a:xfrm>
            <a:off x="3974312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71E6F4C-3666-4FE9-B59B-1AF4FD93E2DA}"/>
              </a:ext>
            </a:extLst>
          </p:cNvPr>
          <p:cNvSpPr>
            <a:spLocks/>
          </p:cNvSpPr>
          <p:nvPr/>
        </p:nvSpPr>
        <p:spPr>
          <a:xfrm>
            <a:off x="4046995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C7D8E3B8-B7C9-480E-995A-9E1C23B74BC0}"/>
              </a:ext>
            </a:extLst>
          </p:cNvPr>
          <p:cNvSpPr>
            <a:spLocks/>
          </p:cNvSpPr>
          <p:nvPr/>
        </p:nvSpPr>
        <p:spPr>
          <a:xfrm>
            <a:off x="3974312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F22244E3-8DDF-4698-A542-AC8B05935CBE}"/>
              </a:ext>
            </a:extLst>
          </p:cNvPr>
          <p:cNvSpPr>
            <a:spLocks/>
          </p:cNvSpPr>
          <p:nvPr/>
        </p:nvSpPr>
        <p:spPr>
          <a:xfrm>
            <a:off x="3974312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C3C7B9A8-2EE9-4EFC-A203-4541ED07560E}"/>
              </a:ext>
            </a:extLst>
          </p:cNvPr>
          <p:cNvSpPr>
            <a:spLocks/>
          </p:cNvSpPr>
          <p:nvPr/>
        </p:nvSpPr>
        <p:spPr>
          <a:xfrm>
            <a:off x="4427885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0B1EB26-CB23-4CF5-8C67-B40538609B82}"/>
              </a:ext>
            </a:extLst>
          </p:cNvPr>
          <p:cNvSpPr>
            <a:spLocks/>
          </p:cNvSpPr>
          <p:nvPr/>
        </p:nvSpPr>
        <p:spPr>
          <a:xfrm>
            <a:off x="3974312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9072A606-B8BE-4BF3-A190-F0C5489A0CD3}"/>
              </a:ext>
            </a:extLst>
          </p:cNvPr>
          <p:cNvSpPr>
            <a:spLocks/>
          </p:cNvSpPr>
          <p:nvPr/>
        </p:nvSpPr>
        <p:spPr>
          <a:xfrm>
            <a:off x="4707902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CAEB825E-1749-45D7-9467-9E9A08962A7F}"/>
              </a:ext>
            </a:extLst>
          </p:cNvPr>
          <p:cNvSpPr>
            <a:spLocks/>
          </p:cNvSpPr>
          <p:nvPr/>
        </p:nvSpPr>
        <p:spPr>
          <a:xfrm>
            <a:off x="4999382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14DC8012-0A5D-42B2-A64B-F36B3327E061}"/>
              </a:ext>
            </a:extLst>
          </p:cNvPr>
          <p:cNvSpPr>
            <a:spLocks/>
          </p:cNvSpPr>
          <p:nvPr/>
        </p:nvSpPr>
        <p:spPr>
          <a:xfrm>
            <a:off x="4288385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C3F38BE4-FBC1-499D-B209-0647814B39B8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E1FE6FE6-C219-40B9-8442-433D2892C876}"/>
              </a:ext>
            </a:extLst>
          </p:cNvPr>
          <p:cNvSpPr>
            <a:spLocks/>
          </p:cNvSpPr>
          <p:nvPr/>
        </p:nvSpPr>
        <p:spPr>
          <a:xfrm>
            <a:off x="4279893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2BCFAF4F-5E11-48EB-B474-5213DD8A682A}"/>
              </a:ext>
            </a:extLst>
          </p:cNvPr>
          <p:cNvSpPr>
            <a:spLocks/>
          </p:cNvSpPr>
          <p:nvPr/>
        </p:nvSpPr>
        <p:spPr>
          <a:xfrm>
            <a:off x="4956134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90C90C2D-15B5-4F3C-A6EA-46E0F3FD27CB}"/>
              </a:ext>
            </a:extLst>
          </p:cNvPr>
          <p:cNvSpPr>
            <a:spLocks/>
          </p:cNvSpPr>
          <p:nvPr/>
        </p:nvSpPr>
        <p:spPr>
          <a:xfrm>
            <a:off x="4089070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CBCB900-824D-411B-A1D0-DF1F42EE9EBC}"/>
              </a:ext>
            </a:extLst>
          </p:cNvPr>
          <p:cNvSpPr>
            <a:spLocks/>
          </p:cNvSpPr>
          <p:nvPr/>
        </p:nvSpPr>
        <p:spPr>
          <a:xfrm>
            <a:off x="4899286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C51B29A7-07C4-430A-8156-16A4F7C008DC}"/>
              </a:ext>
            </a:extLst>
          </p:cNvPr>
          <p:cNvSpPr>
            <a:spLocks/>
          </p:cNvSpPr>
          <p:nvPr/>
        </p:nvSpPr>
        <p:spPr>
          <a:xfrm>
            <a:off x="4601117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635ED53-9CAC-4272-BE00-FEE5C468B6F5}"/>
              </a:ext>
            </a:extLst>
          </p:cNvPr>
          <p:cNvSpPr>
            <a:spLocks/>
          </p:cNvSpPr>
          <p:nvPr/>
        </p:nvSpPr>
        <p:spPr>
          <a:xfrm>
            <a:off x="4905473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5C87E39A-2D73-47D8-9AB2-5D79806DFB4D}"/>
              </a:ext>
            </a:extLst>
          </p:cNvPr>
          <p:cNvSpPr>
            <a:spLocks/>
          </p:cNvSpPr>
          <p:nvPr/>
        </p:nvSpPr>
        <p:spPr>
          <a:xfrm>
            <a:off x="5188800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86C93ABE-5068-4D9F-B06E-986D7E608D52}"/>
              </a:ext>
            </a:extLst>
          </p:cNvPr>
          <p:cNvSpPr>
            <a:spLocks/>
          </p:cNvSpPr>
          <p:nvPr/>
        </p:nvSpPr>
        <p:spPr>
          <a:xfrm>
            <a:off x="4892250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6AB1EBD-E8B4-4848-9CDA-541D9927F2AA}"/>
              </a:ext>
            </a:extLst>
          </p:cNvPr>
          <p:cNvSpPr>
            <a:spLocks/>
          </p:cNvSpPr>
          <p:nvPr/>
        </p:nvSpPr>
        <p:spPr>
          <a:xfrm>
            <a:off x="4743414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118E16A0-D49F-49A1-ADB7-559E3A8E30C9}"/>
              </a:ext>
            </a:extLst>
          </p:cNvPr>
          <p:cNvSpPr>
            <a:spLocks/>
          </p:cNvSpPr>
          <p:nvPr/>
        </p:nvSpPr>
        <p:spPr>
          <a:xfrm>
            <a:off x="3974312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DB297F32-EB65-4C45-9F9F-7CE98DF964E8}"/>
              </a:ext>
            </a:extLst>
          </p:cNvPr>
          <p:cNvSpPr>
            <a:spLocks/>
          </p:cNvSpPr>
          <p:nvPr/>
        </p:nvSpPr>
        <p:spPr>
          <a:xfrm>
            <a:off x="3974312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68865BF9-E62F-4ED9-A76A-95FC3C5D9F2E}"/>
              </a:ext>
            </a:extLst>
          </p:cNvPr>
          <p:cNvSpPr>
            <a:spLocks/>
          </p:cNvSpPr>
          <p:nvPr/>
        </p:nvSpPr>
        <p:spPr>
          <a:xfrm>
            <a:off x="3974312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CC77FFB3-1BBF-4831-B704-468813B7D7D2}"/>
              </a:ext>
            </a:extLst>
          </p:cNvPr>
          <p:cNvSpPr>
            <a:spLocks/>
          </p:cNvSpPr>
          <p:nvPr/>
        </p:nvSpPr>
        <p:spPr>
          <a:xfrm>
            <a:off x="4980475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A6F30085-98CE-4922-97EE-69B16092543C}"/>
              </a:ext>
            </a:extLst>
          </p:cNvPr>
          <p:cNvSpPr>
            <a:spLocks/>
          </p:cNvSpPr>
          <p:nvPr/>
        </p:nvSpPr>
        <p:spPr>
          <a:xfrm>
            <a:off x="4066901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26D334D3-E93A-4CD9-B58A-D03C62BAEB85}"/>
              </a:ext>
            </a:extLst>
          </p:cNvPr>
          <p:cNvSpPr>
            <a:spLocks/>
          </p:cNvSpPr>
          <p:nvPr/>
        </p:nvSpPr>
        <p:spPr>
          <a:xfrm>
            <a:off x="3974312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18DC423A-A6F0-4B79-BF1F-89EB5218AFA5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01A25674-BE1A-4389-B69E-D7DABBE22FEB}"/>
              </a:ext>
            </a:extLst>
          </p:cNvPr>
          <p:cNvSpPr>
            <a:spLocks/>
          </p:cNvSpPr>
          <p:nvPr/>
        </p:nvSpPr>
        <p:spPr>
          <a:xfrm>
            <a:off x="5044206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1AB8A0A2-1C5C-4C8A-B1E0-6B127CD48451}"/>
              </a:ext>
            </a:extLst>
          </p:cNvPr>
          <p:cNvSpPr>
            <a:spLocks/>
          </p:cNvSpPr>
          <p:nvPr/>
        </p:nvSpPr>
        <p:spPr>
          <a:xfrm>
            <a:off x="3974312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DEF442D8-DDA3-4954-85CD-561741257CE6}"/>
              </a:ext>
            </a:extLst>
          </p:cNvPr>
          <p:cNvSpPr>
            <a:spLocks/>
          </p:cNvSpPr>
          <p:nvPr/>
        </p:nvSpPr>
        <p:spPr>
          <a:xfrm>
            <a:off x="4914620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DFD12C79-A451-4A59-8A07-6BABD3A8749B}"/>
              </a:ext>
            </a:extLst>
          </p:cNvPr>
          <p:cNvSpPr>
            <a:spLocks/>
          </p:cNvSpPr>
          <p:nvPr/>
        </p:nvSpPr>
        <p:spPr>
          <a:xfrm>
            <a:off x="4726162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8F6000EB-8E80-429E-AB97-A8BC465416D1}"/>
              </a:ext>
            </a:extLst>
          </p:cNvPr>
          <p:cNvSpPr>
            <a:spLocks/>
          </p:cNvSpPr>
          <p:nvPr/>
        </p:nvSpPr>
        <p:spPr>
          <a:xfrm>
            <a:off x="4092151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3F6FCB1E-F1CF-4E7E-A9FB-25C499075782}"/>
              </a:ext>
            </a:extLst>
          </p:cNvPr>
          <p:cNvSpPr>
            <a:spLocks/>
          </p:cNvSpPr>
          <p:nvPr/>
        </p:nvSpPr>
        <p:spPr>
          <a:xfrm>
            <a:off x="4284733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2B4FDC4-9963-4A9F-B405-4520BB0F8733}"/>
              </a:ext>
            </a:extLst>
          </p:cNvPr>
          <p:cNvSpPr>
            <a:spLocks/>
          </p:cNvSpPr>
          <p:nvPr/>
        </p:nvSpPr>
        <p:spPr>
          <a:xfrm>
            <a:off x="4468474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2DDB1CD3-C434-4F36-B7A5-25BADD94BC09}"/>
              </a:ext>
            </a:extLst>
          </p:cNvPr>
          <p:cNvSpPr>
            <a:spLocks/>
          </p:cNvSpPr>
          <p:nvPr/>
        </p:nvSpPr>
        <p:spPr>
          <a:xfrm>
            <a:off x="4240194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F2524CCD-2BAE-4D3B-A288-CFFCCBF5BC8B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2B1041FB-A93C-40C5-9493-8ECACA672EAF}"/>
              </a:ext>
            </a:extLst>
          </p:cNvPr>
          <p:cNvSpPr>
            <a:spLocks/>
          </p:cNvSpPr>
          <p:nvPr/>
        </p:nvSpPr>
        <p:spPr>
          <a:xfrm>
            <a:off x="5214475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5A8CFFEE-35C5-46B0-A3E3-457D35F867A8}"/>
              </a:ext>
            </a:extLst>
          </p:cNvPr>
          <p:cNvSpPr>
            <a:spLocks/>
          </p:cNvSpPr>
          <p:nvPr/>
        </p:nvSpPr>
        <p:spPr>
          <a:xfrm>
            <a:off x="4035969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6AFAAB23-D594-4C88-86E9-85923F1CF2EC}"/>
              </a:ext>
            </a:extLst>
          </p:cNvPr>
          <p:cNvSpPr>
            <a:spLocks/>
          </p:cNvSpPr>
          <p:nvPr/>
        </p:nvSpPr>
        <p:spPr>
          <a:xfrm>
            <a:off x="3975466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5E035D19-627B-42E0-B9F3-3DD5EE1D500D}"/>
              </a:ext>
            </a:extLst>
          </p:cNvPr>
          <p:cNvSpPr>
            <a:spLocks/>
          </p:cNvSpPr>
          <p:nvPr/>
        </p:nvSpPr>
        <p:spPr>
          <a:xfrm>
            <a:off x="5185590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6692AFD6-86D0-4EEA-BACA-8FAA12460F1D}"/>
              </a:ext>
            </a:extLst>
          </p:cNvPr>
          <p:cNvSpPr>
            <a:spLocks/>
          </p:cNvSpPr>
          <p:nvPr/>
        </p:nvSpPr>
        <p:spPr>
          <a:xfrm>
            <a:off x="4851296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EED461BE-5CCD-41B6-A3D9-0AD3960D83C5}"/>
              </a:ext>
            </a:extLst>
          </p:cNvPr>
          <p:cNvSpPr>
            <a:spLocks/>
          </p:cNvSpPr>
          <p:nvPr/>
        </p:nvSpPr>
        <p:spPr>
          <a:xfrm>
            <a:off x="5112544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E4C34529-6274-4CBD-BB4E-0D4ED34D3E0B}"/>
              </a:ext>
            </a:extLst>
          </p:cNvPr>
          <p:cNvSpPr>
            <a:spLocks/>
          </p:cNvSpPr>
          <p:nvPr/>
        </p:nvSpPr>
        <p:spPr>
          <a:xfrm>
            <a:off x="4003460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B6A725E9-460F-493F-A527-B6E7114E2167}"/>
              </a:ext>
            </a:extLst>
          </p:cNvPr>
          <p:cNvSpPr>
            <a:spLocks/>
          </p:cNvSpPr>
          <p:nvPr/>
        </p:nvSpPr>
        <p:spPr>
          <a:xfrm>
            <a:off x="5392950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19FF307A-6520-4790-BA86-EA679999FC80}"/>
              </a:ext>
            </a:extLst>
          </p:cNvPr>
          <p:cNvSpPr>
            <a:spLocks/>
          </p:cNvSpPr>
          <p:nvPr/>
        </p:nvSpPr>
        <p:spPr>
          <a:xfrm>
            <a:off x="4761470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6EDFA53C-D1F7-44F7-9F85-0801B444F9C4}"/>
              </a:ext>
            </a:extLst>
          </p:cNvPr>
          <p:cNvSpPr>
            <a:spLocks/>
          </p:cNvSpPr>
          <p:nvPr/>
        </p:nvSpPr>
        <p:spPr>
          <a:xfrm>
            <a:off x="3974312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5643C1BE-21CB-481A-9797-6208BB3A1662}"/>
              </a:ext>
            </a:extLst>
          </p:cNvPr>
          <p:cNvSpPr>
            <a:spLocks/>
          </p:cNvSpPr>
          <p:nvPr/>
        </p:nvSpPr>
        <p:spPr>
          <a:xfrm>
            <a:off x="3974312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EEA66EF0-6D04-418E-9D7E-6912891662A1}"/>
              </a:ext>
            </a:extLst>
          </p:cNvPr>
          <p:cNvSpPr>
            <a:spLocks/>
          </p:cNvSpPr>
          <p:nvPr/>
        </p:nvSpPr>
        <p:spPr>
          <a:xfrm>
            <a:off x="3974312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DB9CEA53-8746-467F-A2C8-FDCD0E668D47}"/>
              </a:ext>
            </a:extLst>
          </p:cNvPr>
          <p:cNvSpPr>
            <a:spLocks/>
          </p:cNvSpPr>
          <p:nvPr/>
        </p:nvSpPr>
        <p:spPr>
          <a:xfrm>
            <a:off x="5113347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05703F7B-C213-4FF6-AFFA-73FF10CE93E7}"/>
              </a:ext>
            </a:extLst>
          </p:cNvPr>
          <p:cNvSpPr>
            <a:spLocks/>
          </p:cNvSpPr>
          <p:nvPr/>
        </p:nvSpPr>
        <p:spPr>
          <a:xfrm>
            <a:off x="3974312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69EC620-ABF7-4AEF-A60A-D06290598CC0}"/>
              </a:ext>
            </a:extLst>
          </p:cNvPr>
          <p:cNvSpPr>
            <a:spLocks/>
          </p:cNvSpPr>
          <p:nvPr/>
        </p:nvSpPr>
        <p:spPr>
          <a:xfrm>
            <a:off x="4097406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FB0B8795-2592-4427-A640-DC298929E595}"/>
              </a:ext>
            </a:extLst>
          </p:cNvPr>
          <p:cNvSpPr>
            <a:spLocks/>
          </p:cNvSpPr>
          <p:nvPr/>
        </p:nvSpPr>
        <p:spPr>
          <a:xfrm>
            <a:off x="3974312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0ADCB16-28F9-4C67-BB4E-F0C0761DF17F}"/>
              </a:ext>
            </a:extLst>
          </p:cNvPr>
          <p:cNvSpPr>
            <a:spLocks/>
          </p:cNvSpPr>
          <p:nvPr/>
        </p:nvSpPr>
        <p:spPr>
          <a:xfrm>
            <a:off x="4454923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255C33B9-9D2C-4FC0-B3A0-4179C6AD89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88944D1C-76C9-44B8-A4A5-CB01DD7A35DF}"/>
              </a:ext>
            </a:extLst>
          </p:cNvPr>
          <p:cNvSpPr>
            <a:spLocks/>
          </p:cNvSpPr>
          <p:nvPr/>
        </p:nvSpPr>
        <p:spPr>
          <a:xfrm>
            <a:off x="4457463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E81605AF-14A3-49D2-AAD2-D61D05674434}"/>
              </a:ext>
            </a:extLst>
          </p:cNvPr>
          <p:cNvSpPr>
            <a:spLocks/>
          </p:cNvSpPr>
          <p:nvPr/>
        </p:nvSpPr>
        <p:spPr>
          <a:xfrm>
            <a:off x="3974312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83AD5C07-147E-4712-93FC-4D7A1633D361}"/>
              </a:ext>
            </a:extLst>
          </p:cNvPr>
          <p:cNvSpPr>
            <a:spLocks/>
          </p:cNvSpPr>
          <p:nvPr/>
        </p:nvSpPr>
        <p:spPr>
          <a:xfrm>
            <a:off x="4779087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7F2A644-2AE9-4A7D-A031-07EA09CD2E2B}"/>
              </a:ext>
            </a:extLst>
          </p:cNvPr>
          <p:cNvSpPr>
            <a:spLocks/>
          </p:cNvSpPr>
          <p:nvPr/>
        </p:nvSpPr>
        <p:spPr>
          <a:xfrm>
            <a:off x="4303418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F3D93E72-594F-4AE7-8482-8A0401A4BA1A}"/>
              </a:ext>
            </a:extLst>
          </p:cNvPr>
          <p:cNvSpPr>
            <a:spLocks/>
          </p:cNvSpPr>
          <p:nvPr/>
        </p:nvSpPr>
        <p:spPr>
          <a:xfrm>
            <a:off x="4948790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781EE538-9E42-4CA7-A4DD-0925C1F65742}"/>
              </a:ext>
            </a:extLst>
          </p:cNvPr>
          <p:cNvSpPr>
            <a:spLocks/>
          </p:cNvSpPr>
          <p:nvPr/>
        </p:nvSpPr>
        <p:spPr>
          <a:xfrm>
            <a:off x="5409432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8225642B-F84D-4874-B52C-C8C3B79B746F}"/>
              </a:ext>
            </a:extLst>
          </p:cNvPr>
          <p:cNvSpPr>
            <a:spLocks/>
          </p:cNvSpPr>
          <p:nvPr/>
        </p:nvSpPr>
        <p:spPr>
          <a:xfrm>
            <a:off x="3989932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970526AE-33BA-48AC-AFA1-1476DC253F0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E4D6242-B48B-4784-9C5A-4BE1F10DEF3B}"/>
              </a:ext>
            </a:extLst>
          </p:cNvPr>
          <p:cNvSpPr>
            <a:spLocks/>
          </p:cNvSpPr>
          <p:nvPr/>
        </p:nvSpPr>
        <p:spPr>
          <a:xfrm>
            <a:off x="4574741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65D67D63-3625-42FF-9825-6AB1B29C0443}"/>
              </a:ext>
            </a:extLst>
          </p:cNvPr>
          <p:cNvSpPr>
            <a:spLocks/>
          </p:cNvSpPr>
          <p:nvPr/>
        </p:nvSpPr>
        <p:spPr>
          <a:xfrm>
            <a:off x="4248681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669361C9-FFBC-4609-97F4-79E78259EC92}"/>
              </a:ext>
            </a:extLst>
          </p:cNvPr>
          <p:cNvSpPr>
            <a:spLocks/>
          </p:cNvSpPr>
          <p:nvPr/>
        </p:nvSpPr>
        <p:spPr>
          <a:xfrm>
            <a:off x="4120550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731C4-CAA3-4E04-971B-58110EF922F0}"/>
              </a:ext>
            </a:extLst>
          </p:cNvPr>
          <p:cNvSpPr>
            <a:spLocks/>
          </p:cNvSpPr>
          <p:nvPr/>
        </p:nvSpPr>
        <p:spPr>
          <a:xfrm>
            <a:off x="4845369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EC072160-5E03-4EE4-B896-C79BF1FE0906}"/>
              </a:ext>
            </a:extLst>
          </p:cNvPr>
          <p:cNvSpPr>
            <a:spLocks/>
          </p:cNvSpPr>
          <p:nvPr/>
        </p:nvSpPr>
        <p:spPr>
          <a:xfrm>
            <a:off x="5174562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81BE606-8F84-4FAE-ACB8-A90CCA38F4F9}"/>
              </a:ext>
            </a:extLst>
          </p:cNvPr>
          <p:cNvSpPr>
            <a:spLocks/>
          </p:cNvSpPr>
          <p:nvPr/>
        </p:nvSpPr>
        <p:spPr>
          <a:xfrm>
            <a:off x="3974312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2CEF337E-81A1-4A39-AEAD-9535895A47FC}"/>
              </a:ext>
            </a:extLst>
          </p:cNvPr>
          <p:cNvSpPr>
            <a:spLocks/>
          </p:cNvSpPr>
          <p:nvPr/>
        </p:nvSpPr>
        <p:spPr>
          <a:xfrm>
            <a:off x="4702103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809EF16C-0656-4938-AC4B-C10C677827A9}"/>
              </a:ext>
            </a:extLst>
          </p:cNvPr>
          <p:cNvSpPr>
            <a:spLocks/>
          </p:cNvSpPr>
          <p:nvPr/>
        </p:nvSpPr>
        <p:spPr>
          <a:xfrm>
            <a:off x="4531924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505CBC2-FC46-43F3-949B-F8F449D6FA6D}"/>
              </a:ext>
            </a:extLst>
          </p:cNvPr>
          <p:cNvSpPr>
            <a:spLocks/>
          </p:cNvSpPr>
          <p:nvPr/>
        </p:nvSpPr>
        <p:spPr>
          <a:xfrm>
            <a:off x="3974312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614995A3-623A-47B9-8FA2-63F435DC7E47}"/>
              </a:ext>
            </a:extLst>
          </p:cNvPr>
          <p:cNvSpPr>
            <a:spLocks/>
          </p:cNvSpPr>
          <p:nvPr/>
        </p:nvSpPr>
        <p:spPr>
          <a:xfrm>
            <a:off x="3974312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E58779CB-2FC5-421F-81C6-04F100D17FA5}"/>
              </a:ext>
            </a:extLst>
          </p:cNvPr>
          <p:cNvSpPr>
            <a:spLocks/>
          </p:cNvSpPr>
          <p:nvPr/>
        </p:nvSpPr>
        <p:spPr>
          <a:xfrm>
            <a:off x="4708803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B61E8ECD-A942-43AD-B016-519B9B6BBE8D}"/>
              </a:ext>
            </a:extLst>
          </p:cNvPr>
          <p:cNvSpPr>
            <a:spLocks/>
          </p:cNvSpPr>
          <p:nvPr/>
        </p:nvSpPr>
        <p:spPr>
          <a:xfrm>
            <a:off x="3974312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621ADA37-60CB-4D2D-9EEA-AAEA97B6D5CF}"/>
              </a:ext>
            </a:extLst>
          </p:cNvPr>
          <p:cNvSpPr>
            <a:spLocks/>
          </p:cNvSpPr>
          <p:nvPr/>
        </p:nvSpPr>
        <p:spPr>
          <a:xfrm>
            <a:off x="3974312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D90952E0-DB38-48A9-B423-218FF49102BD}"/>
              </a:ext>
            </a:extLst>
          </p:cNvPr>
          <p:cNvSpPr>
            <a:spLocks/>
          </p:cNvSpPr>
          <p:nvPr/>
        </p:nvSpPr>
        <p:spPr>
          <a:xfrm>
            <a:off x="4236666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77934176-1605-463D-80FE-FC4DD90A6A11}"/>
              </a:ext>
            </a:extLst>
          </p:cNvPr>
          <p:cNvSpPr>
            <a:spLocks/>
          </p:cNvSpPr>
          <p:nvPr/>
        </p:nvSpPr>
        <p:spPr>
          <a:xfrm>
            <a:off x="3974312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9209BCF3-FE8E-46F4-A36B-D8DEBA4BABE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B67F4ED9-B881-423B-A627-27EF4FF04F77}"/>
              </a:ext>
            </a:extLst>
          </p:cNvPr>
          <p:cNvSpPr>
            <a:spLocks/>
          </p:cNvSpPr>
          <p:nvPr/>
        </p:nvSpPr>
        <p:spPr>
          <a:xfrm>
            <a:off x="5342369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944B218-BA51-4576-9BDA-94F11EA8924D}"/>
              </a:ext>
            </a:extLst>
          </p:cNvPr>
          <p:cNvSpPr>
            <a:spLocks/>
          </p:cNvSpPr>
          <p:nvPr/>
        </p:nvSpPr>
        <p:spPr>
          <a:xfrm>
            <a:off x="4125971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391BECA1-F719-47BC-8ABF-92E24BDA8C4C}"/>
              </a:ext>
            </a:extLst>
          </p:cNvPr>
          <p:cNvSpPr>
            <a:spLocks/>
          </p:cNvSpPr>
          <p:nvPr/>
        </p:nvSpPr>
        <p:spPr>
          <a:xfrm>
            <a:off x="3974851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DDE01F86-1572-4F5B-A72B-E3EB4E6D5B33}"/>
              </a:ext>
            </a:extLst>
          </p:cNvPr>
          <p:cNvSpPr>
            <a:spLocks/>
          </p:cNvSpPr>
          <p:nvPr/>
        </p:nvSpPr>
        <p:spPr>
          <a:xfrm>
            <a:off x="3991672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48FBAAB6-9E06-4942-8061-77F70876BDE3}"/>
              </a:ext>
            </a:extLst>
          </p:cNvPr>
          <p:cNvSpPr>
            <a:spLocks/>
          </p:cNvSpPr>
          <p:nvPr/>
        </p:nvSpPr>
        <p:spPr>
          <a:xfrm>
            <a:off x="4785432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293FDB95-85D6-4041-AC7E-B01F82601A34}"/>
              </a:ext>
            </a:extLst>
          </p:cNvPr>
          <p:cNvSpPr>
            <a:spLocks/>
          </p:cNvSpPr>
          <p:nvPr/>
        </p:nvSpPr>
        <p:spPr>
          <a:xfrm>
            <a:off x="4307043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9EAFFD8-ED95-4F5D-B81C-07164380BA38}"/>
              </a:ext>
            </a:extLst>
          </p:cNvPr>
          <p:cNvSpPr>
            <a:spLocks/>
          </p:cNvSpPr>
          <p:nvPr/>
        </p:nvSpPr>
        <p:spPr>
          <a:xfrm>
            <a:off x="4028381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09EDA306-130C-4F44-AB77-BD8C6C27D002}"/>
              </a:ext>
            </a:extLst>
          </p:cNvPr>
          <p:cNvSpPr>
            <a:spLocks/>
          </p:cNvSpPr>
          <p:nvPr/>
        </p:nvSpPr>
        <p:spPr>
          <a:xfrm>
            <a:off x="3976721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D4E393E-3CF9-45D4-9D49-F138A952C7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C51D8DCE-4970-4CC1-8165-70CE4F180CAD}"/>
              </a:ext>
            </a:extLst>
          </p:cNvPr>
          <p:cNvSpPr>
            <a:spLocks/>
          </p:cNvSpPr>
          <p:nvPr/>
        </p:nvSpPr>
        <p:spPr>
          <a:xfrm>
            <a:off x="4499431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BEFA0C5B-ECC1-4832-99E8-5D38E48E30AD}"/>
              </a:ext>
            </a:extLst>
          </p:cNvPr>
          <p:cNvSpPr>
            <a:spLocks/>
          </p:cNvSpPr>
          <p:nvPr/>
        </p:nvSpPr>
        <p:spPr>
          <a:xfrm>
            <a:off x="4871675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1D28F1D8-8CD5-4D57-B5F9-432A68F559D1}"/>
              </a:ext>
            </a:extLst>
          </p:cNvPr>
          <p:cNvSpPr>
            <a:spLocks/>
          </p:cNvSpPr>
          <p:nvPr/>
        </p:nvSpPr>
        <p:spPr>
          <a:xfrm>
            <a:off x="5013173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286F530-4032-484F-A48D-E4C58D1CB291}"/>
              </a:ext>
            </a:extLst>
          </p:cNvPr>
          <p:cNvSpPr>
            <a:spLocks/>
          </p:cNvSpPr>
          <p:nvPr/>
        </p:nvSpPr>
        <p:spPr>
          <a:xfrm>
            <a:off x="4257874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84E9C7AE-01DB-4A38-A6CA-D31E93F7594B}"/>
              </a:ext>
            </a:extLst>
          </p:cNvPr>
          <p:cNvSpPr>
            <a:spLocks/>
          </p:cNvSpPr>
          <p:nvPr/>
        </p:nvSpPr>
        <p:spPr>
          <a:xfrm>
            <a:off x="3974312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193B8F43-B22B-4A6E-BD8A-C114B86994C2}"/>
              </a:ext>
            </a:extLst>
          </p:cNvPr>
          <p:cNvSpPr>
            <a:spLocks/>
          </p:cNvSpPr>
          <p:nvPr/>
        </p:nvSpPr>
        <p:spPr>
          <a:xfrm>
            <a:off x="5162439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6FF7B8DD-A37D-4AA2-94C0-925B2E075E53}"/>
              </a:ext>
            </a:extLst>
          </p:cNvPr>
          <p:cNvSpPr>
            <a:spLocks/>
          </p:cNvSpPr>
          <p:nvPr/>
        </p:nvSpPr>
        <p:spPr>
          <a:xfrm>
            <a:off x="4747540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C311194B-C1D9-4F5C-ACBA-40818C2A1EA9}"/>
              </a:ext>
            </a:extLst>
          </p:cNvPr>
          <p:cNvSpPr>
            <a:spLocks/>
          </p:cNvSpPr>
          <p:nvPr/>
        </p:nvSpPr>
        <p:spPr>
          <a:xfrm>
            <a:off x="5144956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AAC71353-6198-4798-9FD1-5EC517FBF61A}"/>
              </a:ext>
            </a:extLst>
          </p:cNvPr>
          <p:cNvSpPr>
            <a:spLocks/>
          </p:cNvSpPr>
          <p:nvPr/>
        </p:nvSpPr>
        <p:spPr>
          <a:xfrm>
            <a:off x="4654977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9919C1F6-5656-452E-8A0B-1CCDF50B2946}"/>
              </a:ext>
            </a:extLst>
          </p:cNvPr>
          <p:cNvSpPr>
            <a:spLocks/>
          </p:cNvSpPr>
          <p:nvPr/>
        </p:nvSpPr>
        <p:spPr>
          <a:xfrm>
            <a:off x="4802642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69114F4B-BCAA-4493-BD89-C1BD36F09CC2}"/>
              </a:ext>
            </a:extLst>
          </p:cNvPr>
          <p:cNvSpPr>
            <a:spLocks/>
          </p:cNvSpPr>
          <p:nvPr/>
        </p:nvSpPr>
        <p:spPr>
          <a:xfrm>
            <a:off x="4253839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441B2AB5-2673-4CCB-BBCA-274D34344A0F}"/>
              </a:ext>
            </a:extLst>
          </p:cNvPr>
          <p:cNvSpPr>
            <a:spLocks/>
          </p:cNvSpPr>
          <p:nvPr/>
        </p:nvSpPr>
        <p:spPr>
          <a:xfrm>
            <a:off x="3974312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12033B1E-B72F-4309-B189-E038A7CDC389}"/>
              </a:ext>
            </a:extLst>
          </p:cNvPr>
          <p:cNvSpPr>
            <a:spLocks/>
          </p:cNvSpPr>
          <p:nvPr/>
        </p:nvSpPr>
        <p:spPr>
          <a:xfrm>
            <a:off x="4921740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2533151A-C4BF-4E3E-B9DB-CA08E2751ECD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D77EDE83-7100-4B0C-93EA-0C9AD0060219}"/>
              </a:ext>
            </a:extLst>
          </p:cNvPr>
          <p:cNvSpPr>
            <a:spLocks/>
          </p:cNvSpPr>
          <p:nvPr/>
        </p:nvSpPr>
        <p:spPr>
          <a:xfrm>
            <a:off x="4663001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F24951E1-15AD-4176-A9B2-CC78E2B2B77A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68187D7-99BA-406C-948E-32A6DE569821}"/>
              </a:ext>
            </a:extLst>
          </p:cNvPr>
          <p:cNvSpPr>
            <a:spLocks/>
          </p:cNvSpPr>
          <p:nvPr/>
        </p:nvSpPr>
        <p:spPr>
          <a:xfrm>
            <a:off x="4662734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B5E4E30E-89EB-4290-BBC4-52DEF68CA310}"/>
              </a:ext>
            </a:extLst>
          </p:cNvPr>
          <p:cNvSpPr>
            <a:spLocks/>
          </p:cNvSpPr>
          <p:nvPr/>
        </p:nvSpPr>
        <p:spPr>
          <a:xfrm>
            <a:off x="4851373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D6371BEC-47DE-4795-8226-201BEE180964}"/>
              </a:ext>
            </a:extLst>
          </p:cNvPr>
          <p:cNvSpPr>
            <a:spLocks/>
          </p:cNvSpPr>
          <p:nvPr/>
        </p:nvSpPr>
        <p:spPr>
          <a:xfrm>
            <a:off x="4884265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03A7F9E3-FC46-49A4-95AD-37FCFC7FFBDC}"/>
              </a:ext>
            </a:extLst>
          </p:cNvPr>
          <p:cNvSpPr>
            <a:spLocks/>
          </p:cNvSpPr>
          <p:nvPr/>
        </p:nvSpPr>
        <p:spPr>
          <a:xfrm>
            <a:off x="4143699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BD9258C6-2934-4F57-B04A-CB92A8F30B45}"/>
              </a:ext>
            </a:extLst>
          </p:cNvPr>
          <p:cNvSpPr>
            <a:spLocks/>
          </p:cNvSpPr>
          <p:nvPr/>
        </p:nvSpPr>
        <p:spPr>
          <a:xfrm>
            <a:off x="4962398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7A0D9CB0-40DC-4558-ABCA-20E0116FE3EE}"/>
              </a:ext>
            </a:extLst>
          </p:cNvPr>
          <p:cNvSpPr>
            <a:spLocks/>
          </p:cNvSpPr>
          <p:nvPr/>
        </p:nvSpPr>
        <p:spPr>
          <a:xfrm>
            <a:off x="4615460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C10B9FD-0189-4786-A6B3-ABFA9AA243E7}"/>
              </a:ext>
            </a:extLst>
          </p:cNvPr>
          <p:cNvSpPr>
            <a:spLocks/>
          </p:cNvSpPr>
          <p:nvPr/>
        </p:nvSpPr>
        <p:spPr>
          <a:xfrm>
            <a:off x="5404254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2315A841-E0E5-4BCC-B437-4F5928B998E7}"/>
              </a:ext>
            </a:extLst>
          </p:cNvPr>
          <p:cNvSpPr>
            <a:spLocks/>
          </p:cNvSpPr>
          <p:nvPr/>
        </p:nvSpPr>
        <p:spPr>
          <a:xfrm>
            <a:off x="4274826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DAB92D88-28BF-4A1A-867E-50F427F65D8B}"/>
              </a:ext>
            </a:extLst>
          </p:cNvPr>
          <p:cNvSpPr>
            <a:spLocks/>
          </p:cNvSpPr>
          <p:nvPr/>
        </p:nvSpPr>
        <p:spPr>
          <a:xfrm>
            <a:off x="3974312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D924D818-9C25-486D-A291-E42320D091B1}"/>
              </a:ext>
            </a:extLst>
          </p:cNvPr>
          <p:cNvSpPr>
            <a:spLocks/>
          </p:cNvSpPr>
          <p:nvPr/>
        </p:nvSpPr>
        <p:spPr>
          <a:xfrm>
            <a:off x="4552703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2BD8BA1A-970A-4603-9408-F4F52F883C85}"/>
              </a:ext>
            </a:extLst>
          </p:cNvPr>
          <p:cNvSpPr>
            <a:spLocks/>
          </p:cNvSpPr>
          <p:nvPr/>
        </p:nvSpPr>
        <p:spPr>
          <a:xfrm>
            <a:off x="4622960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AD42B76F-2F68-4134-9595-AF8FFC9F9B25}"/>
              </a:ext>
            </a:extLst>
          </p:cNvPr>
          <p:cNvSpPr>
            <a:spLocks/>
          </p:cNvSpPr>
          <p:nvPr/>
        </p:nvSpPr>
        <p:spPr>
          <a:xfrm>
            <a:off x="3974312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A77452A3-ED09-4470-9CF3-F862AF582B1E}"/>
              </a:ext>
            </a:extLst>
          </p:cNvPr>
          <p:cNvSpPr>
            <a:spLocks/>
          </p:cNvSpPr>
          <p:nvPr/>
        </p:nvSpPr>
        <p:spPr>
          <a:xfrm>
            <a:off x="4756055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151CC44-6A41-4AF6-99A9-C62AF81056FF}"/>
              </a:ext>
            </a:extLst>
          </p:cNvPr>
          <p:cNvSpPr>
            <a:spLocks/>
          </p:cNvSpPr>
          <p:nvPr/>
        </p:nvSpPr>
        <p:spPr>
          <a:xfrm>
            <a:off x="4908689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E515F-7EA1-444A-BBAE-F98BEF8F5EFD}"/>
              </a:ext>
            </a:extLst>
          </p:cNvPr>
          <p:cNvSpPr>
            <a:spLocks/>
          </p:cNvSpPr>
          <p:nvPr/>
        </p:nvSpPr>
        <p:spPr>
          <a:xfrm>
            <a:off x="3974312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AACD6CF-F862-48C5-8E3E-87DDCC54308D}"/>
              </a:ext>
            </a:extLst>
          </p:cNvPr>
          <p:cNvSpPr>
            <a:spLocks/>
          </p:cNvSpPr>
          <p:nvPr/>
        </p:nvSpPr>
        <p:spPr>
          <a:xfrm>
            <a:off x="5177593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77D1F1C-4607-4B4D-A9EE-7FF5F7EB8E28}"/>
              </a:ext>
            </a:extLst>
          </p:cNvPr>
          <p:cNvSpPr>
            <a:spLocks/>
          </p:cNvSpPr>
          <p:nvPr/>
        </p:nvSpPr>
        <p:spPr>
          <a:xfrm>
            <a:off x="4115170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8123F16D-2846-4DAD-B5AF-C36867D77D1B}"/>
              </a:ext>
            </a:extLst>
          </p:cNvPr>
          <p:cNvSpPr>
            <a:spLocks/>
          </p:cNvSpPr>
          <p:nvPr/>
        </p:nvSpPr>
        <p:spPr>
          <a:xfrm>
            <a:off x="3974312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62ABAFC8-C161-4207-9400-32197809D193}"/>
              </a:ext>
            </a:extLst>
          </p:cNvPr>
          <p:cNvSpPr>
            <a:spLocks/>
          </p:cNvSpPr>
          <p:nvPr/>
        </p:nvSpPr>
        <p:spPr>
          <a:xfrm>
            <a:off x="3974312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5A1516F8-07A4-4D60-97EF-86D238C1F9DB}"/>
              </a:ext>
            </a:extLst>
          </p:cNvPr>
          <p:cNvSpPr>
            <a:spLocks/>
          </p:cNvSpPr>
          <p:nvPr/>
        </p:nvSpPr>
        <p:spPr>
          <a:xfrm>
            <a:off x="4447925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938DC370-A065-4F21-84D2-1BCD7C4C82DA}"/>
              </a:ext>
            </a:extLst>
          </p:cNvPr>
          <p:cNvSpPr>
            <a:spLocks/>
          </p:cNvSpPr>
          <p:nvPr/>
        </p:nvSpPr>
        <p:spPr>
          <a:xfrm>
            <a:off x="3974312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976F0B3-9178-49DC-83B6-C8C25CEC4997}"/>
              </a:ext>
            </a:extLst>
          </p:cNvPr>
          <p:cNvSpPr>
            <a:spLocks/>
          </p:cNvSpPr>
          <p:nvPr/>
        </p:nvSpPr>
        <p:spPr>
          <a:xfrm>
            <a:off x="5071382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FE083A7-6A28-4789-B271-1DA31D09CC73}"/>
              </a:ext>
            </a:extLst>
          </p:cNvPr>
          <p:cNvSpPr>
            <a:spLocks/>
          </p:cNvSpPr>
          <p:nvPr/>
        </p:nvSpPr>
        <p:spPr>
          <a:xfrm>
            <a:off x="3974312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8063CD8C-4C3C-4DC2-B1A9-2A16C7858D7D}"/>
              </a:ext>
            </a:extLst>
          </p:cNvPr>
          <p:cNvSpPr>
            <a:spLocks/>
          </p:cNvSpPr>
          <p:nvPr/>
        </p:nvSpPr>
        <p:spPr>
          <a:xfrm>
            <a:off x="4649137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ECAA6BE6-5345-4F60-9DC2-3423AFEE184E}"/>
              </a:ext>
            </a:extLst>
          </p:cNvPr>
          <p:cNvSpPr>
            <a:spLocks/>
          </p:cNvSpPr>
          <p:nvPr/>
        </p:nvSpPr>
        <p:spPr>
          <a:xfrm>
            <a:off x="4683204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6EED2174-7A72-4D75-85A4-E64A99CB3670}"/>
              </a:ext>
            </a:extLst>
          </p:cNvPr>
          <p:cNvSpPr>
            <a:spLocks/>
          </p:cNvSpPr>
          <p:nvPr/>
        </p:nvSpPr>
        <p:spPr>
          <a:xfrm>
            <a:off x="4767019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53845AE1-BF19-4CB9-9EF3-E08686478DB6}"/>
              </a:ext>
            </a:extLst>
          </p:cNvPr>
          <p:cNvSpPr>
            <a:spLocks/>
          </p:cNvSpPr>
          <p:nvPr/>
        </p:nvSpPr>
        <p:spPr>
          <a:xfrm>
            <a:off x="5354725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4AAD3350-8FBD-4A70-A581-5E09C290826D}"/>
              </a:ext>
            </a:extLst>
          </p:cNvPr>
          <p:cNvSpPr>
            <a:spLocks/>
          </p:cNvSpPr>
          <p:nvPr/>
        </p:nvSpPr>
        <p:spPr>
          <a:xfrm>
            <a:off x="4482549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01C2E9C-CF48-45A9-8BE8-28749AFFF187}"/>
              </a:ext>
            </a:extLst>
          </p:cNvPr>
          <p:cNvSpPr>
            <a:spLocks/>
          </p:cNvSpPr>
          <p:nvPr/>
        </p:nvSpPr>
        <p:spPr>
          <a:xfrm>
            <a:off x="4778966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3367C695-9733-4D70-9369-F54F5E5E7478}"/>
              </a:ext>
            </a:extLst>
          </p:cNvPr>
          <p:cNvSpPr>
            <a:spLocks/>
          </p:cNvSpPr>
          <p:nvPr/>
        </p:nvSpPr>
        <p:spPr>
          <a:xfrm>
            <a:off x="3974312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8A7DA60-F075-4209-A193-9869E301A6EC}"/>
              </a:ext>
            </a:extLst>
          </p:cNvPr>
          <p:cNvSpPr>
            <a:spLocks/>
          </p:cNvSpPr>
          <p:nvPr/>
        </p:nvSpPr>
        <p:spPr>
          <a:xfrm>
            <a:off x="4118340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C144B101-DDA4-4F90-8A85-5EFAAA57156B}"/>
              </a:ext>
            </a:extLst>
          </p:cNvPr>
          <p:cNvSpPr>
            <a:spLocks/>
          </p:cNvSpPr>
          <p:nvPr/>
        </p:nvSpPr>
        <p:spPr>
          <a:xfrm>
            <a:off x="4914638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13E6A064-9CBA-4BC6-8435-A530B2E6F96F}"/>
              </a:ext>
            </a:extLst>
          </p:cNvPr>
          <p:cNvSpPr>
            <a:spLocks/>
          </p:cNvSpPr>
          <p:nvPr/>
        </p:nvSpPr>
        <p:spPr>
          <a:xfrm>
            <a:off x="4546242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64CBD67D-CA88-4DAE-99CD-659661241BDC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3C0E5F65-1673-47CC-8646-6C7D0F03587B}"/>
              </a:ext>
            </a:extLst>
          </p:cNvPr>
          <p:cNvSpPr>
            <a:spLocks/>
          </p:cNvSpPr>
          <p:nvPr/>
        </p:nvSpPr>
        <p:spPr>
          <a:xfrm>
            <a:off x="4505111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6C457711-4661-4260-BF38-717278C0BA5D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A5696E0E-4FCE-4814-B9E1-7C799C926859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E8EFA72E-53E6-41F3-B424-F54E1020B332}"/>
              </a:ext>
            </a:extLst>
          </p:cNvPr>
          <p:cNvSpPr>
            <a:spLocks/>
          </p:cNvSpPr>
          <p:nvPr/>
        </p:nvSpPr>
        <p:spPr>
          <a:xfrm>
            <a:off x="3527453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E9C46918-0B1C-431D-9DE7-3BA05DE6999A}"/>
              </a:ext>
            </a:extLst>
          </p:cNvPr>
          <p:cNvSpPr>
            <a:spLocks/>
          </p:cNvSpPr>
          <p:nvPr/>
        </p:nvSpPr>
        <p:spPr>
          <a:xfrm>
            <a:off x="4006283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73E4F57D-4253-4B15-B46B-158AAB56AB94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AD6DB83A-47CE-449B-8057-1C3078199F23}"/>
              </a:ext>
            </a:extLst>
          </p:cNvPr>
          <p:cNvSpPr>
            <a:spLocks/>
          </p:cNvSpPr>
          <p:nvPr/>
        </p:nvSpPr>
        <p:spPr>
          <a:xfrm>
            <a:off x="5989252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450BEE8-A103-4056-8F65-7504034DD200}"/>
              </a:ext>
            </a:extLst>
          </p:cNvPr>
          <p:cNvSpPr>
            <a:spLocks/>
          </p:cNvSpPr>
          <p:nvPr/>
        </p:nvSpPr>
        <p:spPr>
          <a:xfrm>
            <a:off x="5989252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13BB64B5-0F25-4823-9846-E35784470E9B}"/>
              </a:ext>
            </a:extLst>
          </p:cNvPr>
          <p:cNvSpPr>
            <a:spLocks/>
          </p:cNvSpPr>
          <p:nvPr/>
        </p:nvSpPr>
        <p:spPr>
          <a:xfrm>
            <a:off x="5989252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C0CC921C-CD97-4C58-B1B4-C545AC203417}"/>
              </a:ext>
            </a:extLst>
          </p:cNvPr>
          <p:cNvSpPr>
            <a:spLocks/>
          </p:cNvSpPr>
          <p:nvPr/>
        </p:nvSpPr>
        <p:spPr>
          <a:xfrm>
            <a:off x="5989252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57B4C4A4-DF91-4DE1-8BE2-A2DA9AB1CC0E}"/>
              </a:ext>
            </a:extLst>
          </p:cNvPr>
          <p:cNvSpPr>
            <a:spLocks/>
          </p:cNvSpPr>
          <p:nvPr/>
        </p:nvSpPr>
        <p:spPr>
          <a:xfrm>
            <a:off x="5989252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CC366351-20EC-4C19-A972-7AFC33B3FECF}"/>
              </a:ext>
            </a:extLst>
          </p:cNvPr>
          <p:cNvSpPr>
            <a:spLocks/>
          </p:cNvSpPr>
          <p:nvPr/>
        </p:nvSpPr>
        <p:spPr>
          <a:xfrm>
            <a:off x="5989252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D30729B-518A-4F07-8A93-BB9374D2106F}"/>
              </a:ext>
            </a:extLst>
          </p:cNvPr>
          <p:cNvSpPr>
            <a:spLocks/>
          </p:cNvSpPr>
          <p:nvPr/>
        </p:nvSpPr>
        <p:spPr>
          <a:xfrm>
            <a:off x="5989252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04E3284B-D671-4009-B700-AE3A8D6BBC73}"/>
              </a:ext>
            </a:extLst>
          </p:cNvPr>
          <p:cNvSpPr>
            <a:spLocks/>
          </p:cNvSpPr>
          <p:nvPr/>
        </p:nvSpPr>
        <p:spPr>
          <a:xfrm>
            <a:off x="5989252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CD26691E-3DD1-4846-83AD-4124A2A6E3E3}"/>
              </a:ext>
            </a:extLst>
          </p:cNvPr>
          <p:cNvSpPr>
            <a:spLocks/>
          </p:cNvSpPr>
          <p:nvPr/>
        </p:nvSpPr>
        <p:spPr>
          <a:xfrm>
            <a:off x="5989252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276E4B6-8BA4-4247-9710-1DA9903A77C8}"/>
              </a:ext>
            </a:extLst>
          </p:cNvPr>
          <p:cNvSpPr>
            <a:spLocks/>
          </p:cNvSpPr>
          <p:nvPr/>
        </p:nvSpPr>
        <p:spPr>
          <a:xfrm>
            <a:off x="5989252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FBAF6DAA-31E9-4619-BFFB-9F730FE4AF86}"/>
              </a:ext>
            </a:extLst>
          </p:cNvPr>
          <p:cNvSpPr>
            <a:spLocks/>
          </p:cNvSpPr>
          <p:nvPr/>
        </p:nvSpPr>
        <p:spPr>
          <a:xfrm>
            <a:off x="5989252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2DA31BFF-AD96-4C0E-A345-610B3A7958F0}"/>
              </a:ext>
            </a:extLst>
          </p:cNvPr>
          <p:cNvSpPr>
            <a:spLocks/>
          </p:cNvSpPr>
          <p:nvPr/>
        </p:nvSpPr>
        <p:spPr>
          <a:xfrm>
            <a:off x="5989252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BCCAB5A9-E85F-4E2B-B51D-66B50BDD1DE9}"/>
              </a:ext>
            </a:extLst>
          </p:cNvPr>
          <p:cNvSpPr>
            <a:spLocks/>
          </p:cNvSpPr>
          <p:nvPr/>
        </p:nvSpPr>
        <p:spPr>
          <a:xfrm>
            <a:off x="5989252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7613444-5454-43B0-BBE9-E695BF465A48}"/>
              </a:ext>
            </a:extLst>
          </p:cNvPr>
          <p:cNvSpPr>
            <a:spLocks/>
          </p:cNvSpPr>
          <p:nvPr/>
        </p:nvSpPr>
        <p:spPr>
          <a:xfrm>
            <a:off x="5989252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9ADADBF3-3ADC-41D1-8D68-BE65C88553CB}"/>
              </a:ext>
            </a:extLst>
          </p:cNvPr>
          <p:cNvSpPr>
            <a:spLocks/>
          </p:cNvSpPr>
          <p:nvPr/>
        </p:nvSpPr>
        <p:spPr>
          <a:xfrm>
            <a:off x="5989252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61C32EEB-F0DF-4CDD-861D-DAD507B971C8}"/>
              </a:ext>
            </a:extLst>
          </p:cNvPr>
          <p:cNvSpPr>
            <a:spLocks/>
          </p:cNvSpPr>
          <p:nvPr/>
        </p:nvSpPr>
        <p:spPr>
          <a:xfrm>
            <a:off x="5989252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876E8CAC-DEF5-42DA-B674-DE51BA31C546}"/>
              </a:ext>
            </a:extLst>
          </p:cNvPr>
          <p:cNvSpPr>
            <a:spLocks/>
          </p:cNvSpPr>
          <p:nvPr/>
        </p:nvSpPr>
        <p:spPr>
          <a:xfrm>
            <a:off x="5989252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16C5EA38-5A56-4D51-A95E-E83F542F6D9C}"/>
              </a:ext>
            </a:extLst>
          </p:cNvPr>
          <p:cNvSpPr>
            <a:spLocks/>
          </p:cNvSpPr>
          <p:nvPr/>
        </p:nvSpPr>
        <p:spPr>
          <a:xfrm>
            <a:off x="5989252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35198F11-744C-4092-890F-8AFC4B377DFE}"/>
              </a:ext>
            </a:extLst>
          </p:cNvPr>
          <p:cNvSpPr>
            <a:spLocks/>
          </p:cNvSpPr>
          <p:nvPr/>
        </p:nvSpPr>
        <p:spPr>
          <a:xfrm>
            <a:off x="5989252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F7CC5C-1E34-4F8F-A07A-EE4095D1C8C6}"/>
              </a:ext>
            </a:extLst>
          </p:cNvPr>
          <p:cNvSpPr>
            <a:spLocks/>
          </p:cNvSpPr>
          <p:nvPr/>
        </p:nvSpPr>
        <p:spPr>
          <a:xfrm>
            <a:off x="5989252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D41C5312-D848-4D24-9238-2F48FC301915}"/>
              </a:ext>
            </a:extLst>
          </p:cNvPr>
          <p:cNvSpPr>
            <a:spLocks/>
          </p:cNvSpPr>
          <p:nvPr/>
        </p:nvSpPr>
        <p:spPr>
          <a:xfrm>
            <a:off x="5989252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8C81A51-2378-4CF5-9C17-61347447B4E2}"/>
              </a:ext>
            </a:extLst>
          </p:cNvPr>
          <p:cNvSpPr>
            <a:spLocks/>
          </p:cNvSpPr>
          <p:nvPr/>
        </p:nvSpPr>
        <p:spPr>
          <a:xfrm>
            <a:off x="5989252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669C2C6C-A7EB-44A5-B1FF-73168226E399}"/>
              </a:ext>
            </a:extLst>
          </p:cNvPr>
          <p:cNvSpPr>
            <a:spLocks/>
          </p:cNvSpPr>
          <p:nvPr/>
        </p:nvSpPr>
        <p:spPr>
          <a:xfrm>
            <a:off x="5989252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AD673B40-BB21-4588-815C-B4B3ECBEF649}"/>
              </a:ext>
            </a:extLst>
          </p:cNvPr>
          <p:cNvSpPr>
            <a:spLocks/>
          </p:cNvSpPr>
          <p:nvPr/>
        </p:nvSpPr>
        <p:spPr>
          <a:xfrm>
            <a:off x="5989252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9C60EC83-18DD-49D6-8E13-3D1AE9A575F4}"/>
              </a:ext>
            </a:extLst>
          </p:cNvPr>
          <p:cNvSpPr>
            <a:spLocks/>
          </p:cNvSpPr>
          <p:nvPr/>
        </p:nvSpPr>
        <p:spPr>
          <a:xfrm>
            <a:off x="5989252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087C24BE-447D-44A6-89DE-CF1256FDE5CA}"/>
              </a:ext>
            </a:extLst>
          </p:cNvPr>
          <p:cNvSpPr>
            <a:spLocks/>
          </p:cNvSpPr>
          <p:nvPr/>
        </p:nvSpPr>
        <p:spPr>
          <a:xfrm>
            <a:off x="5989252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E0FA14FC-F607-4471-BE24-ECE225FA754D}"/>
              </a:ext>
            </a:extLst>
          </p:cNvPr>
          <p:cNvSpPr>
            <a:spLocks/>
          </p:cNvSpPr>
          <p:nvPr/>
        </p:nvSpPr>
        <p:spPr>
          <a:xfrm>
            <a:off x="5989252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ACAD3716-7E24-4F3B-8673-E0EDF573C56C}"/>
              </a:ext>
            </a:extLst>
          </p:cNvPr>
          <p:cNvSpPr>
            <a:spLocks/>
          </p:cNvSpPr>
          <p:nvPr/>
        </p:nvSpPr>
        <p:spPr>
          <a:xfrm>
            <a:off x="5989252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4A0FBC59-4AAF-4354-83BD-2BC211B16F18}"/>
              </a:ext>
            </a:extLst>
          </p:cNvPr>
          <p:cNvSpPr>
            <a:spLocks/>
          </p:cNvSpPr>
          <p:nvPr/>
        </p:nvSpPr>
        <p:spPr>
          <a:xfrm>
            <a:off x="5989252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A5140747-4E65-4B48-89C3-C7A00F4D224F}"/>
              </a:ext>
            </a:extLst>
          </p:cNvPr>
          <p:cNvSpPr>
            <a:spLocks/>
          </p:cNvSpPr>
          <p:nvPr/>
        </p:nvSpPr>
        <p:spPr>
          <a:xfrm>
            <a:off x="5989252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D258E769-A96B-4AB2-BC68-8EEA0C9A68DC}"/>
              </a:ext>
            </a:extLst>
          </p:cNvPr>
          <p:cNvSpPr>
            <a:spLocks/>
          </p:cNvSpPr>
          <p:nvPr/>
        </p:nvSpPr>
        <p:spPr>
          <a:xfrm>
            <a:off x="5989252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74F5ACB6-C28F-42B5-BD1E-F3E21B0262CF}"/>
              </a:ext>
            </a:extLst>
          </p:cNvPr>
          <p:cNvSpPr>
            <a:spLocks/>
          </p:cNvSpPr>
          <p:nvPr/>
        </p:nvSpPr>
        <p:spPr>
          <a:xfrm>
            <a:off x="5989252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93FC8E27-1CC6-45A9-ADDD-0A1C237AB59F}"/>
              </a:ext>
            </a:extLst>
          </p:cNvPr>
          <p:cNvSpPr>
            <a:spLocks/>
          </p:cNvSpPr>
          <p:nvPr/>
        </p:nvSpPr>
        <p:spPr>
          <a:xfrm>
            <a:off x="5989252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42021266-2EAD-47DD-9D8A-4CB841F8A394}"/>
              </a:ext>
            </a:extLst>
          </p:cNvPr>
          <p:cNvSpPr>
            <a:spLocks/>
          </p:cNvSpPr>
          <p:nvPr/>
        </p:nvSpPr>
        <p:spPr>
          <a:xfrm>
            <a:off x="5989252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D1ED2B24-B07C-405F-8AA1-9A539831B97D}"/>
              </a:ext>
            </a:extLst>
          </p:cNvPr>
          <p:cNvSpPr>
            <a:spLocks/>
          </p:cNvSpPr>
          <p:nvPr/>
        </p:nvSpPr>
        <p:spPr>
          <a:xfrm>
            <a:off x="5989252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14FDC6B0-431B-4B04-B54D-46F1CECC0E47}"/>
              </a:ext>
            </a:extLst>
          </p:cNvPr>
          <p:cNvSpPr>
            <a:spLocks/>
          </p:cNvSpPr>
          <p:nvPr/>
        </p:nvSpPr>
        <p:spPr>
          <a:xfrm>
            <a:off x="5989252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729C3CAD-8B2D-4F29-AB3D-0141D50015D7}"/>
              </a:ext>
            </a:extLst>
          </p:cNvPr>
          <p:cNvSpPr>
            <a:spLocks/>
          </p:cNvSpPr>
          <p:nvPr/>
        </p:nvSpPr>
        <p:spPr>
          <a:xfrm>
            <a:off x="5989252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AF1D6C56-EBC0-46CC-B26D-49797032821B}"/>
              </a:ext>
            </a:extLst>
          </p:cNvPr>
          <p:cNvSpPr>
            <a:spLocks/>
          </p:cNvSpPr>
          <p:nvPr/>
        </p:nvSpPr>
        <p:spPr>
          <a:xfrm>
            <a:off x="5989252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EA6085A2-D561-4585-BB9E-11248944F54C}"/>
              </a:ext>
            </a:extLst>
          </p:cNvPr>
          <p:cNvSpPr>
            <a:spLocks/>
          </p:cNvSpPr>
          <p:nvPr/>
        </p:nvSpPr>
        <p:spPr>
          <a:xfrm>
            <a:off x="5989252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975DCE1D-2C78-4707-976A-03D94DAA39BE}"/>
              </a:ext>
            </a:extLst>
          </p:cNvPr>
          <p:cNvSpPr>
            <a:spLocks/>
          </p:cNvSpPr>
          <p:nvPr/>
        </p:nvSpPr>
        <p:spPr>
          <a:xfrm>
            <a:off x="5989252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91FDC7E6-56BB-4C3B-A4D0-561A120ADCEB}"/>
              </a:ext>
            </a:extLst>
          </p:cNvPr>
          <p:cNvSpPr>
            <a:spLocks/>
          </p:cNvSpPr>
          <p:nvPr/>
        </p:nvSpPr>
        <p:spPr>
          <a:xfrm>
            <a:off x="5989252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67F5F0D-A934-41D0-96E1-9426D4622262}"/>
              </a:ext>
            </a:extLst>
          </p:cNvPr>
          <p:cNvSpPr>
            <a:spLocks/>
          </p:cNvSpPr>
          <p:nvPr/>
        </p:nvSpPr>
        <p:spPr>
          <a:xfrm>
            <a:off x="5989252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C1D1B09-DE40-49F6-A88A-9361BD57F2B4}"/>
              </a:ext>
            </a:extLst>
          </p:cNvPr>
          <p:cNvSpPr>
            <a:spLocks/>
          </p:cNvSpPr>
          <p:nvPr/>
        </p:nvSpPr>
        <p:spPr>
          <a:xfrm>
            <a:off x="5989252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ADB2544-8879-405A-B886-6CA7C94210EE}"/>
              </a:ext>
            </a:extLst>
          </p:cNvPr>
          <p:cNvSpPr>
            <a:spLocks/>
          </p:cNvSpPr>
          <p:nvPr/>
        </p:nvSpPr>
        <p:spPr>
          <a:xfrm>
            <a:off x="5989252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A847D1B-59C7-40E7-AD25-3F8400272C13}"/>
              </a:ext>
            </a:extLst>
          </p:cNvPr>
          <p:cNvSpPr>
            <a:spLocks/>
          </p:cNvSpPr>
          <p:nvPr/>
        </p:nvSpPr>
        <p:spPr>
          <a:xfrm>
            <a:off x="5989252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F0994F75-4A59-4330-9BEA-D6A984E3C61F}"/>
              </a:ext>
            </a:extLst>
          </p:cNvPr>
          <p:cNvSpPr>
            <a:spLocks/>
          </p:cNvSpPr>
          <p:nvPr/>
        </p:nvSpPr>
        <p:spPr>
          <a:xfrm>
            <a:off x="5989252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CE0B53A-EBA7-423D-A51E-DDA513C70348}"/>
              </a:ext>
            </a:extLst>
          </p:cNvPr>
          <p:cNvSpPr>
            <a:spLocks/>
          </p:cNvSpPr>
          <p:nvPr/>
        </p:nvSpPr>
        <p:spPr>
          <a:xfrm>
            <a:off x="5989252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C2A68ACC-6115-480D-8A17-FD7CFEED4EDE}"/>
              </a:ext>
            </a:extLst>
          </p:cNvPr>
          <p:cNvSpPr>
            <a:spLocks/>
          </p:cNvSpPr>
          <p:nvPr/>
        </p:nvSpPr>
        <p:spPr>
          <a:xfrm>
            <a:off x="5989252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E4D3FFE-5FE4-4A3E-9E34-E8676C7299E1}"/>
              </a:ext>
            </a:extLst>
          </p:cNvPr>
          <p:cNvSpPr>
            <a:spLocks/>
          </p:cNvSpPr>
          <p:nvPr/>
        </p:nvSpPr>
        <p:spPr>
          <a:xfrm>
            <a:off x="5989252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AEE8D22E-BEBF-436E-ABB8-7E47C2D55C67}"/>
              </a:ext>
            </a:extLst>
          </p:cNvPr>
          <p:cNvSpPr>
            <a:spLocks/>
          </p:cNvSpPr>
          <p:nvPr/>
        </p:nvSpPr>
        <p:spPr>
          <a:xfrm>
            <a:off x="5989252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4B03CD-DE96-4B68-BA50-206497801CF2}"/>
              </a:ext>
            </a:extLst>
          </p:cNvPr>
          <p:cNvSpPr>
            <a:spLocks/>
          </p:cNvSpPr>
          <p:nvPr/>
        </p:nvSpPr>
        <p:spPr>
          <a:xfrm>
            <a:off x="5989252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850E2BF2-60A1-4A81-9DD5-54E5C1384EEF}"/>
              </a:ext>
            </a:extLst>
          </p:cNvPr>
          <p:cNvSpPr>
            <a:spLocks/>
          </p:cNvSpPr>
          <p:nvPr/>
        </p:nvSpPr>
        <p:spPr>
          <a:xfrm>
            <a:off x="5989252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B49589CA-0276-4D9D-9D55-72A1D6555F6D}"/>
              </a:ext>
            </a:extLst>
          </p:cNvPr>
          <p:cNvSpPr>
            <a:spLocks/>
          </p:cNvSpPr>
          <p:nvPr/>
        </p:nvSpPr>
        <p:spPr>
          <a:xfrm>
            <a:off x="5989252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7888D6A0-0459-4315-A907-804A2E93FD3C}"/>
              </a:ext>
            </a:extLst>
          </p:cNvPr>
          <p:cNvSpPr>
            <a:spLocks/>
          </p:cNvSpPr>
          <p:nvPr/>
        </p:nvSpPr>
        <p:spPr>
          <a:xfrm>
            <a:off x="5989252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25B67CB3-5586-4EFC-93C2-6A035A26A561}"/>
              </a:ext>
            </a:extLst>
          </p:cNvPr>
          <p:cNvSpPr>
            <a:spLocks/>
          </p:cNvSpPr>
          <p:nvPr/>
        </p:nvSpPr>
        <p:spPr>
          <a:xfrm>
            <a:off x="5989252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D213847C-6C7F-498F-B531-B3C56DE153D3}"/>
              </a:ext>
            </a:extLst>
          </p:cNvPr>
          <p:cNvSpPr>
            <a:spLocks/>
          </p:cNvSpPr>
          <p:nvPr/>
        </p:nvSpPr>
        <p:spPr>
          <a:xfrm>
            <a:off x="5989252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54887FA8-0299-44DD-A3BE-3DB4D9E4C879}"/>
              </a:ext>
            </a:extLst>
          </p:cNvPr>
          <p:cNvSpPr>
            <a:spLocks/>
          </p:cNvSpPr>
          <p:nvPr/>
        </p:nvSpPr>
        <p:spPr>
          <a:xfrm>
            <a:off x="5989252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0F382373-9C3C-41B5-B2CC-B6459E5F29D7}"/>
              </a:ext>
            </a:extLst>
          </p:cNvPr>
          <p:cNvSpPr>
            <a:spLocks/>
          </p:cNvSpPr>
          <p:nvPr/>
        </p:nvSpPr>
        <p:spPr>
          <a:xfrm>
            <a:off x="5989252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BDDF89C3-6AF4-4315-9A5A-C82366C94ACD}"/>
              </a:ext>
            </a:extLst>
          </p:cNvPr>
          <p:cNvSpPr>
            <a:spLocks/>
          </p:cNvSpPr>
          <p:nvPr/>
        </p:nvSpPr>
        <p:spPr>
          <a:xfrm>
            <a:off x="5989252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70D6E029-437D-474A-9207-62ABCFA75B4B}"/>
              </a:ext>
            </a:extLst>
          </p:cNvPr>
          <p:cNvSpPr>
            <a:spLocks/>
          </p:cNvSpPr>
          <p:nvPr/>
        </p:nvSpPr>
        <p:spPr>
          <a:xfrm>
            <a:off x="5989252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9211233-B4D5-49F2-ADE3-C2B6469775AB}"/>
              </a:ext>
            </a:extLst>
          </p:cNvPr>
          <p:cNvSpPr>
            <a:spLocks/>
          </p:cNvSpPr>
          <p:nvPr/>
        </p:nvSpPr>
        <p:spPr>
          <a:xfrm>
            <a:off x="5989252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C793F480-1586-48A3-B79C-F5B716EB6619}"/>
              </a:ext>
            </a:extLst>
          </p:cNvPr>
          <p:cNvSpPr>
            <a:spLocks/>
          </p:cNvSpPr>
          <p:nvPr/>
        </p:nvSpPr>
        <p:spPr>
          <a:xfrm>
            <a:off x="5989252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E158A159-D917-4EC2-87A0-E0D167374246}"/>
              </a:ext>
            </a:extLst>
          </p:cNvPr>
          <p:cNvSpPr>
            <a:spLocks/>
          </p:cNvSpPr>
          <p:nvPr/>
        </p:nvSpPr>
        <p:spPr>
          <a:xfrm>
            <a:off x="5989252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DA130492-6823-44E2-88A6-23E72F108400}"/>
              </a:ext>
            </a:extLst>
          </p:cNvPr>
          <p:cNvSpPr>
            <a:spLocks/>
          </p:cNvSpPr>
          <p:nvPr/>
        </p:nvSpPr>
        <p:spPr>
          <a:xfrm>
            <a:off x="5989252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C00F0B11-0CB8-442B-B9EE-2EB7C6DF9B51}"/>
              </a:ext>
            </a:extLst>
          </p:cNvPr>
          <p:cNvSpPr>
            <a:spLocks/>
          </p:cNvSpPr>
          <p:nvPr/>
        </p:nvSpPr>
        <p:spPr>
          <a:xfrm>
            <a:off x="5989252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B265AD9-0B00-4768-813F-6D76F1A522CE}"/>
              </a:ext>
            </a:extLst>
          </p:cNvPr>
          <p:cNvSpPr>
            <a:spLocks/>
          </p:cNvSpPr>
          <p:nvPr/>
        </p:nvSpPr>
        <p:spPr>
          <a:xfrm>
            <a:off x="5989252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EA96F05-E458-42A5-8731-C1F27C346585}"/>
              </a:ext>
            </a:extLst>
          </p:cNvPr>
          <p:cNvSpPr>
            <a:spLocks/>
          </p:cNvSpPr>
          <p:nvPr/>
        </p:nvSpPr>
        <p:spPr>
          <a:xfrm>
            <a:off x="5989252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11961F6C-8D86-4652-9396-DD0653701613}"/>
              </a:ext>
            </a:extLst>
          </p:cNvPr>
          <p:cNvSpPr>
            <a:spLocks/>
          </p:cNvSpPr>
          <p:nvPr/>
        </p:nvSpPr>
        <p:spPr>
          <a:xfrm>
            <a:off x="5989252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7016F1FF-0A31-497A-8C8F-0F87279430E4}"/>
              </a:ext>
            </a:extLst>
          </p:cNvPr>
          <p:cNvSpPr>
            <a:spLocks/>
          </p:cNvSpPr>
          <p:nvPr/>
        </p:nvSpPr>
        <p:spPr>
          <a:xfrm>
            <a:off x="5989252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7BA9B4D9-1E5E-450D-99E2-70462C66C18B}"/>
              </a:ext>
            </a:extLst>
          </p:cNvPr>
          <p:cNvSpPr>
            <a:spLocks/>
          </p:cNvSpPr>
          <p:nvPr/>
        </p:nvSpPr>
        <p:spPr>
          <a:xfrm>
            <a:off x="5989252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A3C37DF-1FDE-4D53-92AA-6E15FF8C63B0}"/>
              </a:ext>
            </a:extLst>
          </p:cNvPr>
          <p:cNvSpPr>
            <a:spLocks/>
          </p:cNvSpPr>
          <p:nvPr/>
        </p:nvSpPr>
        <p:spPr>
          <a:xfrm>
            <a:off x="5989252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92B3A9B5-1D06-4C72-B708-CAB152188678}"/>
              </a:ext>
            </a:extLst>
          </p:cNvPr>
          <p:cNvSpPr>
            <a:spLocks/>
          </p:cNvSpPr>
          <p:nvPr/>
        </p:nvSpPr>
        <p:spPr>
          <a:xfrm>
            <a:off x="5989252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541B7969-FF05-454F-9446-98583BA85E04}"/>
              </a:ext>
            </a:extLst>
          </p:cNvPr>
          <p:cNvSpPr>
            <a:spLocks/>
          </p:cNvSpPr>
          <p:nvPr/>
        </p:nvSpPr>
        <p:spPr>
          <a:xfrm>
            <a:off x="5989252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E611717-BB01-429E-9621-6AA3DD827100}"/>
              </a:ext>
            </a:extLst>
          </p:cNvPr>
          <p:cNvSpPr>
            <a:spLocks/>
          </p:cNvSpPr>
          <p:nvPr/>
        </p:nvSpPr>
        <p:spPr>
          <a:xfrm>
            <a:off x="5989252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71644356-D2BB-4806-8683-06A10338E14C}"/>
              </a:ext>
            </a:extLst>
          </p:cNvPr>
          <p:cNvSpPr>
            <a:spLocks/>
          </p:cNvSpPr>
          <p:nvPr/>
        </p:nvSpPr>
        <p:spPr>
          <a:xfrm>
            <a:off x="5989252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AD289E-70E4-419C-9337-ACB145AE59F1}"/>
              </a:ext>
            </a:extLst>
          </p:cNvPr>
          <p:cNvSpPr>
            <a:spLocks/>
          </p:cNvSpPr>
          <p:nvPr/>
        </p:nvSpPr>
        <p:spPr>
          <a:xfrm>
            <a:off x="5989252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FFDC2550-854F-45DE-99C4-DD39800D3829}"/>
              </a:ext>
            </a:extLst>
          </p:cNvPr>
          <p:cNvSpPr>
            <a:spLocks/>
          </p:cNvSpPr>
          <p:nvPr/>
        </p:nvSpPr>
        <p:spPr>
          <a:xfrm>
            <a:off x="5989252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6A1D514-0581-4C1E-A019-F50F3DB4BD35}"/>
              </a:ext>
            </a:extLst>
          </p:cNvPr>
          <p:cNvSpPr>
            <a:spLocks/>
          </p:cNvSpPr>
          <p:nvPr/>
        </p:nvSpPr>
        <p:spPr>
          <a:xfrm>
            <a:off x="5989252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5985AA92-3E59-4E2C-B5F4-9E7711D490F3}"/>
              </a:ext>
            </a:extLst>
          </p:cNvPr>
          <p:cNvSpPr>
            <a:spLocks/>
          </p:cNvSpPr>
          <p:nvPr/>
        </p:nvSpPr>
        <p:spPr>
          <a:xfrm>
            <a:off x="5989252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E49F7FED-BDDC-4ABE-A9A7-21E75E806658}"/>
              </a:ext>
            </a:extLst>
          </p:cNvPr>
          <p:cNvSpPr>
            <a:spLocks/>
          </p:cNvSpPr>
          <p:nvPr/>
        </p:nvSpPr>
        <p:spPr>
          <a:xfrm>
            <a:off x="5989252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7873ECDE-BF15-40FB-9690-A12FF85364A1}"/>
              </a:ext>
            </a:extLst>
          </p:cNvPr>
          <p:cNvSpPr>
            <a:spLocks/>
          </p:cNvSpPr>
          <p:nvPr/>
        </p:nvSpPr>
        <p:spPr>
          <a:xfrm>
            <a:off x="5989252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96C693E-0900-4870-916A-62EEA8DA93E0}"/>
              </a:ext>
            </a:extLst>
          </p:cNvPr>
          <p:cNvSpPr>
            <a:spLocks/>
          </p:cNvSpPr>
          <p:nvPr/>
        </p:nvSpPr>
        <p:spPr>
          <a:xfrm>
            <a:off x="5989252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8E8ED6A4-9E29-4E3B-B087-785BED1AE2F0}"/>
              </a:ext>
            </a:extLst>
          </p:cNvPr>
          <p:cNvSpPr>
            <a:spLocks/>
          </p:cNvSpPr>
          <p:nvPr/>
        </p:nvSpPr>
        <p:spPr>
          <a:xfrm>
            <a:off x="5989252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0EF8C5BD-CF11-4498-99E9-4141940D4F12}"/>
              </a:ext>
            </a:extLst>
          </p:cNvPr>
          <p:cNvSpPr>
            <a:spLocks/>
          </p:cNvSpPr>
          <p:nvPr/>
        </p:nvSpPr>
        <p:spPr>
          <a:xfrm>
            <a:off x="5989252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EE7F958C-4A87-4BCB-BAAC-B6918D647222}"/>
              </a:ext>
            </a:extLst>
          </p:cNvPr>
          <p:cNvSpPr>
            <a:spLocks/>
          </p:cNvSpPr>
          <p:nvPr/>
        </p:nvSpPr>
        <p:spPr>
          <a:xfrm>
            <a:off x="5989252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43F5B731-92C2-482D-973C-8CF8AFCB34A4}"/>
              </a:ext>
            </a:extLst>
          </p:cNvPr>
          <p:cNvSpPr>
            <a:spLocks/>
          </p:cNvSpPr>
          <p:nvPr/>
        </p:nvSpPr>
        <p:spPr>
          <a:xfrm>
            <a:off x="5989252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9C98957-0429-4151-A3AB-FDB781ED2547}"/>
              </a:ext>
            </a:extLst>
          </p:cNvPr>
          <p:cNvSpPr>
            <a:spLocks/>
          </p:cNvSpPr>
          <p:nvPr/>
        </p:nvSpPr>
        <p:spPr>
          <a:xfrm>
            <a:off x="5989252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564846E9-2F33-402D-8DB7-B13BF5880312}"/>
              </a:ext>
            </a:extLst>
          </p:cNvPr>
          <p:cNvSpPr>
            <a:spLocks/>
          </p:cNvSpPr>
          <p:nvPr/>
        </p:nvSpPr>
        <p:spPr>
          <a:xfrm>
            <a:off x="5989252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70557007-FFFA-4721-9EA9-C46F3DC69E76}"/>
              </a:ext>
            </a:extLst>
          </p:cNvPr>
          <p:cNvSpPr>
            <a:spLocks/>
          </p:cNvSpPr>
          <p:nvPr/>
        </p:nvSpPr>
        <p:spPr>
          <a:xfrm>
            <a:off x="5989252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8079A5AD-0B9A-4C60-AEDB-086C44B1EDDA}"/>
              </a:ext>
            </a:extLst>
          </p:cNvPr>
          <p:cNvSpPr>
            <a:spLocks/>
          </p:cNvSpPr>
          <p:nvPr/>
        </p:nvSpPr>
        <p:spPr>
          <a:xfrm>
            <a:off x="5989252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75C1C7DA-B2E9-47FB-8AB4-8B833B6A7A3E}"/>
              </a:ext>
            </a:extLst>
          </p:cNvPr>
          <p:cNvSpPr>
            <a:spLocks/>
          </p:cNvSpPr>
          <p:nvPr/>
        </p:nvSpPr>
        <p:spPr>
          <a:xfrm>
            <a:off x="5989252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D609964-88D0-45C0-B6B0-65F2C45BCE18}"/>
              </a:ext>
            </a:extLst>
          </p:cNvPr>
          <p:cNvSpPr>
            <a:spLocks/>
          </p:cNvSpPr>
          <p:nvPr/>
        </p:nvSpPr>
        <p:spPr>
          <a:xfrm>
            <a:off x="5989252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9D6601AB-7AA1-4A97-AD20-7A6483956E94}"/>
              </a:ext>
            </a:extLst>
          </p:cNvPr>
          <p:cNvSpPr>
            <a:spLocks/>
          </p:cNvSpPr>
          <p:nvPr/>
        </p:nvSpPr>
        <p:spPr>
          <a:xfrm>
            <a:off x="5989252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C864071D-42D6-40E1-9C4F-CFF9906FC197}"/>
              </a:ext>
            </a:extLst>
          </p:cNvPr>
          <p:cNvSpPr>
            <a:spLocks/>
          </p:cNvSpPr>
          <p:nvPr/>
        </p:nvSpPr>
        <p:spPr>
          <a:xfrm>
            <a:off x="5989252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97D75675-03A0-44CE-9EF3-6D80FB74E8D1}"/>
              </a:ext>
            </a:extLst>
          </p:cNvPr>
          <p:cNvSpPr>
            <a:spLocks/>
          </p:cNvSpPr>
          <p:nvPr/>
        </p:nvSpPr>
        <p:spPr>
          <a:xfrm>
            <a:off x="5989252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638583DF-CAE7-4284-926F-587E98100393}"/>
              </a:ext>
            </a:extLst>
          </p:cNvPr>
          <p:cNvSpPr>
            <a:spLocks/>
          </p:cNvSpPr>
          <p:nvPr/>
        </p:nvSpPr>
        <p:spPr>
          <a:xfrm>
            <a:off x="5989252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541D06B5-F26E-42AF-BF92-A94E1A756AFF}"/>
              </a:ext>
            </a:extLst>
          </p:cNvPr>
          <p:cNvSpPr>
            <a:spLocks/>
          </p:cNvSpPr>
          <p:nvPr/>
        </p:nvSpPr>
        <p:spPr>
          <a:xfrm>
            <a:off x="5989252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4CE436D1-BCB6-4AE2-AFD8-9EFB596A0CD0}"/>
              </a:ext>
            </a:extLst>
          </p:cNvPr>
          <p:cNvSpPr>
            <a:spLocks/>
          </p:cNvSpPr>
          <p:nvPr/>
        </p:nvSpPr>
        <p:spPr>
          <a:xfrm>
            <a:off x="5989252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1980B2BE-26CC-45D9-BA84-C6135684503F}"/>
              </a:ext>
            </a:extLst>
          </p:cNvPr>
          <p:cNvSpPr>
            <a:spLocks/>
          </p:cNvSpPr>
          <p:nvPr/>
        </p:nvSpPr>
        <p:spPr>
          <a:xfrm>
            <a:off x="5989252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DA652276-33DE-4BFA-BDC6-E3A70023175E}"/>
              </a:ext>
            </a:extLst>
          </p:cNvPr>
          <p:cNvSpPr>
            <a:spLocks/>
          </p:cNvSpPr>
          <p:nvPr/>
        </p:nvSpPr>
        <p:spPr>
          <a:xfrm>
            <a:off x="5989252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26AEF73E-CEB5-4AF2-B12B-57F930A0D28E}"/>
              </a:ext>
            </a:extLst>
          </p:cNvPr>
          <p:cNvSpPr>
            <a:spLocks/>
          </p:cNvSpPr>
          <p:nvPr/>
        </p:nvSpPr>
        <p:spPr>
          <a:xfrm>
            <a:off x="5989252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B8902F7C-C8AC-44F4-8521-E9D0E6FDAC17}"/>
              </a:ext>
            </a:extLst>
          </p:cNvPr>
          <p:cNvSpPr>
            <a:spLocks/>
          </p:cNvSpPr>
          <p:nvPr/>
        </p:nvSpPr>
        <p:spPr>
          <a:xfrm>
            <a:off x="5989252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12AC430C-22D1-428F-8EB5-B080A4966661}"/>
              </a:ext>
            </a:extLst>
          </p:cNvPr>
          <p:cNvSpPr>
            <a:spLocks/>
          </p:cNvSpPr>
          <p:nvPr/>
        </p:nvSpPr>
        <p:spPr>
          <a:xfrm>
            <a:off x="5989252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220279D-B07E-4A84-928A-C40F25A0875B}"/>
              </a:ext>
            </a:extLst>
          </p:cNvPr>
          <p:cNvSpPr>
            <a:spLocks/>
          </p:cNvSpPr>
          <p:nvPr/>
        </p:nvSpPr>
        <p:spPr>
          <a:xfrm>
            <a:off x="5989252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37490982-471D-4DA2-ABC0-F4E19BC0B89F}"/>
              </a:ext>
            </a:extLst>
          </p:cNvPr>
          <p:cNvSpPr>
            <a:spLocks/>
          </p:cNvSpPr>
          <p:nvPr/>
        </p:nvSpPr>
        <p:spPr>
          <a:xfrm>
            <a:off x="5989252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136CD0A-E99B-4F98-8036-E6229329B86D}"/>
              </a:ext>
            </a:extLst>
          </p:cNvPr>
          <p:cNvSpPr>
            <a:spLocks/>
          </p:cNvSpPr>
          <p:nvPr/>
        </p:nvSpPr>
        <p:spPr>
          <a:xfrm>
            <a:off x="5989252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8AAA3308-177C-4E5F-8B0E-E67F8946E598}"/>
              </a:ext>
            </a:extLst>
          </p:cNvPr>
          <p:cNvSpPr>
            <a:spLocks/>
          </p:cNvSpPr>
          <p:nvPr/>
        </p:nvSpPr>
        <p:spPr>
          <a:xfrm>
            <a:off x="5989252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1CEE1E5B-F590-496B-989F-D19E9CED0B39}"/>
              </a:ext>
            </a:extLst>
          </p:cNvPr>
          <p:cNvSpPr>
            <a:spLocks/>
          </p:cNvSpPr>
          <p:nvPr/>
        </p:nvSpPr>
        <p:spPr>
          <a:xfrm>
            <a:off x="5989252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2249083-02FF-46A5-9404-184218AF76AE}"/>
              </a:ext>
            </a:extLst>
          </p:cNvPr>
          <p:cNvSpPr>
            <a:spLocks/>
          </p:cNvSpPr>
          <p:nvPr/>
        </p:nvSpPr>
        <p:spPr>
          <a:xfrm>
            <a:off x="5989252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B4CBDAE0-2FA9-41F7-A558-641635B30485}"/>
              </a:ext>
            </a:extLst>
          </p:cNvPr>
          <p:cNvSpPr>
            <a:spLocks/>
          </p:cNvSpPr>
          <p:nvPr/>
        </p:nvSpPr>
        <p:spPr>
          <a:xfrm>
            <a:off x="5989252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F1AA114B-EFDA-4650-97E5-7B7E803741BA}"/>
              </a:ext>
            </a:extLst>
          </p:cNvPr>
          <p:cNvSpPr>
            <a:spLocks/>
          </p:cNvSpPr>
          <p:nvPr/>
        </p:nvSpPr>
        <p:spPr>
          <a:xfrm>
            <a:off x="5989252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4B653EB-E519-480B-B086-73F9D865478E}"/>
              </a:ext>
            </a:extLst>
          </p:cNvPr>
          <p:cNvSpPr>
            <a:spLocks/>
          </p:cNvSpPr>
          <p:nvPr/>
        </p:nvSpPr>
        <p:spPr>
          <a:xfrm>
            <a:off x="5989252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5E60811C-9471-497C-97D8-97C79D4FCDD5}"/>
              </a:ext>
            </a:extLst>
          </p:cNvPr>
          <p:cNvSpPr>
            <a:spLocks/>
          </p:cNvSpPr>
          <p:nvPr/>
        </p:nvSpPr>
        <p:spPr>
          <a:xfrm>
            <a:off x="5989252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60D52E04-A409-4995-B66F-1E7669B2B7DB}"/>
              </a:ext>
            </a:extLst>
          </p:cNvPr>
          <p:cNvSpPr>
            <a:spLocks/>
          </p:cNvSpPr>
          <p:nvPr/>
        </p:nvSpPr>
        <p:spPr>
          <a:xfrm>
            <a:off x="5989252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8A51F4B2-72FC-4A0A-A41D-97F15FE5DE15}"/>
              </a:ext>
            </a:extLst>
          </p:cNvPr>
          <p:cNvSpPr>
            <a:spLocks/>
          </p:cNvSpPr>
          <p:nvPr/>
        </p:nvSpPr>
        <p:spPr>
          <a:xfrm>
            <a:off x="5989252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C20E18ED-2BF3-4222-9F7A-7659E2708868}"/>
              </a:ext>
            </a:extLst>
          </p:cNvPr>
          <p:cNvSpPr>
            <a:spLocks/>
          </p:cNvSpPr>
          <p:nvPr/>
        </p:nvSpPr>
        <p:spPr>
          <a:xfrm>
            <a:off x="5989252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C404627C-0701-4149-AE71-8C6217EB2B82}"/>
              </a:ext>
            </a:extLst>
          </p:cNvPr>
          <p:cNvSpPr>
            <a:spLocks/>
          </p:cNvSpPr>
          <p:nvPr/>
        </p:nvSpPr>
        <p:spPr>
          <a:xfrm>
            <a:off x="5989252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29AB011E-DDC8-4E66-8BC8-43A04DE00390}"/>
              </a:ext>
            </a:extLst>
          </p:cNvPr>
          <p:cNvSpPr>
            <a:spLocks/>
          </p:cNvSpPr>
          <p:nvPr/>
        </p:nvSpPr>
        <p:spPr>
          <a:xfrm>
            <a:off x="5989252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1D08DC8C-6EF0-4F47-89AC-2AEACBCA5742}"/>
              </a:ext>
            </a:extLst>
          </p:cNvPr>
          <p:cNvSpPr>
            <a:spLocks/>
          </p:cNvSpPr>
          <p:nvPr/>
        </p:nvSpPr>
        <p:spPr>
          <a:xfrm>
            <a:off x="5989252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1B57D2E6-E01B-4FBB-B654-587BDC2B11E0}"/>
              </a:ext>
            </a:extLst>
          </p:cNvPr>
          <p:cNvSpPr>
            <a:spLocks/>
          </p:cNvSpPr>
          <p:nvPr/>
        </p:nvSpPr>
        <p:spPr>
          <a:xfrm>
            <a:off x="5989252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FECAD43-CBAA-4059-BEEC-4BBE923B452D}"/>
              </a:ext>
            </a:extLst>
          </p:cNvPr>
          <p:cNvSpPr>
            <a:spLocks/>
          </p:cNvSpPr>
          <p:nvPr/>
        </p:nvSpPr>
        <p:spPr>
          <a:xfrm>
            <a:off x="5989252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2C624E06-E241-4755-A15A-A4AE6139C390}"/>
              </a:ext>
            </a:extLst>
          </p:cNvPr>
          <p:cNvSpPr>
            <a:spLocks/>
          </p:cNvSpPr>
          <p:nvPr/>
        </p:nvSpPr>
        <p:spPr>
          <a:xfrm>
            <a:off x="5989252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BE19025-B33F-408D-8C3D-A3612A49FE09}"/>
              </a:ext>
            </a:extLst>
          </p:cNvPr>
          <p:cNvSpPr>
            <a:spLocks/>
          </p:cNvSpPr>
          <p:nvPr/>
        </p:nvSpPr>
        <p:spPr>
          <a:xfrm>
            <a:off x="5989252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7F4F6430-046F-4C31-A5B8-933A8033D77A}"/>
              </a:ext>
            </a:extLst>
          </p:cNvPr>
          <p:cNvSpPr>
            <a:spLocks/>
          </p:cNvSpPr>
          <p:nvPr/>
        </p:nvSpPr>
        <p:spPr>
          <a:xfrm>
            <a:off x="5989252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FA09E1A4-BC85-4FCC-BF49-FE58C919A6D0}"/>
              </a:ext>
            </a:extLst>
          </p:cNvPr>
          <p:cNvSpPr>
            <a:spLocks/>
          </p:cNvSpPr>
          <p:nvPr/>
        </p:nvSpPr>
        <p:spPr>
          <a:xfrm>
            <a:off x="5989252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72A66F4-279A-45D2-8954-F1B6E29E6EEC}"/>
              </a:ext>
            </a:extLst>
          </p:cNvPr>
          <p:cNvSpPr>
            <a:spLocks/>
          </p:cNvSpPr>
          <p:nvPr/>
        </p:nvSpPr>
        <p:spPr>
          <a:xfrm>
            <a:off x="5989252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9206DB5E-6F04-4D05-87FC-528B2D404EA4}"/>
              </a:ext>
            </a:extLst>
          </p:cNvPr>
          <p:cNvSpPr>
            <a:spLocks/>
          </p:cNvSpPr>
          <p:nvPr/>
        </p:nvSpPr>
        <p:spPr>
          <a:xfrm>
            <a:off x="5989252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6A28DD37-5CF0-4874-9B0B-B641F458BF97}"/>
              </a:ext>
            </a:extLst>
          </p:cNvPr>
          <p:cNvSpPr>
            <a:spLocks/>
          </p:cNvSpPr>
          <p:nvPr/>
        </p:nvSpPr>
        <p:spPr>
          <a:xfrm>
            <a:off x="5989252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6E6C62A8-03E2-499E-AC51-983998C6B563}"/>
              </a:ext>
            </a:extLst>
          </p:cNvPr>
          <p:cNvSpPr>
            <a:spLocks/>
          </p:cNvSpPr>
          <p:nvPr/>
        </p:nvSpPr>
        <p:spPr>
          <a:xfrm>
            <a:off x="5989252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69A9F479-4FA4-4E78-9A5E-0F06358C78B1}"/>
              </a:ext>
            </a:extLst>
          </p:cNvPr>
          <p:cNvSpPr>
            <a:spLocks/>
          </p:cNvSpPr>
          <p:nvPr/>
        </p:nvSpPr>
        <p:spPr>
          <a:xfrm>
            <a:off x="5989252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A3939D0-3927-416B-9BBD-4B82DA6D8800}"/>
              </a:ext>
            </a:extLst>
          </p:cNvPr>
          <p:cNvSpPr>
            <a:spLocks/>
          </p:cNvSpPr>
          <p:nvPr/>
        </p:nvSpPr>
        <p:spPr>
          <a:xfrm>
            <a:off x="5989252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3D2AF0BA-AF63-4760-8BAC-457FDE6B22AF}"/>
              </a:ext>
            </a:extLst>
          </p:cNvPr>
          <p:cNvSpPr>
            <a:spLocks/>
          </p:cNvSpPr>
          <p:nvPr/>
        </p:nvSpPr>
        <p:spPr>
          <a:xfrm>
            <a:off x="5989252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58BC2020-CAE5-46AF-BE09-9E47F96BA985}"/>
              </a:ext>
            </a:extLst>
          </p:cNvPr>
          <p:cNvSpPr>
            <a:spLocks/>
          </p:cNvSpPr>
          <p:nvPr/>
        </p:nvSpPr>
        <p:spPr>
          <a:xfrm>
            <a:off x="5989252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7F78BA3-F7AB-4A3F-B6CD-18660AEA044D}"/>
              </a:ext>
            </a:extLst>
          </p:cNvPr>
          <p:cNvSpPr>
            <a:spLocks/>
          </p:cNvSpPr>
          <p:nvPr/>
        </p:nvSpPr>
        <p:spPr>
          <a:xfrm>
            <a:off x="5989252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90F091DC-AE74-451F-838E-F70EFDA7C10F}"/>
              </a:ext>
            </a:extLst>
          </p:cNvPr>
          <p:cNvSpPr>
            <a:spLocks/>
          </p:cNvSpPr>
          <p:nvPr/>
        </p:nvSpPr>
        <p:spPr>
          <a:xfrm>
            <a:off x="5989252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05F12A21-0246-44FE-8D23-32A97A0E5D32}"/>
              </a:ext>
            </a:extLst>
          </p:cNvPr>
          <p:cNvSpPr>
            <a:spLocks/>
          </p:cNvSpPr>
          <p:nvPr/>
        </p:nvSpPr>
        <p:spPr>
          <a:xfrm>
            <a:off x="5989252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F5A96444-0557-4BB0-AFF2-4864EAFE9DC9}"/>
              </a:ext>
            </a:extLst>
          </p:cNvPr>
          <p:cNvSpPr>
            <a:spLocks/>
          </p:cNvSpPr>
          <p:nvPr/>
        </p:nvSpPr>
        <p:spPr>
          <a:xfrm>
            <a:off x="5989252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470F436-2AC5-4211-AE09-09D55474339D}"/>
              </a:ext>
            </a:extLst>
          </p:cNvPr>
          <p:cNvSpPr>
            <a:spLocks/>
          </p:cNvSpPr>
          <p:nvPr/>
        </p:nvSpPr>
        <p:spPr>
          <a:xfrm>
            <a:off x="5989252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F58A925B-E19D-405A-882C-C055725FCE1C}"/>
              </a:ext>
            </a:extLst>
          </p:cNvPr>
          <p:cNvSpPr>
            <a:spLocks/>
          </p:cNvSpPr>
          <p:nvPr/>
        </p:nvSpPr>
        <p:spPr>
          <a:xfrm>
            <a:off x="5989252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17870401-A9BB-4A60-8068-D07FECD8141E}"/>
              </a:ext>
            </a:extLst>
          </p:cNvPr>
          <p:cNvSpPr>
            <a:spLocks/>
          </p:cNvSpPr>
          <p:nvPr/>
        </p:nvSpPr>
        <p:spPr>
          <a:xfrm>
            <a:off x="5989252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3B67D1A1-0000-4AEB-ABA6-BB77D9D0AAB7}"/>
              </a:ext>
            </a:extLst>
          </p:cNvPr>
          <p:cNvSpPr>
            <a:spLocks/>
          </p:cNvSpPr>
          <p:nvPr/>
        </p:nvSpPr>
        <p:spPr>
          <a:xfrm>
            <a:off x="5989252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D00E3D4-CF63-4D30-B324-053AC05DBC96}"/>
              </a:ext>
            </a:extLst>
          </p:cNvPr>
          <p:cNvSpPr>
            <a:spLocks/>
          </p:cNvSpPr>
          <p:nvPr/>
        </p:nvSpPr>
        <p:spPr>
          <a:xfrm>
            <a:off x="5989252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5FA181-E2A7-43AB-82CD-F688F9B5439E}"/>
              </a:ext>
            </a:extLst>
          </p:cNvPr>
          <p:cNvSpPr>
            <a:spLocks/>
          </p:cNvSpPr>
          <p:nvPr/>
        </p:nvSpPr>
        <p:spPr>
          <a:xfrm>
            <a:off x="5989252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2C099085-9AD5-4E94-8E34-B7765B6FA7D8}"/>
              </a:ext>
            </a:extLst>
          </p:cNvPr>
          <p:cNvSpPr>
            <a:spLocks/>
          </p:cNvSpPr>
          <p:nvPr/>
        </p:nvSpPr>
        <p:spPr>
          <a:xfrm>
            <a:off x="5989252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714D6DA9-FF92-4D40-8B46-A9239841B619}"/>
              </a:ext>
            </a:extLst>
          </p:cNvPr>
          <p:cNvSpPr>
            <a:spLocks/>
          </p:cNvSpPr>
          <p:nvPr/>
        </p:nvSpPr>
        <p:spPr>
          <a:xfrm>
            <a:off x="5989252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A2B30F0D-72B4-4926-920A-9FE681C35C09}"/>
              </a:ext>
            </a:extLst>
          </p:cNvPr>
          <p:cNvSpPr>
            <a:spLocks/>
          </p:cNvSpPr>
          <p:nvPr/>
        </p:nvSpPr>
        <p:spPr>
          <a:xfrm>
            <a:off x="5989252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96C9F4F0-8068-4482-B9B7-7F294D4317E7}"/>
              </a:ext>
            </a:extLst>
          </p:cNvPr>
          <p:cNvSpPr>
            <a:spLocks/>
          </p:cNvSpPr>
          <p:nvPr/>
        </p:nvSpPr>
        <p:spPr>
          <a:xfrm>
            <a:off x="5989252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32A71EDE-F6BC-4875-B546-0FEA860E9723}"/>
              </a:ext>
            </a:extLst>
          </p:cNvPr>
          <p:cNvSpPr>
            <a:spLocks/>
          </p:cNvSpPr>
          <p:nvPr/>
        </p:nvSpPr>
        <p:spPr>
          <a:xfrm>
            <a:off x="5989252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6040C38F-BE0F-413C-8158-3D2CD9A1ACB9}"/>
              </a:ext>
            </a:extLst>
          </p:cNvPr>
          <p:cNvSpPr>
            <a:spLocks/>
          </p:cNvSpPr>
          <p:nvPr/>
        </p:nvSpPr>
        <p:spPr>
          <a:xfrm>
            <a:off x="5989252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A454BFE7-CBF1-4CB7-B3AC-4EB5A0DF4188}"/>
              </a:ext>
            </a:extLst>
          </p:cNvPr>
          <p:cNvSpPr>
            <a:spLocks/>
          </p:cNvSpPr>
          <p:nvPr/>
        </p:nvSpPr>
        <p:spPr>
          <a:xfrm>
            <a:off x="5989252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553A376-A46F-4B42-85D3-C096B442A918}"/>
              </a:ext>
            </a:extLst>
          </p:cNvPr>
          <p:cNvSpPr>
            <a:spLocks/>
          </p:cNvSpPr>
          <p:nvPr/>
        </p:nvSpPr>
        <p:spPr>
          <a:xfrm>
            <a:off x="5989252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014A406-B255-48D2-8EA4-A75DB021A90B}"/>
              </a:ext>
            </a:extLst>
          </p:cNvPr>
          <p:cNvSpPr>
            <a:spLocks/>
          </p:cNvSpPr>
          <p:nvPr/>
        </p:nvSpPr>
        <p:spPr>
          <a:xfrm>
            <a:off x="5989252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79BB4607-5DA1-4F00-AC7E-B5F3FEB3B3BE}"/>
              </a:ext>
            </a:extLst>
          </p:cNvPr>
          <p:cNvSpPr>
            <a:spLocks/>
          </p:cNvSpPr>
          <p:nvPr/>
        </p:nvSpPr>
        <p:spPr>
          <a:xfrm>
            <a:off x="5989252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761897E5-9F76-4EEB-BFF1-2C00A212A448}"/>
              </a:ext>
            </a:extLst>
          </p:cNvPr>
          <p:cNvSpPr>
            <a:spLocks/>
          </p:cNvSpPr>
          <p:nvPr/>
        </p:nvSpPr>
        <p:spPr>
          <a:xfrm>
            <a:off x="5989252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FD1EB83-9BB7-435B-A4F2-BF767FEC9E24}"/>
              </a:ext>
            </a:extLst>
          </p:cNvPr>
          <p:cNvSpPr>
            <a:spLocks/>
          </p:cNvSpPr>
          <p:nvPr/>
        </p:nvSpPr>
        <p:spPr>
          <a:xfrm>
            <a:off x="5989252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F1CB2788-8057-4F13-9718-7243957644A7}"/>
              </a:ext>
            </a:extLst>
          </p:cNvPr>
          <p:cNvSpPr>
            <a:spLocks/>
          </p:cNvSpPr>
          <p:nvPr/>
        </p:nvSpPr>
        <p:spPr>
          <a:xfrm>
            <a:off x="5989252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3CBF1DD0-C02F-4E24-875B-EC9EF36DB4CA}"/>
              </a:ext>
            </a:extLst>
          </p:cNvPr>
          <p:cNvSpPr>
            <a:spLocks/>
          </p:cNvSpPr>
          <p:nvPr/>
        </p:nvSpPr>
        <p:spPr>
          <a:xfrm>
            <a:off x="5989252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4E53E28-260D-48F2-878F-A34BB5B292E4}"/>
              </a:ext>
            </a:extLst>
          </p:cNvPr>
          <p:cNvSpPr>
            <a:spLocks/>
          </p:cNvSpPr>
          <p:nvPr/>
        </p:nvSpPr>
        <p:spPr>
          <a:xfrm>
            <a:off x="5989252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D787255C-966E-4A15-BBA3-496F865E07E6}"/>
              </a:ext>
            </a:extLst>
          </p:cNvPr>
          <p:cNvSpPr>
            <a:spLocks/>
          </p:cNvSpPr>
          <p:nvPr/>
        </p:nvSpPr>
        <p:spPr>
          <a:xfrm>
            <a:off x="5989252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99B6E998-3AB6-4528-B488-D0F91B6D422F}"/>
              </a:ext>
            </a:extLst>
          </p:cNvPr>
          <p:cNvSpPr>
            <a:spLocks/>
          </p:cNvSpPr>
          <p:nvPr/>
        </p:nvSpPr>
        <p:spPr>
          <a:xfrm>
            <a:off x="5989252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840C316F-307E-405B-AE98-EACB26B5976E}"/>
              </a:ext>
            </a:extLst>
          </p:cNvPr>
          <p:cNvSpPr>
            <a:spLocks/>
          </p:cNvSpPr>
          <p:nvPr/>
        </p:nvSpPr>
        <p:spPr>
          <a:xfrm>
            <a:off x="5989252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466B4B61-3FA4-44CB-AA6D-BD01AD25220D}"/>
              </a:ext>
            </a:extLst>
          </p:cNvPr>
          <p:cNvSpPr>
            <a:spLocks/>
          </p:cNvSpPr>
          <p:nvPr/>
        </p:nvSpPr>
        <p:spPr>
          <a:xfrm>
            <a:off x="5989252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B629C366-E7D8-4CA6-9C9F-6A39FF23AC5F}"/>
              </a:ext>
            </a:extLst>
          </p:cNvPr>
          <p:cNvSpPr>
            <a:spLocks/>
          </p:cNvSpPr>
          <p:nvPr/>
        </p:nvSpPr>
        <p:spPr>
          <a:xfrm>
            <a:off x="5989252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C2EC79EF-0CA5-4FCB-A913-6511EC42A818}"/>
              </a:ext>
            </a:extLst>
          </p:cNvPr>
          <p:cNvSpPr>
            <a:spLocks/>
          </p:cNvSpPr>
          <p:nvPr/>
        </p:nvSpPr>
        <p:spPr>
          <a:xfrm>
            <a:off x="5989252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B22AF45C-808C-4E17-AC05-36A2220DB6E0}"/>
              </a:ext>
            </a:extLst>
          </p:cNvPr>
          <p:cNvSpPr>
            <a:spLocks/>
          </p:cNvSpPr>
          <p:nvPr/>
        </p:nvSpPr>
        <p:spPr>
          <a:xfrm>
            <a:off x="5989252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79A3022B-5C22-42B8-9677-6973162D9A40}"/>
              </a:ext>
            </a:extLst>
          </p:cNvPr>
          <p:cNvSpPr>
            <a:spLocks/>
          </p:cNvSpPr>
          <p:nvPr/>
        </p:nvSpPr>
        <p:spPr>
          <a:xfrm>
            <a:off x="5989252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17CE331F-D624-4032-BC56-894C14799860}"/>
              </a:ext>
            </a:extLst>
          </p:cNvPr>
          <p:cNvSpPr>
            <a:spLocks/>
          </p:cNvSpPr>
          <p:nvPr/>
        </p:nvSpPr>
        <p:spPr>
          <a:xfrm>
            <a:off x="5989252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936DBD09-1858-4CE0-B71B-96921B9E5801}"/>
              </a:ext>
            </a:extLst>
          </p:cNvPr>
          <p:cNvSpPr>
            <a:spLocks/>
          </p:cNvSpPr>
          <p:nvPr/>
        </p:nvSpPr>
        <p:spPr>
          <a:xfrm>
            <a:off x="5989252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B2209A5E-C29A-4249-B278-CF97F654076D}"/>
              </a:ext>
            </a:extLst>
          </p:cNvPr>
          <p:cNvSpPr>
            <a:spLocks/>
          </p:cNvSpPr>
          <p:nvPr/>
        </p:nvSpPr>
        <p:spPr>
          <a:xfrm>
            <a:off x="5989252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206464CE-1698-4209-BA0B-D317912D4E6A}"/>
              </a:ext>
            </a:extLst>
          </p:cNvPr>
          <p:cNvSpPr>
            <a:spLocks/>
          </p:cNvSpPr>
          <p:nvPr/>
        </p:nvSpPr>
        <p:spPr>
          <a:xfrm>
            <a:off x="5989252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88665496-29D7-4FA7-A51E-C47E35B60F7E}"/>
              </a:ext>
            </a:extLst>
          </p:cNvPr>
          <p:cNvSpPr>
            <a:spLocks/>
          </p:cNvSpPr>
          <p:nvPr/>
        </p:nvSpPr>
        <p:spPr>
          <a:xfrm>
            <a:off x="5989252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8B396AEC-6100-4422-8E9C-7A23AC7F8E50}"/>
              </a:ext>
            </a:extLst>
          </p:cNvPr>
          <p:cNvSpPr>
            <a:spLocks/>
          </p:cNvSpPr>
          <p:nvPr/>
        </p:nvSpPr>
        <p:spPr>
          <a:xfrm>
            <a:off x="5989252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75D472AE-0D2C-440D-9D3E-5F6166B4A8FC}"/>
              </a:ext>
            </a:extLst>
          </p:cNvPr>
          <p:cNvSpPr>
            <a:spLocks/>
          </p:cNvSpPr>
          <p:nvPr/>
        </p:nvSpPr>
        <p:spPr>
          <a:xfrm>
            <a:off x="5989252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1E8CD776-3713-4230-9D52-9D900F45003F}"/>
              </a:ext>
            </a:extLst>
          </p:cNvPr>
          <p:cNvSpPr>
            <a:spLocks/>
          </p:cNvSpPr>
          <p:nvPr/>
        </p:nvSpPr>
        <p:spPr>
          <a:xfrm>
            <a:off x="5989252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E3834FBB-74F8-4D8E-881E-74FF416DE611}"/>
              </a:ext>
            </a:extLst>
          </p:cNvPr>
          <p:cNvSpPr>
            <a:spLocks/>
          </p:cNvSpPr>
          <p:nvPr/>
        </p:nvSpPr>
        <p:spPr>
          <a:xfrm>
            <a:off x="5989252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3E074D4C-B1DB-47E6-AD8F-07178F934E09}"/>
              </a:ext>
            </a:extLst>
          </p:cNvPr>
          <p:cNvSpPr>
            <a:spLocks/>
          </p:cNvSpPr>
          <p:nvPr/>
        </p:nvSpPr>
        <p:spPr>
          <a:xfrm>
            <a:off x="5989252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7F587934-2336-4680-B0E3-2CC44B9790E1}"/>
              </a:ext>
            </a:extLst>
          </p:cNvPr>
          <p:cNvSpPr>
            <a:spLocks/>
          </p:cNvSpPr>
          <p:nvPr/>
        </p:nvSpPr>
        <p:spPr>
          <a:xfrm>
            <a:off x="5989252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6B688FCA-D878-404C-9145-7013615953B7}"/>
              </a:ext>
            </a:extLst>
          </p:cNvPr>
          <p:cNvSpPr>
            <a:spLocks/>
          </p:cNvSpPr>
          <p:nvPr/>
        </p:nvSpPr>
        <p:spPr>
          <a:xfrm>
            <a:off x="5989252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B3174D9B-09CE-41D7-B88B-9E5C58DCB883}"/>
              </a:ext>
            </a:extLst>
          </p:cNvPr>
          <p:cNvSpPr>
            <a:spLocks/>
          </p:cNvSpPr>
          <p:nvPr/>
        </p:nvSpPr>
        <p:spPr>
          <a:xfrm>
            <a:off x="5989252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968C29D9-AA38-4307-B479-5FEDF6147B03}"/>
              </a:ext>
            </a:extLst>
          </p:cNvPr>
          <p:cNvSpPr>
            <a:spLocks/>
          </p:cNvSpPr>
          <p:nvPr/>
        </p:nvSpPr>
        <p:spPr>
          <a:xfrm>
            <a:off x="5989252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81D2B2D0-0643-4892-90CB-D012BCC4DBA9}"/>
              </a:ext>
            </a:extLst>
          </p:cNvPr>
          <p:cNvSpPr>
            <a:spLocks/>
          </p:cNvSpPr>
          <p:nvPr/>
        </p:nvSpPr>
        <p:spPr>
          <a:xfrm>
            <a:off x="5989252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E6EE71F-A983-4B39-A26F-F973ED66CD59}"/>
              </a:ext>
            </a:extLst>
          </p:cNvPr>
          <p:cNvSpPr>
            <a:spLocks/>
          </p:cNvSpPr>
          <p:nvPr/>
        </p:nvSpPr>
        <p:spPr>
          <a:xfrm>
            <a:off x="5989252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340575CC-0F0A-4AB5-927B-C10A72EAEAA7}"/>
              </a:ext>
            </a:extLst>
          </p:cNvPr>
          <p:cNvSpPr>
            <a:spLocks/>
          </p:cNvSpPr>
          <p:nvPr/>
        </p:nvSpPr>
        <p:spPr>
          <a:xfrm>
            <a:off x="5989252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F3EF449B-A74B-4C19-A919-7E03228C0E10}"/>
              </a:ext>
            </a:extLst>
          </p:cNvPr>
          <p:cNvSpPr>
            <a:spLocks/>
          </p:cNvSpPr>
          <p:nvPr/>
        </p:nvSpPr>
        <p:spPr>
          <a:xfrm>
            <a:off x="5989252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0B9BBADC-7551-4892-8F78-724703A8A1BA}"/>
              </a:ext>
            </a:extLst>
          </p:cNvPr>
          <p:cNvSpPr>
            <a:spLocks/>
          </p:cNvSpPr>
          <p:nvPr/>
        </p:nvSpPr>
        <p:spPr>
          <a:xfrm>
            <a:off x="5989252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16A34C49-C2B4-43F4-9D70-1961584AB5A4}"/>
              </a:ext>
            </a:extLst>
          </p:cNvPr>
          <p:cNvSpPr>
            <a:spLocks/>
          </p:cNvSpPr>
          <p:nvPr/>
        </p:nvSpPr>
        <p:spPr>
          <a:xfrm>
            <a:off x="5989252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A55AC85C-2D8A-4B31-BC32-AEFE1D56EC30}"/>
              </a:ext>
            </a:extLst>
          </p:cNvPr>
          <p:cNvSpPr>
            <a:spLocks/>
          </p:cNvSpPr>
          <p:nvPr/>
        </p:nvSpPr>
        <p:spPr>
          <a:xfrm>
            <a:off x="5989252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BE88809-FAD3-452B-9EB8-144773A85DA1}"/>
              </a:ext>
            </a:extLst>
          </p:cNvPr>
          <p:cNvSpPr>
            <a:spLocks/>
          </p:cNvSpPr>
          <p:nvPr/>
        </p:nvSpPr>
        <p:spPr>
          <a:xfrm>
            <a:off x="5989252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15702E6D-26C3-49C8-8C3C-94EAA357D3B4}"/>
              </a:ext>
            </a:extLst>
          </p:cNvPr>
          <p:cNvSpPr>
            <a:spLocks/>
          </p:cNvSpPr>
          <p:nvPr/>
        </p:nvSpPr>
        <p:spPr>
          <a:xfrm>
            <a:off x="5989252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11443A4F-6246-4AC9-B7AD-D44D0B8A9A3F}"/>
              </a:ext>
            </a:extLst>
          </p:cNvPr>
          <p:cNvSpPr>
            <a:spLocks/>
          </p:cNvSpPr>
          <p:nvPr/>
        </p:nvSpPr>
        <p:spPr>
          <a:xfrm>
            <a:off x="5989252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3207AC0-6BC5-4F07-A216-9AF465BBCC00}"/>
              </a:ext>
            </a:extLst>
          </p:cNvPr>
          <p:cNvSpPr>
            <a:spLocks/>
          </p:cNvSpPr>
          <p:nvPr/>
        </p:nvSpPr>
        <p:spPr>
          <a:xfrm>
            <a:off x="5989252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02008CB-2F32-4199-BE01-2879C20B9778}"/>
              </a:ext>
            </a:extLst>
          </p:cNvPr>
          <p:cNvSpPr>
            <a:spLocks/>
          </p:cNvSpPr>
          <p:nvPr/>
        </p:nvSpPr>
        <p:spPr>
          <a:xfrm>
            <a:off x="5989252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109E1406-4F77-45D1-896F-F3D2F52F097C}"/>
              </a:ext>
            </a:extLst>
          </p:cNvPr>
          <p:cNvSpPr>
            <a:spLocks/>
          </p:cNvSpPr>
          <p:nvPr/>
        </p:nvSpPr>
        <p:spPr>
          <a:xfrm>
            <a:off x="5989252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5AAFD7CD-0A2A-485B-841A-B0E757C13FF1}"/>
              </a:ext>
            </a:extLst>
          </p:cNvPr>
          <p:cNvSpPr>
            <a:spLocks/>
          </p:cNvSpPr>
          <p:nvPr/>
        </p:nvSpPr>
        <p:spPr>
          <a:xfrm>
            <a:off x="5989252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42FE4504-6754-4BB7-9CA9-F2358677FE9C}"/>
              </a:ext>
            </a:extLst>
          </p:cNvPr>
          <p:cNvSpPr>
            <a:spLocks/>
          </p:cNvSpPr>
          <p:nvPr/>
        </p:nvSpPr>
        <p:spPr>
          <a:xfrm>
            <a:off x="5989252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663BA02-6D45-448A-9FDE-33079AC67808}"/>
              </a:ext>
            </a:extLst>
          </p:cNvPr>
          <p:cNvSpPr>
            <a:spLocks/>
          </p:cNvSpPr>
          <p:nvPr/>
        </p:nvSpPr>
        <p:spPr>
          <a:xfrm>
            <a:off x="5989252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43956D55-2DBF-45FB-8CA0-465D3CFABE8C}"/>
              </a:ext>
            </a:extLst>
          </p:cNvPr>
          <p:cNvSpPr>
            <a:spLocks/>
          </p:cNvSpPr>
          <p:nvPr/>
        </p:nvSpPr>
        <p:spPr>
          <a:xfrm>
            <a:off x="5989252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A3324790-896D-4FA9-B43D-625D0C28461E}"/>
              </a:ext>
            </a:extLst>
          </p:cNvPr>
          <p:cNvSpPr>
            <a:spLocks/>
          </p:cNvSpPr>
          <p:nvPr/>
        </p:nvSpPr>
        <p:spPr>
          <a:xfrm>
            <a:off x="5989252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EC6A8278-18F0-4CD9-AF00-2881FA97A33D}"/>
              </a:ext>
            </a:extLst>
          </p:cNvPr>
          <p:cNvSpPr>
            <a:spLocks/>
          </p:cNvSpPr>
          <p:nvPr/>
        </p:nvSpPr>
        <p:spPr>
          <a:xfrm>
            <a:off x="5989252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30F83E6C-D0DD-4A0C-84F8-A5EB8C4C0039}"/>
              </a:ext>
            </a:extLst>
          </p:cNvPr>
          <p:cNvSpPr>
            <a:spLocks/>
          </p:cNvSpPr>
          <p:nvPr/>
        </p:nvSpPr>
        <p:spPr>
          <a:xfrm>
            <a:off x="5989252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621E84E6-952C-4169-B5F6-C330DF1F3C0E}"/>
              </a:ext>
            </a:extLst>
          </p:cNvPr>
          <p:cNvSpPr>
            <a:spLocks/>
          </p:cNvSpPr>
          <p:nvPr/>
        </p:nvSpPr>
        <p:spPr>
          <a:xfrm>
            <a:off x="5989252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65C4CED1-926A-44E7-9B91-441B53EEFB51}"/>
              </a:ext>
            </a:extLst>
          </p:cNvPr>
          <p:cNvSpPr>
            <a:spLocks/>
          </p:cNvSpPr>
          <p:nvPr/>
        </p:nvSpPr>
        <p:spPr>
          <a:xfrm>
            <a:off x="5989252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B9F40C5C-8BC5-4CDE-A7C4-0DE0DBD6384A}"/>
              </a:ext>
            </a:extLst>
          </p:cNvPr>
          <p:cNvSpPr>
            <a:spLocks/>
          </p:cNvSpPr>
          <p:nvPr/>
        </p:nvSpPr>
        <p:spPr>
          <a:xfrm>
            <a:off x="5989252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0E99DBA2-E6A5-4DC5-A1FE-41C198CB1B2B}"/>
              </a:ext>
            </a:extLst>
          </p:cNvPr>
          <p:cNvSpPr>
            <a:spLocks/>
          </p:cNvSpPr>
          <p:nvPr/>
        </p:nvSpPr>
        <p:spPr>
          <a:xfrm>
            <a:off x="5989252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2EF5D873-14E4-40A0-925A-8A17DAA80D27}"/>
              </a:ext>
            </a:extLst>
          </p:cNvPr>
          <p:cNvSpPr>
            <a:spLocks/>
          </p:cNvSpPr>
          <p:nvPr/>
        </p:nvSpPr>
        <p:spPr>
          <a:xfrm>
            <a:off x="5989252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3930C19E-3935-4E38-B223-CEA2784B203E}"/>
              </a:ext>
            </a:extLst>
          </p:cNvPr>
          <p:cNvSpPr>
            <a:spLocks/>
          </p:cNvSpPr>
          <p:nvPr/>
        </p:nvSpPr>
        <p:spPr>
          <a:xfrm>
            <a:off x="5989252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7774C000-0752-4046-A825-5103D3855E2B}"/>
              </a:ext>
            </a:extLst>
          </p:cNvPr>
          <p:cNvSpPr>
            <a:spLocks/>
          </p:cNvSpPr>
          <p:nvPr/>
        </p:nvSpPr>
        <p:spPr>
          <a:xfrm>
            <a:off x="5989252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EE1AE4EF-B24E-4CB9-B0C7-9A6E59AA0AB8}"/>
              </a:ext>
            </a:extLst>
          </p:cNvPr>
          <p:cNvSpPr>
            <a:spLocks/>
          </p:cNvSpPr>
          <p:nvPr/>
        </p:nvSpPr>
        <p:spPr>
          <a:xfrm>
            <a:off x="5989252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F14FBF11-4D01-46F3-947E-0C2F77654B50}"/>
              </a:ext>
            </a:extLst>
          </p:cNvPr>
          <p:cNvSpPr>
            <a:spLocks/>
          </p:cNvSpPr>
          <p:nvPr/>
        </p:nvSpPr>
        <p:spPr>
          <a:xfrm>
            <a:off x="5989252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FCEC1BD5-A085-4D55-81CC-0B2392E7914C}"/>
              </a:ext>
            </a:extLst>
          </p:cNvPr>
          <p:cNvSpPr>
            <a:spLocks/>
          </p:cNvSpPr>
          <p:nvPr/>
        </p:nvSpPr>
        <p:spPr>
          <a:xfrm>
            <a:off x="5989252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1BAD64D2-273B-454C-BC9E-0845F860F083}"/>
              </a:ext>
            </a:extLst>
          </p:cNvPr>
          <p:cNvSpPr>
            <a:spLocks/>
          </p:cNvSpPr>
          <p:nvPr/>
        </p:nvSpPr>
        <p:spPr>
          <a:xfrm>
            <a:off x="5989252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67841631-60AB-4F55-88CA-063EA8129D4B}"/>
              </a:ext>
            </a:extLst>
          </p:cNvPr>
          <p:cNvSpPr>
            <a:spLocks/>
          </p:cNvSpPr>
          <p:nvPr/>
        </p:nvSpPr>
        <p:spPr>
          <a:xfrm>
            <a:off x="5989252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36892AE3-DD18-476B-B51F-6E88D5431D88}"/>
              </a:ext>
            </a:extLst>
          </p:cNvPr>
          <p:cNvSpPr>
            <a:spLocks/>
          </p:cNvSpPr>
          <p:nvPr/>
        </p:nvSpPr>
        <p:spPr>
          <a:xfrm>
            <a:off x="5989252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E89C41B-6E31-4E33-8076-E6AB39FC74F8}"/>
              </a:ext>
            </a:extLst>
          </p:cNvPr>
          <p:cNvSpPr>
            <a:spLocks/>
          </p:cNvSpPr>
          <p:nvPr/>
        </p:nvSpPr>
        <p:spPr>
          <a:xfrm>
            <a:off x="5989252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59040DAC-A580-41CA-A97B-F59EA735B104}"/>
              </a:ext>
            </a:extLst>
          </p:cNvPr>
          <p:cNvSpPr>
            <a:spLocks/>
          </p:cNvSpPr>
          <p:nvPr/>
        </p:nvSpPr>
        <p:spPr>
          <a:xfrm>
            <a:off x="5989252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B234C91B-4724-4C20-B4AE-41F16B7FB96C}"/>
              </a:ext>
            </a:extLst>
          </p:cNvPr>
          <p:cNvSpPr>
            <a:spLocks/>
          </p:cNvSpPr>
          <p:nvPr/>
        </p:nvSpPr>
        <p:spPr>
          <a:xfrm>
            <a:off x="5989252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1266D7AB-CA67-46CD-AA09-68952DC44227}"/>
              </a:ext>
            </a:extLst>
          </p:cNvPr>
          <p:cNvSpPr>
            <a:spLocks/>
          </p:cNvSpPr>
          <p:nvPr/>
        </p:nvSpPr>
        <p:spPr>
          <a:xfrm>
            <a:off x="5989252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D71A38CC-B234-44A1-9351-3740C4E8D747}"/>
              </a:ext>
            </a:extLst>
          </p:cNvPr>
          <p:cNvSpPr>
            <a:spLocks/>
          </p:cNvSpPr>
          <p:nvPr/>
        </p:nvSpPr>
        <p:spPr>
          <a:xfrm>
            <a:off x="5989252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50018B42-3D6E-4C94-82D7-49F4941F6802}"/>
              </a:ext>
            </a:extLst>
          </p:cNvPr>
          <p:cNvSpPr>
            <a:spLocks/>
          </p:cNvSpPr>
          <p:nvPr/>
        </p:nvSpPr>
        <p:spPr>
          <a:xfrm>
            <a:off x="5989252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8A9BEBA8-6714-41D3-90B3-DA8E8C2F79EE}"/>
              </a:ext>
            </a:extLst>
          </p:cNvPr>
          <p:cNvSpPr>
            <a:spLocks/>
          </p:cNvSpPr>
          <p:nvPr/>
        </p:nvSpPr>
        <p:spPr>
          <a:xfrm>
            <a:off x="5989252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E13ED1A5-DD10-4EA8-9612-A563C727EFA1}"/>
              </a:ext>
            </a:extLst>
          </p:cNvPr>
          <p:cNvSpPr>
            <a:spLocks/>
          </p:cNvSpPr>
          <p:nvPr/>
        </p:nvSpPr>
        <p:spPr>
          <a:xfrm>
            <a:off x="5989252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4FBE830C-8B41-4EFE-A1F4-8A8870477543}"/>
              </a:ext>
            </a:extLst>
          </p:cNvPr>
          <p:cNvSpPr>
            <a:spLocks/>
          </p:cNvSpPr>
          <p:nvPr/>
        </p:nvSpPr>
        <p:spPr>
          <a:xfrm>
            <a:off x="5989252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5F83BD9-5404-4900-A2EF-C82BD3C731D8}"/>
              </a:ext>
            </a:extLst>
          </p:cNvPr>
          <p:cNvSpPr>
            <a:spLocks/>
          </p:cNvSpPr>
          <p:nvPr/>
        </p:nvSpPr>
        <p:spPr>
          <a:xfrm>
            <a:off x="5989252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428A6331-72F9-48B5-AB87-A0B7C2C69132}"/>
              </a:ext>
            </a:extLst>
          </p:cNvPr>
          <p:cNvSpPr>
            <a:spLocks/>
          </p:cNvSpPr>
          <p:nvPr/>
        </p:nvSpPr>
        <p:spPr>
          <a:xfrm>
            <a:off x="5989252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5AAC1318-898F-4D07-AC90-6FEC8234906F}"/>
              </a:ext>
            </a:extLst>
          </p:cNvPr>
          <p:cNvSpPr>
            <a:spLocks/>
          </p:cNvSpPr>
          <p:nvPr/>
        </p:nvSpPr>
        <p:spPr>
          <a:xfrm>
            <a:off x="5989252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AD56F9F0-4241-4CB4-B155-680BE5CA69DD}"/>
              </a:ext>
            </a:extLst>
          </p:cNvPr>
          <p:cNvSpPr>
            <a:spLocks/>
          </p:cNvSpPr>
          <p:nvPr/>
        </p:nvSpPr>
        <p:spPr>
          <a:xfrm>
            <a:off x="5989252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28EA5644-FEF4-430E-8C7B-F4F7FBD64BFE}"/>
              </a:ext>
            </a:extLst>
          </p:cNvPr>
          <p:cNvSpPr>
            <a:spLocks/>
          </p:cNvSpPr>
          <p:nvPr/>
        </p:nvSpPr>
        <p:spPr>
          <a:xfrm>
            <a:off x="5989252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DCB72E63-7517-48C2-B00B-D51EB3C3D9BA}"/>
              </a:ext>
            </a:extLst>
          </p:cNvPr>
          <p:cNvSpPr>
            <a:spLocks/>
          </p:cNvSpPr>
          <p:nvPr/>
        </p:nvSpPr>
        <p:spPr>
          <a:xfrm>
            <a:off x="5989252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2E716BC6-1758-41D9-88B9-204467FCA901}"/>
              </a:ext>
            </a:extLst>
          </p:cNvPr>
          <p:cNvSpPr>
            <a:spLocks/>
          </p:cNvSpPr>
          <p:nvPr/>
        </p:nvSpPr>
        <p:spPr>
          <a:xfrm>
            <a:off x="5989252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2683CF9-BBAE-41FB-B37C-C4F4047E3856}"/>
              </a:ext>
            </a:extLst>
          </p:cNvPr>
          <p:cNvSpPr>
            <a:spLocks/>
          </p:cNvSpPr>
          <p:nvPr/>
        </p:nvSpPr>
        <p:spPr>
          <a:xfrm>
            <a:off x="5989252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30B25E99-F500-474B-A06B-9275FBC86B31}"/>
              </a:ext>
            </a:extLst>
          </p:cNvPr>
          <p:cNvSpPr>
            <a:spLocks/>
          </p:cNvSpPr>
          <p:nvPr/>
        </p:nvSpPr>
        <p:spPr>
          <a:xfrm>
            <a:off x="5989252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8D1E2435-5E39-4C0A-AD02-0E3CF2D396A9}"/>
              </a:ext>
            </a:extLst>
          </p:cNvPr>
          <p:cNvSpPr>
            <a:spLocks/>
          </p:cNvSpPr>
          <p:nvPr/>
        </p:nvSpPr>
        <p:spPr>
          <a:xfrm>
            <a:off x="5989252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9FA6973E-7D5A-4B45-9C45-9F54F4085FEF}"/>
              </a:ext>
            </a:extLst>
          </p:cNvPr>
          <p:cNvSpPr>
            <a:spLocks/>
          </p:cNvSpPr>
          <p:nvPr/>
        </p:nvSpPr>
        <p:spPr>
          <a:xfrm>
            <a:off x="5989252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D72BC242-5C32-4ACB-ACAC-705000012B70}"/>
              </a:ext>
            </a:extLst>
          </p:cNvPr>
          <p:cNvSpPr>
            <a:spLocks/>
          </p:cNvSpPr>
          <p:nvPr/>
        </p:nvSpPr>
        <p:spPr>
          <a:xfrm>
            <a:off x="5989252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75B7012D-2417-442E-A5BF-F62329E8A472}"/>
              </a:ext>
            </a:extLst>
          </p:cNvPr>
          <p:cNvSpPr>
            <a:spLocks/>
          </p:cNvSpPr>
          <p:nvPr/>
        </p:nvSpPr>
        <p:spPr>
          <a:xfrm>
            <a:off x="5989252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FE3846DD-EF7F-444E-9B50-E2B6232C26FA}"/>
              </a:ext>
            </a:extLst>
          </p:cNvPr>
          <p:cNvSpPr>
            <a:spLocks/>
          </p:cNvSpPr>
          <p:nvPr/>
        </p:nvSpPr>
        <p:spPr>
          <a:xfrm>
            <a:off x="5989252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88BF0D4B-FEC7-47BF-BD43-7238F4BD4C0B}"/>
              </a:ext>
            </a:extLst>
          </p:cNvPr>
          <p:cNvSpPr>
            <a:spLocks/>
          </p:cNvSpPr>
          <p:nvPr/>
        </p:nvSpPr>
        <p:spPr>
          <a:xfrm>
            <a:off x="5989252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FDE4AE5D-526F-425B-B746-8763E630595E}"/>
              </a:ext>
            </a:extLst>
          </p:cNvPr>
          <p:cNvSpPr>
            <a:spLocks/>
          </p:cNvSpPr>
          <p:nvPr/>
        </p:nvSpPr>
        <p:spPr>
          <a:xfrm>
            <a:off x="5989252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A3DB746F-FCE5-4499-BFFA-20FFC5E4EF38}"/>
              </a:ext>
            </a:extLst>
          </p:cNvPr>
          <p:cNvSpPr>
            <a:spLocks/>
          </p:cNvSpPr>
          <p:nvPr/>
        </p:nvSpPr>
        <p:spPr>
          <a:xfrm>
            <a:off x="5989252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B668138-F2E6-4B86-9D28-C2E5BB275251}"/>
              </a:ext>
            </a:extLst>
          </p:cNvPr>
          <p:cNvSpPr>
            <a:spLocks/>
          </p:cNvSpPr>
          <p:nvPr/>
        </p:nvSpPr>
        <p:spPr>
          <a:xfrm>
            <a:off x="5989252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ED40E329-57DC-43F0-97BD-6B91F7323EC5}"/>
              </a:ext>
            </a:extLst>
          </p:cNvPr>
          <p:cNvSpPr>
            <a:spLocks/>
          </p:cNvSpPr>
          <p:nvPr/>
        </p:nvSpPr>
        <p:spPr>
          <a:xfrm>
            <a:off x="5989252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1024B920-A009-4A43-A169-2F4669C5FD70}"/>
              </a:ext>
            </a:extLst>
          </p:cNvPr>
          <p:cNvSpPr>
            <a:spLocks/>
          </p:cNvSpPr>
          <p:nvPr/>
        </p:nvSpPr>
        <p:spPr>
          <a:xfrm>
            <a:off x="5989252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F17F9407-1D53-4A98-AB21-947A83D3FB46}"/>
              </a:ext>
            </a:extLst>
          </p:cNvPr>
          <p:cNvSpPr>
            <a:spLocks/>
          </p:cNvSpPr>
          <p:nvPr/>
        </p:nvSpPr>
        <p:spPr>
          <a:xfrm>
            <a:off x="5989252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5BA1A9EB-8E0D-4564-AEF8-19596D262722}"/>
              </a:ext>
            </a:extLst>
          </p:cNvPr>
          <p:cNvSpPr>
            <a:spLocks/>
          </p:cNvSpPr>
          <p:nvPr/>
        </p:nvSpPr>
        <p:spPr>
          <a:xfrm>
            <a:off x="5989252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3DD50F7-144F-4193-821E-673912EBAC50}"/>
              </a:ext>
            </a:extLst>
          </p:cNvPr>
          <p:cNvSpPr>
            <a:spLocks/>
          </p:cNvSpPr>
          <p:nvPr/>
        </p:nvSpPr>
        <p:spPr>
          <a:xfrm>
            <a:off x="5989252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4DCC11F3-6CEC-4CB3-9A64-361A5623FDE7}"/>
              </a:ext>
            </a:extLst>
          </p:cNvPr>
          <p:cNvSpPr>
            <a:spLocks/>
          </p:cNvSpPr>
          <p:nvPr/>
        </p:nvSpPr>
        <p:spPr>
          <a:xfrm>
            <a:off x="5989252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FE524EC4-2AF9-4135-B1A3-A58C03E57CB0}"/>
              </a:ext>
            </a:extLst>
          </p:cNvPr>
          <p:cNvSpPr>
            <a:spLocks/>
          </p:cNvSpPr>
          <p:nvPr/>
        </p:nvSpPr>
        <p:spPr>
          <a:xfrm>
            <a:off x="5989252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244FF23-4033-47CF-AB61-F54EE14D38DB}"/>
              </a:ext>
            </a:extLst>
          </p:cNvPr>
          <p:cNvSpPr>
            <a:spLocks/>
          </p:cNvSpPr>
          <p:nvPr/>
        </p:nvSpPr>
        <p:spPr>
          <a:xfrm>
            <a:off x="5989252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2E32496-8BD0-4DBA-B5E4-4E42C7069D88}"/>
              </a:ext>
            </a:extLst>
          </p:cNvPr>
          <p:cNvSpPr>
            <a:spLocks/>
          </p:cNvSpPr>
          <p:nvPr/>
        </p:nvSpPr>
        <p:spPr>
          <a:xfrm>
            <a:off x="5989252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AD19BC0A-C056-4D09-A685-CCF41E0C5C6B}"/>
              </a:ext>
            </a:extLst>
          </p:cNvPr>
          <p:cNvSpPr>
            <a:spLocks/>
          </p:cNvSpPr>
          <p:nvPr/>
        </p:nvSpPr>
        <p:spPr>
          <a:xfrm>
            <a:off x="5989252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91462E30-F9DD-4283-8F69-2612AB81228D}"/>
              </a:ext>
            </a:extLst>
          </p:cNvPr>
          <p:cNvSpPr>
            <a:spLocks/>
          </p:cNvSpPr>
          <p:nvPr/>
        </p:nvSpPr>
        <p:spPr>
          <a:xfrm>
            <a:off x="5989252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5F2FAB68-BCFE-4A84-8C07-1D7A1A4B82DB}"/>
              </a:ext>
            </a:extLst>
          </p:cNvPr>
          <p:cNvSpPr>
            <a:spLocks/>
          </p:cNvSpPr>
          <p:nvPr/>
        </p:nvSpPr>
        <p:spPr>
          <a:xfrm>
            <a:off x="5989252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F776A740-2C97-4216-8E31-F7541262E5FA}"/>
              </a:ext>
            </a:extLst>
          </p:cNvPr>
          <p:cNvSpPr>
            <a:spLocks/>
          </p:cNvSpPr>
          <p:nvPr/>
        </p:nvSpPr>
        <p:spPr>
          <a:xfrm>
            <a:off x="5989252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FD48263-A01B-4B8C-8790-39BECDBDA748}"/>
              </a:ext>
            </a:extLst>
          </p:cNvPr>
          <p:cNvSpPr>
            <a:spLocks/>
          </p:cNvSpPr>
          <p:nvPr/>
        </p:nvSpPr>
        <p:spPr>
          <a:xfrm>
            <a:off x="5989252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85E5E04-9887-4BC9-91F2-E2C01334FD93}"/>
              </a:ext>
            </a:extLst>
          </p:cNvPr>
          <p:cNvSpPr>
            <a:spLocks/>
          </p:cNvSpPr>
          <p:nvPr/>
        </p:nvSpPr>
        <p:spPr>
          <a:xfrm>
            <a:off x="5989252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BEB6E0C-C93A-4A09-8B78-5D33B432134C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7F397078-9D69-4BEF-B418-2A0366BBC773}"/>
              </a:ext>
            </a:extLst>
          </p:cNvPr>
          <p:cNvSpPr>
            <a:spLocks/>
          </p:cNvSpPr>
          <p:nvPr/>
        </p:nvSpPr>
        <p:spPr>
          <a:xfrm>
            <a:off x="6079739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B5660C42-BC0C-40AC-B8F1-52997A6E3AAD}"/>
              </a:ext>
            </a:extLst>
          </p:cNvPr>
          <p:cNvSpPr>
            <a:spLocks/>
          </p:cNvSpPr>
          <p:nvPr/>
        </p:nvSpPr>
        <p:spPr>
          <a:xfrm>
            <a:off x="6177279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A6B6FB52-000A-40E0-92E3-76E10777E653}"/>
              </a:ext>
            </a:extLst>
          </p:cNvPr>
          <p:cNvSpPr>
            <a:spLocks/>
          </p:cNvSpPr>
          <p:nvPr/>
        </p:nvSpPr>
        <p:spPr>
          <a:xfrm>
            <a:off x="6079739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4F28868-ADF4-404C-9342-B87595C6157F}"/>
              </a:ext>
            </a:extLst>
          </p:cNvPr>
          <p:cNvSpPr>
            <a:spLocks/>
          </p:cNvSpPr>
          <p:nvPr/>
        </p:nvSpPr>
        <p:spPr>
          <a:xfrm>
            <a:off x="6177279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B52523D2-8A9D-4318-B21A-3C7A4EBCFDAE}"/>
              </a:ext>
            </a:extLst>
          </p:cNvPr>
          <p:cNvSpPr>
            <a:spLocks/>
          </p:cNvSpPr>
          <p:nvPr/>
        </p:nvSpPr>
        <p:spPr>
          <a:xfrm>
            <a:off x="6079739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EF303F83-3CD1-4556-948B-4F26A4634FA4}"/>
              </a:ext>
            </a:extLst>
          </p:cNvPr>
          <p:cNvSpPr>
            <a:spLocks/>
          </p:cNvSpPr>
          <p:nvPr/>
        </p:nvSpPr>
        <p:spPr>
          <a:xfrm>
            <a:off x="6177279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DA1EA401-AF5F-4A96-8F36-F9BF287B5476}"/>
              </a:ext>
            </a:extLst>
          </p:cNvPr>
          <p:cNvSpPr>
            <a:spLocks/>
          </p:cNvSpPr>
          <p:nvPr/>
        </p:nvSpPr>
        <p:spPr>
          <a:xfrm>
            <a:off x="6079739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1CA99450-E315-4871-9FCA-799A5BFE1096}"/>
              </a:ext>
            </a:extLst>
          </p:cNvPr>
          <p:cNvSpPr>
            <a:spLocks/>
          </p:cNvSpPr>
          <p:nvPr/>
        </p:nvSpPr>
        <p:spPr>
          <a:xfrm>
            <a:off x="6177279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D52160FA-D18A-4278-862D-1B4554A85CDE}"/>
              </a:ext>
            </a:extLst>
          </p:cNvPr>
          <p:cNvSpPr>
            <a:spLocks/>
          </p:cNvSpPr>
          <p:nvPr/>
        </p:nvSpPr>
        <p:spPr>
          <a:xfrm rot="-5400000">
            <a:off x="6009664" y="246110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A55C864-FD02-4312-97EC-987C31D543BD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C62F8F8-8AB6-4E62-8602-D51AEBBC5FB7}"/>
              </a:ext>
            </a:extLst>
          </p:cNvPr>
          <p:cNvSpPr>
            <a:spLocks/>
          </p:cNvSpPr>
          <p:nvPr/>
        </p:nvSpPr>
        <p:spPr>
          <a:xfrm>
            <a:off x="742323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A4F523E9-12F9-40B9-9D6F-EA822B58D734}"/>
              </a:ext>
            </a:extLst>
          </p:cNvPr>
          <p:cNvSpPr>
            <a:spLocks/>
          </p:cNvSpPr>
          <p:nvPr/>
        </p:nvSpPr>
        <p:spPr>
          <a:xfrm>
            <a:off x="706313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21AF802A-2544-4E92-803A-CBC468D9B3B8}"/>
              </a:ext>
            </a:extLst>
          </p:cNvPr>
          <p:cNvSpPr>
            <a:spLocks/>
          </p:cNvSpPr>
          <p:nvPr/>
        </p:nvSpPr>
        <p:spPr>
          <a:xfrm>
            <a:off x="7187181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28ADC9B5-5F29-4067-9F44-1F4A75DE3565}"/>
              </a:ext>
            </a:extLst>
          </p:cNvPr>
          <p:cNvSpPr>
            <a:spLocks/>
          </p:cNvSpPr>
          <p:nvPr/>
        </p:nvSpPr>
        <p:spPr>
          <a:xfrm>
            <a:off x="846174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B37A6441-2EE2-4F08-B439-0F088A55E5C1}"/>
              </a:ext>
            </a:extLst>
          </p:cNvPr>
          <p:cNvSpPr>
            <a:spLocks/>
          </p:cNvSpPr>
          <p:nvPr/>
        </p:nvSpPr>
        <p:spPr>
          <a:xfrm>
            <a:off x="810164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5BE5D86E-112C-48B6-BEA0-496B1B859217}"/>
              </a:ext>
            </a:extLst>
          </p:cNvPr>
          <p:cNvSpPr>
            <a:spLocks/>
          </p:cNvSpPr>
          <p:nvPr/>
        </p:nvSpPr>
        <p:spPr>
          <a:xfrm>
            <a:off x="8320839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EA046DD6-33B4-48D2-A2C7-7757BE558980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FDB1A37C-33B1-410D-8B08-D53BCC6BBB21}"/>
              </a:ext>
            </a:extLst>
          </p:cNvPr>
          <p:cNvSpPr>
            <a:spLocks/>
          </p:cNvSpPr>
          <p:nvPr/>
        </p:nvSpPr>
        <p:spPr>
          <a:xfrm>
            <a:off x="6960961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051296F5-FFA7-49D1-A414-1335DC917EF0}"/>
              </a:ext>
            </a:extLst>
          </p:cNvPr>
          <p:cNvSpPr>
            <a:spLocks/>
          </p:cNvSpPr>
          <p:nvPr/>
        </p:nvSpPr>
        <p:spPr>
          <a:xfrm>
            <a:off x="6737238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0F2B4E3A-293F-4869-AE1C-A79F1B0EB097}"/>
              </a:ext>
            </a:extLst>
          </p:cNvPr>
          <p:cNvSpPr>
            <a:spLocks/>
          </p:cNvSpPr>
          <p:nvPr/>
        </p:nvSpPr>
        <p:spPr>
          <a:xfrm>
            <a:off x="7005297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46B2947F-0F5E-4042-B711-A92C07A51F28}"/>
              </a:ext>
            </a:extLst>
          </p:cNvPr>
          <p:cNvSpPr>
            <a:spLocks/>
          </p:cNvSpPr>
          <p:nvPr/>
        </p:nvSpPr>
        <p:spPr>
          <a:xfrm>
            <a:off x="6960961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52EF15BC-3D65-40A5-A204-72D2A4BD0CE4}"/>
              </a:ext>
            </a:extLst>
          </p:cNvPr>
          <p:cNvSpPr>
            <a:spLocks/>
          </p:cNvSpPr>
          <p:nvPr/>
        </p:nvSpPr>
        <p:spPr>
          <a:xfrm>
            <a:off x="6737238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7FAE7774-53FB-44D9-B8EA-31F4EB9B9B74}"/>
              </a:ext>
            </a:extLst>
          </p:cNvPr>
          <p:cNvSpPr>
            <a:spLocks/>
          </p:cNvSpPr>
          <p:nvPr/>
        </p:nvSpPr>
        <p:spPr>
          <a:xfrm>
            <a:off x="7005297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0DA35F74-3D2A-496A-A004-9168666AED9F}"/>
              </a:ext>
            </a:extLst>
          </p:cNvPr>
          <p:cNvSpPr>
            <a:spLocks/>
          </p:cNvSpPr>
          <p:nvPr/>
        </p:nvSpPr>
        <p:spPr>
          <a:xfrm>
            <a:off x="6960961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314A383B-FABE-4DF5-84EB-54BBCA4636BD}"/>
              </a:ext>
            </a:extLst>
          </p:cNvPr>
          <p:cNvSpPr>
            <a:spLocks/>
          </p:cNvSpPr>
          <p:nvPr/>
        </p:nvSpPr>
        <p:spPr>
          <a:xfrm>
            <a:off x="6737238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4CC6A820-5DF2-4257-802C-64E60480FFCF}"/>
              </a:ext>
            </a:extLst>
          </p:cNvPr>
          <p:cNvSpPr>
            <a:spLocks/>
          </p:cNvSpPr>
          <p:nvPr/>
        </p:nvSpPr>
        <p:spPr>
          <a:xfrm rot="-5400000">
            <a:off x="6468030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FD68E2C0-167E-4B1E-9919-46335180BCAA}"/>
              </a:ext>
            </a:extLst>
          </p:cNvPr>
          <p:cNvSpPr>
            <a:spLocks/>
          </p:cNvSpPr>
          <p:nvPr/>
        </p:nvSpPr>
        <p:spPr>
          <a:xfrm>
            <a:off x="70762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ECA190FB-596B-480D-A4A5-8ECD518B69C1}"/>
              </a:ext>
            </a:extLst>
          </p:cNvPr>
          <p:cNvSpPr>
            <a:spLocks/>
          </p:cNvSpPr>
          <p:nvPr/>
        </p:nvSpPr>
        <p:spPr>
          <a:xfrm>
            <a:off x="732951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A955A08-B786-4B84-9BFB-9081B0AF5413}"/>
              </a:ext>
            </a:extLst>
          </p:cNvPr>
          <p:cNvSpPr>
            <a:spLocks/>
          </p:cNvSpPr>
          <p:nvPr/>
        </p:nvSpPr>
        <p:spPr>
          <a:xfrm>
            <a:off x="758281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14FBD7E5-3CF6-41DB-B3F7-E95D5F1B639F}"/>
              </a:ext>
            </a:extLst>
          </p:cNvPr>
          <p:cNvSpPr>
            <a:spLocks/>
          </p:cNvSpPr>
          <p:nvPr/>
        </p:nvSpPr>
        <p:spPr>
          <a:xfrm>
            <a:off x="811473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6419B446-21C7-417B-9345-8A3AC459AA33}"/>
              </a:ext>
            </a:extLst>
          </p:cNvPr>
          <p:cNvSpPr>
            <a:spLocks/>
          </p:cNvSpPr>
          <p:nvPr/>
        </p:nvSpPr>
        <p:spPr>
          <a:xfrm>
            <a:off x="836802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A36B2A9E-7E88-4F83-B170-0884F9056E09}"/>
              </a:ext>
            </a:extLst>
          </p:cNvPr>
          <p:cNvSpPr>
            <a:spLocks/>
          </p:cNvSpPr>
          <p:nvPr/>
        </p:nvSpPr>
        <p:spPr>
          <a:xfrm>
            <a:off x="86213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1F1E8D50-8C50-4BF2-BDF8-43DE49B20D3F}"/>
              </a:ext>
            </a:extLst>
          </p:cNvPr>
          <p:cNvSpPr>
            <a:spLocks/>
          </p:cNvSpPr>
          <p:nvPr/>
        </p:nvSpPr>
        <p:spPr>
          <a:xfrm>
            <a:off x="72066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4EB53A63-7E34-4AF2-B228-1C9EED753876}"/>
              </a:ext>
            </a:extLst>
          </p:cNvPr>
          <p:cNvSpPr>
            <a:spLocks/>
          </p:cNvSpPr>
          <p:nvPr/>
        </p:nvSpPr>
        <p:spPr>
          <a:xfrm>
            <a:off x="7173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5864E03E-7A62-47F0-99FF-7C0C446F49C6}"/>
              </a:ext>
            </a:extLst>
          </p:cNvPr>
          <p:cNvSpPr>
            <a:spLocks/>
          </p:cNvSpPr>
          <p:nvPr/>
        </p:nvSpPr>
        <p:spPr>
          <a:xfrm>
            <a:off x="709603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2B0CAEC9-A4D2-4AA1-89D1-344B100687CB}"/>
              </a:ext>
            </a:extLst>
          </p:cNvPr>
          <p:cNvSpPr>
            <a:spLocks/>
          </p:cNvSpPr>
          <p:nvPr/>
        </p:nvSpPr>
        <p:spPr>
          <a:xfrm>
            <a:off x="7130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2C59E05B-BF58-48BA-8F71-CD1FDD04F622}"/>
              </a:ext>
            </a:extLst>
          </p:cNvPr>
          <p:cNvSpPr>
            <a:spLocks/>
          </p:cNvSpPr>
          <p:nvPr/>
        </p:nvSpPr>
        <p:spPr>
          <a:xfrm>
            <a:off x="712319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CA560704-7A26-4D21-A5E7-1B835D7B0A3D}"/>
              </a:ext>
            </a:extLst>
          </p:cNvPr>
          <p:cNvSpPr>
            <a:spLocks/>
          </p:cNvSpPr>
          <p:nvPr/>
        </p:nvSpPr>
        <p:spPr>
          <a:xfrm>
            <a:off x="71161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F027EBFE-3A62-483A-96D7-DE6EB1D257F3}"/>
              </a:ext>
            </a:extLst>
          </p:cNvPr>
          <p:cNvSpPr>
            <a:spLocks/>
          </p:cNvSpPr>
          <p:nvPr/>
        </p:nvSpPr>
        <p:spPr>
          <a:xfrm>
            <a:off x="71619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85F2897E-9672-49BF-BB3C-F96E3BE07D8D}"/>
              </a:ext>
            </a:extLst>
          </p:cNvPr>
          <p:cNvSpPr>
            <a:spLocks/>
          </p:cNvSpPr>
          <p:nvPr/>
        </p:nvSpPr>
        <p:spPr>
          <a:xfrm>
            <a:off x="7125613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CC4BA5A6-4A68-49D5-971F-BBD952026C16}"/>
              </a:ext>
            </a:extLst>
          </p:cNvPr>
          <p:cNvSpPr>
            <a:spLocks/>
          </p:cNvSpPr>
          <p:nvPr/>
        </p:nvSpPr>
        <p:spPr>
          <a:xfrm>
            <a:off x="71947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5281D348-9E54-4370-9E0A-E95128388BC4}"/>
              </a:ext>
            </a:extLst>
          </p:cNvPr>
          <p:cNvSpPr>
            <a:spLocks/>
          </p:cNvSpPr>
          <p:nvPr/>
        </p:nvSpPr>
        <p:spPr>
          <a:xfrm>
            <a:off x="714608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462DF2-DAD7-4BF8-A26F-5A5354846DAD}"/>
              </a:ext>
            </a:extLst>
          </p:cNvPr>
          <p:cNvSpPr>
            <a:spLocks/>
          </p:cNvSpPr>
          <p:nvPr/>
        </p:nvSpPr>
        <p:spPr>
          <a:xfrm>
            <a:off x="7125393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5C7BE94F-9A9B-4F7D-97D8-7E26C9B94785}"/>
              </a:ext>
            </a:extLst>
          </p:cNvPr>
          <p:cNvSpPr>
            <a:spLocks/>
          </p:cNvSpPr>
          <p:nvPr/>
        </p:nvSpPr>
        <p:spPr>
          <a:xfrm>
            <a:off x="7198433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DCE7C17-4CE5-4CC3-A0EC-BF75454C01B9}"/>
              </a:ext>
            </a:extLst>
          </p:cNvPr>
          <p:cNvSpPr>
            <a:spLocks/>
          </p:cNvSpPr>
          <p:nvPr/>
        </p:nvSpPr>
        <p:spPr>
          <a:xfrm>
            <a:off x="7188829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1A1D606-8DB0-4DF6-82A1-C587F4B6A027}"/>
              </a:ext>
            </a:extLst>
          </p:cNvPr>
          <p:cNvSpPr>
            <a:spLocks/>
          </p:cNvSpPr>
          <p:nvPr/>
        </p:nvSpPr>
        <p:spPr>
          <a:xfrm>
            <a:off x="7205044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FEEA9A08-F826-4F8B-9891-192892FD8BDC}"/>
              </a:ext>
            </a:extLst>
          </p:cNvPr>
          <p:cNvSpPr>
            <a:spLocks/>
          </p:cNvSpPr>
          <p:nvPr/>
        </p:nvSpPr>
        <p:spPr>
          <a:xfrm>
            <a:off x="7137789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28531BC-F991-478C-80B8-7272BFC1CA26}"/>
              </a:ext>
            </a:extLst>
          </p:cNvPr>
          <p:cNvSpPr>
            <a:spLocks/>
          </p:cNvSpPr>
          <p:nvPr/>
        </p:nvSpPr>
        <p:spPr>
          <a:xfrm>
            <a:off x="717554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873F0D96-D59E-4784-8DBA-0A65B3E12C74}"/>
              </a:ext>
            </a:extLst>
          </p:cNvPr>
          <p:cNvSpPr>
            <a:spLocks/>
          </p:cNvSpPr>
          <p:nvPr/>
        </p:nvSpPr>
        <p:spPr>
          <a:xfrm>
            <a:off x="7125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6BD9253-AFF7-49EC-BAFB-D68545B4F075}"/>
              </a:ext>
            </a:extLst>
          </p:cNvPr>
          <p:cNvSpPr>
            <a:spLocks/>
          </p:cNvSpPr>
          <p:nvPr/>
        </p:nvSpPr>
        <p:spPr>
          <a:xfrm>
            <a:off x="721276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3661D589-9E0A-4EB6-AA16-57C7169DF3B6}"/>
              </a:ext>
            </a:extLst>
          </p:cNvPr>
          <p:cNvSpPr>
            <a:spLocks/>
          </p:cNvSpPr>
          <p:nvPr/>
        </p:nvSpPr>
        <p:spPr>
          <a:xfrm>
            <a:off x="7180388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C2F26B8A-89CB-4702-8150-B064C0B29BCE}"/>
              </a:ext>
            </a:extLst>
          </p:cNvPr>
          <p:cNvSpPr>
            <a:spLocks/>
          </p:cNvSpPr>
          <p:nvPr/>
        </p:nvSpPr>
        <p:spPr>
          <a:xfrm>
            <a:off x="7212705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A96F19FF-D435-4B8E-9876-B9ABE9B07784}"/>
              </a:ext>
            </a:extLst>
          </p:cNvPr>
          <p:cNvSpPr>
            <a:spLocks/>
          </p:cNvSpPr>
          <p:nvPr/>
        </p:nvSpPr>
        <p:spPr>
          <a:xfrm>
            <a:off x="7106676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925FAF0-EBF5-4160-98DB-A0B9D7B198C1}"/>
              </a:ext>
            </a:extLst>
          </p:cNvPr>
          <p:cNvSpPr>
            <a:spLocks/>
          </p:cNvSpPr>
          <p:nvPr/>
        </p:nvSpPr>
        <p:spPr>
          <a:xfrm>
            <a:off x="7118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008F3001-15A5-4E94-AE6F-6D23F6A18FE4}"/>
              </a:ext>
            </a:extLst>
          </p:cNvPr>
          <p:cNvSpPr>
            <a:spLocks/>
          </p:cNvSpPr>
          <p:nvPr/>
        </p:nvSpPr>
        <p:spPr>
          <a:xfrm>
            <a:off x="717496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325716E-7B36-4FF2-BD99-15B86214B525}"/>
              </a:ext>
            </a:extLst>
          </p:cNvPr>
          <p:cNvSpPr>
            <a:spLocks/>
          </p:cNvSpPr>
          <p:nvPr/>
        </p:nvSpPr>
        <p:spPr>
          <a:xfrm>
            <a:off x="713452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E1EBB14-3796-4CCB-9245-B64E63028195}"/>
              </a:ext>
            </a:extLst>
          </p:cNvPr>
          <p:cNvSpPr>
            <a:spLocks/>
          </p:cNvSpPr>
          <p:nvPr/>
        </p:nvSpPr>
        <p:spPr>
          <a:xfrm>
            <a:off x="71856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337EA980-A03F-4ECF-BEC4-E8DAE45C43F1}"/>
              </a:ext>
            </a:extLst>
          </p:cNvPr>
          <p:cNvSpPr>
            <a:spLocks/>
          </p:cNvSpPr>
          <p:nvPr/>
        </p:nvSpPr>
        <p:spPr>
          <a:xfrm>
            <a:off x="709625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B54DFE88-CC44-49F2-B60E-7E469C83BBC6}"/>
              </a:ext>
            </a:extLst>
          </p:cNvPr>
          <p:cNvSpPr>
            <a:spLocks/>
          </p:cNvSpPr>
          <p:nvPr/>
        </p:nvSpPr>
        <p:spPr>
          <a:xfrm>
            <a:off x="71081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7F2B935-8F8E-4B0E-8646-92AB3A604E7F}"/>
              </a:ext>
            </a:extLst>
          </p:cNvPr>
          <p:cNvSpPr>
            <a:spLocks/>
          </p:cNvSpPr>
          <p:nvPr/>
        </p:nvSpPr>
        <p:spPr>
          <a:xfrm>
            <a:off x="71338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4AF50469-E2EE-43A4-8149-44186C0F5B97}"/>
              </a:ext>
            </a:extLst>
          </p:cNvPr>
          <p:cNvSpPr>
            <a:spLocks/>
          </p:cNvSpPr>
          <p:nvPr/>
        </p:nvSpPr>
        <p:spPr>
          <a:xfrm>
            <a:off x="710713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0FA69BDB-8992-420E-B394-51F500BD9119}"/>
              </a:ext>
            </a:extLst>
          </p:cNvPr>
          <p:cNvSpPr>
            <a:spLocks/>
          </p:cNvSpPr>
          <p:nvPr/>
        </p:nvSpPr>
        <p:spPr>
          <a:xfrm>
            <a:off x="7206883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71AFDFA9-208F-45F3-A7EB-6590F7B0F7B0}"/>
              </a:ext>
            </a:extLst>
          </p:cNvPr>
          <p:cNvSpPr>
            <a:spLocks/>
          </p:cNvSpPr>
          <p:nvPr/>
        </p:nvSpPr>
        <p:spPr>
          <a:xfrm>
            <a:off x="72025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88652398-69B2-4909-8873-F58FCF6A4C45}"/>
              </a:ext>
            </a:extLst>
          </p:cNvPr>
          <p:cNvSpPr>
            <a:spLocks/>
          </p:cNvSpPr>
          <p:nvPr/>
        </p:nvSpPr>
        <p:spPr>
          <a:xfrm>
            <a:off x="7175146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1B837DD-A2F7-4129-99B1-0F3C03261CAE}"/>
              </a:ext>
            </a:extLst>
          </p:cNvPr>
          <p:cNvSpPr>
            <a:spLocks/>
          </p:cNvSpPr>
          <p:nvPr/>
        </p:nvSpPr>
        <p:spPr>
          <a:xfrm>
            <a:off x="7182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90D9240D-341C-42ED-A28C-54E35993A224}"/>
              </a:ext>
            </a:extLst>
          </p:cNvPr>
          <p:cNvSpPr>
            <a:spLocks/>
          </p:cNvSpPr>
          <p:nvPr/>
        </p:nvSpPr>
        <p:spPr>
          <a:xfrm>
            <a:off x="715828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D3E8A096-7592-4B31-92AD-9F513E15C825}"/>
              </a:ext>
            </a:extLst>
          </p:cNvPr>
          <p:cNvSpPr>
            <a:spLocks/>
          </p:cNvSpPr>
          <p:nvPr/>
        </p:nvSpPr>
        <p:spPr>
          <a:xfrm>
            <a:off x="7122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494E0C1B-1528-47F7-AD21-0BD43B168092}"/>
              </a:ext>
            </a:extLst>
          </p:cNvPr>
          <p:cNvSpPr>
            <a:spLocks/>
          </p:cNvSpPr>
          <p:nvPr/>
        </p:nvSpPr>
        <p:spPr>
          <a:xfrm>
            <a:off x="71038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6FE6F742-19B7-4033-9F23-0E389B1BFB81}"/>
              </a:ext>
            </a:extLst>
          </p:cNvPr>
          <p:cNvSpPr>
            <a:spLocks/>
          </p:cNvSpPr>
          <p:nvPr/>
        </p:nvSpPr>
        <p:spPr>
          <a:xfrm>
            <a:off x="72112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28DA229-5DD3-46A2-A2BF-370DD6502ADF}"/>
              </a:ext>
            </a:extLst>
          </p:cNvPr>
          <p:cNvSpPr>
            <a:spLocks/>
          </p:cNvSpPr>
          <p:nvPr/>
        </p:nvSpPr>
        <p:spPr>
          <a:xfrm>
            <a:off x="7120803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99579D91-5915-4A79-969D-75E384CF3912}"/>
              </a:ext>
            </a:extLst>
          </p:cNvPr>
          <p:cNvSpPr>
            <a:spLocks/>
          </p:cNvSpPr>
          <p:nvPr/>
        </p:nvSpPr>
        <p:spPr>
          <a:xfrm>
            <a:off x="71900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246F5852-6F92-492C-888B-FE18EAA53C02}"/>
              </a:ext>
            </a:extLst>
          </p:cNvPr>
          <p:cNvSpPr>
            <a:spLocks/>
          </p:cNvSpPr>
          <p:nvPr/>
        </p:nvSpPr>
        <p:spPr>
          <a:xfrm>
            <a:off x="711578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82013D58-DA00-41AC-8F2F-402A6CD505E1}"/>
              </a:ext>
            </a:extLst>
          </p:cNvPr>
          <p:cNvSpPr>
            <a:spLocks/>
          </p:cNvSpPr>
          <p:nvPr/>
        </p:nvSpPr>
        <p:spPr>
          <a:xfrm>
            <a:off x="72031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CA27386D-56AD-45F9-BC9A-477A999E1D10}"/>
              </a:ext>
            </a:extLst>
          </p:cNvPr>
          <p:cNvSpPr>
            <a:spLocks/>
          </p:cNvSpPr>
          <p:nvPr/>
        </p:nvSpPr>
        <p:spPr>
          <a:xfrm>
            <a:off x="7182200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D47348FB-2D97-4355-9C89-FB7CA20ED3D1}"/>
              </a:ext>
            </a:extLst>
          </p:cNvPr>
          <p:cNvSpPr>
            <a:spLocks/>
          </p:cNvSpPr>
          <p:nvPr/>
        </p:nvSpPr>
        <p:spPr>
          <a:xfrm>
            <a:off x="71881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47C4FC94-9209-4D58-9593-EE505E1183DD}"/>
              </a:ext>
            </a:extLst>
          </p:cNvPr>
          <p:cNvSpPr>
            <a:spLocks/>
          </p:cNvSpPr>
          <p:nvPr/>
        </p:nvSpPr>
        <p:spPr>
          <a:xfrm>
            <a:off x="7169226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88B72B6-4489-420A-BD6C-02E35D82D551}"/>
              </a:ext>
            </a:extLst>
          </p:cNvPr>
          <p:cNvSpPr>
            <a:spLocks/>
          </p:cNvSpPr>
          <p:nvPr/>
        </p:nvSpPr>
        <p:spPr>
          <a:xfrm>
            <a:off x="71265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EDE75364-05F0-433C-AB95-69691983EA7A}"/>
              </a:ext>
            </a:extLst>
          </p:cNvPr>
          <p:cNvSpPr>
            <a:spLocks/>
          </p:cNvSpPr>
          <p:nvPr/>
        </p:nvSpPr>
        <p:spPr>
          <a:xfrm>
            <a:off x="7140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C97EB2A3-779C-4467-A646-203ACACFF700}"/>
              </a:ext>
            </a:extLst>
          </p:cNvPr>
          <p:cNvSpPr>
            <a:spLocks/>
          </p:cNvSpPr>
          <p:nvPr/>
        </p:nvSpPr>
        <p:spPr>
          <a:xfrm>
            <a:off x="716669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4B6C3CFB-EEDA-45E5-863C-2BAACB520115}"/>
              </a:ext>
            </a:extLst>
          </p:cNvPr>
          <p:cNvSpPr>
            <a:spLocks/>
          </p:cNvSpPr>
          <p:nvPr/>
        </p:nvSpPr>
        <p:spPr>
          <a:xfrm>
            <a:off x="71294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1FC2EA5-8C4F-4846-B85C-C94B86250429}"/>
              </a:ext>
            </a:extLst>
          </p:cNvPr>
          <p:cNvSpPr>
            <a:spLocks/>
          </p:cNvSpPr>
          <p:nvPr/>
        </p:nvSpPr>
        <p:spPr>
          <a:xfrm>
            <a:off x="719867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E1652C99-E0DC-4907-AD38-2929167371EC}"/>
              </a:ext>
            </a:extLst>
          </p:cNvPr>
          <p:cNvSpPr>
            <a:spLocks/>
          </p:cNvSpPr>
          <p:nvPr/>
        </p:nvSpPr>
        <p:spPr>
          <a:xfrm>
            <a:off x="7148610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17E836BE-5D29-45A8-A691-95C95951BE5A}"/>
              </a:ext>
            </a:extLst>
          </p:cNvPr>
          <p:cNvSpPr>
            <a:spLocks/>
          </p:cNvSpPr>
          <p:nvPr/>
        </p:nvSpPr>
        <p:spPr>
          <a:xfrm>
            <a:off x="7159745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3C2B2BE1-DDC2-4371-AA9A-64ACE7CE045E}"/>
              </a:ext>
            </a:extLst>
          </p:cNvPr>
          <p:cNvSpPr>
            <a:spLocks/>
          </p:cNvSpPr>
          <p:nvPr/>
        </p:nvSpPr>
        <p:spPr>
          <a:xfrm>
            <a:off x="70927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E1BE0856-8269-4403-81F9-CD9495676DD7}"/>
              </a:ext>
            </a:extLst>
          </p:cNvPr>
          <p:cNvSpPr>
            <a:spLocks/>
          </p:cNvSpPr>
          <p:nvPr/>
        </p:nvSpPr>
        <p:spPr>
          <a:xfrm>
            <a:off x="7131516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22CB561-E468-43FB-947E-C07DDE84D97E}"/>
              </a:ext>
            </a:extLst>
          </p:cNvPr>
          <p:cNvSpPr>
            <a:spLocks/>
          </p:cNvSpPr>
          <p:nvPr/>
        </p:nvSpPr>
        <p:spPr>
          <a:xfrm>
            <a:off x="7140436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C01FEC2E-8E83-4D9F-80A0-F52F0FD4EAC6}"/>
              </a:ext>
            </a:extLst>
          </p:cNvPr>
          <p:cNvSpPr>
            <a:spLocks/>
          </p:cNvSpPr>
          <p:nvPr/>
        </p:nvSpPr>
        <p:spPr>
          <a:xfrm>
            <a:off x="711626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F501828C-8B71-4428-8475-41544CD86ECE}"/>
              </a:ext>
            </a:extLst>
          </p:cNvPr>
          <p:cNvSpPr>
            <a:spLocks/>
          </p:cNvSpPr>
          <p:nvPr/>
        </p:nvSpPr>
        <p:spPr>
          <a:xfrm>
            <a:off x="711065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0DBD319-5252-4C26-9807-EA2387658338}"/>
              </a:ext>
            </a:extLst>
          </p:cNvPr>
          <p:cNvSpPr>
            <a:spLocks/>
          </p:cNvSpPr>
          <p:nvPr/>
        </p:nvSpPr>
        <p:spPr>
          <a:xfrm>
            <a:off x="7209922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D33FE77D-D9FE-42D7-9029-3EEF68DE6210}"/>
              </a:ext>
            </a:extLst>
          </p:cNvPr>
          <p:cNvSpPr>
            <a:spLocks/>
          </p:cNvSpPr>
          <p:nvPr/>
        </p:nvSpPr>
        <p:spPr>
          <a:xfrm>
            <a:off x="710105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B1385ADB-7C32-4819-B4A1-A69A35667453}"/>
              </a:ext>
            </a:extLst>
          </p:cNvPr>
          <p:cNvSpPr>
            <a:spLocks/>
          </p:cNvSpPr>
          <p:nvPr/>
        </p:nvSpPr>
        <p:spPr>
          <a:xfrm>
            <a:off x="7102351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D8BAE62C-6DFB-49DB-8068-A2912DCB2804}"/>
              </a:ext>
            </a:extLst>
          </p:cNvPr>
          <p:cNvSpPr>
            <a:spLocks/>
          </p:cNvSpPr>
          <p:nvPr/>
        </p:nvSpPr>
        <p:spPr>
          <a:xfrm>
            <a:off x="7185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49C3AA3B-6674-473E-AB1C-8336FAF81E42}"/>
              </a:ext>
            </a:extLst>
          </p:cNvPr>
          <p:cNvSpPr>
            <a:spLocks/>
          </p:cNvSpPr>
          <p:nvPr/>
        </p:nvSpPr>
        <p:spPr>
          <a:xfrm>
            <a:off x="71007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EF3D2DE8-237F-43B7-8583-77A0020F8C95}"/>
              </a:ext>
            </a:extLst>
          </p:cNvPr>
          <p:cNvSpPr>
            <a:spLocks/>
          </p:cNvSpPr>
          <p:nvPr/>
        </p:nvSpPr>
        <p:spPr>
          <a:xfrm>
            <a:off x="71749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C7F0479-1F4A-4672-8ADA-1FDD70AD46D5}"/>
              </a:ext>
            </a:extLst>
          </p:cNvPr>
          <p:cNvSpPr>
            <a:spLocks/>
          </p:cNvSpPr>
          <p:nvPr/>
        </p:nvSpPr>
        <p:spPr>
          <a:xfrm>
            <a:off x="70958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472352B1-A8D8-4D20-AB42-681303E50E0E}"/>
              </a:ext>
            </a:extLst>
          </p:cNvPr>
          <p:cNvSpPr>
            <a:spLocks/>
          </p:cNvSpPr>
          <p:nvPr/>
        </p:nvSpPr>
        <p:spPr>
          <a:xfrm>
            <a:off x="71684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5B0DCF97-E83F-4CA3-8F05-D57BCDE0EC95}"/>
              </a:ext>
            </a:extLst>
          </p:cNvPr>
          <p:cNvSpPr>
            <a:spLocks/>
          </p:cNvSpPr>
          <p:nvPr/>
        </p:nvSpPr>
        <p:spPr>
          <a:xfrm>
            <a:off x="71631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6A9B3239-194D-4513-8E8E-0256AEB16DC5}"/>
              </a:ext>
            </a:extLst>
          </p:cNvPr>
          <p:cNvSpPr>
            <a:spLocks/>
          </p:cNvSpPr>
          <p:nvPr/>
        </p:nvSpPr>
        <p:spPr>
          <a:xfrm>
            <a:off x="718846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3C6B944D-1192-499F-9FA4-F3B8EF91F0B3}"/>
              </a:ext>
            </a:extLst>
          </p:cNvPr>
          <p:cNvSpPr>
            <a:spLocks/>
          </p:cNvSpPr>
          <p:nvPr/>
        </p:nvSpPr>
        <p:spPr>
          <a:xfrm>
            <a:off x="71511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0239EE7C-AD6B-487E-96DE-FA7D86A5146B}"/>
              </a:ext>
            </a:extLst>
          </p:cNvPr>
          <p:cNvSpPr>
            <a:spLocks/>
          </p:cNvSpPr>
          <p:nvPr/>
        </p:nvSpPr>
        <p:spPr>
          <a:xfrm>
            <a:off x="7111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BFD4F32-C934-42B4-84AA-7C97130C8A44}"/>
              </a:ext>
            </a:extLst>
          </p:cNvPr>
          <p:cNvSpPr>
            <a:spLocks/>
          </p:cNvSpPr>
          <p:nvPr/>
        </p:nvSpPr>
        <p:spPr>
          <a:xfrm>
            <a:off x="720408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CFE0B7FE-1304-45A6-A7B5-7D415CCB2CC7}"/>
              </a:ext>
            </a:extLst>
          </p:cNvPr>
          <p:cNvSpPr>
            <a:spLocks/>
          </p:cNvSpPr>
          <p:nvPr/>
        </p:nvSpPr>
        <p:spPr>
          <a:xfrm>
            <a:off x="7098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6F6FABF8-D0C1-401D-9184-8D32BD1373E9}"/>
              </a:ext>
            </a:extLst>
          </p:cNvPr>
          <p:cNvSpPr>
            <a:spLocks/>
          </p:cNvSpPr>
          <p:nvPr/>
        </p:nvSpPr>
        <p:spPr>
          <a:xfrm>
            <a:off x="718866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84288AC8-A295-4387-836E-E63661C4A054}"/>
              </a:ext>
            </a:extLst>
          </p:cNvPr>
          <p:cNvSpPr>
            <a:spLocks/>
          </p:cNvSpPr>
          <p:nvPr/>
        </p:nvSpPr>
        <p:spPr>
          <a:xfrm>
            <a:off x="70945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7D4D69E6-2677-4287-ADF7-D263A1CD268B}"/>
              </a:ext>
            </a:extLst>
          </p:cNvPr>
          <p:cNvSpPr>
            <a:spLocks/>
          </p:cNvSpPr>
          <p:nvPr/>
        </p:nvSpPr>
        <p:spPr>
          <a:xfrm>
            <a:off x="71623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811BE947-53C4-4DEF-9DB4-FE167B3CFB66}"/>
              </a:ext>
            </a:extLst>
          </p:cNvPr>
          <p:cNvSpPr>
            <a:spLocks/>
          </p:cNvSpPr>
          <p:nvPr/>
        </p:nvSpPr>
        <p:spPr>
          <a:xfrm>
            <a:off x="7097449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609CB75-542A-4747-A7C1-975712A1CCE5}"/>
              </a:ext>
            </a:extLst>
          </p:cNvPr>
          <p:cNvSpPr>
            <a:spLocks/>
          </p:cNvSpPr>
          <p:nvPr/>
        </p:nvSpPr>
        <p:spPr>
          <a:xfrm>
            <a:off x="7189093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BA3C7745-A75D-42B8-9FF9-C672C9470A73}"/>
              </a:ext>
            </a:extLst>
          </p:cNvPr>
          <p:cNvSpPr>
            <a:spLocks/>
          </p:cNvSpPr>
          <p:nvPr/>
        </p:nvSpPr>
        <p:spPr>
          <a:xfrm>
            <a:off x="7195410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97F0A42A-8014-4C1D-B580-F49EFB3570E4}"/>
              </a:ext>
            </a:extLst>
          </p:cNvPr>
          <p:cNvSpPr>
            <a:spLocks/>
          </p:cNvSpPr>
          <p:nvPr/>
        </p:nvSpPr>
        <p:spPr>
          <a:xfrm>
            <a:off x="71702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4E66072B-0862-417E-879B-FA10BBAB3744}"/>
              </a:ext>
            </a:extLst>
          </p:cNvPr>
          <p:cNvSpPr>
            <a:spLocks/>
          </p:cNvSpPr>
          <p:nvPr/>
        </p:nvSpPr>
        <p:spPr>
          <a:xfrm>
            <a:off x="712355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BE0A66D8-26E7-4F27-9582-723E975EC2A1}"/>
              </a:ext>
            </a:extLst>
          </p:cNvPr>
          <p:cNvSpPr>
            <a:spLocks/>
          </p:cNvSpPr>
          <p:nvPr/>
        </p:nvSpPr>
        <p:spPr>
          <a:xfrm>
            <a:off x="72090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FE5F6D82-64A1-49A5-89C5-A5B1EEB0F761}"/>
              </a:ext>
            </a:extLst>
          </p:cNvPr>
          <p:cNvSpPr>
            <a:spLocks/>
          </p:cNvSpPr>
          <p:nvPr/>
        </p:nvSpPr>
        <p:spPr>
          <a:xfrm>
            <a:off x="71852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58559BF8-4A57-4ACC-B850-6372199C2229}"/>
              </a:ext>
            </a:extLst>
          </p:cNvPr>
          <p:cNvSpPr>
            <a:spLocks/>
          </p:cNvSpPr>
          <p:nvPr/>
        </p:nvSpPr>
        <p:spPr>
          <a:xfrm>
            <a:off x="715087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E4D53A5F-56CB-48BF-AD52-BEC19BE8804C}"/>
              </a:ext>
            </a:extLst>
          </p:cNvPr>
          <p:cNvSpPr>
            <a:spLocks/>
          </p:cNvSpPr>
          <p:nvPr/>
        </p:nvSpPr>
        <p:spPr>
          <a:xfrm>
            <a:off x="720903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6516019F-440C-4B38-B993-E382FC2B9BD9}"/>
              </a:ext>
            </a:extLst>
          </p:cNvPr>
          <p:cNvSpPr>
            <a:spLocks/>
          </p:cNvSpPr>
          <p:nvPr/>
        </p:nvSpPr>
        <p:spPr>
          <a:xfrm>
            <a:off x="7159656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6AC3C65D-1C39-4910-825B-F0BBC11162EE}"/>
              </a:ext>
            </a:extLst>
          </p:cNvPr>
          <p:cNvSpPr>
            <a:spLocks/>
          </p:cNvSpPr>
          <p:nvPr/>
        </p:nvSpPr>
        <p:spPr>
          <a:xfrm>
            <a:off x="7138642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923D40C-2BFE-4125-86C8-DB03575AF144}"/>
              </a:ext>
            </a:extLst>
          </p:cNvPr>
          <p:cNvSpPr>
            <a:spLocks/>
          </p:cNvSpPr>
          <p:nvPr/>
        </p:nvSpPr>
        <p:spPr>
          <a:xfrm>
            <a:off x="716304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F358BC4F-3E30-482C-B127-E972902D00EA}"/>
              </a:ext>
            </a:extLst>
          </p:cNvPr>
          <p:cNvSpPr>
            <a:spLocks/>
          </p:cNvSpPr>
          <p:nvPr/>
        </p:nvSpPr>
        <p:spPr>
          <a:xfrm>
            <a:off x="7106716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FE0D09E8-6BA3-46B8-B450-A6E3D1034147}"/>
              </a:ext>
            </a:extLst>
          </p:cNvPr>
          <p:cNvSpPr>
            <a:spLocks/>
          </p:cNvSpPr>
          <p:nvPr/>
        </p:nvSpPr>
        <p:spPr>
          <a:xfrm>
            <a:off x="71223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1C3BBD0D-1041-4D9D-AD54-68A3E959A306}"/>
              </a:ext>
            </a:extLst>
          </p:cNvPr>
          <p:cNvSpPr>
            <a:spLocks/>
          </p:cNvSpPr>
          <p:nvPr/>
        </p:nvSpPr>
        <p:spPr>
          <a:xfrm>
            <a:off x="7209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A8895C5F-530C-48E3-ADFE-1A5FF4216AA5}"/>
              </a:ext>
            </a:extLst>
          </p:cNvPr>
          <p:cNvSpPr>
            <a:spLocks/>
          </p:cNvSpPr>
          <p:nvPr/>
        </p:nvSpPr>
        <p:spPr>
          <a:xfrm>
            <a:off x="71208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1263D48C-71DC-48B4-A7DD-8C9F43D668B1}"/>
              </a:ext>
            </a:extLst>
          </p:cNvPr>
          <p:cNvSpPr>
            <a:spLocks/>
          </p:cNvSpPr>
          <p:nvPr/>
        </p:nvSpPr>
        <p:spPr>
          <a:xfrm>
            <a:off x="7154419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4CBC183E-9FBE-480D-BC1D-CCA6541FD170}"/>
              </a:ext>
            </a:extLst>
          </p:cNvPr>
          <p:cNvSpPr>
            <a:spLocks/>
          </p:cNvSpPr>
          <p:nvPr/>
        </p:nvSpPr>
        <p:spPr>
          <a:xfrm>
            <a:off x="7181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95395F8A-8341-4EA3-8E5E-E5A3F603629A}"/>
              </a:ext>
            </a:extLst>
          </p:cNvPr>
          <p:cNvSpPr>
            <a:spLocks/>
          </p:cNvSpPr>
          <p:nvPr/>
        </p:nvSpPr>
        <p:spPr>
          <a:xfrm>
            <a:off x="71403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D8E29D43-769B-439A-96B2-C147C66B233A}"/>
              </a:ext>
            </a:extLst>
          </p:cNvPr>
          <p:cNvSpPr>
            <a:spLocks/>
          </p:cNvSpPr>
          <p:nvPr/>
        </p:nvSpPr>
        <p:spPr>
          <a:xfrm>
            <a:off x="7157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33611A7A-C1FB-47E5-A4F8-A86E6A7BA6F8}"/>
              </a:ext>
            </a:extLst>
          </p:cNvPr>
          <p:cNvSpPr>
            <a:spLocks/>
          </p:cNvSpPr>
          <p:nvPr/>
        </p:nvSpPr>
        <p:spPr>
          <a:xfrm>
            <a:off x="7168014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61AEFE9F-1966-4DB3-971F-3A77D70C3FEE}"/>
              </a:ext>
            </a:extLst>
          </p:cNvPr>
          <p:cNvSpPr>
            <a:spLocks/>
          </p:cNvSpPr>
          <p:nvPr/>
        </p:nvSpPr>
        <p:spPr>
          <a:xfrm>
            <a:off x="71812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3473E9C9-743E-448D-B2A8-E75A5DFB4405}"/>
              </a:ext>
            </a:extLst>
          </p:cNvPr>
          <p:cNvSpPr>
            <a:spLocks/>
          </p:cNvSpPr>
          <p:nvPr/>
        </p:nvSpPr>
        <p:spPr>
          <a:xfrm>
            <a:off x="720446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DC0BD046-9123-4EA0-964F-ED37C67FB4A3}"/>
              </a:ext>
            </a:extLst>
          </p:cNvPr>
          <p:cNvSpPr>
            <a:spLocks/>
          </p:cNvSpPr>
          <p:nvPr/>
        </p:nvSpPr>
        <p:spPr>
          <a:xfrm>
            <a:off x="71792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EDCCA27D-8464-4A8E-BF1E-2D851E4E0B62}"/>
              </a:ext>
            </a:extLst>
          </p:cNvPr>
          <p:cNvSpPr>
            <a:spLocks/>
          </p:cNvSpPr>
          <p:nvPr/>
        </p:nvSpPr>
        <p:spPr>
          <a:xfrm>
            <a:off x="713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0CD617DA-6B21-4210-86D5-66B1EE79E9A1}"/>
              </a:ext>
            </a:extLst>
          </p:cNvPr>
          <p:cNvSpPr>
            <a:spLocks/>
          </p:cNvSpPr>
          <p:nvPr/>
        </p:nvSpPr>
        <p:spPr>
          <a:xfrm>
            <a:off x="71504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33E437E0-D1BF-4612-ABE1-74349AA79564}"/>
              </a:ext>
            </a:extLst>
          </p:cNvPr>
          <p:cNvSpPr>
            <a:spLocks/>
          </p:cNvSpPr>
          <p:nvPr/>
        </p:nvSpPr>
        <p:spPr>
          <a:xfrm>
            <a:off x="7195779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9400D26C-4115-4B7B-8F4E-E66C84C4D08B}"/>
              </a:ext>
            </a:extLst>
          </p:cNvPr>
          <p:cNvSpPr>
            <a:spLocks/>
          </p:cNvSpPr>
          <p:nvPr/>
        </p:nvSpPr>
        <p:spPr>
          <a:xfrm>
            <a:off x="7107567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4A059641-CA06-4906-9FB4-0DAD21771086}"/>
              </a:ext>
            </a:extLst>
          </p:cNvPr>
          <p:cNvSpPr>
            <a:spLocks/>
          </p:cNvSpPr>
          <p:nvPr/>
        </p:nvSpPr>
        <p:spPr>
          <a:xfrm>
            <a:off x="72050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130ADD92-1204-485B-A285-01DE740424C0}"/>
              </a:ext>
            </a:extLst>
          </p:cNvPr>
          <p:cNvSpPr>
            <a:spLocks/>
          </p:cNvSpPr>
          <p:nvPr/>
        </p:nvSpPr>
        <p:spPr>
          <a:xfrm>
            <a:off x="71427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C7FB319C-58B7-4DBB-9E92-D4532061DECC}"/>
              </a:ext>
            </a:extLst>
          </p:cNvPr>
          <p:cNvSpPr>
            <a:spLocks/>
          </p:cNvSpPr>
          <p:nvPr/>
        </p:nvSpPr>
        <p:spPr>
          <a:xfrm>
            <a:off x="720169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1085A9F4-E514-43F7-AF33-050BB9FCA061}"/>
              </a:ext>
            </a:extLst>
          </p:cNvPr>
          <p:cNvSpPr>
            <a:spLocks/>
          </p:cNvSpPr>
          <p:nvPr/>
        </p:nvSpPr>
        <p:spPr>
          <a:xfrm>
            <a:off x="7121916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15EF6739-0247-4397-B32D-E4A9369B5C7C}"/>
              </a:ext>
            </a:extLst>
          </p:cNvPr>
          <p:cNvSpPr>
            <a:spLocks/>
          </p:cNvSpPr>
          <p:nvPr/>
        </p:nvSpPr>
        <p:spPr>
          <a:xfrm>
            <a:off x="7161844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3A1D629B-5D93-468F-B89B-1C5A541FE045}"/>
              </a:ext>
            </a:extLst>
          </p:cNvPr>
          <p:cNvSpPr>
            <a:spLocks/>
          </p:cNvSpPr>
          <p:nvPr/>
        </p:nvSpPr>
        <p:spPr>
          <a:xfrm>
            <a:off x="715053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5FBB676A-0ACA-4D4D-8C95-8E588A6C130D}"/>
              </a:ext>
            </a:extLst>
          </p:cNvPr>
          <p:cNvSpPr>
            <a:spLocks/>
          </p:cNvSpPr>
          <p:nvPr/>
        </p:nvSpPr>
        <p:spPr>
          <a:xfrm>
            <a:off x="7133490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27741554-D001-4228-B0F2-9470DD397C74}"/>
              </a:ext>
            </a:extLst>
          </p:cNvPr>
          <p:cNvSpPr>
            <a:spLocks/>
          </p:cNvSpPr>
          <p:nvPr/>
        </p:nvSpPr>
        <p:spPr>
          <a:xfrm>
            <a:off x="71259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0413F444-CEF0-43C7-804C-4D3F1612D0D9}"/>
              </a:ext>
            </a:extLst>
          </p:cNvPr>
          <p:cNvSpPr>
            <a:spLocks/>
          </p:cNvSpPr>
          <p:nvPr/>
        </p:nvSpPr>
        <p:spPr>
          <a:xfrm>
            <a:off x="71513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E2D813AD-4EC5-4ECE-83B5-FB99B246E8E7}"/>
              </a:ext>
            </a:extLst>
          </p:cNvPr>
          <p:cNvSpPr>
            <a:spLocks/>
          </p:cNvSpPr>
          <p:nvPr/>
        </p:nvSpPr>
        <p:spPr>
          <a:xfrm>
            <a:off x="7092971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76383333-E445-46F5-A8DE-86BD9FF5B33B}"/>
              </a:ext>
            </a:extLst>
          </p:cNvPr>
          <p:cNvSpPr>
            <a:spLocks/>
          </p:cNvSpPr>
          <p:nvPr/>
        </p:nvSpPr>
        <p:spPr>
          <a:xfrm>
            <a:off x="7174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8E0E006E-1489-4262-8D75-ACA59A56F95D}"/>
              </a:ext>
            </a:extLst>
          </p:cNvPr>
          <p:cNvSpPr>
            <a:spLocks/>
          </p:cNvSpPr>
          <p:nvPr/>
        </p:nvSpPr>
        <p:spPr>
          <a:xfrm>
            <a:off x="71804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765D2F42-3389-4B40-917B-0BD896A07F94}"/>
              </a:ext>
            </a:extLst>
          </p:cNvPr>
          <p:cNvSpPr>
            <a:spLocks/>
          </p:cNvSpPr>
          <p:nvPr/>
        </p:nvSpPr>
        <p:spPr>
          <a:xfrm>
            <a:off x="7168652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3721B800-9EE3-4EB0-ACA5-E1E79C3975D9}"/>
              </a:ext>
            </a:extLst>
          </p:cNvPr>
          <p:cNvSpPr>
            <a:spLocks/>
          </p:cNvSpPr>
          <p:nvPr/>
        </p:nvSpPr>
        <p:spPr>
          <a:xfrm>
            <a:off x="7209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8D9328FB-BBD9-48A5-834C-BCDE7C8F209E}"/>
              </a:ext>
            </a:extLst>
          </p:cNvPr>
          <p:cNvSpPr>
            <a:spLocks/>
          </p:cNvSpPr>
          <p:nvPr/>
        </p:nvSpPr>
        <p:spPr>
          <a:xfrm>
            <a:off x="7130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3E45134E-8313-47AB-9E77-7CB76F1186A3}"/>
              </a:ext>
            </a:extLst>
          </p:cNvPr>
          <p:cNvSpPr>
            <a:spLocks/>
          </p:cNvSpPr>
          <p:nvPr/>
        </p:nvSpPr>
        <p:spPr>
          <a:xfrm>
            <a:off x="7159412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45C53442-BB00-4077-A6CD-AD716FDF3B78}"/>
              </a:ext>
            </a:extLst>
          </p:cNvPr>
          <p:cNvSpPr>
            <a:spLocks/>
          </p:cNvSpPr>
          <p:nvPr/>
        </p:nvSpPr>
        <p:spPr>
          <a:xfrm>
            <a:off x="714961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49A7766B-E4F0-4EF2-B5FB-A43E49C69C6C}"/>
              </a:ext>
            </a:extLst>
          </p:cNvPr>
          <p:cNvSpPr>
            <a:spLocks/>
          </p:cNvSpPr>
          <p:nvPr/>
        </p:nvSpPr>
        <p:spPr>
          <a:xfrm>
            <a:off x="7129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F682E2C-6CBA-4CDA-8615-6ADDB7D42AF6}"/>
              </a:ext>
            </a:extLst>
          </p:cNvPr>
          <p:cNvSpPr>
            <a:spLocks/>
          </p:cNvSpPr>
          <p:nvPr/>
        </p:nvSpPr>
        <p:spPr>
          <a:xfrm>
            <a:off x="716849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9EEE4B8-70B6-4018-A548-2C7C0734FD8F}"/>
              </a:ext>
            </a:extLst>
          </p:cNvPr>
          <p:cNvSpPr>
            <a:spLocks/>
          </p:cNvSpPr>
          <p:nvPr/>
        </p:nvSpPr>
        <p:spPr>
          <a:xfrm>
            <a:off x="7093947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C27C0323-2AA6-45D5-B878-C003024C95C5}"/>
              </a:ext>
            </a:extLst>
          </p:cNvPr>
          <p:cNvSpPr>
            <a:spLocks/>
          </p:cNvSpPr>
          <p:nvPr/>
        </p:nvSpPr>
        <p:spPr>
          <a:xfrm>
            <a:off x="7111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8356B-DFF5-4971-A376-74E3094406E8}"/>
              </a:ext>
            </a:extLst>
          </p:cNvPr>
          <p:cNvSpPr>
            <a:spLocks/>
          </p:cNvSpPr>
          <p:nvPr/>
        </p:nvSpPr>
        <p:spPr>
          <a:xfrm>
            <a:off x="70922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05635A2C-C390-4B5B-9AD3-6B51A8D250E6}"/>
              </a:ext>
            </a:extLst>
          </p:cNvPr>
          <p:cNvSpPr>
            <a:spLocks/>
          </p:cNvSpPr>
          <p:nvPr/>
        </p:nvSpPr>
        <p:spPr>
          <a:xfrm>
            <a:off x="7111641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B8514F0-7C8F-4355-8EF8-73239EA25CCB}"/>
              </a:ext>
            </a:extLst>
          </p:cNvPr>
          <p:cNvSpPr>
            <a:spLocks/>
          </p:cNvSpPr>
          <p:nvPr/>
        </p:nvSpPr>
        <p:spPr>
          <a:xfrm>
            <a:off x="71592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95D75887-3968-4CFB-9D1F-067F660E967F}"/>
              </a:ext>
            </a:extLst>
          </p:cNvPr>
          <p:cNvSpPr>
            <a:spLocks/>
          </p:cNvSpPr>
          <p:nvPr/>
        </p:nvSpPr>
        <p:spPr>
          <a:xfrm>
            <a:off x="720042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63C6B0-6D3A-4766-98C4-8675BD2E4BBE}"/>
              </a:ext>
            </a:extLst>
          </p:cNvPr>
          <p:cNvSpPr>
            <a:spLocks/>
          </p:cNvSpPr>
          <p:nvPr/>
        </p:nvSpPr>
        <p:spPr>
          <a:xfrm>
            <a:off x="70943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EE1FD81C-14AC-46AF-A30E-F5AFA17AC17B}"/>
              </a:ext>
            </a:extLst>
          </p:cNvPr>
          <p:cNvSpPr>
            <a:spLocks/>
          </p:cNvSpPr>
          <p:nvPr/>
        </p:nvSpPr>
        <p:spPr>
          <a:xfrm>
            <a:off x="71655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C0EA6FE2-7C79-4C40-B979-65B0913F862B}"/>
              </a:ext>
            </a:extLst>
          </p:cNvPr>
          <p:cNvSpPr>
            <a:spLocks/>
          </p:cNvSpPr>
          <p:nvPr/>
        </p:nvSpPr>
        <p:spPr>
          <a:xfrm>
            <a:off x="71106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119FC07-41E2-4166-83F8-48126BA49060}"/>
              </a:ext>
            </a:extLst>
          </p:cNvPr>
          <p:cNvSpPr>
            <a:spLocks/>
          </p:cNvSpPr>
          <p:nvPr/>
        </p:nvSpPr>
        <p:spPr>
          <a:xfrm>
            <a:off x="720848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79EBEC3A-A84D-4A2E-818C-DD787C9ACAFF}"/>
              </a:ext>
            </a:extLst>
          </p:cNvPr>
          <p:cNvSpPr>
            <a:spLocks/>
          </p:cNvSpPr>
          <p:nvPr/>
        </p:nvSpPr>
        <p:spPr>
          <a:xfrm>
            <a:off x="7136498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1BA796E-F576-4203-9E67-0469DFEBD666}"/>
              </a:ext>
            </a:extLst>
          </p:cNvPr>
          <p:cNvSpPr>
            <a:spLocks/>
          </p:cNvSpPr>
          <p:nvPr/>
        </p:nvSpPr>
        <p:spPr>
          <a:xfrm>
            <a:off x="7127274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E0099E42-4404-44B4-8C4D-E5A537DDFB76}"/>
              </a:ext>
            </a:extLst>
          </p:cNvPr>
          <p:cNvSpPr>
            <a:spLocks/>
          </p:cNvSpPr>
          <p:nvPr/>
        </p:nvSpPr>
        <p:spPr>
          <a:xfrm>
            <a:off x="70993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E6094BC3-EB30-4418-BA45-BF2497003D8D}"/>
              </a:ext>
            </a:extLst>
          </p:cNvPr>
          <p:cNvSpPr>
            <a:spLocks/>
          </p:cNvSpPr>
          <p:nvPr/>
        </p:nvSpPr>
        <p:spPr>
          <a:xfrm>
            <a:off x="7202833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356152AF-1EDA-41B5-9F11-EE40D98B2352}"/>
              </a:ext>
            </a:extLst>
          </p:cNvPr>
          <p:cNvSpPr>
            <a:spLocks/>
          </p:cNvSpPr>
          <p:nvPr/>
        </p:nvSpPr>
        <p:spPr>
          <a:xfrm>
            <a:off x="7151423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FBE63DF2-B834-4FB4-ACA1-4CC2D1EFD083}"/>
              </a:ext>
            </a:extLst>
          </p:cNvPr>
          <p:cNvSpPr>
            <a:spLocks/>
          </p:cNvSpPr>
          <p:nvPr/>
        </p:nvSpPr>
        <p:spPr>
          <a:xfrm>
            <a:off x="7126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4D6DA49-99B1-4A81-A900-6EDB252C12C5}"/>
              </a:ext>
            </a:extLst>
          </p:cNvPr>
          <p:cNvSpPr>
            <a:spLocks/>
          </p:cNvSpPr>
          <p:nvPr/>
        </p:nvSpPr>
        <p:spPr>
          <a:xfrm>
            <a:off x="7176042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71755D5-1800-4EB6-989C-9E405B1C2B32}"/>
              </a:ext>
            </a:extLst>
          </p:cNvPr>
          <p:cNvSpPr>
            <a:spLocks/>
          </p:cNvSpPr>
          <p:nvPr/>
        </p:nvSpPr>
        <p:spPr>
          <a:xfrm>
            <a:off x="710905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15392E9-2EC2-4EF4-9070-DC5AF0B64FF8}"/>
              </a:ext>
            </a:extLst>
          </p:cNvPr>
          <p:cNvSpPr>
            <a:spLocks/>
          </p:cNvSpPr>
          <p:nvPr/>
        </p:nvSpPr>
        <p:spPr>
          <a:xfrm>
            <a:off x="71616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2D661FA-A685-444B-B5FD-9D698BE97D50}"/>
              </a:ext>
            </a:extLst>
          </p:cNvPr>
          <p:cNvSpPr>
            <a:spLocks/>
          </p:cNvSpPr>
          <p:nvPr/>
        </p:nvSpPr>
        <p:spPr>
          <a:xfrm>
            <a:off x="71592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EFC959B5-2ED3-4DFE-99EE-05ABC71EB816}"/>
              </a:ext>
            </a:extLst>
          </p:cNvPr>
          <p:cNvSpPr>
            <a:spLocks/>
          </p:cNvSpPr>
          <p:nvPr/>
        </p:nvSpPr>
        <p:spPr>
          <a:xfrm>
            <a:off x="715481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C1E2FFE-FE81-44CF-B3AC-6E5D18E4F90A}"/>
              </a:ext>
            </a:extLst>
          </p:cNvPr>
          <p:cNvSpPr>
            <a:spLocks/>
          </p:cNvSpPr>
          <p:nvPr/>
        </p:nvSpPr>
        <p:spPr>
          <a:xfrm>
            <a:off x="71463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9300E93C-2D55-4A06-B41C-10F9F104B14A}"/>
              </a:ext>
            </a:extLst>
          </p:cNvPr>
          <p:cNvSpPr>
            <a:spLocks/>
          </p:cNvSpPr>
          <p:nvPr/>
        </p:nvSpPr>
        <p:spPr>
          <a:xfrm>
            <a:off x="7157335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90693974-73E4-4FAF-9FFD-A0DEF5A35B2E}"/>
              </a:ext>
            </a:extLst>
          </p:cNvPr>
          <p:cNvSpPr>
            <a:spLocks/>
          </p:cNvSpPr>
          <p:nvPr/>
        </p:nvSpPr>
        <p:spPr>
          <a:xfrm>
            <a:off x="717794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58758D38-98F2-45DA-A6BE-4B712AA103C3}"/>
              </a:ext>
            </a:extLst>
          </p:cNvPr>
          <p:cNvSpPr>
            <a:spLocks/>
          </p:cNvSpPr>
          <p:nvPr/>
        </p:nvSpPr>
        <p:spPr>
          <a:xfrm>
            <a:off x="716634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BBF49402-29F7-43D5-9CB3-73DB164BD437}"/>
              </a:ext>
            </a:extLst>
          </p:cNvPr>
          <p:cNvSpPr>
            <a:spLocks/>
          </p:cNvSpPr>
          <p:nvPr/>
        </p:nvSpPr>
        <p:spPr>
          <a:xfrm>
            <a:off x="7133204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708DA67D-2291-4548-BE40-94B28566C193}"/>
              </a:ext>
            </a:extLst>
          </p:cNvPr>
          <p:cNvSpPr>
            <a:spLocks/>
          </p:cNvSpPr>
          <p:nvPr/>
        </p:nvSpPr>
        <p:spPr>
          <a:xfrm>
            <a:off x="7208204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BA1A15A3-6C2F-49DB-A42A-2F13173F9EE5}"/>
              </a:ext>
            </a:extLst>
          </p:cNvPr>
          <p:cNvSpPr>
            <a:spLocks/>
          </p:cNvSpPr>
          <p:nvPr/>
        </p:nvSpPr>
        <p:spPr>
          <a:xfrm>
            <a:off x="71771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643AF4CD-1766-403E-94F7-61251C33BF38}"/>
              </a:ext>
            </a:extLst>
          </p:cNvPr>
          <p:cNvSpPr>
            <a:spLocks/>
          </p:cNvSpPr>
          <p:nvPr/>
        </p:nvSpPr>
        <p:spPr>
          <a:xfrm>
            <a:off x="71124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B343514A-2BA2-4CB1-9F7C-403E50809FDA}"/>
              </a:ext>
            </a:extLst>
          </p:cNvPr>
          <p:cNvSpPr>
            <a:spLocks/>
          </p:cNvSpPr>
          <p:nvPr/>
        </p:nvSpPr>
        <p:spPr>
          <a:xfrm>
            <a:off x="7105131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88D9D0C-7A1C-447F-83B3-76A9E966458A}"/>
              </a:ext>
            </a:extLst>
          </p:cNvPr>
          <p:cNvSpPr>
            <a:spLocks/>
          </p:cNvSpPr>
          <p:nvPr/>
        </p:nvSpPr>
        <p:spPr>
          <a:xfrm>
            <a:off x="717913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CCC1BDE4-CB78-4D6F-8C19-A8BE0FF65A8D}"/>
              </a:ext>
            </a:extLst>
          </p:cNvPr>
          <p:cNvSpPr>
            <a:spLocks/>
          </p:cNvSpPr>
          <p:nvPr/>
        </p:nvSpPr>
        <p:spPr>
          <a:xfrm>
            <a:off x="7205062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7F4D6ADC-9E8F-4CBA-AB32-B86FD1342533}"/>
              </a:ext>
            </a:extLst>
          </p:cNvPr>
          <p:cNvSpPr>
            <a:spLocks/>
          </p:cNvSpPr>
          <p:nvPr/>
        </p:nvSpPr>
        <p:spPr>
          <a:xfrm>
            <a:off x="71952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FF085243-5CE4-4C3E-A473-8EDCC9DEDE54}"/>
              </a:ext>
            </a:extLst>
          </p:cNvPr>
          <p:cNvSpPr>
            <a:spLocks/>
          </p:cNvSpPr>
          <p:nvPr/>
        </p:nvSpPr>
        <p:spPr>
          <a:xfrm>
            <a:off x="7185591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4BF93F70-F389-4EC5-8CE3-24541564B2AE}"/>
              </a:ext>
            </a:extLst>
          </p:cNvPr>
          <p:cNvSpPr>
            <a:spLocks/>
          </p:cNvSpPr>
          <p:nvPr/>
        </p:nvSpPr>
        <p:spPr>
          <a:xfrm>
            <a:off x="7173097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111E8510-3730-4504-835D-ECF038CD1956}"/>
              </a:ext>
            </a:extLst>
          </p:cNvPr>
          <p:cNvSpPr>
            <a:spLocks/>
          </p:cNvSpPr>
          <p:nvPr/>
        </p:nvSpPr>
        <p:spPr>
          <a:xfrm>
            <a:off x="71651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4163867A-05F5-4635-B2B0-CD28821D15F8}"/>
              </a:ext>
            </a:extLst>
          </p:cNvPr>
          <p:cNvSpPr>
            <a:spLocks/>
          </p:cNvSpPr>
          <p:nvPr/>
        </p:nvSpPr>
        <p:spPr>
          <a:xfrm>
            <a:off x="7175870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084B7651-0EB4-48FA-89B6-D38518DCC6EC}"/>
              </a:ext>
            </a:extLst>
          </p:cNvPr>
          <p:cNvSpPr>
            <a:spLocks/>
          </p:cNvSpPr>
          <p:nvPr/>
        </p:nvSpPr>
        <p:spPr>
          <a:xfrm>
            <a:off x="713944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308A11-B726-46EA-88B4-B0540539DBFC}"/>
              </a:ext>
            </a:extLst>
          </p:cNvPr>
          <p:cNvSpPr>
            <a:spLocks/>
          </p:cNvSpPr>
          <p:nvPr/>
        </p:nvSpPr>
        <p:spPr>
          <a:xfrm>
            <a:off x="7134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DB9F3E6C-EA8F-49BF-9945-162F0DBF2400}"/>
              </a:ext>
            </a:extLst>
          </p:cNvPr>
          <p:cNvSpPr>
            <a:spLocks/>
          </p:cNvSpPr>
          <p:nvPr/>
        </p:nvSpPr>
        <p:spPr>
          <a:xfrm>
            <a:off x="714704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8307695-FFAF-4DD1-8F77-05636941AA57}"/>
              </a:ext>
            </a:extLst>
          </p:cNvPr>
          <p:cNvSpPr>
            <a:spLocks/>
          </p:cNvSpPr>
          <p:nvPr/>
        </p:nvSpPr>
        <p:spPr>
          <a:xfrm>
            <a:off x="711636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5EFBECBD-B912-4FB8-BDDA-021922553914}"/>
              </a:ext>
            </a:extLst>
          </p:cNvPr>
          <p:cNvSpPr>
            <a:spLocks/>
          </p:cNvSpPr>
          <p:nvPr/>
        </p:nvSpPr>
        <p:spPr>
          <a:xfrm>
            <a:off x="71160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F0A973C3-FB32-4509-BA30-D017E0AB89E3}"/>
              </a:ext>
            </a:extLst>
          </p:cNvPr>
          <p:cNvSpPr>
            <a:spLocks/>
          </p:cNvSpPr>
          <p:nvPr/>
        </p:nvSpPr>
        <p:spPr>
          <a:xfrm>
            <a:off x="7151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2439A3BB-171E-440F-B2ED-592430E44500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9E4BA188-C7CC-4267-B48D-F49C1D53C780}"/>
              </a:ext>
            </a:extLst>
          </p:cNvPr>
          <p:cNvSpPr>
            <a:spLocks/>
          </p:cNvSpPr>
          <p:nvPr/>
        </p:nvSpPr>
        <p:spPr>
          <a:xfrm>
            <a:off x="71598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4B8EAC11-A533-4107-8E71-2749A0F27E0A}"/>
              </a:ext>
            </a:extLst>
          </p:cNvPr>
          <p:cNvSpPr>
            <a:spLocks/>
          </p:cNvSpPr>
          <p:nvPr/>
        </p:nvSpPr>
        <p:spPr>
          <a:xfrm>
            <a:off x="718341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E485FA09-AD9D-4B00-899A-8719C3835F6C}"/>
              </a:ext>
            </a:extLst>
          </p:cNvPr>
          <p:cNvSpPr>
            <a:spLocks/>
          </p:cNvSpPr>
          <p:nvPr/>
        </p:nvSpPr>
        <p:spPr>
          <a:xfrm>
            <a:off x="71117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64210FFE-B9B1-4601-B72E-6F4F99E91DA4}"/>
              </a:ext>
            </a:extLst>
          </p:cNvPr>
          <p:cNvSpPr>
            <a:spLocks/>
          </p:cNvSpPr>
          <p:nvPr/>
        </p:nvSpPr>
        <p:spPr>
          <a:xfrm>
            <a:off x="711627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3833DE25-054E-4A14-A9C0-65A734B04BD5}"/>
              </a:ext>
            </a:extLst>
          </p:cNvPr>
          <p:cNvSpPr>
            <a:spLocks/>
          </p:cNvSpPr>
          <p:nvPr/>
        </p:nvSpPr>
        <p:spPr>
          <a:xfrm>
            <a:off x="709230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BFD36D-7E5E-4E6E-9044-AAC95F71AE8A}"/>
              </a:ext>
            </a:extLst>
          </p:cNvPr>
          <p:cNvSpPr>
            <a:spLocks/>
          </p:cNvSpPr>
          <p:nvPr/>
        </p:nvSpPr>
        <p:spPr>
          <a:xfrm>
            <a:off x="716182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8D5879ED-AC00-4745-A5D6-A8EC87654409}"/>
              </a:ext>
            </a:extLst>
          </p:cNvPr>
          <p:cNvSpPr>
            <a:spLocks/>
          </p:cNvSpPr>
          <p:nvPr/>
        </p:nvSpPr>
        <p:spPr>
          <a:xfrm>
            <a:off x="710600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5FDFDFB-FDE7-4F85-9027-4F030BCAAB18}"/>
              </a:ext>
            </a:extLst>
          </p:cNvPr>
          <p:cNvSpPr>
            <a:spLocks/>
          </p:cNvSpPr>
          <p:nvPr/>
        </p:nvSpPr>
        <p:spPr>
          <a:xfrm>
            <a:off x="719251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EA2BCB1F-DB2D-476B-AECE-D50B65655DF8}"/>
              </a:ext>
            </a:extLst>
          </p:cNvPr>
          <p:cNvSpPr>
            <a:spLocks/>
          </p:cNvSpPr>
          <p:nvPr/>
        </p:nvSpPr>
        <p:spPr>
          <a:xfrm>
            <a:off x="713026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86AA0F87-38FA-47C1-B9A8-7666F5C56403}"/>
              </a:ext>
            </a:extLst>
          </p:cNvPr>
          <p:cNvSpPr>
            <a:spLocks/>
          </p:cNvSpPr>
          <p:nvPr/>
        </p:nvSpPr>
        <p:spPr>
          <a:xfrm>
            <a:off x="71424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8631EB48-A0EA-44C6-9254-962ABDAC28E5}"/>
              </a:ext>
            </a:extLst>
          </p:cNvPr>
          <p:cNvSpPr>
            <a:spLocks/>
          </p:cNvSpPr>
          <p:nvPr/>
        </p:nvSpPr>
        <p:spPr>
          <a:xfrm>
            <a:off x="710571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B893E6D5-55A3-4468-B82E-7E4011C2BC8B}"/>
              </a:ext>
            </a:extLst>
          </p:cNvPr>
          <p:cNvSpPr>
            <a:spLocks/>
          </p:cNvSpPr>
          <p:nvPr/>
        </p:nvSpPr>
        <p:spPr>
          <a:xfrm>
            <a:off x="713650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D0C24CDF-EE4C-4377-964B-26C97AFEE1D5}"/>
              </a:ext>
            </a:extLst>
          </p:cNvPr>
          <p:cNvSpPr>
            <a:spLocks/>
          </p:cNvSpPr>
          <p:nvPr/>
        </p:nvSpPr>
        <p:spPr>
          <a:xfrm>
            <a:off x="71871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C55BDA7-9390-4D5C-9712-1BC9B882B8A2}"/>
              </a:ext>
            </a:extLst>
          </p:cNvPr>
          <p:cNvSpPr>
            <a:spLocks/>
          </p:cNvSpPr>
          <p:nvPr/>
        </p:nvSpPr>
        <p:spPr>
          <a:xfrm>
            <a:off x="71757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2F1BA30-C45C-4F14-838E-5B379DE6C73F}"/>
              </a:ext>
            </a:extLst>
          </p:cNvPr>
          <p:cNvSpPr>
            <a:spLocks/>
          </p:cNvSpPr>
          <p:nvPr/>
        </p:nvSpPr>
        <p:spPr>
          <a:xfrm>
            <a:off x="7114465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1EF6DDDA-A4B2-4A63-AD0F-673741C86B00}"/>
              </a:ext>
            </a:extLst>
          </p:cNvPr>
          <p:cNvSpPr>
            <a:spLocks/>
          </p:cNvSpPr>
          <p:nvPr/>
        </p:nvSpPr>
        <p:spPr>
          <a:xfrm>
            <a:off x="735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DEFDBB18-48AB-4151-AA06-9335E03430B2}"/>
              </a:ext>
            </a:extLst>
          </p:cNvPr>
          <p:cNvSpPr>
            <a:spLocks/>
          </p:cNvSpPr>
          <p:nvPr/>
        </p:nvSpPr>
        <p:spPr>
          <a:xfrm>
            <a:off x="7422922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4325A6D8-0D0A-4B93-8BFB-F55C27A32A7A}"/>
              </a:ext>
            </a:extLst>
          </p:cNvPr>
          <p:cNvSpPr>
            <a:spLocks/>
          </p:cNvSpPr>
          <p:nvPr/>
        </p:nvSpPr>
        <p:spPr>
          <a:xfrm>
            <a:off x="7413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6AEAAD80-BB05-4397-B472-DA80B09F7B78}"/>
              </a:ext>
            </a:extLst>
          </p:cNvPr>
          <p:cNvSpPr>
            <a:spLocks/>
          </p:cNvSpPr>
          <p:nvPr/>
        </p:nvSpPr>
        <p:spPr>
          <a:xfrm>
            <a:off x="7415217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360C6728-E8B7-413E-B1D1-8B492B1C8610}"/>
              </a:ext>
            </a:extLst>
          </p:cNvPr>
          <p:cNvSpPr>
            <a:spLocks/>
          </p:cNvSpPr>
          <p:nvPr/>
        </p:nvSpPr>
        <p:spPr>
          <a:xfrm>
            <a:off x="7392625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47F4AB90-B8F8-4DCB-A25D-90D69EB0E3C8}"/>
              </a:ext>
            </a:extLst>
          </p:cNvPr>
          <p:cNvSpPr>
            <a:spLocks/>
          </p:cNvSpPr>
          <p:nvPr/>
        </p:nvSpPr>
        <p:spPr>
          <a:xfrm>
            <a:off x="74261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894A01C4-E12D-41F3-88B3-0137D9752566}"/>
              </a:ext>
            </a:extLst>
          </p:cNvPr>
          <p:cNvSpPr>
            <a:spLocks/>
          </p:cNvSpPr>
          <p:nvPr/>
        </p:nvSpPr>
        <p:spPr>
          <a:xfrm>
            <a:off x="73554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44F81924-E7B7-44C2-9FB1-876B83793E11}"/>
              </a:ext>
            </a:extLst>
          </p:cNvPr>
          <p:cNvSpPr>
            <a:spLocks/>
          </p:cNvSpPr>
          <p:nvPr/>
        </p:nvSpPr>
        <p:spPr>
          <a:xfrm>
            <a:off x="7391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3E0FD691-CDA4-4ABF-A2AB-B6597B12AE93}"/>
              </a:ext>
            </a:extLst>
          </p:cNvPr>
          <p:cNvSpPr>
            <a:spLocks/>
          </p:cNvSpPr>
          <p:nvPr/>
        </p:nvSpPr>
        <p:spPr>
          <a:xfrm>
            <a:off x="74591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D077832-9A36-404A-AED9-F13AA1B01438}"/>
              </a:ext>
            </a:extLst>
          </p:cNvPr>
          <p:cNvSpPr>
            <a:spLocks/>
          </p:cNvSpPr>
          <p:nvPr/>
        </p:nvSpPr>
        <p:spPr>
          <a:xfrm>
            <a:off x="73913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A62BF61F-73DF-401F-833A-0212EA66B20B}"/>
              </a:ext>
            </a:extLst>
          </p:cNvPr>
          <p:cNvSpPr>
            <a:spLocks/>
          </p:cNvSpPr>
          <p:nvPr/>
        </p:nvSpPr>
        <p:spPr>
          <a:xfrm>
            <a:off x="7399446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338104D5-DB61-415A-9A15-486C637FD98E}"/>
              </a:ext>
            </a:extLst>
          </p:cNvPr>
          <p:cNvSpPr>
            <a:spLocks/>
          </p:cNvSpPr>
          <p:nvPr/>
        </p:nvSpPr>
        <p:spPr>
          <a:xfrm>
            <a:off x="73530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65BB356-53C7-451C-BE32-E9F8043DDCFD}"/>
              </a:ext>
            </a:extLst>
          </p:cNvPr>
          <p:cNvSpPr>
            <a:spLocks/>
          </p:cNvSpPr>
          <p:nvPr/>
        </p:nvSpPr>
        <p:spPr>
          <a:xfrm>
            <a:off x="736866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849491BB-6BAE-44CB-A3DC-E015C507A886}"/>
              </a:ext>
            </a:extLst>
          </p:cNvPr>
          <p:cNvSpPr>
            <a:spLocks/>
          </p:cNvSpPr>
          <p:nvPr/>
        </p:nvSpPr>
        <p:spPr>
          <a:xfrm>
            <a:off x="74186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D9D07967-D9B9-42C1-9446-80F38512533A}"/>
              </a:ext>
            </a:extLst>
          </p:cNvPr>
          <p:cNvSpPr>
            <a:spLocks/>
          </p:cNvSpPr>
          <p:nvPr/>
        </p:nvSpPr>
        <p:spPr>
          <a:xfrm>
            <a:off x="74496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CFC6B8E-C7A5-409C-93F3-039F1FAB2204}"/>
              </a:ext>
            </a:extLst>
          </p:cNvPr>
          <p:cNvSpPr>
            <a:spLocks/>
          </p:cNvSpPr>
          <p:nvPr/>
        </p:nvSpPr>
        <p:spPr>
          <a:xfrm>
            <a:off x="74388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21580DAE-E21A-4C9C-BD25-8DB4F074D50B}"/>
              </a:ext>
            </a:extLst>
          </p:cNvPr>
          <p:cNvSpPr>
            <a:spLocks/>
          </p:cNvSpPr>
          <p:nvPr/>
        </p:nvSpPr>
        <p:spPr>
          <a:xfrm>
            <a:off x="741206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5442700B-94F6-4F40-BD2D-63E997499A41}"/>
              </a:ext>
            </a:extLst>
          </p:cNvPr>
          <p:cNvSpPr>
            <a:spLocks/>
          </p:cNvSpPr>
          <p:nvPr/>
        </p:nvSpPr>
        <p:spPr>
          <a:xfrm>
            <a:off x="73716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268BFEF0-64A0-459A-A721-2C4DF46240AB}"/>
              </a:ext>
            </a:extLst>
          </p:cNvPr>
          <p:cNvSpPr>
            <a:spLocks/>
          </p:cNvSpPr>
          <p:nvPr/>
        </p:nvSpPr>
        <p:spPr>
          <a:xfrm>
            <a:off x="7410151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D578EFC-27FC-4621-A9E5-4DBE3E4D0EFE}"/>
              </a:ext>
            </a:extLst>
          </p:cNvPr>
          <p:cNvSpPr>
            <a:spLocks/>
          </p:cNvSpPr>
          <p:nvPr/>
        </p:nvSpPr>
        <p:spPr>
          <a:xfrm>
            <a:off x="74189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BA770B2-D40B-4367-906B-BC5D74682970}"/>
              </a:ext>
            </a:extLst>
          </p:cNvPr>
          <p:cNvSpPr>
            <a:spLocks/>
          </p:cNvSpPr>
          <p:nvPr/>
        </p:nvSpPr>
        <p:spPr>
          <a:xfrm>
            <a:off x="73734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86A96EA-93E2-427D-A3F9-52D03189C9BC}"/>
              </a:ext>
            </a:extLst>
          </p:cNvPr>
          <p:cNvSpPr>
            <a:spLocks/>
          </p:cNvSpPr>
          <p:nvPr/>
        </p:nvSpPr>
        <p:spPr>
          <a:xfrm>
            <a:off x="740570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91DEA393-D8FE-4A64-BC90-F6F5DD916F9D}"/>
              </a:ext>
            </a:extLst>
          </p:cNvPr>
          <p:cNvSpPr>
            <a:spLocks/>
          </p:cNvSpPr>
          <p:nvPr/>
        </p:nvSpPr>
        <p:spPr>
          <a:xfrm>
            <a:off x="7367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F30BC3-4729-466F-B90A-3D1DC1ACA7D6}"/>
              </a:ext>
            </a:extLst>
          </p:cNvPr>
          <p:cNvSpPr>
            <a:spLocks/>
          </p:cNvSpPr>
          <p:nvPr/>
        </p:nvSpPr>
        <p:spPr>
          <a:xfrm>
            <a:off x="74138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F152EDB8-C037-440A-AD8E-8A07899F0B95}"/>
              </a:ext>
            </a:extLst>
          </p:cNvPr>
          <p:cNvSpPr>
            <a:spLocks/>
          </p:cNvSpPr>
          <p:nvPr/>
        </p:nvSpPr>
        <p:spPr>
          <a:xfrm>
            <a:off x="737446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57A2B8C-E23C-4E82-93A5-35080E1930DB}"/>
              </a:ext>
            </a:extLst>
          </p:cNvPr>
          <p:cNvSpPr>
            <a:spLocks/>
          </p:cNvSpPr>
          <p:nvPr/>
        </p:nvSpPr>
        <p:spPr>
          <a:xfrm>
            <a:off x="735475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A13CCF7A-3BEE-43F9-9C11-838BA72BD1D5}"/>
              </a:ext>
            </a:extLst>
          </p:cNvPr>
          <p:cNvSpPr>
            <a:spLocks/>
          </p:cNvSpPr>
          <p:nvPr/>
        </p:nvSpPr>
        <p:spPr>
          <a:xfrm>
            <a:off x="7403374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796A8570-6601-4DDF-AFE5-CD3E6E1BBC75}"/>
              </a:ext>
            </a:extLst>
          </p:cNvPr>
          <p:cNvSpPr>
            <a:spLocks/>
          </p:cNvSpPr>
          <p:nvPr/>
        </p:nvSpPr>
        <p:spPr>
          <a:xfrm>
            <a:off x="7413242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36630ABA-2E0D-4379-9959-E697BE9D4FFE}"/>
              </a:ext>
            </a:extLst>
          </p:cNvPr>
          <p:cNvSpPr>
            <a:spLocks/>
          </p:cNvSpPr>
          <p:nvPr/>
        </p:nvSpPr>
        <p:spPr>
          <a:xfrm>
            <a:off x="74631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9601D31D-A6D9-41C3-9E06-EE3297B6AC3F}"/>
              </a:ext>
            </a:extLst>
          </p:cNvPr>
          <p:cNvSpPr>
            <a:spLocks/>
          </p:cNvSpPr>
          <p:nvPr/>
        </p:nvSpPr>
        <p:spPr>
          <a:xfrm>
            <a:off x="74539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D87460D-A66F-4629-9B75-59CD9935A7DD}"/>
              </a:ext>
            </a:extLst>
          </p:cNvPr>
          <p:cNvSpPr>
            <a:spLocks/>
          </p:cNvSpPr>
          <p:nvPr/>
        </p:nvSpPr>
        <p:spPr>
          <a:xfrm>
            <a:off x="739199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BD5EB65A-94B3-47DD-AFBB-F5A28E89CD6B}"/>
              </a:ext>
            </a:extLst>
          </p:cNvPr>
          <p:cNvSpPr>
            <a:spLocks/>
          </p:cNvSpPr>
          <p:nvPr/>
        </p:nvSpPr>
        <p:spPr>
          <a:xfrm>
            <a:off x="7400888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9F5916CF-FC37-4C35-93CF-4D1650F89FD3}"/>
              </a:ext>
            </a:extLst>
          </p:cNvPr>
          <p:cNvSpPr>
            <a:spLocks/>
          </p:cNvSpPr>
          <p:nvPr/>
        </p:nvSpPr>
        <p:spPr>
          <a:xfrm>
            <a:off x="74190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78144792-67F0-42A0-B8B4-34D8D58D4714}"/>
              </a:ext>
            </a:extLst>
          </p:cNvPr>
          <p:cNvSpPr>
            <a:spLocks/>
          </p:cNvSpPr>
          <p:nvPr/>
        </p:nvSpPr>
        <p:spPr>
          <a:xfrm>
            <a:off x="738288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3986CD17-0D07-48F9-B8DE-162FD36927FD}"/>
              </a:ext>
            </a:extLst>
          </p:cNvPr>
          <p:cNvSpPr>
            <a:spLocks/>
          </p:cNvSpPr>
          <p:nvPr/>
        </p:nvSpPr>
        <p:spPr>
          <a:xfrm>
            <a:off x="73618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A95B718-72AE-406A-93B4-575510A8BB1B}"/>
              </a:ext>
            </a:extLst>
          </p:cNvPr>
          <p:cNvSpPr>
            <a:spLocks/>
          </p:cNvSpPr>
          <p:nvPr/>
        </p:nvSpPr>
        <p:spPr>
          <a:xfrm>
            <a:off x="74199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E134393B-9BD0-4357-A91A-1AC073447856}"/>
              </a:ext>
            </a:extLst>
          </p:cNvPr>
          <p:cNvSpPr>
            <a:spLocks/>
          </p:cNvSpPr>
          <p:nvPr/>
        </p:nvSpPr>
        <p:spPr>
          <a:xfrm>
            <a:off x="74322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8B4EC8F3-F512-4892-B578-0077BCA7127A}"/>
              </a:ext>
            </a:extLst>
          </p:cNvPr>
          <p:cNvSpPr>
            <a:spLocks/>
          </p:cNvSpPr>
          <p:nvPr/>
        </p:nvSpPr>
        <p:spPr>
          <a:xfrm>
            <a:off x="74136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91B0E2B3-D15C-496A-9CA0-53FD14B0982C}"/>
              </a:ext>
            </a:extLst>
          </p:cNvPr>
          <p:cNvSpPr>
            <a:spLocks/>
          </p:cNvSpPr>
          <p:nvPr/>
        </p:nvSpPr>
        <p:spPr>
          <a:xfrm>
            <a:off x="74661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0EEF97D5-CE66-4315-A6EF-C8FB27217805}"/>
              </a:ext>
            </a:extLst>
          </p:cNvPr>
          <p:cNvSpPr>
            <a:spLocks/>
          </p:cNvSpPr>
          <p:nvPr/>
        </p:nvSpPr>
        <p:spPr>
          <a:xfrm>
            <a:off x="73747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E20803AF-CFC0-41D5-B846-790C2D7756BB}"/>
              </a:ext>
            </a:extLst>
          </p:cNvPr>
          <p:cNvSpPr>
            <a:spLocks/>
          </p:cNvSpPr>
          <p:nvPr/>
        </p:nvSpPr>
        <p:spPr>
          <a:xfrm>
            <a:off x="74524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61A64126-EC27-45C2-841E-7397F12ADE8B}"/>
              </a:ext>
            </a:extLst>
          </p:cNvPr>
          <p:cNvSpPr>
            <a:spLocks/>
          </p:cNvSpPr>
          <p:nvPr/>
        </p:nvSpPr>
        <p:spPr>
          <a:xfrm>
            <a:off x="74017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BC9AB7F6-4440-4CE6-98CA-FF7524B3ACCC}"/>
              </a:ext>
            </a:extLst>
          </p:cNvPr>
          <p:cNvSpPr>
            <a:spLocks/>
          </p:cNvSpPr>
          <p:nvPr/>
        </p:nvSpPr>
        <p:spPr>
          <a:xfrm>
            <a:off x="736549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FBAA2112-17CB-440D-B880-6986136F314F}"/>
              </a:ext>
            </a:extLst>
          </p:cNvPr>
          <p:cNvSpPr>
            <a:spLocks/>
          </p:cNvSpPr>
          <p:nvPr/>
        </p:nvSpPr>
        <p:spPr>
          <a:xfrm>
            <a:off x="7408844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B3B67BF6-3016-487B-9096-C98A7979BB1E}"/>
              </a:ext>
            </a:extLst>
          </p:cNvPr>
          <p:cNvSpPr>
            <a:spLocks/>
          </p:cNvSpPr>
          <p:nvPr/>
        </p:nvSpPr>
        <p:spPr>
          <a:xfrm>
            <a:off x="74132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70EA1C05-7617-468B-8F6C-0E3D1030BCB7}"/>
              </a:ext>
            </a:extLst>
          </p:cNvPr>
          <p:cNvSpPr>
            <a:spLocks/>
          </p:cNvSpPr>
          <p:nvPr/>
        </p:nvSpPr>
        <p:spPr>
          <a:xfrm>
            <a:off x="7365923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F422DC9-2FD4-4AC6-B8E9-F90734554972}"/>
              </a:ext>
            </a:extLst>
          </p:cNvPr>
          <p:cNvSpPr>
            <a:spLocks/>
          </p:cNvSpPr>
          <p:nvPr/>
        </p:nvSpPr>
        <p:spPr>
          <a:xfrm>
            <a:off x="738492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E1508C10-0DDE-4653-9223-C8F0DCD23249}"/>
              </a:ext>
            </a:extLst>
          </p:cNvPr>
          <p:cNvSpPr>
            <a:spLocks/>
          </p:cNvSpPr>
          <p:nvPr/>
        </p:nvSpPr>
        <p:spPr>
          <a:xfrm>
            <a:off x="73577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F3E13EEE-62D8-48B8-9221-C8A6E76E41E2}"/>
              </a:ext>
            </a:extLst>
          </p:cNvPr>
          <p:cNvSpPr>
            <a:spLocks/>
          </p:cNvSpPr>
          <p:nvPr/>
        </p:nvSpPr>
        <p:spPr>
          <a:xfrm>
            <a:off x="741045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00C57D1-7D4A-4E33-AA03-A5E603888F49}"/>
              </a:ext>
            </a:extLst>
          </p:cNvPr>
          <p:cNvSpPr>
            <a:spLocks/>
          </p:cNvSpPr>
          <p:nvPr/>
        </p:nvSpPr>
        <p:spPr>
          <a:xfrm>
            <a:off x="74024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80E87BE4-0EA2-47A8-BE02-EDC3270413C7}"/>
              </a:ext>
            </a:extLst>
          </p:cNvPr>
          <p:cNvSpPr>
            <a:spLocks/>
          </p:cNvSpPr>
          <p:nvPr/>
        </p:nvSpPr>
        <p:spPr>
          <a:xfrm>
            <a:off x="7357931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2B12EE1C-7A9A-4BA9-AF8C-F319F96B20D5}"/>
              </a:ext>
            </a:extLst>
          </p:cNvPr>
          <p:cNvSpPr>
            <a:spLocks/>
          </p:cNvSpPr>
          <p:nvPr/>
        </p:nvSpPr>
        <p:spPr>
          <a:xfrm>
            <a:off x="742816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EABAC15F-3E11-40F3-AF54-049C50AD3C79}"/>
              </a:ext>
            </a:extLst>
          </p:cNvPr>
          <p:cNvSpPr>
            <a:spLocks/>
          </p:cNvSpPr>
          <p:nvPr/>
        </p:nvSpPr>
        <p:spPr>
          <a:xfrm>
            <a:off x="7417606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C099D755-204D-4797-9C3F-5F3B924FB2F3}"/>
              </a:ext>
            </a:extLst>
          </p:cNvPr>
          <p:cNvSpPr>
            <a:spLocks/>
          </p:cNvSpPr>
          <p:nvPr/>
        </p:nvSpPr>
        <p:spPr>
          <a:xfrm>
            <a:off x="7384192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66D956FD-DE03-44D8-802A-A3DAA1CE7B37}"/>
              </a:ext>
            </a:extLst>
          </p:cNvPr>
          <p:cNvSpPr>
            <a:spLocks/>
          </p:cNvSpPr>
          <p:nvPr/>
        </p:nvSpPr>
        <p:spPr>
          <a:xfrm>
            <a:off x="7435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7E60C35D-AE9F-4C60-8AE8-4ADBA1B51028}"/>
              </a:ext>
            </a:extLst>
          </p:cNvPr>
          <p:cNvSpPr>
            <a:spLocks/>
          </p:cNvSpPr>
          <p:nvPr/>
        </p:nvSpPr>
        <p:spPr>
          <a:xfrm>
            <a:off x="74225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6F66C6E0-1312-417B-9E6F-2827B0C22E00}"/>
              </a:ext>
            </a:extLst>
          </p:cNvPr>
          <p:cNvSpPr>
            <a:spLocks/>
          </p:cNvSpPr>
          <p:nvPr/>
        </p:nvSpPr>
        <p:spPr>
          <a:xfrm>
            <a:off x="7447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ABF25B7-399D-4218-B5FC-E793E91094AB}"/>
              </a:ext>
            </a:extLst>
          </p:cNvPr>
          <p:cNvSpPr>
            <a:spLocks/>
          </p:cNvSpPr>
          <p:nvPr/>
        </p:nvSpPr>
        <p:spPr>
          <a:xfrm>
            <a:off x="74019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0D8EB5B2-64E6-4651-BC00-1A19B06A9FDC}"/>
              </a:ext>
            </a:extLst>
          </p:cNvPr>
          <p:cNvSpPr>
            <a:spLocks/>
          </p:cNvSpPr>
          <p:nvPr/>
        </p:nvSpPr>
        <p:spPr>
          <a:xfrm>
            <a:off x="7387491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09D262D3-CAAE-4A3A-A877-75D7DD38E35A}"/>
              </a:ext>
            </a:extLst>
          </p:cNvPr>
          <p:cNvSpPr>
            <a:spLocks/>
          </p:cNvSpPr>
          <p:nvPr/>
        </p:nvSpPr>
        <p:spPr>
          <a:xfrm>
            <a:off x="73904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70F8E161-6309-4311-9402-73F564F259F5}"/>
              </a:ext>
            </a:extLst>
          </p:cNvPr>
          <p:cNvSpPr>
            <a:spLocks/>
          </p:cNvSpPr>
          <p:nvPr/>
        </p:nvSpPr>
        <p:spPr>
          <a:xfrm>
            <a:off x="739692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819AA6B2-18E0-4F8A-8164-DA708138D298}"/>
              </a:ext>
            </a:extLst>
          </p:cNvPr>
          <p:cNvSpPr>
            <a:spLocks/>
          </p:cNvSpPr>
          <p:nvPr/>
        </p:nvSpPr>
        <p:spPr>
          <a:xfrm>
            <a:off x="74198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65E5470E-C612-46CA-8F89-B15F0423B1D8}"/>
              </a:ext>
            </a:extLst>
          </p:cNvPr>
          <p:cNvSpPr>
            <a:spLocks/>
          </p:cNvSpPr>
          <p:nvPr/>
        </p:nvSpPr>
        <p:spPr>
          <a:xfrm>
            <a:off x="74311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62C9D76-913D-40C1-90C5-684DB0D4F21B}"/>
              </a:ext>
            </a:extLst>
          </p:cNvPr>
          <p:cNvSpPr>
            <a:spLocks/>
          </p:cNvSpPr>
          <p:nvPr/>
        </p:nvSpPr>
        <p:spPr>
          <a:xfrm>
            <a:off x="73951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727E4AB-0D75-49BB-BCCA-E2A614EA7D13}"/>
              </a:ext>
            </a:extLst>
          </p:cNvPr>
          <p:cNvSpPr>
            <a:spLocks/>
          </p:cNvSpPr>
          <p:nvPr/>
        </p:nvSpPr>
        <p:spPr>
          <a:xfrm>
            <a:off x="74496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A45492F5-ED1E-44E7-9A5B-0F831B2656B8}"/>
              </a:ext>
            </a:extLst>
          </p:cNvPr>
          <p:cNvSpPr>
            <a:spLocks/>
          </p:cNvSpPr>
          <p:nvPr/>
        </p:nvSpPr>
        <p:spPr>
          <a:xfrm>
            <a:off x="742717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2289C4D-7B5F-4FDA-B637-4E3576C44202}"/>
              </a:ext>
            </a:extLst>
          </p:cNvPr>
          <p:cNvSpPr>
            <a:spLocks/>
          </p:cNvSpPr>
          <p:nvPr/>
        </p:nvSpPr>
        <p:spPr>
          <a:xfrm>
            <a:off x="7457311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6E65C9C5-4CDB-492B-9832-C18DF013E8CA}"/>
              </a:ext>
            </a:extLst>
          </p:cNvPr>
          <p:cNvSpPr>
            <a:spLocks/>
          </p:cNvSpPr>
          <p:nvPr/>
        </p:nvSpPr>
        <p:spPr>
          <a:xfrm>
            <a:off x="745086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6062F128-4E0B-4AD9-B18C-DD18769D7E33}"/>
              </a:ext>
            </a:extLst>
          </p:cNvPr>
          <p:cNvSpPr>
            <a:spLocks/>
          </p:cNvSpPr>
          <p:nvPr/>
        </p:nvSpPr>
        <p:spPr>
          <a:xfrm>
            <a:off x="74456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4345EAD-8C8F-4673-805E-595A9E5E293D}"/>
              </a:ext>
            </a:extLst>
          </p:cNvPr>
          <p:cNvSpPr>
            <a:spLocks/>
          </p:cNvSpPr>
          <p:nvPr/>
        </p:nvSpPr>
        <p:spPr>
          <a:xfrm>
            <a:off x="7350239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FB45C94C-BD14-448C-BE2C-066BE79DDA98}"/>
              </a:ext>
            </a:extLst>
          </p:cNvPr>
          <p:cNvSpPr>
            <a:spLocks/>
          </p:cNvSpPr>
          <p:nvPr/>
        </p:nvSpPr>
        <p:spPr>
          <a:xfrm>
            <a:off x="7465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C631D0AB-343F-4400-A361-3EF4A191DC7F}"/>
              </a:ext>
            </a:extLst>
          </p:cNvPr>
          <p:cNvSpPr>
            <a:spLocks/>
          </p:cNvSpPr>
          <p:nvPr/>
        </p:nvSpPr>
        <p:spPr>
          <a:xfrm>
            <a:off x="7409201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3740EA41-9835-4ECE-A286-B730A22AC8D7}"/>
              </a:ext>
            </a:extLst>
          </p:cNvPr>
          <p:cNvSpPr>
            <a:spLocks/>
          </p:cNvSpPr>
          <p:nvPr/>
        </p:nvSpPr>
        <p:spPr>
          <a:xfrm>
            <a:off x="744331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256E013D-6603-439E-AC51-D6696D290B5D}"/>
              </a:ext>
            </a:extLst>
          </p:cNvPr>
          <p:cNvSpPr>
            <a:spLocks/>
          </p:cNvSpPr>
          <p:nvPr/>
        </p:nvSpPr>
        <p:spPr>
          <a:xfrm>
            <a:off x="7396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FC3A4E5E-538B-471F-8652-6BD32BACD27B}"/>
              </a:ext>
            </a:extLst>
          </p:cNvPr>
          <p:cNvSpPr>
            <a:spLocks/>
          </p:cNvSpPr>
          <p:nvPr/>
        </p:nvSpPr>
        <p:spPr>
          <a:xfrm>
            <a:off x="7352270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CFA0AF7-EE5C-4CD5-AD6E-1892F1722962}"/>
              </a:ext>
            </a:extLst>
          </p:cNvPr>
          <p:cNvSpPr>
            <a:spLocks/>
          </p:cNvSpPr>
          <p:nvPr/>
        </p:nvSpPr>
        <p:spPr>
          <a:xfrm>
            <a:off x="7400320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D73B1DF-A6B6-4E62-9543-BFE3273E75D4}"/>
              </a:ext>
            </a:extLst>
          </p:cNvPr>
          <p:cNvSpPr>
            <a:spLocks/>
          </p:cNvSpPr>
          <p:nvPr/>
        </p:nvSpPr>
        <p:spPr>
          <a:xfrm>
            <a:off x="7361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A01554F3-01D1-4E0D-ABCF-CE6ACB05166A}"/>
              </a:ext>
            </a:extLst>
          </p:cNvPr>
          <p:cNvSpPr>
            <a:spLocks/>
          </p:cNvSpPr>
          <p:nvPr/>
        </p:nvSpPr>
        <p:spPr>
          <a:xfrm>
            <a:off x="73823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D1C2B37-FB4C-4933-961F-DCD6710C92A2}"/>
              </a:ext>
            </a:extLst>
          </p:cNvPr>
          <p:cNvSpPr>
            <a:spLocks/>
          </p:cNvSpPr>
          <p:nvPr/>
        </p:nvSpPr>
        <p:spPr>
          <a:xfrm>
            <a:off x="74239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20A2A54-ABB4-4B0A-9B13-B1F3D65F4633}"/>
              </a:ext>
            </a:extLst>
          </p:cNvPr>
          <p:cNvSpPr>
            <a:spLocks/>
          </p:cNvSpPr>
          <p:nvPr/>
        </p:nvSpPr>
        <p:spPr>
          <a:xfrm>
            <a:off x="738659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AA5A7A4F-74F4-4D45-B0A0-D2F7BEEF92FC}"/>
              </a:ext>
            </a:extLst>
          </p:cNvPr>
          <p:cNvSpPr>
            <a:spLocks/>
          </p:cNvSpPr>
          <p:nvPr/>
        </p:nvSpPr>
        <p:spPr>
          <a:xfrm>
            <a:off x="744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FE597C-C72B-4F38-9BFD-982EF2690F13}"/>
              </a:ext>
            </a:extLst>
          </p:cNvPr>
          <p:cNvSpPr>
            <a:spLocks/>
          </p:cNvSpPr>
          <p:nvPr/>
        </p:nvSpPr>
        <p:spPr>
          <a:xfrm>
            <a:off x="746169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10CA0124-8C8E-4C44-AC5E-1B9C3B8ACF5B}"/>
              </a:ext>
            </a:extLst>
          </p:cNvPr>
          <p:cNvSpPr>
            <a:spLocks/>
          </p:cNvSpPr>
          <p:nvPr/>
        </p:nvSpPr>
        <p:spPr>
          <a:xfrm>
            <a:off x="74092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B941ADE-8642-4E68-8AE2-0185C52549E5}"/>
              </a:ext>
            </a:extLst>
          </p:cNvPr>
          <p:cNvSpPr>
            <a:spLocks/>
          </p:cNvSpPr>
          <p:nvPr/>
        </p:nvSpPr>
        <p:spPr>
          <a:xfrm>
            <a:off x="73922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F74152AA-701D-4919-BE0E-A3EB06C9AAF4}"/>
              </a:ext>
            </a:extLst>
          </p:cNvPr>
          <p:cNvSpPr>
            <a:spLocks/>
          </p:cNvSpPr>
          <p:nvPr/>
        </p:nvSpPr>
        <p:spPr>
          <a:xfrm>
            <a:off x="7395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C3335ABC-1343-43F5-9F9E-E8E3CF6B7221}"/>
              </a:ext>
            </a:extLst>
          </p:cNvPr>
          <p:cNvSpPr>
            <a:spLocks/>
          </p:cNvSpPr>
          <p:nvPr/>
        </p:nvSpPr>
        <p:spPr>
          <a:xfrm>
            <a:off x="73889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CE2B50-486F-44F8-B80F-A3BD0A1B90D1}"/>
              </a:ext>
            </a:extLst>
          </p:cNvPr>
          <p:cNvSpPr>
            <a:spLocks/>
          </p:cNvSpPr>
          <p:nvPr/>
        </p:nvSpPr>
        <p:spPr>
          <a:xfrm>
            <a:off x="74583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130B2DE3-F45E-4F95-A4E2-BBDA827B3485}"/>
              </a:ext>
            </a:extLst>
          </p:cNvPr>
          <p:cNvSpPr>
            <a:spLocks/>
          </p:cNvSpPr>
          <p:nvPr/>
        </p:nvSpPr>
        <p:spPr>
          <a:xfrm>
            <a:off x="73683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B9A92336-3653-4D1B-BCE7-D0EC90B89C1A}"/>
              </a:ext>
            </a:extLst>
          </p:cNvPr>
          <p:cNvSpPr>
            <a:spLocks/>
          </p:cNvSpPr>
          <p:nvPr/>
        </p:nvSpPr>
        <p:spPr>
          <a:xfrm>
            <a:off x="7388185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38CBB323-952E-480F-B3A6-D7FB9BCE2468}"/>
              </a:ext>
            </a:extLst>
          </p:cNvPr>
          <p:cNvSpPr>
            <a:spLocks/>
          </p:cNvSpPr>
          <p:nvPr/>
        </p:nvSpPr>
        <p:spPr>
          <a:xfrm>
            <a:off x="7394934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61E8A661-3AFF-416C-9ACF-E3C697DA88CA}"/>
              </a:ext>
            </a:extLst>
          </p:cNvPr>
          <p:cNvSpPr>
            <a:spLocks/>
          </p:cNvSpPr>
          <p:nvPr/>
        </p:nvSpPr>
        <p:spPr>
          <a:xfrm>
            <a:off x="743212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F37A148F-24C4-46DC-940E-8717F646E4AE}"/>
              </a:ext>
            </a:extLst>
          </p:cNvPr>
          <p:cNvSpPr>
            <a:spLocks/>
          </p:cNvSpPr>
          <p:nvPr/>
        </p:nvSpPr>
        <p:spPr>
          <a:xfrm>
            <a:off x="7398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B56981A-3F8D-4832-B8AC-D3597A4C6DF4}"/>
              </a:ext>
            </a:extLst>
          </p:cNvPr>
          <p:cNvSpPr>
            <a:spLocks/>
          </p:cNvSpPr>
          <p:nvPr/>
        </p:nvSpPr>
        <p:spPr>
          <a:xfrm>
            <a:off x="74358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3341BB7C-A9D5-426D-AC2D-4A26EC68F5EE}"/>
              </a:ext>
            </a:extLst>
          </p:cNvPr>
          <p:cNvSpPr>
            <a:spLocks/>
          </p:cNvSpPr>
          <p:nvPr/>
        </p:nvSpPr>
        <p:spPr>
          <a:xfrm>
            <a:off x="74198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36646021-1C37-4031-BC93-9210683CBEFB}"/>
              </a:ext>
            </a:extLst>
          </p:cNvPr>
          <p:cNvSpPr>
            <a:spLocks/>
          </p:cNvSpPr>
          <p:nvPr/>
        </p:nvSpPr>
        <p:spPr>
          <a:xfrm>
            <a:off x="74130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B562E68B-384E-4779-A6B8-01B345543EFC}"/>
              </a:ext>
            </a:extLst>
          </p:cNvPr>
          <p:cNvSpPr>
            <a:spLocks/>
          </p:cNvSpPr>
          <p:nvPr/>
        </p:nvSpPr>
        <p:spPr>
          <a:xfrm>
            <a:off x="738612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A1CA653A-A130-4609-8806-277640AC800C}"/>
              </a:ext>
            </a:extLst>
          </p:cNvPr>
          <p:cNvSpPr>
            <a:spLocks/>
          </p:cNvSpPr>
          <p:nvPr/>
        </p:nvSpPr>
        <p:spPr>
          <a:xfrm>
            <a:off x="737063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C50D431F-71C5-4D9E-9219-D1AC24CBC033}"/>
              </a:ext>
            </a:extLst>
          </p:cNvPr>
          <p:cNvSpPr>
            <a:spLocks/>
          </p:cNvSpPr>
          <p:nvPr/>
        </p:nvSpPr>
        <p:spPr>
          <a:xfrm>
            <a:off x="741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59B80F11-6252-400A-AD94-C5F1F914AC9A}"/>
              </a:ext>
            </a:extLst>
          </p:cNvPr>
          <p:cNvSpPr>
            <a:spLocks/>
          </p:cNvSpPr>
          <p:nvPr/>
        </p:nvSpPr>
        <p:spPr>
          <a:xfrm>
            <a:off x="73668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2E14AB25-E80A-4772-A6EA-1DE53D619157}"/>
              </a:ext>
            </a:extLst>
          </p:cNvPr>
          <p:cNvSpPr>
            <a:spLocks/>
          </p:cNvSpPr>
          <p:nvPr/>
        </p:nvSpPr>
        <p:spPr>
          <a:xfrm>
            <a:off x="7373447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1524817-0C25-4253-BF8A-6792ABFC6C8F}"/>
              </a:ext>
            </a:extLst>
          </p:cNvPr>
          <p:cNvSpPr>
            <a:spLocks/>
          </p:cNvSpPr>
          <p:nvPr/>
        </p:nvSpPr>
        <p:spPr>
          <a:xfrm>
            <a:off x="7376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8712D4CE-35A0-45D1-9CA6-D97E6FFEE770}"/>
              </a:ext>
            </a:extLst>
          </p:cNvPr>
          <p:cNvSpPr>
            <a:spLocks/>
          </p:cNvSpPr>
          <p:nvPr/>
        </p:nvSpPr>
        <p:spPr>
          <a:xfrm>
            <a:off x="74193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FAAA6FE-D1A5-4B19-8E5B-DCB63B836CDD}"/>
              </a:ext>
            </a:extLst>
          </p:cNvPr>
          <p:cNvSpPr>
            <a:spLocks/>
          </p:cNvSpPr>
          <p:nvPr/>
        </p:nvSpPr>
        <p:spPr>
          <a:xfrm>
            <a:off x="745437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9BB7229-EB83-4B79-BAA5-6C2DC80001DF}"/>
              </a:ext>
            </a:extLst>
          </p:cNvPr>
          <p:cNvSpPr>
            <a:spLocks/>
          </p:cNvSpPr>
          <p:nvPr/>
        </p:nvSpPr>
        <p:spPr>
          <a:xfrm>
            <a:off x="74296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9E6B85E8-40AA-40B4-B264-5743A457E8FD}"/>
              </a:ext>
            </a:extLst>
          </p:cNvPr>
          <p:cNvSpPr>
            <a:spLocks/>
          </p:cNvSpPr>
          <p:nvPr/>
        </p:nvSpPr>
        <p:spPr>
          <a:xfrm>
            <a:off x="7444215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4C14B98B-E6DD-4DC0-865B-840E15662EE3}"/>
              </a:ext>
            </a:extLst>
          </p:cNvPr>
          <p:cNvSpPr>
            <a:spLocks/>
          </p:cNvSpPr>
          <p:nvPr/>
        </p:nvSpPr>
        <p:spPr>
          <a:xfrm>
            <a:off x="740012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C733DB84-BD9A-4513-9FEA-6C3F93FB632F}"/>
              </a:ext>
            </a:extLst>
          </p:cNvPr>
          <p:cNvSpPr>
            <a:spLocks/>
          </p:cNvSpPr>
          <p:nvPr/>
        </p:nvSpPr>
        <p:spPr>
          <a:xfrm>
            <a:off x="7444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082FACE0-60BF-4C75-8163-4BD4DCE7A1D9}"/>
              </a:ext>
            </a:extLst>
          </p:cNvPr>
          <p:cNvSpPr>
            <a:spLocks/>
          </p:cNvSpPr>
          <p:nvPr/>
        </p:nvSpPr>
        <p:spPr>
          <a:xfrm>
            <a:off x="7436545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0131A820-C2F3-4FD3-8837-CC21DA1AD3AB}"/>
              </a:ext>
            </a:extLst>
          </p:cNvPr>
          <p:cNvSpPr>
            <a:spLocks/>
          </p:cNvSpPr>
          <p:nvPr/>
        </p:nvSpPr>
        <p:spPr>
          <a:xfrm>
            <a:off x="738628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E054CCB2-9D87-4070-8A91-2E8502929127}"/>
              </a:ext>
            </a:extLst>
          </p:cNvPr>
          <p:cNvSpPr>
            <a:spLocks/>
          </p:cNvSpPr>
          <p:nvPr/>
        </p:nvSpPr>
        <p:spPr>
          <a:xfrm>
            <a:off x="746326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78934FAC-37D4-4F6C-A91B-7AB4463DF25F}"/>
              </a:ext>
            </a:extLst>
          </p:cNvPr>
          <p:cNvSpPr>
            <a:spLocks/>
          </p:cNvSpPr>
          <p:nvPr/>
        </p:nvSpPr>
        <p:spPr>
          <a:xfrm>
            <a:off x="734861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C98DD89A-657A-4D82-AAE1-7FA7CC2FF5B6}"/>
              </a:ext>
            </a:extLst>
          </p:cNvPr>
          <p:cNvSpPr>
            <a:spLocks/>
          </p:cNvSpPr>
          <p:nvPr/>
        </p:nvSpPr>
        <p:spPr>
          <a:xfrm>
            <a:off x="7407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C926D80F-8F16-4193-98D2-D498D3F91207}"/>
              </a:ext>
            </a:extLst>
          </p:cNvPr>
          <p:cNvSpPr>
            <a:spLocks/>
          </p:cNvSpPr>
          <p:nvPr/>
        </p:nvSpPr>
        <p:spPr>
          <a:xfrm>
            <a:off x="7364683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419F17E2-5C9C-42C5-9FEB-024B84B046A4}"/>
              </a:ext>
            </a:extLst>
          </p:cNvPr>
          <p:cNvSpPr>
            <a:spLocks/>
          </p:cNvSpPr>
          <p:nvPr/>
        </p:nvSpPr>
        <p:spPr>
          <a:xfrm>
            <a:off x="745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817A08FE-188F-469F-9513-A03A8617D842}"/>
              </a:ext>
            </a:extLst>
          </p:cNvPr>
          <p:cNvSpPr>
            <a:spLocks/>
          </p:cNvSpPr>
          <p:nvPr/>
        </p:nvSpPr>
        <p:spPr>
          <a:xfrm>
            <a:off x="738081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CEACC0CB-4331-472E-B11D-A1E3021AD7AE}"/>
              </a:ext>
            </a:extLst>
          </p:cNvPr>
          <p:cNvSpPr>
            <a:spLocks/>
          </p:cNvSpPr>
          <p:nvPr/>
        </p:nvSpPr>
        <p:spPr>
          <a:xfrm>
            <a:off x="737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88740C2-4821-4DD9-82F4-9EC0B37733D7}"/>
              </a:ext>
            </a:extLst>
          </p:cNvPr>
          <p:cNvSpPr>
            <a:spLocks/>
          </p:cNvSpPr>
          <p:nvPr/>
        </p:nvSpPr>
        <p:spPr>
          <a:xfrm>
            <a:off x="74277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88D97E0-5816-42C5-96AC-D0355CEB5E7B}"/>
              </a:ext>
            </a:extLst>
          </p:cNvPr>
          <p:cNvSpPr>
            <a:spLocks/>
          </p:cNvSpPr>
          <p:nvPr/>
        </p:nvSpPr>
        <p:spPr>
          <a:xfrm>
            <a:off x="74004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892DE7A-29EB-4679-B630-07C1E30239D8}"/>
              </a:ext>
            </a:extLst>
          </p:cNvPr>
          <p:cNvSpPr>
            <a:spLocks/>
          </p:cNvSpPr>
          <p:nvPr/>
        </p:nvSpPr>
        <p:spPr>
          <a:xfrm>
            <a:off x="736344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DEF6F5C0-21A4-4EA8-B015-450ACEFDDA02}"/>
              </a:ext>
            </a:extLst>
          </p:cNvPr>
          <p:cNvSpPr>
            <a:spLocks/>
          </p:cNvSpPr>
          <p:nvPr/>
        </p:nvSpPr>
        <p:spPr>
          <a:xfrm>
            <a:off x="73645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7C4B9F6E-55C1-4845-980B-665C822DDDAE}"/>
              </a:ext>
            </a:extLst>
          </p:cNvPr>
          <p:cNvSpPr>
            <a:spLocks/>
          </p:cNvSpPr>
          <p:nvPr/>
        </p:nvSpPr>
        <p:spPr>
          <a:xfrm>
            <a:off x="73884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5422DDF-3650-4D1F-B442-ED5C463C4536}"/>
              </a:ext>
            </a:extLst>
          </p:cNvPr>
          <p:cNvSpPr>
            <a:spLocks/>
          </p:cNvSpPr>
          <p:nvPr/>
        </p:nvSpPr>
        <p:spPr>
          <a:xfrm>
            <a:off x="7412003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66D00C-ECA8-4365-99A9-050C727EC9F2}"/>
              </a:ext>
            </a:extLst>
          </p:cNvPr>
          <p:cNvSpPr>
            <a:spLocks/>
          </p:cNvSpPr>
          <p:nvPr/>
        </p:nvSpPr>
        <p:spPr>
          <a:xfrm>
            <a:off x="73734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3168DA9-2B57-49EC-B3A5-DD686139BB24}"/>
              </a:ext>
            </a:extLst>
          </p:cNvPr>
          <p:cNvSpPr>
            <a:spLocks/>
          </p:cNvSpPr>
          <p:nvPr/>
        </p:nvSpPr>
        <p:spPr>
          <a:xfrm>
            <a:off x="738572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BF48F41-DB1F-4BE6-803A-4B444531AE1B}"/>
              </a:ext>
            </a:extLst>
          </p:cNvPr>
          <p:cNvSpPr>
            <a:spLocks/>
          </p:cNvSpPr>
          <p:nvPr/>
        </p:nvSpPr>
        <p:spPr>
          <a:xfrm>
            <a:off x="73620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4C8B30BD-7B60-46C0-B315-96663FD031C8}"/>
              </a:ext>
            </a:extLst>
          </p:cNvPr>
          <p:cNvSpPr>
            <a:spLocks/>
          </p:cNvSpPr>
          <p:nvPr/>
        </p:nvSpPr>
        <p:spPr>
          <a:xfrm>
            <a:off x="74166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CC29E029-0AB5-4286-B8A2-D167EF7433BD}"/>
              </a:ext>
            </a:extLst>
          </p:cNvPr>
          <p:cNvSpPr>
            <a:spLocks/>
          </p:cNvSpPr>
          <p:nvPr/>
        </p:nvSpPr>
        <p:spPr>
          <a:xfrm>
            <a:off x="73605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5E1C28DF-EABD-4984-9475-A7AF94848900}"/>
              </a:ext>
            </a:extLst>
          </p:cNvPr>
          <p:cNvSpPr>
            <a:spLocks/>
          </p:cNvSpPr>
          <p:nvPr/>
        </p:nvSpPr>
        <p:spPr>
          <a:xfrm>
            <a:off x="74463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3E096A37-4B19-45E9-AB6A-D1C987CC01BF}"/>
              </a:ext>
            </a:extLst>
          </p:cNvPr>
          <p:cNvSpPr>
            <a:spLocks/>
          </p:cNvSpPr>
          <p:nvPr/>
        </p:nvSpPr>
        <p:spPr>
          <a:xfrm>
            <a:off x="74045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0FACE021-0B28-4636-A2AF-B1AEBECAB541}"/>
              </a:ext>
            </a:extLst>
          </p:cNvPr>
          <p:cNvSpPr>
            <a:spLocks/>
          </p:cNvSpPr>
          <p:nvPr/>
        </p:nvSpPr>
        <p:spPr>
          <a:xfrm>
            <a:off x="74335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68105098-6BC3-4205-AC37-18EB22744047}"/>
              </a:ext>
            </a:extLst>
          </p:cNvPr>
          <p:cNvSpPr>
            <a:spLocks/>
          </p:cNvSpPr>
          <p:nvPr/>
        </p:nvSpPr>
        <p:spPr>
          <a:xfrm>
            <a:off x="74192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3749DF1-1EA2-4031-BEA1-0704D034F8DF}"/>
              </a:ext>
            </a:extLst>
          </p:cNvPr>
          <p:cNvSpPr>
            <a:spLocks/>
          </p:cNvSpPr>
          <p:nvPr/>
        </p:nvSpPr>
        <p:spPr>
          <a:xfrm>
            <a:off x="737410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FF09A35-EDD2-4976-81EC-AC887E26885C}"/>
              </a:ext>
            </a:extLst>
          </p:cNvPr>
          <p:cNvSpPr>
            <a:spLocks/>
          </p:cNvSpPr>
          <p:nvPr/>
        </p:nvSpPr>
        <p:spPr>
          <a:xfrm>
            <a:off x="7350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4E6E5E59-54EB-4B5C-8E31-5FED295F2CC7}"/>
              </a:ext>
            </a:extLst>
          </p:cNvPr>
          <p:cNvSpPr>
            <a:spLocks/>
          </p:cNvSpPr>
          <p:nvPr/>
        </p:nvSpPr>
        <p:spPr>
          <a:xfrm>
            <a:off x="73912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DFC4308-69C9-444F-A203-03A9F781EE0C}"/>
              </a:ext>
            </a:extLst>
          </p:cNvPr>
          <p:cNvSpPr>
            <a:spLocks/>
          </p:cNvSpPr>
          <p:nvPr/>
        </p:nvSpPr>
        <p:spPr>
          <a:xfrm>
            <a:off x="7449570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F96D19-6850-4018-A94A-9991586817B9}"/>
              </a:ext>
            </a:extLst>
          </p:cNvPr>
          <p:cNvSpPr>
            <a:spLocks/>
          </p:cNvSpPr>
          <p:nvPr/>
        </p:nvSpPr>
        <p:spPr>
          <a:xfrm>
            <a:off x="73486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837D8134-201E-4334-9967-90EEC69F9624}"/>
              </a:ext>
            </a:extLst>
          </p:cNvPr>
          <p:cNvSpPr>
            <a:spLocks/>
          </p:cNvSpPr>
          <p:nvPr/>
        </p:nvSpPr>
        <p:spPr>
          <a:xfrm>
            <a:off x="7457558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FDCA0A17-4E77-49A4-A301-2D6A97210A39}"/>
              </a:ext>
            </a:extLst>
          </p:cNvPr>
          <p:cNvSpPr>
            <a:spLocks/>
          </p:cNvSpPr>
          <p:nvPr/>
        </p:nvSpPr>
        <p:spPr>
          <a:xfrm>
            <a:off x="7448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8E9CAD30-BE5B-4840-A7BB-31072DEC5CD1}"/>
              </a:ext>
            </a:extLst>
          </p:cNvPr>
          <p:cNvSpPr>
            <a:spLocks/>
          </p:cNvSpPr>
          <p:nvPr/>
        </p:nvSpPr>
        <p:spPr>
          <a:xfrm>
            <a:off x="742126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591168BD-F46A-46BA-A443-9A1EF402A5DC}"/>
              </a:ext>
            </a:extLst>
          </p:cNvPr>
          <p:cNvSpPr>
            <a:spLocks/>
          </p:cNvSpPr>
          <p:nvPr/>
        </p:nvSpPr>
        <p:spPr>
          <a:xfrm>
            <a:off x="744636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59CF3C5E-E62A-45F2-B94F-17544573A011}"/>
              </a:ext>
            </a:extLst>
          </p:cNvPr>
          <p:cNvSpPr>
            <a:spLocks/>
          </p:cNvSpPr>
          <p:nvPr/>
        </p:nvSpPr>
        <p:spPr>
          <a:xfrm>
            <a:off x="74465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AB4C745A-EEC3-41A7-9762-60B9D481D0AF}"/>
              </a:ext>
            </a:extLst>
          </p:cNvPr>
          <p:cNvSpPr>
            <a:spLocks/>
          </p:cNvSpPr>
          <p:nvPr/>
        </p:nvSpPr>
        <p:spPr>
          <a:xfrm>
            <a:off x="73886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5F9B0BBC-7288-4477-9E73-23814D4814D4}"/>
              </a:ext>
            </a:extLst>
          </p:cNvPr>
          <p:cNvSpPr>
            <a:spLocks/>
          </p:cNvSpPr>
          <p:nvPr/>
        </p:nvSpPr>
        <p:spPr>
          <a:xfrm>
            <a:off x="7399155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B564D8A-6FF2-4FF5-AA99-3168954C13CB}"/>
              </a:ext>
            </a:extLst>
          </p:cNvPr>
          <p:cNvSpPr>
            <a:spLocks/>
          </p:cNvSpPr>
          <p:nvPr/>
        </p:nvSpPr>
        <p:spPr>
          <a:xfrm>
            <a:off x="740825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A080828-E3F4-4D7A-B023-4ABE0784FE24}"/>
              </a:ext>
            </a:extLst>
          </p:cNvPr>
          <p:cNvSpPr>
            <a:spLocks/>
          </p:cNvSpPr>
          <p:nvPr/>
        </p:nvSpPr>
        <p:spPr>
          <a:xfrm>
            <a:off x="743293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EEAC7D44-0017-421D-8594-35A69FE20086}"/>
              </a:ext>
            </a:extLst>
          </p:cNvPr>
          <p:cNvSpPr>
            <a:spLocks/>
          </p:cNvSpPr>
          <p:nvPr/>
        </p:nvSpPr>
        <p:spPr>
          <a:xfrm>
            <a:off x="746286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96EADAB5-BC76-42DD-A3DF-B65448CB6A24}"/>
              </a:ext>
            </a:extLst>
          </p:cNvPr>
          <p:cNvSpPr>
            <a:spLocks/>
          </p:cNvSpPr>
          <p:nvPr/>
        </p:nvSpPr>
        <p:spPr>
          <a:xfrm>
            <a:off x="7418455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3C9A30F2-D92A-4BAE-89EE-84A9A9023910}"/>
              </a:ext>
            </a:extLst>
          </p:cNvPr>
          <p:cNvSpPr>
            <a:spLocks/>
          </p:cNvSpPr>
          <p:nvPr/>
        </p:nvSpPr>
        <p:spPr>
          <a:xfrm>
            <a:off x="74169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223FF20D-2A52-4ADF-9CDD-50D6FF1A7D3A}"/>
              </a:ext>
            </a:extLst>
          </p:cNvPr>
          <p:cNvSpPr>
            <a:spLocks/>
          </p:cNvSpPr>
          <p:nvPr/>
        </p:nvSpPr>
        <p:spPr>
          <a:xfrm>
            <a:off x="743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42D5040E-A901-462C-9CA3-F1884F4B858B}"/>
              </a:ext>
            </a:extLst>
          </p:cNvPr>
          <p:cNvSpPr>
            <a:spLocks/>
          </p:cNvSpPr>
          <p:nvPr/>
        </p:nvSpPr>
        <p:spPr>
          <a:xfrm>
            <a:off x="740384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A74A29A-3F14-4273-8019-774521099EBD}"/>
              </a:ext>
            </a:extLst>
          </p:cNvPr>
          <p:cNvSpPr>
            <a:spLocks/>
          </p:cNvSpPr>
          <p:nvPr/>
        </p:nvSpPr>
        <p:spPr>
          <a:xfrm>
            <a:off x="735046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D4467D3A-41E9-4F07-896E-6B28792D5E2C}"/>
              </a:ext>
            </a:extLst>
          </p:cNvPr>
          <p:cNvSpPr>
            <a:spLocks/>
          </p:cNvSpPr>
          <p:nvPr/>
        </p:nvSpPr>
        <p:spPr>
          <a:xfrm>
            <a:off x="7448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93E5069B-5E98-4D3C-B3BB-E64EEDEB9547}"/>
              </a:ext>
            </a:extLst>
          </p:cNvPr>
          <p:cNvSpPr>
            <a:spLocks/>
          </p:cNvSpPr>
          <p:nvPr/>
        </p:nvSpPr>
        <p:spPr>
          <a:xfrm>
            <a:off x="74187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7E666EEE-5ACE-4062-AC52-20DF8F51417D}"/>
              </a:ext>
            </a:extLst>
          </p:cNvPr>
          <p:cNvSpPr>
            <a:spLocks/>
          </p:cNvSpPr>
          <p:nvPr/>
        </p:nvSpPr>
        <p:spPr>
          <a:xfrm>
            <a:off x="7369733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3DEBFC3E-CCFA-42E3-A03B-D65DD25CC4B7}"/>
              </a:ext>
            </a:extLst>
          </p:cNvPr>
          <p:cNvSpPr>
            <a:spLocks/>
          </p:cNvSpPr>
          <p:nvPr/>
        </p:nvSpPr>
        <p:spPr>
          <a:xfrm>
            <a:off x="74657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335221D3-2E32-4DD1-851C-8B24D3560B46}"/>
              </a:ext>
            </a:extLst>
          </p:cNvPr>
          <p:cNvSpPr>
            <a:spLocks/>
          </p:cNvSpPr>
          <p:nvPr/>
        </p:nvSpPr>
        <p:spPr>
          <a:xfrm>
            <a:off x="73882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3D6CD8FB-7628-4A46-A609-113201E76EC6}"/>
              </a:ext>
            </a:extLst>
          </p:cNvPr>
          <p:cNvSpPr>
            <a:spLocks/>
          </p:cNvSpPr>
          <p:nvPr/>
        </p:nvSpPr>
        <p:spPr>
          <a:xfrm>
            <a:off x="74571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52D09358-F577-4530-9177-6DECE3603398}"/>
              </a:ext>
            </a:extLst>
          </p:cNvPr>
          <p:cNvSpPr>
            <a:spLocks/>
          </p:cNvSpPr>
          <p:nvPr/>
        </p:nvSpPr>
        <p:spPr>
          <a:xfrm>
            <a:off x="735724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A17B2A5B-E662-42DA-9C6C-C5498E8DD9E8}"/>
              </a:ext>
            </a:extLst>
          </p:cNvPr>
          <p:cNvSpPr>
            <a:spLocks/>
          </p:cNvSpPr>
          <p:nvPr/>
        </p:nvSpPr>
        <p:spPr>
          <a:xfrm>
            <a:off x="746628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7238A2D7-586F-4EEC-8707-49BEFF994F40}"/>
              </a:ext>
            </a:extLst>
          </p:cNvPr>
          <p:cNvSpPr>
            <a:spLocks/>
          </p:cNvSpPr>
          <p:nvPr/>
        </p:nvSpPr>
        <p:spPr>
          <a:xfrm>
            <a:off x="746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ED81A1F3-B533-4C3C-8E38-84553702D308}"/>
              </a:ext>
            </a:extLst>
          </p:cNvPr>
          <p:cNvSpPr>
            <a:spLocks/>
          </p:cNvSpPr>
          <p:nvPr/>
        </p:nvSpPr>
        <p:spPr>
          <a:xfrm>
            <a:off x="743709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04B32DD2-8B28-4981-B923-B5CD442305A6}"/>
              </a:ext>
            </a:extLst>
          </p:cNvPr>
          <p:cNvSpPr>
            <a:spLocks/>
          </p:cNvSpPr>
          <p:nvPr/>
        </p:nvSpPr>
        <p:spPr>
          <a:xfrm>
            <a:off x="740772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BC6D88DE-FB3B-49DB-8562-DB2BD93FB3E0}"/>
              </a:ext>
            </a:extLst>
          </p:cNvPr>
          <p:cNvSpPr>
            <a:spLocks/>
          </p:cNvSpPr>
          <p:nvPr/>
        </p:nvSpPr>
        <p:spPr>
          <a:xfrm>
            <a:off x="737337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4B6E2468-63BE-4784-A930-B00327836DA2}"/>
              </a:ext>
            </a:extLst>
          </p:cNvPr>
          <p:cNvSpPr>
            <a:spLocks/>
          </p:cNvSpPr>
          <p:nvPr/>
        </p:nvSpPr>
        <p:spPr>
          <a:xfrm>
            <a:off x="74427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4120387-A0CE-4A17-93D3-BD7474BD59B9}"/>
              </a:ext>
            </a:extLst>
          </p:cNvPr>
          <p:cNvSpPr>
            <a:spLocks/>
          </p:cNvSpPr>
          <p:nvPr/>
        </p:nvSpPr>
        <p:spPr>
          <a:xfrm>
            <a:off x="746149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8FF1A7D9-21F4-48FF-B9F7-5D869BAE2F17}"/>
              </a:ext>
            </a:extLst>
          </p:cNvPr>
          <p:cNvSpPr>
            <a:spLocks/>
          </p:cNvSpPr>
          <p:nvPr/>
        </p:nvSpPr>
        <p:spPr>
          <a:xfrm>
            <a:off x="7373697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D0ECC022-E17F-4BD5-BDBB-D74FB82E9FC4}"/>
              </a:ext>
            </a:extLst>
          </p:cNvPr>
          <p:cNvSpPr>
            <a:spLocks/>
          </p:cNvSpPr>
          <p:nvPr/>
        </p:nvSpPr>
        <p:spPr>
          <a:xfrm>
            <a:off x="7363915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E342A44D-2764-46B2-9EEF-4BDBFF4B5A7F}"/>
              </a:ext>
            </a:extLst>
          </p:cNvPr>
          <p:cNvSpPr>
            <a:spLocks/>
          </p:cNvSpPr>
          <p:nvPr/>
        </p:nvSpPr>
        <p:spPr>
          <a:xfrm>
            <a:off x="74340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3A8FEC3-ECC8-4AD5-9511-B8885FF6AE3B}"/>
              </a:ext>
            </a:extLst>
          </p:cNvPr>
          <p:cNvSpPr>
            <a:spLocks/>
          </p:cNvSpPr>
          <p:nvPr/>
        </p:nvSpPr>
        <p:spPr>
          <a:xfrm>
            <a:off x="7348524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D4DB4D94-C8A1-4AD4-869C-CE89A4638E4C}"/>
              </a:ext>
            </a:extLst>
          </p:cNvPr>
          <p:cNvSpPr>
            <a:spLocks/>
          </p:cNvSpPr>
          <p:nvPr/>
        </p:nvSpPr>
        <p:spPr>
          <a:xfrm>
            <a:off x="73872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1BAF045D-08DF-4B4A-A5CB-0BB80323A09E}"/>
              </a:ext>
            </a:extLst>
          </p:cNvPr>
          <p:cNvSpPr>
            <a:spLocks/>
          </p:cNvSpPr>
          <p:nvPr/>
        </p:nvSpPr>
        <p:spPr>
          <a:xfrm>
            <a:off x="73875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10436CE9-7F22-45B1-AFD3-7EBC57299919}"/>
              </a:ext>
            </a:extLst>
          </p:cNvPr>
          <p:cNvSpPr>
            <a:spLocks/>
          </p:cNvSpPr>
          <p:nvPr/>
        </p:nvSpPr>
        <p:spPr>
          <a:xfrm>
            <a:off x="7421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435A1C9C-E53D-45CB-94F0-4809F4B9CB65}"/>
              </a:ext>
            </a:extLst>
          </p:cNvPr>
          <p:cNvSpPr>
            <a:spLocks/>
          </p:cNvSpPr>
          <p:nvPr/>
        </p:nvSpPr>
        <p:spPr>
          <a:xfrm>
            <a:off x="743815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01654ADF-3348-4C6D-B702-7EF4842A9166}"/>
              </a:ext>
            </a:extLst>
          </p:cNvPr>
          <p:cNvSpPr>
            <a:spLocks/>
          </p:cNvSpPr>
          <p:nvPr/>
        </p:nvSpPr>
        <p:spPr>
          <a:xfrm>
            <a:off x="7437189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988CF2E-9FAF-4505-BCAF-10B38E42E9FA}"/>
              </a:ext>
            </a:extLst>
          </p:cNvPr>
          <p:cNvSpPr>
            <a:spLocks/>
          </p:cNvSpPr>
          <p:nvPr/>
        </p:nvSpPr>
        <p:spPr>
          <a:xfrm>
            <a:off x="743592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268A178-19DD-4116-96DF-381CFB230C94}"/>
              </a:ext>
            </a:extLst>
          </p:cNvPr>
          <p:cNvSpPr>
            <a:spLocks/>
          </p:cNvSpPr>
          <p:nvPr/>
        </p:nvSpPr>
        <p:spPr>
          <a:xfrm>
            <a:off x="73691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1E98478D-B606-4C36-90AE-0F65E6E89F04}"/>
              </a:ext>
            </a:extLst>
          </p:cNvPr>
          <p:cNvSpPr>
            <a:spLocks/>
          </p:cNvSpPr>
          <p:nvPr/>
        </p:nvSpPr>
        <p:spPr>
          <a:xfrm>
            <a:off x="7398222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F0D7E75-38EA-4EDC-B6ED-BF3EECA0481C}"/>
              </a:ext>
            </a:extLst>
          </p:cNvPr>
          <p:cNvSpPr>
            <a:spLocks/>
          </p:cNvSpPr>
          <p:nvPr/>
        </p:nvSpPr>
        <p:spPr>
          <a:xfrm>
            <a:off x="73776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5DD30ED6-27E5-45C0-AB95-D3ED1170C1DE}"/>
              </a:ext>
            </a:extLst>
          </p:cNvPr>
          <p:cNvSpPr>
            <a:spLocks/>
          </p:cNvSpPr>
          <p:nvPr/>
        </p:nvSpPr>
        <p:spPr>
          <a:xfrm>
            <a:off x="73955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5E37ABD-BEBB-44BF-A5CE-8A090231A6B1}"/>
              </a:ext>
            </a:extLst>
          </p:cNvPr>
          <p:cNvSpPr>
            <a:spLocks/>
          </p:cNvSpPr>
          <p:nvPr/>
        </p:nvSpPr>
        <p:spPr>
          <a:xfrm>
            <a:off x="76921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A5A78986-FAB4-442B-8994-FCF94D0965D3}"/>
              </a:ext>
            </a:extLst>
          </p:cNvPr>
          <p:cNvSpPr>
            <a:spLocks/>
          </p:cNvSpPr>
          <p:nvPr/>
        </p:nvSpPr>
        <p:spPr>
          <a:xfrm>
            <a:off x="76921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98BDF5F6-B138-4A5E-A4C0-6C371CB56801}"/>
              </a:ext>
            </a:extLst>
          </p:cNvPr>
          <p:cNvSpPr>
            <a:spLocks/>
          </p:cNvSpPr>
          <p:nvPr/>
        </p:nvSpPr>
        <p:spPr>
          <a:xfrm>
            <a:off x="7685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9F528D32-5C91-433F-ACBF-3084AB53DBF3}"/>
              </a:ext>
            </a:extLst>
          </p:cNvPr>
          <p:cNvSpPr>
            <a:spLocks/>
          </p:cNvSpPr>
          <p:nvPr/>
        </p:nvSpPr>
        <p:spPr>
          <a:xfrm>
            <a:off x="769755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54AD4CA-D997-4355-8184-8F6173A0CBAD}"/>
              </a:ext>
            </a:extLst>
          </p:cNvPr>
          <p:cNvSpPr>
            <a:spLocks/>
          </p:cNvSpPr>
          <p:nvPr/>
        </p:nvSpPr>
        <p:spPr>
          <a:xfrm>
            <a:off x="7646365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86524573-5A75-4DE9-992D-6F3197E5C639}"/>
              </a:ext>
            </a:extLst>
          </p:cNvPr>
          <p:cNvSpPr>
            <a:spLocks/>
          </p:cNvSpPr>
          <p:nvPr/>
        </p:nvSpPr>
        <p:spPr>
          <a:xfrm>
            <a:off x="7709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2B0E1AA9-8FA3-48FB-8A35-B0B149CFFD32}"/>
              </a:ext>
            </a:extLst>
          </p:cNvPr>
          <p:cNvSpPr>
            <a:spLocks/>
          </p:cNvSpPr>
          <p:nvPr/>
        </p:nvSpPr>
        <p:spPr>
          <a:xfrm>
            <a:off x="7666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C3D1EE0B-2A6E-4A5B-AA98-9FBB3C66ADD3}"/>
              </a:ext>
            </a:extLst>
          </p:cNvPr>
          <p:cNvSpPr>
            <a:spLocks/>
          </p:cNvSpPr>
          <p:nvPr/>
        </p:nvSpPr>
        <p:spPr>
          <a:xfrm>
            <a:off x="76102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01197D99-ED36-46AC-8E58-EE61C51EFE3A}"/>
              </a:ext>
            </a:extLst>
          </p:cNvPr>
          <p:cNvSpPr>
            <a:spLocks/>
          </p:cNvSpPr>
          <p:nvPr/>
        </p:nvSpPr>
        <p:spPr>
          <a:xfrm>
            <a:off x="759974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20AB50FF-5013-4486-B9C5-2C4D97B3C821}"/>
              </a:ext>
            </a:extLst>
          </p:cNvPr>
          <p:cNvSpPr>
            <a:spLocks/>
          </p:cNvSpPr>
          <p:nvPr/>
        </p:nvSpPr>
        <p:spPr>
          <a:xfrm>
            <a:off x="769382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57DEE02-43EB-47C6-8290-8699FF12BBF3}"/>
              </a:ext>
            </a:extLst>
          </p:cNvPr>
          <p:cNvSpPr>
            <a:spLocks/>
          </p:cNvSpPr>
          <p:nvPr/>
        </p:nvSpPr>
        <p:spPr>
          <a:xfrm>
            <a:off x="7665448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7F4E8512-21AD-4916-99C6-007761C60181}"/>
              </a:ext>
            </a:extLst>
          </p:cNvPr>
          <p:cNvSpPr>
            <a:spLocks/>
          </p:cNvSpPr>
          <p:nvPr/>
        </p:nvSpPr>
        <p:spPr>
          <a:xfrm>
            <a:off x="76278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C644BC9F-94C5-473A-9432-DF0DB56BA6E7}"/>
              </a:ext>
            </a:extLst>
          </p:cNvPr>
          <p:cNvSpPr>
            <a:spLocks/>
          </p:cNvSpPr>
          <p:nvPr/>
        </p:nvSpPr>
        <p:spPr>
          <a:xfrm>
            <a:off x="76622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22C4ECA-34F7-443F-A065-3C1F03002974}"/>
              </a:ext>
            </a:extLst>
          </p:cNvPr>
          <p:cNvSpPr>
            <a:spLocks/>
          </p:cNvSpPr>
          <p:nvPr/>
        </p:nvSpPr>
        <p:spPr>
          <a:xfrm>
            <a:off x="7667120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7DA89F5A-21B1-4130-9361-BC336BA45140}"/>
              </a:ext>
            </a:extLst>
          </p:cNvPr>
          <p:cNvSpPr>
            <a:spLocks/>
          </p:cNvSpPr>
          <p:nvPr/>
        </p:nvSpPr>
        <p:spPr>
          <a:xfrm>
            <a:off x="760210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7459712-7E4A-4969-9C52-6EC76EF805AA}"/>
              </a:ext>
            </a:extLst>
          </p:cNvPr>
          <p:cNvSpPr>
            <a:spLocks/>
          </p:cNvSpPr>
          <p:nvPr/>
        </p:nvSpPr>
        <p:spPr>
          <a:xfrm>
            <a:off x="7688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2C6F13DD-4435-4A89-A87C-4B995D035EEC}"/>
              </a:ext>
            </a:extLst>
          </p:cNvPr>
          <p:cNvSpPr>
            <a:spLocks/>
          </p:cNvSpPr>
          <p:nvPr/>
        </p:nvSpPr>
        <p:spPr>
          <a:xfrm>
            <a:off x="77089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2D146B03-0457-4C2F-AB7B-8F0CD22F4711}"/>
              </a:ext>
            </a:extLst>
          </p:cNvPr>
          <p:cNvSpPr>
            <a:spLocks/>
          </p:cNvSpPr>
          <p:nvPr/>
        </p:nvSpPr>
        <p:spPr>
          <a:xfrm>
            <a:off x="76498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40546C5-F270-46D0-8771-C9F7E36C81F4}"/>
              </a:ext>
            </a:extLst>
          </p:cNvPr>
          <p:cNvSpPr>
            <a:spLocks/>
          </p:cNvSpPr>
          <p:nvPr/>
        </p:nvSpPr>
        <p:spPr>
          <a:xfrm>
            <a:off x="767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5DCD2654-BABB-4B61-8561-A7E1041936CA}"/>
              </a:ext>
            </a:extLst>
          </p:cNvPr>
          <p:cNvSpPr>
            <a:spLocks/>
          </p:cNvSpPr>
          <p:nvPr/>
        </p:nvSpPr>
        <p:spPr>
          <a:xfrm>
            <a:off x="76935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0D5F2759-A879-415D-B03E-3490C4FF8DC6}"/>
              </a:ext>
            </a:extLst>
          </p:cNvPr>
          <p:cNvSpPr>
            <a:spLocks/>
          </p:cNvSpPr>
          <p:nvPr/>
        </p:nvSpPr>
        <p:spPr>
          <a:xfrm>
            <a:off x="7622079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BF0BCE99-1E60-4909-A397-BEED71366852}"/>
              </a:ext>
            </a:extLst>
          </p:cNvPr>
          <p:cNvSpPr>
            <a:spLocks/>
          </p:cNvSpPr>
          <p:nvPr/>
        </p:nvSpPr>
        <p:spPr>
          <a:xfrm>
            <a:off x="76680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B1D34C8-B7CE-4DF2-9479-66D6D9A51B64}"/>
              </a:ext>
            </a:extLst>
          </p:cNvPr>
          <p:cNvSpPr>
            <a:spLocks/>
          </p:cNvSpPr>
          <p:nvPr/>
        </p:nvSpPr>
        <p:spPr>
          <a:xfrm>
            <a:off x="77173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64760A8F-EB5F-4D32-B4B7-DB7FCC102348}"/>
              </a:ext>
            </a:extLst>
          </p:cNvPr>
          <p:cNvSpPr>
            <a:spLocks/>
          </p:cNvSpPr>
          <p:nvPr/>
        </p:nvSpPr>
        <p:spPr>
          <a:xfrm>
            <a:off x="76244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8ED52E09-B245-495B-BA09-0C4312035542}"/>
              </a:ext>
            </a:extLst>
          </p:cNvPr>
          <p:cNvSpPr>
            <a:spLocks/>
          </p:cNvSpPr>
          <p:nvPr/>
        </p:nvSpPr>
        <p:spPr>
          <a:xfrm>
            <a:off x="7656715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16AB274-8E57-4A3A-AF24-5CEDCA9525E8}"/>
              </a:ext>
            </a:extLst>
          </p:cNvPr>
          <p:cNvSpPr>
            <a:spLocks/>
          </p:cNvSpPr>
          <p:nvPr/>
        </p:nvSpPr>
        <p:spPr>
          <a:xfrm>
            <a:off x="763310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E09099CE-A64A-451A-B6B7-944D960B90D0}"/>
              </a:ext>
            </a:extLst>
          </p:cNvPr>
          <p:cNvSpPr>
            <a:spLocks/>
          </p:cNvSpPr>
          <p:nvPr/>
        </p:nvSpPr>
        <p:spPr>
          <a:xfrm>
            <a:off x="766264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C4D4681B-D09A-441D-AC8F-54851687A4C7}"/>
              </a:ext>
            </a:extLst>
          </p:cNvPr>
          <p:cNvSpPr>
            <a:spLocks/>
          </p:cNvSpPr>
          <p:nvPr/>
        </p:nvSpPr>
        <p:spPr>
          <a:xfrm>
            <a:off x="7687568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1295E920-3A9B-46E0-810B-9FF3CBADFBEE}"/>
              </a:ext>
            </a:extLst>
          </p:cNvPr>
          <p:cNvSpPr>
            <a:spLocks/>
          </p:cNvSpPr>
          <p:nvPr/>
        </p:nvSpPr>
        <p:spPr>
          <a:xfrm>
            <a:off x="76753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4DB1F27D-8E54-45E4-8F2F-D664BC3A298E}"/>
              </a:ext>
            </a:extLst>
          </p:cNvPr>
          <p:cNvSpPr>
            <a:spLocks/>
          </p:cNvSpPr>
          <p:nvPr/>
        </p:nvSpPr>
        <p:spPr>
          <a:xfrm>
            <a:off x="764551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75146D83-47AB-4ECD-8057-F3E9F63F8C7A}"/>
              </a:ext>
            </a:extLst>
          </p:cNvPr>
          <p:cNvSpPr>
            <a:spLocks/>
          </p:cNvSpPr>
          <p:nvPr/>
        </p:nvSpPr>
        <p:spPr>
          <a:xfrm>
            <a:off x="76584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12361862-F5C0-4449-9645-591B29153C45}"/>
              </a:ext>
            </a:extLst>
          </p:cNvPr>
          <p:cNvSpPr>
            <a:spLocks/>
          </p:cNvSpPr>
          <p:nvPr/>
        </p:nvSpPr>
        <p:spPr>
          <a:xfrm>
            <a:off x="7611681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7AFFC355-6CD2-4FB6-A1BF-BA1B2515E49A}"/>
              </a:ext>
            </a:extLst>
          </p:cNvPr>
          <p:cNvSpPr>
            <a:spLocks/>
          </p:cNvSpPr>
          <p:nvPr/>
        </p:nvSpPr>
        <p:spPr>
          <a:xfrm>
            <a:off x="77050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A9FF9DBE-8045-4E79-8053-FE56DF4B3C08}"/>
              </a:ext>
            </a:extLst>
          </p:cNvPr>
          <p:cNvSpPr>
            <a:spLocks/>
          </p:cNvSpPr>
          <p:nvPr/>
        </p:nvSpPr>
        <p:spPr>
          <a:xfrm>
            <a:off x="7605456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DE6E22C6-901B-478A-BF99-7232A182BCEF}"/>
              </a:ext>
            </a:extLst>
          </p:cNvPr>
          <p:cNvSpPr>
            <a:spLocks/>
          </p:cNvSpPr>
          <p:nvPr/>
        </p:nvSpPr>
        <p:spPr>
          <a:xfrm>
            <a:off x="76609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37393848-F911-4A68-85D9-7BDB20D0C23E}"/>
              </a:ext>
            </a:extLst>
          </p:cNvPr>
          <p:cNvSpPr>
            <a:spLocks/>
          </p:cNvSpPr>
          <p:nvPr/>
        </p:nvSpPr>
        <p:spPr>
          <a:xfrm>
            <a:off x="763411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0C4A580-0865-4DB9-8DE8-8F9C25F8F1D4}"/>
              </a:ext>
            </a:extLst>
          </p:cNvPr>
          <p:cNvSpPr>
            <a:spLocks/>
          </p:cNvSpPr>
          <p:nvPr/>
        </p:nvSpPr>
        <p:spPr>
          <a:xfrm>
            <a:off x="764077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4AC025E7-31ED-40DE-AC28-8230F50DE2C9}"/>
              </a:ext>
            </a:extLst>
          </p:cNvPr>
          <p:cNvSpPr>
            <a:spLocks/>
          </p:cNvSpPr>
          <p:nvPr/>
        </p:nvSpPr>
        <p:spPr>
          <a:xfrm>
            <a:off x="766471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683463DA-4C74-4C41-B1CD-6B4DF83A61A5}"/>
              </a:ext>
            </a:extLst>
          </p:cNvPr>
          <p:cNvSpPr>
            <a:spLocks/>
          </p:cNvSpPr>
          <p:nvPr/>
        </p:nvSpPr>
        <p:spPr>
          <a:xfrm>
            <a:off x="76048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030450FD-4883-46A9-92D0-6E2FDD55610B}"/>
              </a:ext>
            </a:extLst>
          </p:cNvPr>
          <p:cNvSpPr>
            <a:spLocks/>
          </p:cNvSpPr>
          <p:nvPr/>
        </p:nvSpPr>
        <p:spPr>
          <a:xfrm>
            <a:off x="7717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4B9EA92-ABEC-49B9-BB84-2ECB34E59655}"/>
              </a:ext>
            </a:extLst>
          </p:cNvPr>
          <p:cNvSpPr>
            <a:spLocks/>
          </p:cNvSpPr>
          <p:nvPr/>
        </p:nvSpPr>
        <p:spPr>
          <a:xfrm>
            <a:off x="768652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F5A0613B-ABC5-4634-904C-6A857CC29D88}"/>
              </a:ext>
            </a:extLst>
          </p:cNvPr>
          <p:cNvSpPr>
            <a:spLocks/>
          </p:cNvSpPr>
          <p:nvPr/>
        </p:nvSpPr>
        <p:spPr>
          <a:xfrm>
            <a:off x="76829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583C04D4-460A-45DC-9747-C3D66DB33271}"/>
              </a:ext>
            </a:extLst>
          </p:cNvPr>
          <p:cNvSpPr>
            <a:spLocks/>
          </p:cNvSpPr>
          <p:nvPr/>
        </p:nvSpPr>
        <p:spPr>
          <a:xfrm>
            <a:off x="771611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72D7D6C8-3BE3-4A5F-BD30-FEF5497041CD}"/>
              </a:ext>
            </a:extLst>
          </p:cNvPr>
          <p:cNvSpPr>
            <a:spLocks/>
          </p:cNvSpPr>
          <p:nvPr/>
        </p:nvSpPr>
        <p:spPr>
          <a:xfrm>
            <a:off x="76688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BDFF695A-B5E5-484A-B1C6-B7D05F1D931C}"/>
              </a:ext>
            </a:extLst>
          </p:cNvPr>
          <p:cNvSpPr>
            <a:spLocks/>
          </p:cNvSpPr>
          <p:nvPr/>
        </p:nvSpPr>
        <p:spPr>
          <a:xfrm>
            <a:off x="76911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E9A7EEC-0953-4670-B217-952213013844}"/>
              </a:ext>
            </a:extLst>
          </p:cNvPr>
          <p:cNvSpPr>
            <a:spLocks/>
          </p:cNvSpPr>
          <p:nvPr/>
        </p:nvSpPr>
        <p:spPr>
          <a:xfrm>
            <a:off x="76384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B0F8B0DB-9607-4D4D-B320-D298F9F3DBAE}"/>
              </a:ext>
            </a:extLst>
          </p:cNvPr>
          <p:cNvSpPr>
            <a:spLocks/>
          </p:cNvSpPr>
          <p:nvPr/>
        </p:nvSpPr>
        <p:spPr>
          <a:xfrm>
            <a:off x="76207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E7F6DC17-8244-4BCC-A8AA-5726C6085693}"/>
              </a:ext>
            </a:extLst>
          </p:cNvPr>
          <p:cNvSpPr>
            <a:spLocks/>
          </p:cNvSpPr>
          <p:nvPr/>
        </p:nvSpPr>
        <p:spPr>
          <a:xfrm>
            <a:off x="76669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6927DAE8-3924-401F-9B1E-737570D1EA2A}"/>
              </a:ext>
            </a:extLst>
          </p:cNvPr>
          <p:cNvSpPr>
            <a:spLocks/>
          </p:cNvSpPr>
          <p:nvPr/>
        </p:nvSpPr>
        <p:spPr>
          <a:xfrm>
            <a:off x="760009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9C4E5719-E31C-4AA3-BCB4-EA407AF67645}"/>
              </a:ext>
            </a:extLst>
          </p:cNvPr>
          <p:cNvSpPr>
            <a:spLocks/>
          </p:cNvSpPr>
          <p:nvPr/>
        </p:nvSpPr>
        <p:spPr>
          <a:xfrm>
            <a:off x="76423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DC5F6A2-6057-46F4-9D8D-18813502C648}"/>
              </a:ext>
            </a:extLst>
          </p:cNvPr>
          <p:cNvSpPr>
            <a:spLocks/>
          </p:cNvSpPr>
          <p:nvPr/>
        </p:nvSpPr>
        <p:spPr>
          <a:xfrm>
            <a:off x="7649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ECEA84C-F6F7-492B-8A60-1C2B190596D3}"/>
              </a:ext>
            </a:extLst>
          </p:cNvPr>
          <p:cNvSpPr>
            <a:spLocks/>
          </p:cNvSpPr>
          <p:nvPr/>
        </p:nvSpPr>
        <p:spPr>
          <a:xfrm>
            <a:off x="76793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E0F3F07C-1D80-4305-B23D-A0ABDAD7C358}"/>
              </a:ext>
            </a:extLst>
          </p:cNvPr>
          <p:cNvSpPr>
            <a:spLocks/>
          </p:cNvSpPr>
          <p:nvPr/>
        </p:nvSpPr>
        <p:spPr>
          <a:xfrm>
            <a:off x="77021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E80BD72-E503-403E-878C-DD5CE12690BA}"/>
              </a:ext>
            </a:extLst>
          </p:cNvPr>
          <p:cNvSpPr>
            <a:spLocks/>
          </p:cNvSpPr>
          <p:nvPr/>
        </p:nvSpPr>
        <p:spPr>
          <a:xfrm>
            <a:off x="7663660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59546F94-B246-46A9-8F6C-A3CA022C461E}"/>
              </a:ext>
            </a:extLst>
          </p:cNvPr>
          <p:cNvSpPr>
            <a:spLocks/>
          </p:cNvSpPr>
          <p:nvPr/>
        </p:nvSpPr>
        <p:spPr>
          <a:xfrm>
            <a:off x="7698113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A76E44-71EA-449A-B3E7-442CA683E143}"/>
              </a:ext>
            </a:extLst>
          </p:cNvPr>
          <p:cNvSpPr>
            <a:spLocks/>
          </p:cNvSpPr>
          <p:nvPr/>
        </p:nvSpPr>
        <p:spPr>
          <a:xfrm>
            <a:off x="760057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69D64BE4-B466-4BFB-B90D-A48A2D89A5A0}"/>
              </a:ext>
            </a:extLst>
          </p:cNvPr>
          <p:cNvSpPr>
            <a:spLocks/>
          </p:cNvSpPr>
          <p:nvPr/>
        </p:nvSpPr>
        <p:spPr>
          <a:xfrm>
            <a:off x="76025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A9028C81-3738-4238-ABEF-6274A1F52737}"/>
              </a:ext>
            </a:extLst>
          </p:cNvPr>
          <p:cNvSpPr>
            <a:spLocks/>
          </p:cNvSpPr>
          <p:nvPr/>
        </p:nvSpPr>
        <p:spPr>
          <a:xfrm>
            <a:off x="76290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B4711858-6290-455D-82EC-C082323BB813}"/>
              </a:ext>
            </a:extLst>
          </p:cNvPr>
          <p:cNvSpPr>
            <a:spLocks/>
          </p:cNvSpPr>
          <p:nvPr/>
        </p:nvSpPr>
        <p:spPr>
          <a:xfrm>
            <a:off x="766436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0A86288-DEDD-4BC6-8457-1125D412D4D0}"/>
              </a:ext>
            </a:extLst>
          </p:cNvPr>
          <p:cNvSpPr>
            <a:spLocks/>
          </p:cNvSpPr>
          <p:nvPr/>
        </p:nvSpPr>
        <p:spPr>
          <a:xfrm>
            <a:off x="76232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9EAE873A-39DA-4FC8-B6C8-8AF7E42C952E}"/>
              </a:ext>
            </a:extLst>
          </p:cNvPr>
          <p:cNvSpPr>
            <a:spLocks/>
          </p:cNvSpPr>
          <p:nvPr/>
        </p:nvSpPr>
        <p:spPr>
          <a:xfrm>
            <a:off x="7654168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D6A8F45-A5DC-474E-A288-E101D4791CF2}"/>
              </a:ext>
            </a:extLst>
          </p:cNvPr>
          <p:cNvSpPr>
            <a:spLocks/>
          </p:cNvSpPr>
          <p:nvPr/>
        </p:nvSpPr>
        <p:spPr>
          <a:xfrm>
            <a:off x="76697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59779AD-1326-40FD-84B4-B918389D8F61}"/>
              </a:ext>
            </a:extLst>
          </p:cNvPr>
          <p:cNvSpPr>
            <a:spLocks/>
          </p:cNvSpPr>
          <p:nvPr/>
        </p:nvSpPr>
        <p:spPr>
          <a:xfrm>
            <a:off x="76706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E223981B-988A-40F6-B953-31D9A1901AD3}"/>
              </a:ext>
            </a:extLst>
          </p:cNvPr>
          <p:cNvSpPr>
            <a:spLocks/>
          </p:cNvSpPr>
          <p:nvPr/>
        </p:nvSpPr>
        <p:spPr>
          <a:xfrm>
            <a:off x="763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170E3692-11F8-4AB0-909F-9A0F3FF95A78}"/>
              </a:ext>
            </a:extLst>
          </p:cNvPr>
          <p:cNvSpPr>
            <a:spLocks/>
          </p:cNvSpPr>
          <p:nvPr/>
        </p:nvSpPr>
        <p:spPr>
          <a:xfrm>
            <a:off x="76867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ADDF1A96-356D-4833-AB37-E3380DA772C5}"/>
              </a:ext>
            </a:extLst>
          </p:cNvPr>
          <p:cNvSpPr>
            <a:spLocks/>
          </p:cNvSpPr>
          <p:nvPr/>
        </p:nvSpPr>
        <p:spPr>
          <a:xfrm>
            <a:off x="7674787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16E60CBB-6EFF-44DC-9F5F-8B36617EF9C2}"/>
              </a:ext>
            </a:extLst>
          </p:cNvPr>
          <p:cNvSpPr>
            <a:spLocks/>
          </p:cNvSpPr>
          <p:nvPr/>
        </p:nvSpPr>
        <p:spPr>
          <a:xfrm>
            <a:off x="7689995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2AC9164-4ABF-4CCB-A47C-3BDBFF9694F9}"/>
              </a:ext>
            </a:extLst>
          </p:cNvPr>
          <p:cNvSpPr>
            <a:spLocks/>
          </p:cNvSpPr>
          <p:nvPr/>
        </p:nvSpPr>
        <p:spPr>
          <a:xfrm>
            <a:off x="76402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4117202-909E-4415-9139-74D351D52AF2}"/>
              </a:ext>
            </a:extLst>
          </p:cNvPr>
          <p:cNvSpPr>
            <a:spLocks/>
          </p:cNvSpPr>
          <p:nvPr/>
        </p:nvSpPr>
        <p:spPr>
          <a:xfrm>
            <a:off x="767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9AA26102-3481-46B8-B218-276195FB5BA9}"/>
              </a:ext>
            </a:extLst>
          </p:cNvPr>
          <p:cNvSpPr>
            <a:spLocks/>
          </p:cNvSpPr>
          <p:nvPr/>
        </p:nvSpPr>
        <p:spPr>
          <a:xfrm>
            <a:off x="7704425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C0E6AF0D-DFEF-4B54-BE17-E186264F614A}"/>
              </a:ext>
            </a:extLst>
          </p:cNvPr>
          <p:cNvSpPr>
            <a:spLocks/>
          </p:cNvSpPr>
          <p:nvPr/>
        </p:nvSpPr>
        <p:spPr>
          <a:xfrm>
            <a:off x="76580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7F667B0E-722C-4F27-8DDE-210090EB5BAF}"/>
              </a:ext>
            </a:extLst>
          </p:cNvPr>
          <p:cNvSpPr>
            <a:spLocks/>
          </p:cNvSpPr>
          <p:nvPr/>
        </p:nvSpPr>
        <p:spPr>
          <a:xfrm>
            <a:off x="7604287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5C2EBFFB-FE6A-4D2D-B6F8-E951DE49192C}"/>
              </a:ext>
            </a:extLst>
          </p:cNvPr>
          <p:cNvSpPr>
            <a:spLocks/>
          </p:cNvSpPr>
          <p:nvPr/>
        </p:nvSpPr>
        <p:spPr>
          <a:xfrm>
            <a:off x="76841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49E33A6-9651-4CCF-A501-9344463126C2}"/>
              </a:ext>
            </a:extLst>
          </p:cNvPr>
          <p:cNvSpPr>
            <a:spLocks/>
          </p:cNvSpPr>
          <p:nvPr/>
        </p:nvSpPr>
        <p:spPr>
          <a:xfrm>
            <a:off x="7628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6C448EB-F997-4988-A342-33DEFA7F2312}"/>
              </a:ext>
            </a:extLst>
          </p:cNvPr>
          <p:cNvSpPr>
            <a:spLocks/>
          </p:cNvSpPr>
          <p:nvPr/>
        </p:nvSpPr>
        <p:spPr>
          <a:xfrm>
            <a:off x="771104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C1D614BF-24A9-4F8A-A13A-BBE92068D79D}"/>
              </a:ext>
            </a:extLst>
          </p:cNvPr>
          <p:cNvSpPr>
            <a:spLocks/>
          </p:cNvSpPr>
          <p:nvPr/>
        </p:nvSpPr>
        <p:spPr>
          <a:xfrm>
            <a:off x="7637882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2C0E032-017B-42B3-BF15-D9A676AC2B23}"/>
              </a:ext>
            </a:extLst>
          </p:cNvPr>
          <p:cNvSpPr>
            <a:spLocks/>
          </p:cNvSpPr>
          <p:nvPr/>
        </p:nvSpPr>
        <p:spPr>
          <a:xfrm>
            <a:off x="759843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2905CD7B-EC02-454A-A44D-5C10F06FEAB2}"/>
              </a:ext>
            </a:extLst>
          </p:cNvPr>
          <p:cNvSpPr>
            <a:spLocks/>
          </p:cNvSpPr>
          <p:nvPr/>
        </p:nvSpPr>
        <p:spPr>
          <a:xfrm>
            <a:off x="76963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4CA461E2-56CB-4A43-BA05-255E5E28B851}"/>
              </a:ext>
            </a:extLst>
          </p:cNvPr>
          <p:cNvSpPr>
            <a:spLocks/>
          </p:cNvSpPr>
          <p:nvPr/>
        </p:nvSpPr>
        <p:spPr>
          <a:xfrm>
            <a:off x="7658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26074-A5E9-476A-85D8-060612B35D1A}"/>
              </a:ext>
            </a:extLst>
          </p:cNvPr>
          <p:cNvSpPr>
            <a:spLocks/>
          </p:cNvSpPr>
          <p:nvPr/>
        </p:nvSpPr>
        <p:spPr>
          <a:xfrm>
            <a:off x="7696188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9F7E3311-C8D2-4E9C-8C04-E4A914CAC717}"/>
              </a:ext>
            </a:extLst>
          </p:cNvPr>
          <p:cNvSpPr>
            <a:spLocks/>
          </p:cNvSpPr>
          <p:nvPr/>
        </p:nvSpPr>
        <p:spPr>
          <a:xfrm>
            <a:off x="7620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E3542D90-115E-46F3-85F6-FF215F6ABFCD}"/>
              </a:ext>
            </a:extLst>
          </p:cNvPr>
          <p:cNvSpPr>
            <a:spLocks/>
          </p:cNvSpPr>
          <p:nvPr/>
        </p:nvSpPr>
        <p:spPr>
          <a:xfrm>
            <a:off x="76342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02CB9ED3-99B0-498B-B778-4311F84D0CB1}"/>
              </a:ext>
            </a:extLst>
          </p:cNvPr>
          <p:cNvSpPr>
            <a:spLocks/>
          </p:cNvSpPr>
          <p:nvPr/>
        </p:nvSpPr>
        <p:spPr>
          <a:xfrm>
            <a:off x="7607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030F6438-D9DA-4972-83AF-5E080437AB0D}"/>
              </a:ext>
            </a:extLst>
          </p:cNvPr>
          <p:cNvSpPr>
            <a:spLocks/>
          </p:cNvSpPr>
          <p:nvPr/>
        </p:nvSpPr>
        <p:spPr>
          <a:xfrm>
            <a:off x="7660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9F08300-4363-4E40-B6C4-63A0E61B85F0}"/>
              </a:ext>
            </a:extLst>
          </p:cNvPr>
          <p:cNvSpPr>
            <a:spLocks/>
          </p:cNvSpPr>
          <p:nvPr/>
        </p:nvSpPr>
        <p:spPr>
          <a:xfrm>
            <a:off x="77008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EDEDCBC5-DA2F-43A9-A68C-0B8033360013}"/>
              </a:ext>
            </a:extLst>
          </p:cNvPr>
          <p:cNvSpPr>
            <a:spLocks/>
          </p:cNvSpPr>
          <p:nvPr/>
        </p:nvSpPr>
        <p:spPr>
          <a:xfrm>
            <a:off x="7676220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F4872D8D-3B31-4D0B-8BA7-C15756D6FD06}"/>
              </a:ext>
            </a:extLst>
          </p:cNvPr>
          <p:cNvSpPr>
            <a:spLocks/>
          </p:cNvSpPr>
          <p:nvPr/>
        </p:nvSpPr>
        <p:spPr>
          <a:xfrm>
            <a:off x="76136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75F78B4-CBF0-4B59-8CBA-C1AF3C55887A}"/>
              </a:ext>
            </a:extLst>
          </p:cNvPr>
          <p:cNvSpPr>
            <a:spLocks/>
          </p:cNvSpPr>
          <p:nvPr/>
        </p:nvSpPr>
        <p:spPr>
          <a:xfrm>
            <a:off x="76073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ED38A9F-9279-4BC8-91DC-72EC893F97ED}"/>
              </a:ext>
            </a:extLst>
          </p:cNvPr>
          <p:cNvSpPr>
            <a:spLocks/>
          </p:cNvSpPr>
          <p:nvPr/>
        </p:nvSpPr>
        <p:spPr>
          <a:xfrm>
            <a:off x="765489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B7B238FD-860C-4098-A472-D5CDA4559CEC}"/>
              </a:ext>
            </a:extLst>
          </p:cNvPr>
          <p:cNvSpPr>
            <a:spLocks/>
          </p:cNvSpPr>
          <p:nvPr/>
        </p:nvSpPr>
        <p:spPr>
          <a:xfrm>
            <a:off x="76344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C0C2500B-CBC5-41A9-97AB-B90FEE6C61C4}"/>
              </a:ext>
            </a:extLst>
          </p:cNvPr>
          <p:cNvSpPr>
            <a:spLocks/>
          </p:cNvSpPr>
          <p:nvPr/>
        </p:nvSpPr>
        <p:spPr>
          <a:xfrm>
            <a:off x="7646276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8E0E1C0-9662-4A0F-A48A-7A8D5634914D}"/>
              </a:ext>
            </a:extLst>
          </p:cNvPr>
          <p:cNvSpPr>
            <a:spLocks/>
          </p:cNvSpPr>
          <p:nvPr/>
        </p:nvSpPr>
        <p:spPr>
          <a:xfrm>
            <a:off x="76867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10683145-A8F6-4C92-813D-DA8A3B4BC4B2}"/>
              </a:ext>
            </a:extLst>
          </p:cNvPr>
          <p:cNvSpPr>
            <a:spLocks/>
          </p:cNvSpPr>
          <p:nvPr/>
        </p:nvSpPr>
        <p:spPr>
          <a:xfrm>
            <a:off x="76356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B93ADEF6-2FB9-46B0-A93E-7BAFFBDFE5F1}"/>
              </a:ext>
            </a:extLst>
          </p:cNvPr>
          <p:cNvSpPr>
            <a:spLocks/>
          </p:cNvSpPr>
          <p:nvPr/>
        </p:nvSpPr>
        <p:spPr>
          <a:xfrm>
            <a:off x="7640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5FEA2A52-D74E-4825-93B9-C24498F50958}"/>
              </a:ext>
            </a:extLst>
          </p:cNvPr>
          <p:cNvSpPr>
            <a:spLocks/>
          </p:cNvSpPr>
          <p:nvPr/>
        </p:nvSpPr>
        <p:spPr>
          <a:xfrm>
            <a:off x="76830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31AADB5E-F5EA-44AD-B8F6-A232725C5874}"/>
              </a:ext>
            </a:extLst>
          </p:cNvPr>
          <p:cNvSpPr>
            <a:spLocks/>
          </p:cNvSpPr>
          <p:nvPr/>
        </p:nvSpPr>
        <p:spPr>
          <a:xfrm>
            <a:off x="762454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1C4B9F1-0200-4536-ADE2-88EE889F2486}"/>
              </a:ext>
            </a:extLst>
          </p:cNvPr>
          <p:cNvSpPr>
            <a:spLocks/>
          </p:cNvSpPr>
          <p:nvPr/>
        </p:nvSpPr>
        <p:spPr>
          <a:xfrm>
            <a:off x="7630111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146A0277-F5CA-42BD-9487-EEB3F09780C4}"/>
              </a:ext>
            </a:extLst>
          </p:cNvPr>
          <p:cNvSpPr>
            <a:spLocks/>
          </p:cNvSpPr>
          <p:nvPr/>
        </p:nvSpPr>
        <p:spPr>
          <a:xfrm>
            <a:off x="76289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FBF6F872-9B74-4507-8A26-D91BDDEC469B}"/>
              </a:ext>
            </a:extLst>
          </p:cNvPr>
          <p:cNvSpPr>
            <a:spLocks/>
          </p:cNvSpPr>
          <p:nvPr/>
        </p:nvSpPr>
        <p:spPr>
          <a:xfrm>
            <a:off x="769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77DB805-BC83-42FB-8A09-A2F4C8BEF3C0}"/>
              </a:ext>
            </a:extLst>
          </p:cNvPr>
          <p:cNvSpPr>
            <a:spLocks/>
          </p:cNvSpPr>
          <p:nvPr/>
        </p:nvSpPr>
        <p:spPr>
          <a:xfrm>
            <a:off x="7608316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2DE962F2-02BF-49FA-A80F-17C71C745BDD}"/>
              </a:ext>
            </a:extLst>
          </p:cNvPr>
          <p:cNvSpPr>
            <a:spLocks/>
          </p:cNvSpPr>
          <p:nvPr/>
        </p:nvSpPr>
        <p:spPr>
          <a:xfrm>
            <a:off x="7602583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E6ED494-444B-4282-B488-2CBBBF690072}"/>
              </a:ext>
            </a:extLst>
          </p:cNvPr>
          <p:cNvSpPr>
            <a:spLocks/>
          </p:cNvSpPr>
          <p:nvPr/>
        </p:nvSpPr>
        <p:spPr>
          <a:xfrm>
            <a:off x="77166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D335B188-2D9F-4E06-A19F-2727177A4F9F}"/>
              </a:ext>
            </a:extLst>
          </p:cNvPr>
          <p:cNvSpPr>
            <a:spLocks/>
          </p:cNvSpPr>
          <p:nvPr/>
        </p:nvSpPr>
        <p:spPr>
          <a:xfrm>
            <a:off x="770352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93DE4BA4-6B61-4A01-A517-48E3A78E3CA7}"/>
              </a:ext>
            </a:extLst>
          </p:cNvPr>
          <p:cNvSpPr>
            <a:spLocks/>
          </p:cNvSpPr>
          <p:nvPr/>
        </p:nvSpPr>
        <p:spPr>
          <a:xfrm>
            <a:off x="76346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FA45DE8-6045-450F-A44F-43054273BD55}"/>
              </a:ext>
            </a:extLst>
          </p:cNvPr>
          <p:cNvSpPr>
            <a:spLocks/>
          </p:cNvSpPr>
          <p:nvPr/>
        </p:nvSpPr>
        <p:spPr>
          <a:xfrm>
            <a:off x="7653385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8778F3E4-019A-4C65-9BF4-91D2462E2255}"/>
              </a:ext>
            </a:extLst>
          </p:cNvPr>
          <p:cNvSpPr>
            <a:spLocks/>
          </p:cNvSpPr>
          <p:nvPr/>
        </p:nvSpPr>
        <p:spPr>
          <a:xfrm>
            <a:off x="76742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03F74D86-7E10-4A03-B2B2-347FE74AF29A}"/>
              </a:ext>
            </a:extLst>
          </p:cNvPr>
          <p:cNvSpPr>
            <a:spLocks/>
          </p:cNvSpPr>
          <p:nvPr/>
        </p:nvSpPr>
        <p:spPr>
          <a:xfrm>
            <a:off x="76040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DEB2A05-4DC9-4608-B8D8-066D4474A7DA}"/>
              </a:ext>
            </a:extLst>
          </p:cNvPr>
          <p:cNvSpPr>
            <a:spLocks/>
          </p:cNvSpPr>
          <p:nvPr/>
        </p:nvSpPr>
        <p:spPr>
          <a:xfrm>
            <a:off x="7606804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CCB1BCD2-6C97-496F-A710-02543E6791AB}"/>
              </a:ext>
            </a:extLst>
          </p:cNvPr>
          <p:cNvSpPr>
            <a:spLocks/>
          </p:cNvSpPr>
          <p:nvPr/>
        </p:nvSpPr>
        <p:spPr>
          <a:xfrm>
            <a:off x="770640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57DB3B7-E623-4B4E-BD51-E1C80CF1A209}"/>
              </a:ext>
            </a:extLst>
          </p:cNvPr>
          <p:cNvSpPr>
            <a:spLocks/>
          </p:cNvSpPr>
          <p:nvPr/>
        </p:nvSpPr>
        <p:spPr>
          <a:xfrm>
            <a:off x="76437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A9FF825A-4B05-4B85-A2A8-29698489DE63}"/>
              </a:ext>
            </a:extLst>
          </p:cNvPr>
          <p:cNvSpPr>
            <a:spLocks/>
          </p:cNvSpPr>
          <p:nvPr/>
        </p:nvSpPr>
        <p:spPr>
          <a:xfrm>
            <a:off x="76817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9D1E1C36-A90A-46C3-AF21-EDD3E3AA14D5}"/>
              </a:ext>
            </a:extLst>
          </p:cNvPr>
          <p:cNvSpPr>
            <a:spLocks/>
          </p:cNvSpPr>
          <p:nvPr/>
        </p:nvSpPr>
        <p:spPr>
          <a:xfrm>
            <a:off x="76574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670D779A-7867-4BA7-B762-8530D3B81840}"/>
              </a:ext>
            </a:extLst>
          </p:cNvPr>
          <p:cNvSpPr>
            <a:spLocks/>
          </p:cNvSpPr>
          <p:nvPr/>
        </p:nvSpPr>
        <p:spPr>
          <a:xfrm>
            <a:off x="77132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64B2185-ECCF-43E2-966D-3F3454BB8415}"/>
              </a:ext>
            </a:extLst>
          </p:cNvPr>
          <p:cNvSpPr>
            <a:spLocks/>
          </p:cNvSpPr>
          <p:nvPr/>
        </p:nvSpPr>
        <p:spPr>
          <a:xfrm>
            <a:off x="76083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EFE3BBAC-38DE-4C4E-A13E-C3EF7F205E56}"/>
              </a:ext>
            </a:extLst>
          </p:cNvPr>
          <p:cNvSpPr>
            <a:spLocks/>
          </p:cNvSpPr>
          <p:nvPr/>
        </p:nvSpPr>
        <p:spPr>
          <a:xfrm>
            <a:off x="76333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58929218-8CEC-4112-B331-A871F0996323}"/>
              </a:ext>
            </a:extLst>
          </p:cNvPr>
          <p:cNvSpPr>
            <a:spLocks/>
          </p:cNvSpPr>
          <p:nvPr/>
        </p:nvSpPr>
        <p:spPr>
          <a:xfrm>
            <a:off x="77007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F00111F7-B9D5-4860-8BA9-140AAAF87AB6}"/>
              </a:ext>
            </a:extLst>
          </p:cNvPr>
          <p:cNvSpPr>
            <a:spLocks/>
          </p:cNvSpPr>
          <p:nvPr/>
        </p:nvSpPr>
        <p:spPr>
          <a:xfrm>
            <a:off x="7687637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3153759-31C7-4AC7-BF8A-F3C8A9C3EDE5}"/>
              </a:ext>
            </a:extLst>
          </p:cNvPr>
          <p:cNvSpPr>
            <a:spLocks/>
          </p:cNvSpPr>
          <p:nvPr/>
        </p:nvSpPr>
        <p:spPr>
          <a:xfrm>
            <a:off x="7639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39DA104B-0B57-482D-A070-3ADAED5863DA}"/>
              </a:ext>
            </a:extLst>
          </p:cNvPr>
          <p:cNvSpPr>
            <a:spLocks/>
          </p:cNvSpPr>
          <p:nvPr/>
        </p:nvSpPr>
        <p:spPr>
          <a:xfrm>
            <a:off x="764729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B2570823-BF81-4C76-959A-70C71FEFF665}"/>
              </a:ext>
            </a:extLst>
          </p:cNvPr>
          <p:cNvSpPr>
            <a:spLocks/>
          </p:cNvSpPr>
          <p:nvPr/>
        </p:nvSpPr>
        <p:spPr>
          <a:xfrm>
            <a:off x="76663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8836D6A7-3FE1-4DEA-B754-824E2DCCA752}"/>
              </a:ext>
            </a:extLst>
          </p:cNvPr>
          <p:cNvSpPr>
            <a:spLocks/>
          </p:cNvSpPr>
          <p:nvPr/>
        </p:nvSpPr>
        <p:spPr>
          <a:xfrm>
            <a:off x="76756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DA4F36FE-D049-4500-9389-1C722EE0C3E8}"/>
              </a:ext>
            </a:extLst>
          </p:cNvPr>
          <p:cNvSpPr>
            <a:spLocks/>
          </p:cNvSpPr>
          <p:nvPr/>
        </p:nvSpPr>
        <p:spPr>
          <a:xfrm>
            <a:off x="7634138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1DCA577-C9D3-44A3-B285-9B4B1DE92686}"/>
              </a:ext>
            </a:extLst>
          </p:cNvPr>
          <p:cNvSpPr>
            <a:spLocks/>
          </p:cNvSpPr>
          <p:nvPr/>
        </p:nvSpPr>
        <p:spPr>
          <a:xfrm>
            <a:off x="76315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E9ED6D17-0B7E-4294-8B43-0BAAFA46D85C}"/>
              </a:ext>
            </a:extLst>
          </p:cNvPr>
          <p:cNvSpPr>
            <a:spLocks/>
          </p:cNvSpPr>
          <p:nvPr/>
        </p:nvSpPr>
        <p:spPr>
          <a:xfrm>
            <a:off x="766347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69CA8943-DD7A-4A68-B01E-091A0204BA81}"/>
              </a:ext>
            </a:extLst>
          </p:cNvPr>
          <p:cNvSpPr>
            <a:spLocks/>
          </p:cNvSpPr>
          <p:nvPr/>
        </p:nvSpPr>
        <p:spPr>
          <a:xfrm>
            <a:off x="76689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A8A0136-86A9-4056-8970-10486ABD379C}"/>
              </a:ext>
            </a:extLst>
          </p:cNvPr>
          <p:cNvSpPr>
            <a:spLocks/>
          </p:cNvSpPr>
          <p:nvPr/>
        </p:nvSpPr>
        <p:spPr>
          <a:xfrm>
            <a:off x="76041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E70EC071-DB53-4332-B501-23A81850E054}"/>
              </a:ext>
            </a:extLst>
          </p:cNvPr>
          <p:cNvSpPr>
            <a:spLocks/>
          </p:cNvSpPr>
          <p:nvPr/>
        </p:nvSpPr>
        <p:spPr>
          <a:xfrm>
            <a:off x="76081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34ECD734-A1FA-447F-A386-9A9946E7AEE8}"/>
              </a:ext>
            </a:extLst>
          </p:cNvPr>
          <p:cNvSpPr>
            <a:spLocks/>
          </p:cNvSpPr>
          <p:nvPr/>
        </p:nvSpPr>
        <p:spPr>
          <a:xfrm>
            <a:off x="76335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CFEE02D5-7BEC-49EA-AFCD-17832FF016B3}"/>
              </a:ext>
            </a:extLst>
          </p:cNvPr>
          <p:cNvSpPr>
            <a:spLocks/>
          </p:cNvSpPr>
          <p:nvPr/>
        </p:nvSpPr>
        <p:spPr>
          <a:xfrm>
            <a:off x="759878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F98730B-5C0E-4D37-A49A-0027B8D19A90}"/>
              </a:ext>
            </a:extLst>
          </p:cNvPr>
          <p:cNvSpPr>
            <a:spLocks/>
          </p:cNvSpPr>
          <p:nvPr/>
        </p:nvSpPr>
        <p:spPr>
          <a:xfrm>
            <a:off x="76962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B5E7C410-66D6-4C9C-ADAD-F37A073BFCE4}"/>
              </a:ext>
            </a:extLst>
          </p:cNvPr>
          <p:cNvSpPr>
            <a:spLocks/>
          </p:cNvSpPr>
          <p:nvPr/>
        </p:nvSpPr>
        <p:spPr>
          <a:xfrm>
            <a:off x="76833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656F9743-0B87-41BE-A129-ADA557081C78}"/>
              </a:ext>
            </a:extLst>
          </p:cNvPr>
          <p:cNvSpPr>
            <a:spLocks/>
          </p:cNvSpPr>
          <p:nvPr/>
        </p:nvSpPr>
        <p:spPr>
          <a:xfrm>
            <a:off x="762794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ADCE1669-956E-473A-A9CE-7B0AAC4284E4}"/>
              </a:ext>
            </a:extLst>
          </p:cNvPr>
          <p:cNvSpPr>
            <a:spLocks/>
          </p:cNvSpPr>
          <p:nvPr/>
        </p:nvSpPr>
        <p:spPr>
          <a:xfrm>
            <a:off x="7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F4E3108B-C565-44E5-891D-935AE3535F5B}"/>
              </a:ext>
            </a:extLst>
          </p:cNvPr>
          <p:cNvSpPr>
            <a:spLocks/>
          </p:cNvSpPr>
          <p:nvPr/>
        </p:nvSpPr>
        <p:spPr>
          <a:xfrm>
            <a:off x="75997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7CABDAF8-62FF-4AF7-90C0-F2BA79C4CFAD}"/>
              </a:ext>
            </a:extLst>
          </p:cNvPr>
          <p:cNvSpPr>
            <a:spLocks/>
          </p:cNvSpPr>
          <p:nvPr/>
        </p:nvSpPr>
        <p:spPr>
          <a:xfrm>
            <a:off x="7649368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F55DF35E-AD47-4352-B2D2-D140EFBD6252}"/>
              </a:ext>
            </a:extLst>
          </p:cNvPr>
          <p:cNvSpPr>
            <a:spLocks/>
          </p:cNvSpPr>
          <p:nvPr/>
        </p:nvSpPr>
        <p:spPr>
          <a:xfrm>
            <a:off x="76277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D297A95D-6DA7-4AB7-B327-EAB5903BA974}"/>
              </a:ext>
            </a:extLst>
          </p:cNvPr>
          <p:cNvSpPr>
            <a:spLocks/>
          </p:cNvSpPr>
          <p:nvPr/>
        </p:nvSpPr>
        <p:spPr>
          <a:xfrm>
            <a:off x="76498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A1C5C7F5-8A5E-4D0F-BF5E-9AD8FB2D0BA0}"/>
              </a:ext>
            </a:extLst>
          </p:cNvPr>
          <p:cNvSpPr>
            <a:spLocks/>
          </p:cNvSpPr>
          <p:nvPr/>
        </p:nvSpPr>
        <p:spPr>
          <a:xfrm>
            <a:off x="7638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1FCA4D64-E5C4-488B-9A33-24142C58B813}"/>
              </a:ext>
            </a:extLst>
          </p:cNvPr>
          <p:cNvSpPr>
            <a:spLocks/>
          </p:cNvSpPr>
          <p:nvPr/>
        </p:nvSpPr>
        <p:spPr>
          <a:xfrm>
            <a:off x="765412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060B1D5-A015-4CD5-9F3D-DE6F4B97CBDD}"/>
              </a:ext>
            </a:extLst>
          </p:cNvPr>
          <p:cNvSpPr>
            <a:spLocks/>
          </p:cNvSpPr>
          <p:nvPr/>
        </p:nvSpPr>
        <p:spPr>
          <a:xfrm>
            <a:off x="76571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864937D-A87F-41E8-8E3A-D257F21EEDF6}"/>
              </a:ext>
            </a:extLst>
          </p:cNvPr>
          <p:cNvSpPr>
            <a:spLocks/>
          </p:cNvSpPr>
          <p:nvPr/>
        </p:nvSpPr>
        <p:spPr>
          <a:xfrm>
            <a:off x="76473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88E65448-F824-45B5-BDBB-1C7A871CD118}"/>
              </a:ext>
            </a:extLst>
          </p:cNvPr>
          <p:cNvSpPr>
            <a:spLocks/>
          </p:cNvSpPr>
          <p:nvPr/>
        </p:nvSpPr>
        <p:spPr>
          <a:xfrm>
            <a:off x="76282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60E16481-E535-4CA0-8E6F-ED6E2E1E57BE}"/>
              </a:ext>
            </a:extLst>
          </p:cNvPr>
          <p:cNvSpPr>
            <a:spLocks/>
          </p:cNvSpPr>
          <p:nvPr/>
        </p:nvSpPr>
        <p:spPr>
          <a:xfrm>
            <a:off x="7714983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CB5A2F4E-0148-477D-AA02-633199BBF4E4}"/>
              </a:ext>
            </a:extLst>
          </p:cNvPr>
          <p:cNvSpPr>
            <a:spLocks/>
          </p:cNvSpPr>
          <p:nvPr/>
        </p:nvSpPr>
        <p:spPr>
          <a:xfrm>
            <a:off x="7685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A8F910AA-03EC-4865-9D31-FDB280AF9440}"/>
              </a:ext>
            </a:extLst>
          </p:cNvPr>
          <p:cNvSpPr>
            <a:spLocks/>
          </p:cNvSpPr>
          <p:nvPr/>
        </p:nvSpPr>
        <p:spPr>
          <a:xfrm>
            <a:off x="760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6D523718-1BB7-43C5-929E-E6253837EABA}"/>
              </a:ext>
            </a:extLst>
          </p:cNvPr>
          <p:cNvSpPr>
            <a:spLocks/>
          </p:cNvSpPr>
          <p:nvPr/>
        </p:nvSpPr>
        <p:spPr>
          <a:xfrm>
            <a:off x="76314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8856898C-E331-4EFE-B711-CF919F1A4762}"/>
              </a:ext>
            </a:extLst>
          </p:cNvPr>
          <p:cNvSpPr>
            <a:spLocks/>
          </p:cNvSpPr>
          <p:nvPr/>
        </p:nvSpPr>
        <p:spPr>
          <a:xfrm>
            <a:off x="76630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4D952EC3-73A7-4A1D-BF8E-942B4F6729C5}"/>
              </a:ext>
            </a:extLst>
          </p:cNvPr>
          <p:cNvSpPr>
            <a:spLocks/>
          </p:cNvSpPr>
          <p:nvPr/>
        </p:nvSpPr>
        <p:spPr>
          <a:xfrm>
            <a:off x="76189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D1E2FD45-F479-4339-9F9D-52269C21B465}"/>
              </a:ext>
            </a:extLst>
          </p:cNvPr>
          <p:cNvSpPr>
            <a:spLocks/>
          </p:cNvSpPr>
          <p:nvPr/>
        </p:nvSpPr>
        <p:spPr>
          <a:xfrm>
            <a:off x="7703848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873BA198-88F2-41A1-A216-8F892D73033E}"/>
              </a:ext>
            </a:extLst>
          </p:cNvPr>
          <p:cNvSpPr>
            <a:spLocks/>
          </p:cNvSpPr>
          <p:nvPr/>
        </p:nvSpPr>
        <p:spPr>
          <a:xfrm>
            <a:off x="7683644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D37AA5A-6631-47C8-B78D-B3230AF5704B}"/>
              </a:ext>
            </a:extLst>
          </p:cNvPr>
          <p:cNvSpPr>
            <a:spLocks/>
          </p:cNvSpPr>
          <p:nvPr/>
        </p:nvSpPr>
        <p:spPr>
          <a:xfrm>
            <a:off x="76844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1A75C3A-6988-4A82-9F81-D2F59201052A}"/>
              </a:ext>
            </a:extLst>
          </p:cNvPr>
          <p:cNvSpPr>
            <a:spLocks/>
          </p:cNvSpPr>
          <p:nvPr/>
        </p:nvSpPr>
        <p:spPr>
          <a:xfrm>
            <a:off x="76962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959D66B-5A0B-4DE7-9A16-4ED185F22807}"/>
              </a:ext>
            </a:extLst>
          </p:cNvPr>
          <p:cNvSpPr>
            <a:spLocks/>
          </p:cNvSpPr>
          <p:nvPr/>
        </p:nvSpPr>
        <p:spPr>
          <a:xfrm>
            <a:off x="76330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C918D775-AE50-4C9F-A6EF-802E412976F1}"/>
              </a:ext>
            </a:extLst>
          </p:cNvPr>
          <p:cNvSpPr>
            <a:spLocks/>
          </p:cNvSpPr>
          <p:nvPr/>
        </p:nvSpPr>
        <p:spPr>
          <a:xfrm>
            <a:off x="7644901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4A4CE7F8-379D-4A7A-8882-C8A8F2F66B9C}"/>
              </a:ext>
            </a:extLst>
          </p:cNvPr>
          <p:cNvSpPr>
            <a:spLocks/>
          </p:cNvSpPr>
          <p:nvPr/>
        </p:nvSpPr>
        <p:spPr>
          <a:xfrm>
            <a:off x="76088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47706A1A-F947-40A6-9BD2-C113E7522524}"/>
              </a:ext>
            </a:extLst>
          </p:cNvPr>
          <p:cNvSpPr>
            <a:spLocks/>
          </p:cNvSpPr>
          <p:nvPr/>
        </p:nvSpPr>
        <p:spPr>
          <a:xfrm>
            <a:off x="7615916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0D94AC3-61B3-4CCF-8BF7-48DD3EF1DCC7}"/>
              </a:ext>
            </a:extLst>
          </p:cNvPr>
          <p:cNvSpPr>
            <a:spLocks/>
          </p:cNvSpPr>
          <p:nvPr/>
        </p:nvSpPr>
        <p:spPr>
          <a:xfrm>
            <a:off x="76514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8C720E-CBE5-45CD-B1E2-FA69D57266E5}"/>
              </a:ext>
            </a:extLst>
          </p:cNvPr>
          <p:cNvSpPr>
            <a:spLocks/>
          </p:cNvSpPr>
          <p:nvPr/>
        </p:nvSpPr>
        <p:spPr>
          <a:xfrm>
            <a:off x="7657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FEF30958-3779-47B9-A0D0-49CDDCC11BD0}"/>
              </a:ext>
            </a:extLst>
          </p:cNvPr>
          <p:cNvSpPr>
            <a:spLocks/>
          </p:cNvSpPr>
          <p:nvPr/>
        </p:nvSpPr>
        <p:spPr>
          <a:xfrm>
            <a:off x="767653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05521CC8-55D0-490F-8AB6-2DF4F897FB5F}"/>
              </a:ext>
            </a:extLst>
          </p:cNvPr>
          <p:cNvSpPr>
            <a:spLocks/>
          </p:cNvSpPr>
          <p:nvPr/>
        </p:nvSpPr>
        <p:spPr>
          <a:xfrm>
            <a:off x="7673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592EE7-1A14-4744-BD6A-EB44A1C71EF8}"/>
              </a:ext>
            </a:extLst>
          </p:cNvPr>
          <p:cNvSpPr>
            <a:spLocks/>
          </p:cNvSpPr>
          <p:nvPr/>
        </p:nvSpPr>
        <p:spPr>
          <a:xfrm>
            <a:off x="771344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0A9BA67D-93FC-469A-909C-C7D4619B99DE}"/>
              </a:ext>
            </a:extLst>
          </p:cNvPr>
          <p:cNvSpPr>
            <a:spLocks/>
          </p:cNvSpPr>
          <p:nvPr/>
        </p:nvSpPr>
        <p:spPr>
          <a:xfrm>
            <a:off x="764567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E1005866-2EFE-453F-9B71-718724074572}"/>
              </a:ext>
            </a:extLst>
          </p:cNvPr>
          <p:cNvSpPr>
            <a:spLocks/>
          </p:cNvSpPr>
          <p:nvPr/>
        </p:nvSpPr>
        <p:spPr>
          <a:xfrm>
            <a:off x="761467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3BE40360-23F3-4AA3-B7DA-94602D0459E3}"/>
              </a:ext>
            </a:extLst>
          </p:cNvPr>
          <p:cNvSpPr>
            <a:spLocks/>
          </p:cNvSpPr>
          <p:nvPr/>
        </p:nvSpPr>
        <p:spPr>
          <a:xfrm>
            <a:off x="7636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87FF71C9-034D-4F57-9EBA-358FDBD5418C}"/>
              </a:ext>
            </a:extLst>
          </p:cNvPr>
          <p:cNvSpPr>
            <a:spLocks/>
          </p:cNvSpPr>
          <p:nvPr/>
        </p:nvSpPr>
        <p:spPr>
          <a:xfrm>
            <a:off x="763080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D0FF2B16-F9CE-441B-AACC-34E961795FD0}"/>
              </a:ext>
            </a:extLst>
          </p:cNvPr>
          <p:cNvSpPr>
            <a:spLocks/>
          </p:cNvSpPr>
          <p:nvPr/>
        </p:nvSpPr>
        <p:spPr>
          <a:xfrm>
            <a:off x="761829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9D50A81F-E294-432B-94F5-B589492E8313}"/>
              </a:ext>
            </a:extLst>
          </p:cNvPr>
          <p:cNvSpPr>
            <a:spLocks/>
          </p:cNvSpPr>
          <p:nvPr/>
        </p:nvSpPr>
        <p:spPr>
          <a:xfrm>
            <a:off x="7655207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778AA440-96AF-40CC-AA2D-27F389A8769F}"/>
              </a:ext>
            </a:extLst>
          </p:cNvPr>
          <p:cNvSpPr>
            <a:spLocks/>
          </p:cNvSpPr>
          <p:nvPr/>
        </p:nvSpPr>
        <p:spPr>
          <a:xfrm>
            <a:off x="76584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90FC624F-95FF-4D61-9DC0-03A74C5DC471}"/>
              </a:ext>
            </a:extLst>
          </p:cNvPr>
          <p:cNvSpPr>
            <a:spLocks/>
          </p:cNvSpPr>
          <p:nvPr/>
        </p:nvSpPr>
        <p:spPr>
          <a:xfrm>
            <a:off x="7695932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B42B6553-86B9-4D63-8310-F494E2F92A2F}"/>
              </a:ext>
            </a:extLst>
          </p:cNvPr>
          <p:cNvSpPr>
            <a:spLocks/>
          </p:cNvSpPr>
          <p:nvPr/>
        </p:nvSpPr>
        <p:spPr>
          <a:xfrm>
            <a:off x="76605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1C4C5338-7519-4EBA-8E49-CD8EB40CFDC4}"/>
              </a:ext>
            </a:extLst>
          </p:cNvPr>
          <p:cNvSpPr>
            <a:spLocks/>
          </p:cNvSpPr>
          <p:nvPr/>
        </p:nvSpPr>
        <p:spPr>
          <a:xfrm>
            <a:off x="77035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5378B8B9-F0ED-4D57-879B-C67C0A9C2713}"/>
              </a:ext>
            </a:extLst>
          </p:cNvPr>
          <p:cNvSpPr>
            <a:spLocks/>
          </p:cNvSpPr>
          <p:nvPr/>
        </p:nvSpPr>
        <p:spPr>
          <a:xfrm>
            <a:off x="76265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24C58360-3F74-481E-9990-5E6A84A9396E}"/>
              </a:ext>
            </a:extLst>
          </p:cNvPr>
          <p:cNvSpPr>
            <a:spLocks/>
          </p:cNvSpPr>
          <p:nvPr/>
        </p:nvSpPr>
        <p:spPr>
          <a:xfrm>
            <a:off x="7634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1411E6C-A49C-4F75-AA8D-F0DD79C103BD}"/>
              </a:ext>
            </a:extLst>
          </p:cNvPr>
          <p:cNvSpPr>
            <a:spLocks/>
          </p:cNvSpPr>
          <p:nvPr/>
        </p:nvSpPr>
        <p:spPr>
          <a:xfrm>
            <a:off x="7699767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E905F1DD-958B-4526-ACE2-DA376E457B76}"/>
              </a:ext>
            </a:extLst>
          </p:cNvPr>
          <p:cNvSpPr>
            <a:spLocks/>
          </p:cNvSpPr>
          <p:nvPr/>
        </p:nvSpPr>
        <p:spPr>
          <a:xfrm>
            <a:off x="76251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1DE9888D-6EE9-4849-A365-46030989D45A}"/>
              </a:ext>
            </a:extLst>
          </p:cNvPr>
          <p:cNvSpPr>
            <a:spLocks/>
          </p:cNvSpPr>
          <p:nvPr/>
        </p:nvSpPr>
        <p:spPr>
          <a:xfrm>
            <a:off x="763962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F5848CEB-871C-4A22-8AAE-57A75EC90130}"/>
              </a:ext>
            </a:extLst>
          </p:cNvPr>
          <p:cNvSpPr>
            <a:spLocks/>
          </p:cNvSpPr>
          <p:nvPr/>
        </p:nvSpPr>
        <p:spPr>
          <a:xfrm>
            <a:off x="7660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7AE698EE-DA38-4A63-8AC0-10EEA842AD25}"/>
              </a:ext>
            </a:extLst>
          </p:cNvPr>
          <p:cNvSpPr>
            <a:spLocks/>
          </p:cNvSpPr>
          <p:nvPr/>
        </p:nvSpPr>
        <p:spPr>
          <a:xfrm>
            <a:off x="7684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F7A8CD54-1112-4931-B0C3-3A88C5DF1EFC}"/>
              </a:ext>
            </a:extLst>
          </p:cNvPr>
          <p:cNvSpPr>
            <a:spLocks/>
          </p:cNvSpPr>
          <p:nvPr/>
        </p:nvSpPr>
        <p:spPr>
          <a:xfrm>
            <a:off x="76623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8A898B22-D1C4-412F-BB93-55BC1F142EE0}"/>
              </a:ext>
            </a:extLst>
          </p:cNvPr>
          <p:cNvSpPr>
            <a:spLocks/>
          </p:cNvSpPr>
          <p:nvPr/>
        </p:nvSpPr>
        <p:spPr>
          <a:xfrm>
            <a:off x="81927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528FA1E0-0F82-4151-A0B2-E3A1A7A0736D}"/>
              </a:ext>
            </a:extLst>
          </p:cNvPr>
          <p:cNvSpPr>
            <a:spLocks/>
          </p:cNvSpPr>
          <p:nvPr/>
        </p:nvSpPr>
        <p:spPr>
          <a:xfrm>
            <a:off x="8201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DD2622DE-2037-4346-9209-2F1ED0806840}"/>
              </a:ext>
            </a:extLst>
          </p:cNvPr>
          <p:cNvSpPr>
            <a:spLocks/>
          </p:cNvSpPr>
          <p:nvPr/>
        </p:nvSpPr>
        <p:spPr>
          <a:xfrm>
            <a:off x="81764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F08921A1-DA48-4241-A074-AF443A3F8CA9}"/>
              </a:ext>
            </a:extLst>
          </p:cNvPr>
          <p:cNvSpPr>
            <a:spLocks/>
          </p:cNvSpPr>
          <p:nvPr/>
        </p:nvSpPr>
        <p:spPr>
          <a:xfrm>
            <a:off x="81751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6FB3B71F-C1A6-4CE2-9F0E-218D63B46F45}"/>
              </a:ext>
            </a:extLst>
          </p:cNvPr>
          <p:cNvSpPr>
            <a:spLocks/>
          </p:cNvSpPr>
          <p:nvPr/>
        </p:nvSpPr>
        <p:spPr>
          <a:xfrm>
            <a:off x="8175751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73F6A55E-5B49-4837-91E0-510C21FA750C}"/>
              </a:ext>
            </a:extLst>
          </p:cNvPr>
          <p:cNvSpPr>
            <a:spLocks/>
          </p:cNvSpPr>
          <p:nvPr/>
        </p:nvSpPr>
        <p:spPr>
          <a:xfrm>
            <a:off x="822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2C3414D-24A9-4F2A-86E0-47D0499F0D52}"/>
              </a:ext>
            </a:extLst>
          </p:cNvPr>
          <p:cNvSpPr>
            <a:spLocks/>
          </p:cNvSpPr>
          <p:nvPr/>
        </p:nvSpPr>
        <p:spPr>
          <a:xfrm>
            <a:off x="8187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D9BE77A7-6E79-4A69-B6DC-C5F25621EDEF}"/>
              </a:ext>
            </a:extLst>
          </p:cNvPr>
          <p:cNvSpPr>
            <a:spLocks/>
          </p:cNvSpPr>
          <p:nvPr/>
        </p:nvSpPr>
        <p:spPr>
          <a:xfrm>
            <a:off x="81976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615A9660-BA32-46F8-A253-60C0D8D52209}"/>
              </a:ext>
            </a:extLst>
          </p:cNvPr>
          <p:cNvSpPr>
            <a:spLocks/>
          </p:cNvSpPr>
          <p:nvPr/>
        </p:nvSpPr>
        <p:spPr>
          <a:xfrm>
            <a:off x="81378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9AE12653-CA20-4FE4-B882-4C73A758B635}"/>
              </a:ext>
            </a:extLst>
          </p:cNvPr>
          <p:cNvSpPr>
            <a:spLocks/>
          </p:cNvSpPr>
          <p:nvPr/>
        </p:nvSpPr>
        <p:spPr>
          <a:xfrm>
            <a:off x="824527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6D9A1843-9B4A-4CE7-BD95-EBD6F7B605D9}"/>
              </a:ext>
            </a:extLst>
          </p:cNvPr>
          <p:cNvSpPr>
            <a:spLocks/>
          </p:cNvSpPr>
          <p:nvPr/>
        </p:nvSpPr>
        <p:spPr>
          <a:xfrm>
            <a:off x="8229907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9A216DDF-6E8A-40CD-8E9C-6EE1EC3A681A}"/>
              </a:ext>
            </a:extLst>
          </p:cNvPr>
          <p:cNvSpPr>
            <a:spLocks/>
          </p:cNvSpPr>
          <p:nvPr/>
        </p:nvSpPr>
        <p:spPr>
          <a:xfrm>
            <a:off x="8150761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2B8C1663-4E0C-406A-AE6E-CC5BAA51B9C4}"/>
              </a:ext>
            </a:extLst>
          </p:cNvPr>
          <p:cNvSpPr>
            <a:spLocks/>
          </p:cNvSpPr>
          <p:nvPr/>
        </p:nvSpPr>
        <p:spPr>
          <a:xfrm>
            <a:off x="817826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B87D70F1-FB0C-4565-945D-D1BA85F36CF4}"/>
              </a:ext>
            </a:extLst>
          </p:cNvPr>
          <p:cNvSpPr>
            <a:spLocks/>
          </p:cNvSpPr>
          <p:nvPr/>
        </p:nvSpPr>
        <p:spPr>
          <a:xfrm>
            <a:off x="824935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F8E21D95-FB9B-4F62-8C17-33E1D162F91B}"/>
              </a:ext>
            </a:extLst>
          </p:cNvPr>
          <p:cNvSpPr>
            <a:spLocks/>
          </p:cNvSpPr>
          <p:nvPr/>
        </p:nvSpPr>
        <p:spPr>
          <a:xfrm>
            <a:off x="813436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D99CFA28-D19C-483E-9556-F7EB8EF1795F}"/>
              </a:ext>
            </a:extLst>
          </p:cNvPr>
          <p:cNvSpPr>
            <a:spLocks/>
          </p:cNvSpPr>
          <p:nvPr/>
        </p:nvSpPr>
        <p:spPr>
          <a:xfrm>
            <a:off x="819183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1AE1EA93-A83E-4BDF-8E6B-4F7E8B9EBF7E}"/>
              </a:ext>
            </a:extLst>
          </p:cNvPr>
          <p:cNvSpPr>
            <a:spLocks/>
          </p:cNvSpPr>
          <p:nvPr/>
        </p:nvSpPr>
        <p:spPr>
          <a:xfrm>
            <a:off x="81978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2696E0FB-D0AF-4BF1-8B0B-31E4A98BA049}"/>
              </a:ext>
            </a:extLst>
          </p:cNvPr>
          <p:cNvSpPr>
            <a:spLocks/>
          </p:cNvSpPr>
          <p:nvPr/>
        </p:nvSpPr>
        <p:spPr>
          <a:xfrm>
            <a:off x="819024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65106E59-E3FE-487A-931C-09F19D172F05}"/>
              </a:ext>
            </a:extLst>
          </p:cNvPr>
          <p:cNvSpPr>
            <a:spLocks/>
          </p:cNvSpPr>
          <p:nvPr/>
        </p:nvSpPr>
        <p:spPr>
          <a:xfrm>
            <a:off x="825007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02B8487D-12D7-4BF1-A175-3DBC12B2419D}"/>
              </a:ext>
            </a:extLst>
          </p:cNvPr>
          <p:cNvSpPr>
            <a:spLocks/>
          </p:cNvSpPr>
          <p:nvPr/>
        </p:nvSpPr>
        <p:spPr>
          <a:xfrm>
            <a:off x="823323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3DFDB78-1BC8-4A0D-8E9A-A587D2CDA5D4}"/>
              </a:ext>
            </a:extLst>
          </p:cNvPr>
          <p:cNvSpPr>
            <a:spLocks/>
          </p:cNvSpPr>
          <p:nvPr/>
        </p:nvSpPr>
        <p:spPr>
          <a:xfrm>
            <a:off x="8143067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360EFFDE-9963-408C-AA15-DF07CB1232EF}"/>
              </a:ext>
            </a:extLst>
          </p:cNvPr>
          <p:cNvSpPr>
            <a:spLocks/>
          </p:cNvSpPr>
          <p:nvPr/>
        </p:nvSpPr>
        <p:spPr>
          <a:xfrm>
            <a:off x="81564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6D229128-845C-4778-B8ED-D97121320C72}"/>
              </a:ext>
            </a:extLst>
          </p:cNvPr>
          <p:cNvSpPr>
            <a:spLocks/>
          </p:cNvSpPr>
          <p:nvPr/>
        </p:nvSpPr>
        <p:spPr>
          <a:xfrm>
            <a:off x="816995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69635C0C-9DC2-4257-ACF8-B396C5CE814A}"/>
              </a:ext>
            </a:extLst>
          </p:cNvPr>
          <p:cNvSpPr>
            <a:spLocks/>
          </p:cNvSpPr>
          <p:nvPr/>
        </p:nvSpPr>
        <p:spPr>
          <a:xfrm>
            <a:off x="819177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49375BA7-8626-4C24-9BFB-7B5FBB1C4E92}"/>
              </a:ext>
            </a:extLst>
          </p:cNvPr>
          <p:cNvSpPr>
            <a:spLocks/>
          </p:cNvSpPr>
          <p:nvPr/>
        </p:nvSpPr>
        <p:spPr>
          <a:xfrm>
            <a:off x="82278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E3A71F07-922B-45DA-BAE8-30364F654E34}"/>
              </a:ext>
            </a:extLst>
          </p:cNvPr>
          <p:cNvSpPr>
            <a:spLocks/>
          </p:cNvSpPr>
          <p:nvPr/>
        </p:nvSpPr>
        <p:spPr>
          <a:xfrm>
            <a:off x="82063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788A2A4D-6BE9-4A30-98B7-762915353FA9}"/>
              </a:ext>
            </a:extLst>
          </p:cNvPr>
          <p:cNvSpPr>
            <a:spLocks/>
          </p:cNvSpPr>
          <p:nvPr/>
        </p:nvSpPr>
        <p:spPr>
          <a:xfrm>
            <a:off x="82344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63382F39-816E-48C2-A34C-3423FBFDFC52}"/>
              </a:ext>
            </a:extLst>
          </p:cNvPr>
          <p:cNvSpPr>
            <a:spLocks/>
          </p:cNvSpPr>
          <p:nvPr/>
        </p:nvSpPr>
        <p:spPr>
          <a:xfrm>
            <a:off x="8158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975FDF5-87C2-4494-A524-5008C4374456}"/>
              </a:ext>
            </a:extLst>
          </p:cNvPr>
          <p:cNvSpPr>
            <a:spLocks/>
          </p:cNvSpPr>
          <p:nvPr/>
        </p:nvSpPr>
        <p:spPr>
          <a:xfrm>
            <a:off x="819988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A6D6893-DF94-4BA9-95BE-B96CD4FDF551}"/>
              </a:ext>
            </a:extLst>
          </p:cNvPr>
          <p:cNvSpPr>
            <a:spLocks/>
          </p:cNvSpPr>
          <p:nvPr/>
        </p:nvSpPr>
        <p:spPr>
          <a:xfrm>
            <a:off x="820054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59DBD3A9-8300-495C-AC1A-2A15AC264FB8}"/>
              </a:ext>
            </a:extLst>
          </p:cNvPr>
          <p:cNvSpPr>
            <a:spLocks/>
          </p:cNvSpPr>
          <p:nvPr/>
        </p:nvSpPr>
        <p:spPr>
          <a:xfrm>
            <a:off x="81336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3819605D-DEA1-4208-99F3-D12FBFFA7609}"/>
              </a:ext>
            </a:extLst>
          </p:cNvPr>
          <p:cNvSpPr>
            <a:spLocks/>
          </p:cNvSpPr>
          <p:nvPr/>
        </p:nvSpPr>
        <p:spPr>
          <a:xfrm>
            <a:off x="8137211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FFB89DE0-B998-4B5D-8302-76118EDA8066}"/>
              </a:ext>
            </a:extLst>
          </p:cNvPr>
          <p:cNvSpPr>
            <a:spLocks/>
          </p:cNvSpPr>
          <p:nvPr/>
        </p:nvSpPr>
        <p:spPr>
          <a:xfrm>
            <a:off x="816810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4B91B6CC-E1A7-431E-8322-E19E367BD7B0}"/>
              </a:ext>
            </a:extLst>
          </p:cNvPr>
          <p:cNvSpPr>
            <a:spLocks/>
          </p:cNvSpPr>
          <p:nvPr/>
        </p:nvSpPr>
        <p:spPr>
          <a:xfrm>
            <a:off x="8154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207A81D7-5EB6-4380-A65B-9268F23B3374}"/>
              </a:ext>
            </a:extLst>
          </p:cNvPr>
          <p:cNvSpPr>
            <a:spLocks/>
          </p:cNvSpPr>
          <p:nvPr/>
        </p:nvSpPr>
        <p:spPr>
          <a:xfrm>
            <a:off x="81839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E7B40E60-7725-4AD3-9483-3DEFBDDBCD6E}"/>
              </a:ext>
            </a:extLst>
          </p:cNvPr>
          <p:cNvSpPr>
            <a:spLocks/>
          </p:cNvSpPr>
          <p:nvPr/>
        </p:nvSpPr>
        <p:spPr>
          <a:xfrm>
            <a:off x="81679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296C3001-76B4-4B69-8365-E93AA282A592}"/>
              </a:ext>
            </a:extLst>
          </p:cNvPr>
          <p:cNvSpPr>
            <a:spLocks/>
          </p:cNvSpPr>
          <p:nvPr/>
        </p:nvSpPr>
        <p:spPr>
          <a:xfrm>
            <a:off x="82209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99FC8478-3E28-4CC4-A305-9D93854CFDDE}"/>
              </a:ext>
            </a:extLst>
          </p:cNvPr>
          <p:cNvSpPr>
            <a:spLocks/>
          </p:cNvSpPr>
          <p:nvPr/>
        </p:nvSpPr>
        <p:spPr>
          <a:xfrm>
            <a:off x="821780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758470D6-4ED2-4A41-859A-3769A1AC7DBE}"/>
              </a:ext>
            </a:extLst>
          </p:cNvPr>
          <p:cNvSpPr>
            <a:spLocks/>
          </p:cNvSpPr>
          <p:nvPr/>
        </p:nvSpPr>
        <p:spPr>
          <a:xfrm>
            <a:off x="81310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BACBA75-EC82-4513-AA34-EC09B3B88FC1}"/>
              </a:ext>
            </a:extLst>
          </p:cNvPr>
          <p:cNvSpPr>
            <a:spLocks/>
          </p:cNvSpPr>
          <p:nvPr/>
        </p:nvSpPr>
        <p:spPr>
          <a:xfrm>
            <a:off x="8178763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6BB48E8D-AA81-4FB0-BB8F-E31A63082040}"/>
              </a:ext>
            </a:extLst>
          </p:cNvPr>
          <p:cNvSpPr>
            <a:spLocks/>
          </p:cNvSpPr>
          <p:nvPr/>
        </p:nvSpPr>
        <p:spPr>
          <a:xfrm>
            <a:off x="81915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5E543C1E-B51D-478E-A1CD-4B91DE6C8F0D}"/>
              </a:ext>
            </a:extLst>
          </p:cNvPr>
          <p:cNvSpPr>
            <a:spLocks/>
          </p:cNvSpPr>
          <p:nvPr/>
        </p:nvSpPr>
        <p:spPr>
          <a:xfrm>
            <a:off x="81940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7AF1DC0F-FE7C-46AC-8C68-79391365865F}"/>
              </a:ext>
            </a:extLst>
          </p:cNvPr>
          <p:cNvSpPr>
            <a:spLocks/>
          </p:cNvSpPr>
          <p:nvPr/>
        </p:nvSpPr>
        <p:spPr>
          <a:xfrm>
            <a:off x="81890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F8463CBD-1F3E-4160-B5FF-93524001E248}"/>
              </a:ext>
            </a:extLst>
          </p:cNvPr>
          <p:cNvSpPr>
            <a:spLocks/>
          </p:cNvSpPr>
          <p:nvPr/>
        </p:nvSpPr>
        <p:spPr>
          <a:xfrm>
            <a:off x="8227603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596DC3E6-6350-46E0-9118-AE886BAAEA69}"/>
              </a:ext>
            </a:extLst>
          </p:cNvPr>
          <p:cNvSpPr>
            <a:spLocks/>
          </p:cNvSpPr>
          <p:nvPr/>
        </p:nvSpPr>
        <p:spPr>
          <a:xfrm>
            <a:off x="81417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E44C8E54-D837-4AF9-B2F1-B8180976222A}"/>
              </a:ext>
            </a:extLst>
          </p:cNvPr>
          <p:cNvSpPr>
            <a:spLocks/>
          </p:cNvSpPr>
          <p:nvPr/>
        </p:nvSpPr>
        <p:spPr>
          <a:xfrm>
            <a:off x="81409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DB77B47-7243-4EA7-A68F-EDDA02B81C09}"/>
              </a:ext>
            </a:extLst>
          </p:cNvPr>
          <p:cNvSpPr>
            <a:spLocks/>
          </p:cNvSpPr>
          <p:nvPr/>
        </p:nvSpPr>
        <p:spPr>
          <a:xfrm>
            <a:off x="815676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96861B1E-08EF-4EDF-848B-978A01F565F2}"/>
              </a:ext>
            </a:extLst>
          </p:cNvPr>
          <p:cNvSpPr>
            <a:spLocks/>
          </p:cNvSpPr>
          <p:nvPr/>
        </p:nvSpPr>
        <p:spPr>
          <a:xfrm>
            <a:off x="820172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C391BE05-58F7-40F7-BD1D-79158B6ABA2B}"/>
              </a:ext>
            </a:extLst>
          </p:cNvPr>
          <p:cNvSpPr>
            <a:spLocks/>
          </p:cNvSpPr>
          <p:nvPr/>
        </p:nvSpPr>
        <p:spPr>
          <a:xfrm>
            <a:off x="81806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0C55167-95D2-4872-BB2C-0C5DA1498F02}"/>
              </a:ext>
            </a:extLst>
          </p:cNvPr>
          <p:cNvSpPr>
            <a:spLocks/>
          </p:cNvSpPr>
          <p:nvPr/>
        </p:nvSpPr>
        <p:spPr>
          <a:xfrm>
            <a:off x="8229477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5472BCC6-2145-4A3F-A729-F15C4E0E175C}"/>
              </a:ext>
            </a:extLst>
          </p:cNvPr>
          <p:cNvSpPr>
            <a:spLocks/>
          </p:cNvSpPr>
          <p:nvPr/>
        </p:nvSpPr>
        <p:spPr>
          <a:xfrm>
            <a:off x="8232118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58DDB47A-FE55-4C85-AFBE-6D701F6B74C6}"/>
              </a:ext>
            </a:extLst>
          </p:cNvPr>
          <p:cNvSpPr>
            <a:spLocks/>
          </p:cNvSpPr>
          <p:nvPr/>
        </p:nvSpPr>
        <p:spPr>
          <a:xfrm>
            <a:off x="81659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496078FF-9792-4E52-8E66-A96AFF9BC93A}"/>
              </a:ext>
            </a:extLst>
          </p:cNvPr>
          <p:cNvSpPr>
            <a:spLocks/>
          </p:cNvSpPr>
          <p:nvPr/>
        </p:nvSpPr>
        <p:spPr>
          <a:xfrm>
            <a:off x="8171949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C9B6ADE8-5DAA-4EAA-B03F-ABD3A3C009A1}"/>
              </a:ext>
            </a:extLst>
          </p:cNvPr>
          <p:cNvSpPr>
            <a:spLocks/>
          </p:cNvSpPr>
          <p:nvPr/>
        </p:nvSpPr>
        <p:spPr>
          <a:xfrm>
            <a:off x="8159359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CDAB7D5-A228-4A2F-8094-DC491510B917}"/>
              </a:ext>
            </a:extLst>
          </p:cNvPr>
          <p:cNvSpPr>
            <a:spLocks/>
          </p:cNvSpPr>
          <p:nvPr/>
        </p:nvSpPr>
        <p:spPr>
          <a:xfrm>
            <a:off x="8198132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6EAEBE6E-7B5E-416B-B3B3-DC0D785A3BD0}"/>
              </a:ext>
            </a:extLst>
          </p:cNvPr>
          <p:cNvSpPr>
            <a:spLocks/>
          </p:cNvSpPr>
          <p:nvPr/>
        </p:nvSpPr>
        <p:spPr>
          <a:xfrm>
            <a:off x="821519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D6AF329F-4A95-488B-B8C1-7F27D069561D}"/>
              </a:ext>
            </a:extLst>
          </p:cNvPr>
          <p:cNvSpPr>
            <a:spLocks/>
          </p:cNvSpPr>
          <p:nvPr/>
        </p:nvSpPr>
        <p:spPr>
          <a:xfrm>
            <a:off x="819296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57EF015D-931B-477B-B9E8-11B0DC9BA5DA}"/>
              </a:ext>
            </a:extLst>
          </p:cNvPr>
          <p:cNvSpPr>
            <a:spLocks/>
          </p:cNvSpPr>
          <p:nvPr/>
        </p:nvSpPr>
        <p:spPr>
          <a:xfrm>
            <a:off x="8242823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99EBDB5A-F39E-442B-8F56-EF3B5C39914C}"/>
              </a:ext>
            </a:extLst>
          </p:cNvPr>
          <p:cNvSpPr>
            <a:spLocks/>
          </p:cNvSpPr>
          <p:nvPr/>
        </p:nvSpPr>
        <p:spPr>
          <a:xfrm>
            <a:off x="8248043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CE06A189-D644-465F-995C-454BB96A4A26}"/>
              </a:ext>
            </a:extLst>
          </p:cNvPr>
          <p:cNvSpPr>
            <a:spLocks/>
          </p:cNvSpPr>
          <p:nvPr/>
        </p:nvSpPr>
        <p:spPr>
          <a:xfrm>
            <a:off x="820035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469A3E34-3904-45C5-8BC2-34A045D273EE}"/>
              </a:ext>
            </a:extLst>
          </p:cNvPr>
          <p:cNvSpPr>
            <a:spLocks/>
          </p:cNvSpPr>
          <p:nvPr/>
        </p:nvSpPr>
        <p:spPr>
          <a:xfrm>
            <a:off x="8188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F679A67C-C1EC-426E-A06B-1DE32DB6EF46}"/>
              </a:ext>
            </a:extLst>
          </p:cNvPr>
          <p:cNvSpPr>
            <a:spLocks/>
          </p:cNvSpPr>
          <p:nvPr/>
        </p:nvSpPr>
        <p:spPr>
          <a:xfrm>
            <a:off x="8202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C0A626CE-AC38-45A9-9C2C-BBB64FF5E181}"/>
              </a:ext>
            </a:extLst>
          </p:cNvPr>
          <p:cNvSpPr>
            <a:spLocks/>
          </p:cNvSpPr>
          <p:nvPr/>
        </p:nvSpPr>
        <p:spPr>
          <a:xfrm>
            <a:off x="8206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04EF26FF-E624-46D1-80C9-167C414E45B1}"/>
              </a:ext>
            </a:extLst>
          </p:cNvPr>
          <p:cNvSpPr>
            <a:spLocks/>
          </p:cNvSpPr>
          <p:nvPr/>
        </p:nvSpPr>
        <p:spPr>
          <a:xfrm>
            <a:off x="81555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53A20FBC-1ADF-494E-A455-1CF94BA03E3E}"/>
              </a:ext>
            </a:extLst>
          </p:cNvPr>
          <p:cNvSpPr>
            <a:spLocks/>
          </p:cNvSpPr>
          <p:nvPr/>
        </p:nvSpPr>
        <p:spPr>
          <a:xfrm>
            <a:off x="82145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DA224D3D-2B3E-4130-BF17-36D5C2FD391F}"/>
              </a:ext>
            </a:extLst>
          </p:cNvPr>
          <p:cNvSpPr>
            <a:spLocks/>
          </p:cNvSpPr>
          <p:nvPr/>
        </p:nvSpPr>
        <p:spPr>
          <a:xfrm>
            <a:off x="8237149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8628288-0904-4EE9-ABEA-3965ACFC7BCF}"/>
              </a:ext>
            </a:extLst>
          </p:cNvPr>
          <p:cNvSpPr>
            <a:spLocks/>
          </p:cNvSpPr>
          <p:nvPr/>
        </p:nvSpPr>
        <p:spPr>
          <a:xfrm>
            <a:off x="816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66422DA8-03DB-4C2A-AF47-39EEFFE3A23A}"/>
              </a:ext>
            </a:extLst>
          </p:cNvPr>
          <p:cNvSpPr>
            <a:spLocks/>
          </p:cNvSpPr>
          <p:nvPr/>
        </p:nvSpPr>
        <p:spPr>
          <a:xfrm>
            <a:off x="81320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5C271CB1-22C5-4DED-8119-0542A33A5B55}"/>
              </a:ext>
            </a:extLst>
          </p:cNvPr>
          <p:cNvSpPr>
            <a:spLocks/>
          </p:cNvSpPr>
          <p:nvPr/>
        </p:nvSpPr>
        <p:spPr>
          <a:xfrm>
            <a:off x="821864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7C796D65-53FE-4F00-BF69-74A4BFFC3AA0}"/>
              </a:ext>
            </a:extLst>
          </p:cNvPr>
          <p:cNvSpPr>
            <a:spLocks/>
          </p:cNvSpPr>
          <p:nvPr/>
        </p:nvSpPr>
        <p:spPr>
          <a:xfrm>
            <a:off x="81549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F33914AC-A8A4-488B-8509-AA54E3D77109}"/>
              </a:ext>
            </a:extLst>
          </p:cNvPr>
          <p:cNvSpPr>
            <a:spLocks/>
          </p:cNvSpPr>
          <p:nvPr/>
        </p:nvSpPr>
        <p:spPr>
          <a:xfrm>
            <a:off x="817428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04DD4EA4-84DF-4D41-84A4-E19E765ADAC0}"/>
              </a:ext>
            </a:extLst>
          </p:cNvPr>
          <p:cNvSpPr>
            <a:spLocks/>
          </p:cNvSpPr>
          <p:nvPr/>
        </p:nvSpPr>
        <p:spPr>
          <a:xfrm>
            <a:off x="815865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35CEC421-C3E4-4B14-B21A-E02F638416B1}"/>
              </a:ext>
            </a:extLst>
          </p:cNvPr>
          <p:cNvSpPr>
            <a:spLocks/>
          </p:cNvSpPr>
          <p:nvPr/>
        </p:nvSpPr>
        <p:spPr>
          <a:xfrm>
            <a:off x="81458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AE841337-17CA-4281-A2E6-8C239D6D9649}"/>
              </a:ext>
            </a:extLst>
          </p:cNvPr>
          <p:cNvSpPr>
            <a:spLocks/>
          </p:cNvSpPr>
          <p:nvPr/>
        </p:nvSpPr>
        <p:spPr>
          <a:xfrm>
            <a:off x="82051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A884986F-DF74-4128-A8A4-3331A5E1A683}"/>
              </a:ext>
            </a:extLst>
          </p:cNvPr>
          <p:cNvSpPr>
            <a:spLocks/>
          </p:cNvSpPr>
          <p:nvPr/>
        </p:nvSpPr>
        <p:spPr>
          <a:xfrm>
            <a:off x="822614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A6F67E76-8089-454D-B198-2D512755DE2B}"/>
              </a:ext>
            </a:extLst>
          </p:cNvPr>
          <p:cNvSpPr>
            <a:spLocks/>
          </p:cNvSpPr>
          <p:nvPr/>
        </p:nvSpPr>
        <p:spPr>
          <a:xfrm>
            <a:off x="814602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20E03ECE-8BBC-41D0-B20D-4AC5A6552E94}"/>
              </a:ext>
            </a:extLst>
          </p:cNvPr>
          <p:cNvSpPr>
            <a:spLocks/>
          </p:cNvSpPr>
          <p:nvPr/>
        </p:nvSpPr>
        <p:spPr>
          <a:xfrm>
            <a:off x="81652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35AB9611-0199-40B1-A392-44FE64DA1C8F}"/>
              </a:ext>
            </a:extLst>
          </p:cNvPr>
          <p:cNvSpPr>
            <a:spLocks/>
          </p:cNvSpPr>
          <p:nvPr/>
        </p:nvSpPr>
        <p:spPr>
          <a:xfrm>
            <a:off x="82272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74A9DE19-B80F-43FC-8D94-604E222C0232}"/>
              </a:ext>
            </a:extLst>
          </p:cNvPr>
          <p:cNvSpPr>
            <a:spLocks/>
          </p:cNvSpPr>
          <p:nvPr/>
        </p:nvSpPr>
        <p:spPr>
          <a:xfrm>
            <a:off x="8176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49994AA7-A462-445C-BE87-4F99B6DC47FE}"/>
              </a:ext>
            </a:extLst>
          </p:cNvPr>
          <p:cNvSpPr>
            <a:spLocks/>
          </p:cNvSpPr>
          <p:nvPr/>
        </p:nvSpPr>
        <p:spPr>
          <a:xfrm>
            <a:off x="81743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BF07B4E2-AAAB-40B8-ADF7-3F8A2C1BDBC6}"/>
              </a:ext>
            </a:extLst>
          </p:cNvPr>
          <p:cNvSpPr>
            <a:spLocks/>
          </p:cNvSpPr>
          <p:nvPr/>
        </p:nvSpPr>
        <p:spPr>
          <a:xfrm>
            <a:off x="81473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84719291-5F68-44A3-80E2-52DA86DA8755}"/>
              </a:ext>
            </a:extLst>
          </p:cNvPr>
          <p:cNvSpPr>
            <a:spLocks/>
          </p:cNvSpPr>
          <p:nvPr/>
        </p:nvSpPr>
        <p:spPr>
          <a:xfrm>
            <a:off x="824915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EB0958B-5A97-4396-93DB-FDCE697D3B57}"/>
              </a:ext>
            </a:extLst>
          </p:cNvPr>
          <p:cNvSpPr>
            <a:spLocks/>
          </p:cNvSpPr>
          <p:nvPr/>
        </p:nvSpPr>
        <p:spPr>
          <a:xfrm>
            <a:off x="821213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FA17CF7E-3050-4F78-B792-F9AC66179648}"/>
              </a:ext>
            </a:extLst>
          </p:cNvPr>
          <p:cNvSpPr>
            <a:spLocks/>
          </p:cNvSpPr>
          <p:nvPr/>
        </p:nvSpPr>
        <p:spPr>
          <a:xfrm>
            <a:off x="81765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6A6EFF2-4002-4221-A06D-ABCE983B3535}"/>
              </a:ext>
            </a:extLst>
          </p:cNvPr>
          <p:cNvSpPr>
            <a:spLocks/>
          </p:cNvSpPr>
          <p:nvPr/>
        </p:nvSpPr>
        <p:spPr>
          <a:xfrm>
            <a:off x="814972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83DFC4E7-EC6D-4FE8-8AB1-D5D590673F32}"/>
              </a:ext>
            </a:extLst>
          </p:cNvPr>
          <p:cNvSpPr>
            <a:spLocks/>
          </p:cNvSpPr>
          <p:nvPr/>
        </p:nvSpPr>
        <p:spPr>
          <a:xfrm>
            <a:off x="8210483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B41C798F-1179-4DE6-965C-63BD2484870B}"/>
              </a:ext>
            </a:extLst>
          </p:cNvPr>
          <p:cNvSpPr>
            <a:spLocks/>
          </p:cNvSpPr>
          <p:nvPr/>
        </p:nvSpPr>
        <p:spPr>
          <a:xfrm>
            <a:off x="81813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6614FEE-ED02-4102-8853-65DB196AE735}"/>
              </a:ext>
            </a:extLst>
          </p:cNvPr>
          <p:cNvSpPr>
            <a:spLocks/>
          </p:cNvSpPr>
          <p:nvPr/>
        </p:nvSpPr>
        <p:spPr>
          <a:xfrm>
            <a:off x="8178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717DE78D-10A4-41C3-970C-A8243319C30B}"/>
              </a:ext>
            </a:extLst>
          </p:cNvPr>
          <p:cNvSpPr>
            <a:spLocks/>
          </p:cNvSpPr>
          <p:nvPr/>
        </p:nvSpPr>
        <p:spPr>
          <a:xfrm>
            <a:off x="81621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3737526-63B2-4D02-BE8C-D8F65973FD70}"/>
              </a:ext>
            </a:extLst>
          </p:cNvPr>
          <p:cNvSpPr>
            <a:spLocks/>
          </p:cNvSpPr>
          <p:nvPr/>
        </p:nvSpPr>
        <p:spPr>
          <a:xfrm>
            <a:off x="818581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B84A5074-A6B2-4A4B-BB19-2031B685D302}"/>
              </a:ext>
            </a:extLst>
          </p:cNvPr>
          <p:cNvSpPr>
            <a:spLocks/>
          </p:cNvSpPr>
          <p:nvPr/>
        </p:nvSpPr>
        <p:spPr>
          <a:xfrm>
            <a:off x="81747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7D5551E4-0406-475A-BDEA-1C39761AD3C8}"/>
              </a:ext>
            </a:extLst>
          </p:cNvPr>
          <p:cNvSpPr>
            <a:spLocks/>
          </p:cNvSpPr>
          <p:nvPr/>
        </p:nvSpPr>
        <p:spPr>
          <a:xfrm>
            <a:off x="8184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E839F670-8FFE-42FA-854B-7025A4A9D655}"/>
              </a:ext>
            </a:extLst>
          </p:cNvPr>
          <p:cNvSpPr>
            <a:spLocks/>
          </p:cNvSpPr>
          <p:nvPr/>
        </p:nvSpPr>
        <p:spPr>
          <a:xfrm>
            <a:off x="824425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E1A0CEAD-0FE6-49A7-A3C3-F3C0CF85CB9D}"/>
              </a:ext>
            </a:extLst>
          </p:cNvPr>
          <p:cNvSpPr>
            <a:spLocks/>
          </p:cNvSpPr>
          <p:nvPr/>
        </p:nvSpPr>
        <p:spPr>
          <a:xfrm>
            <a:off x="814060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FC0B9B9C-470F-46C9-9E5A-8D2CC2F3AFEE}"/>
              </a:ext>
            </a:extLst>
          </p:cNvPr>
          <p:cNvSpPr>
            <a:spLocks/>
          </p:cNvSpPr>
          <p:nvPr/>
        </p:nvSpPr>
        <p:spPr>
          <a:xfrm>
            <a:off x="8222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704E2251-3459-4A69-A134-C6FDE6472DA8}"/>
              </a:ext>
            </a:extLst>
          </p:cNvPr>
          <p:cNvSpPr>
            <a:spLocks/>
          </p:cNvSpPr>
          <p:nvPr/>
        </p:nvSpPr>
        <p:spPr>
          <a:xfrm>
            <a:off x="823301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BB00B513-A052-4C23-A0D1-FC4873355FA1}"/>
              </a:ext>
            </a:extLst>
          </p:cNvPr>
          <p:cNvSpPr>
            <a:spLocks/>
          </p:cNvSpPr>
          <p:nvPr/>
        </p:nvSpPr>
        <p:spPr>
          <a:xfrm>
            <a:off x="81853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5593F167-3690-441A-9A82-0DFDB4F96D85}"/>
              </a:ext>
            </a:extLst>
          </p:cNvPr>
          <p:cNvSpPr>
            <a:spLocks/>
          </p:cNvSpPr>
          <p:nvPr/>
        </p:nvSpPr>
        <p:spPr>
          <a:xfrm>
            <a:off x="823967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8066F02D-4C8D-4F3B-8B01-A1DCFF3E6282}"/>
              </a:ext>
            </a:extLst>
          </p:cNvPr>
          <p:cNvSpPr>
            <a:spLocks/>
          </p:cNvSpPr>
          <p:nvPr/>
        </p:nvSpPr>
        <p:spPr>
          <a:xfrm>
            <a:off x="814115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17676D91-FD6E-44AA-B405-3DBFABAAA75C}"/>
              </a:ext>
            </a:extLst>
          </p:cNvPr>
          <p:cNvSpPr>
            <a:spLocks/>
          </p:cNvSpPr>
          <p:nvPr/>
        </p:nvSpPr>
        <p:spPr>
          <a:xfrm>
            <a:off x="8178993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6426046C-4A3A-498E-92E5-5D9453907CB7}"/>
              </a:ext>
            </a:extLst>
          </p:cNvPr>
          <p:cNvSpPr>
            <a:spLocks/>
          </p:cNvSpPr>
          <p:nvPr/>
        </p:nvSpPr>
        <p:spPr>
          <a:xfrm>
            <a:off x="8160466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6781360F-4B49-448B-8CF6-883C4013C44D}"/>
              </a:ext>
            </a:extLst>
          </p:cNvPr>
          <p:cNvSpPr>
            <a:spLocks/>
          </p:cNvSpPr>
          <p:nvPr/>
        </p:nvSpPr>
        <p:spPr>
          <a:xfrm>
            <a:off x="8218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51E7E84-03DF-40E9-B9B3-177AE8B51828}"/>
              </a:ext>
            </a:extLst>
          </p:cNvPr>
          <p:cNvSpPr>
            <a:spLocks/>
          </p:cNvSpPr>
          <p:nvPr/>
        </p:nvSpPr>
        <p:spPr>
          <a:xfrm>
            <a:off x="820090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E690557F-490F-4F54-9F47-9F4DA1C595AC}"/>
              </a:ext>
            </a:extLst>
          </p:cNvPr>
          <p:cNvSpPr>
            <a:spLocks/>
          </p:cNvSpPr>
          <p:nvPr/>
        </p:nvSpPr>
        <p:spPr>
          <a:xfrm>
            <a:off x="82397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049867E6-1832-4FB0-933F-BCB03FBE0917}"/>
              </a:ext>
            </a:extLst>
          </p:cNvPr>
          <p:cNvSpPr>
            <a:spLocks/>
          </p:cNvSpPr>
          <p:nvPr/>
        </p:nvSpPr>
        <p:spPr>
          <a:xfrm>
            <a:off x="8153847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557E296D-3F0B-48C7-B8CD-8458F1A1C928}"/>
              </a:ext>
            </a:extLst>
          </p:cNvPr>
          <p:cNvSpPr>
            <a:spLocks/>
          </p:cNvSpPr>
          <p:nvPr/>
        </p:nvSpPr>
        <p:spPr>
          <a:xfrm>
            <a:off x="816883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5592EF58-E5A8-48A1-85C7-074AD264EF1C}"/>
              </a:ext>
            </a:extLst>
          </p:cNvPr>
          <p:cNvSpPr>
            <a:spLocks/>
          </p:cNvSpPr>
          <p:nvPr/>
        </p:nvSpPr>
        <p:spPr>
          <a:xfrm>
            <a:off x="823221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674667FF-8D9D-4F92-AC54-45A61C8ADEC2}"/>
              </a:ext>
            </a:extLst>
          </p:cNvPr>
          <p:cNvSpPr>
            <a:spLocks/>
          </p:cNvSpPr>
          <p:nvPr/>
        </p:nvSpPr>
        <p:spPr>
          <a:xfrm>
            <a:off x="8242294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60441E4-0439-4CB7-BE99-C57D9FC25350}"/>
              </a:ext>
            </a:extLst>
          </p:cNvPr>
          <p:cNvSpPr>
            <a:spLocks/>
          </p:cNvSpPr>
          <p:nvPr/>
        </p:nvSpPr>
        <p:spPr>
          <a:xfrm>
            <a:off x="81926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F8FADD90-D7B1-4D0A-8F0D-FD59894B8D95}"/>
              </a:ext>
            </a:extLst>
          </p:cNvPr>
          <p:cNvSpPr>
            <a:spLocks/>
          </p:cNvSpPr>
          <p:nvPr/>
        </p:nvSpPr>
        <p:spPr>
          <a:xfrm>
            <a:off x="81407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6BF752F6-9E2C-4076-9F7A-BB6A4377476D}"/>
              </a:ext>
            </a:extLst>
          </p:cNvPr>
          <p:cNvSpPr>
            <a:spLocks/>
          </p:cNvSpPr>
          <p:nvPr/>
        </p:nvSpPr>
        <p:spPr>
          <a:xfrm>
            <a:off x="818131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99AC4E0F-E467-4E6D-B860-AE5749D5CE10}"/>
              </a:ext>
            </a:extLst>
          </p:cNvPr>
          <p:cNvSpPr>
            <a:spLocks/>
          </p:cNvSpPr>
          <p:nvPr/>
        </p:nvSpPr>
        <p:spPr>
          <a:xfrm>
            <a:off x="8145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16CE67E1-15F8-46FA-A1FE-D029DC02F5DA}"/>
              </a:ext>
            </a:extLst>
          </p:cNvPr>
          <p:cNvSpPr>
            <a:spLocks/>
          </p:cNvSpPr>
          <p:nvPr/>
        </p:nvSpPr>
        <p:spPr>
          <a:xfrm>
            <a:off x="8241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9C12BBA0-4EDE-4AD0-96BA-4A0A9C464430}"/>
              </a:ext>
            </a:extLst>
          </p:cNvPr>
          <p:cNvSpPr>
            <a:spLocks/>
          </p:cNvSpPr>
          <p:nvPr/>
        </p:nvSpPr>
        <p:spPr>
          <a:xfrm>
            <a:off x="813502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DD041BB5-5124-4D2E-A087-ECCFFF88A4CC}"/>
              </a:ext>
            </a:extLst>
          </p:cNvPr>
          <p:cNvSpPr>
            <a:spLocks/>
          </p:cNvSpPr>
          <p:nvPr/>
        </p:nvSpPr>
        <p:spPr>
          <a:xfrm>
            <a:off x="8168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786EE9F-9890-4712-BE48-27C8E29AE3E9}"/>
              </a:ext>
            </a:extLst>
          </p:cNvPr>
          <p:cNvSpPr>
            <a:spLocks/>
          </p:cNvSpPr>
          <p:nvPr/>
        </p:nvSpPr>
        <p:spPr>
          <a:xfrm>
            <a:off x="82167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6ED33163-84CB-4F1F-8722-C5F591C822F9}"/>
              </a:ext>
            </a:extLst>
          </p:cNvPr>
          <p:cNvSpPr>
            <a:spLocks/>
          </p:cNvSpPr>
          <p:nvPr/>
        </p:nvSpPr>
        <p:spPr>
          <a:xfrm>
            <a:off x="8155375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C44FE09-9E3E-401D-8D42-FC5A600B786C}"/>
              </a:ext>
            </a:extLst>
          </p:cNvPr>
          <p:cNvSpPr>
            <a:spLocks/>
          </p:cNvSpPr>
          <p:nvPr/>
        </p:nvSpPr>
        <p:spPr>
          <a:xfrm>
            <a:off x="8132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2991E4B-165D-46AF-8E63-82EC31D2FBFB}"/>
              </a:ext>
            </a:extLst>
          </p:cNvPr>
          <p:cNvSpPr>
            <a:spLocks/>
          </p:cNvSpPr>
          <p:nvPr/>
        </p:nvSpPr>
        <p:spPr>
          <a:xfrm>
            <a:off x="81999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C0E441A-E7BC-4A98-9EE3-0839939931D9}"/>
              </a:ext>
            </a:extLst>
          </p:cNvPr>
          <p:cNvSpPr>
            <a:spLocks/>
          </p:cNvSpPr>
          <p:nvPr/>
        </p:nvSpPr>
        <p:spPr>
          <a:xfrm>
            <a:off x="822207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30FA6AE1-4211-4977-8949-45FA2EFAC7C9}"/>
              </a:ext>
            </a:extLst>
          </p:cNvPr>
          <p:cNvSpPr>
            <a:spLocks/>
          </p:cNvSpPr>
          <p:nvPr/>
        </p:nvSpPr>
        <p:spPr>
          <a:xfrm>
            <a:off x="8170641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9928B754-3543-4F72-8DA2-F548279FCA71}"/>
              </a:ext>
            </a:extLst>
          </p:cNvPr>
          <p:cNvSpPr>
            <a:spLocks/>
          </p:cNvSpPr>
          <p:nvPr/>
        </p:nvSpPr>
        <p:spPr>
          <a:xfrm>
            <a:off x="8184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7CC0C22-7955-4236-BE60-9E0DA7792781}"/>
              </a:ext>
            </a:extLst>
          </p:cNvPr>
          <p:cNvSpPr>
            <a:spLocks/>
          </p:cNvSpPr>
          <p:nvPr/>
        </p:nvSpPr>
        <p:spPr>
          <a:xfrm>
            <a:off x="8143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7F32B019-844C-4B5D-A8CD-1C8CFDE0357A}"/>
              </a:ext>
            </a:extLst>
          </p:cNvPr>
          <p:cNvSpPr>
            <a:spLocks/>
          </p:cNvSpPr>
          <p:nvPr/>
        </p:nvSpPr>
        <p:spPr>
          <a:xfrm>
            <a:off x="8250190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6C50CD65-9EE1-4FF0-91CC-796F2F3FCC0D}"/>
              </a:ext>
            </a:extLst>
          </p:cNvPr>
          <p:cNvSpPr>
            <a:spLocks/>
          </p:cNvSpPr>
          <p:nvPr/>
        </p:nvSpPr>
        <p:spPr>
          <a:xfrm>
            <a:off x="816404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6BD2CF-0E1D-49AD-8509-794511F9DEBA}"/>
              </a:ext>
            </a:extLst>
          </p:cNvPr>
          <p:cNvSpPr>
            <a:spLocks/>
          </p:cNvSpPr>
          <p:nvPr/>
        </p:nvSpPr>
        <p:spPr>
          <a:xfrm>
            <a:off x="81428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D96A4B6-B65F-438B-9C68-0056C829F9F6}"/>
              </a:ext>
            </a:extLst>
          </p:cNvPr>
          <p:cNvSpPr>
            <a:spLocks/>
          </p:cNvSpPr>
          <p:nvPr/>
        </p:nvSpPr>
        <p:spPr>
          <a:xfrm>
            <a:off x="81393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6EA60C78-9432-486A-A32E-EC467896D68C}"/>
              </a:ext>
            </a:extLst>
          </p:cNvPr>
          <p:cNvSpPr>
            <a:spLocks/>
          </p:cNvSpPr>
          <p:nvPr/>
        </p:nvSpPr>
        <p:spPr>
          <a:xfrm>
            <a:off x="82101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8EBDC12-C886-4E54-A213-AF237100BE82}"/>
              </a:ext>
            </a:extLst>
          </p:cNvPr>
          <p:cNvSpPr>
            <a:spLocks/>
          </p:cNvSpPr>
          <p:nvPr/>
        </p:nvSpPr>
        <p:spPr>
          <a:xfrm>
            <a:off x="8223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AE24753-B628-429C-892B-3A23E9D1B860}"/>
              </a:ext>
            </a:extLst>
          </p:cNvPr>
          <p:cNvSpPr>
            <a:spLocks/>
          </p:cNvSpPr>
          <p:nvPr/>
        </p:nvSpPr>
        <p:spPr>
          <a:xfrm>
            <a:off x="819749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9E88A960-B783-4F4F-A497-284D60750FC3}"/>
              </a:ext>
            </a:extLst>
          </p:cNvPr>
          <p:cNvSpPr>
            <a:spLocks/>
          </p:cNvSpPr>
          <p:nvPr/>
        </p:nvSpPr>
        <p:spPr>
          <a:xfrm>
            <a:off x="8218459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727A9CB4-FBC0-4631-9282-EEB78BC80A7E}"/>
              </a:ext>
            </a:extLst>
          </p:cNvPr>
          <p:cNvSpPr>
            <a:spLocks/>
          </p:cNvSpPr>
          <p:nvPr/>
        </p:nvSpPr>
        <p:spPr>
          <a:xfrm>
            <a:off x="81499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D38B242-482F-4A53-8568-647AC7F95938}"/>
              </a:ext>
            </a:extLst>
          </p:cNvPr>
          <p:cNvSpPr>
            <a:spLocks/>
          </p:cNvSpPr>
          <p:nvPr/>
        </p:nvSpPr>
        <p:spPr>
          <a:xfrm>
            <a:off x="81839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70B5EC8-F86B-4960-A71A-5A637474C7C0}"/>
              </a:ext>
            </a:extLst>
          </p:cNvPr>
          <p:cNvSpPr>
            <a:spLocks/>
          </p:cNvSpPr>
          <p:nvPr/>
        </p:nvSpPr>
        <p:spPr>
          <a:xfrm>
            <a:off x="81604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FF452477-BAE7-47E5-B4CC-E205DB1BCCAB}"/>
              </a:ext>
            </a:extLst>
          </p:cNvPr>
          <p:cNvSpPr>
            <a:spLocks/>
          </p:cNvSpPr>
          <p:nvPr/>
        </p:nvSpPr>
        <p:spPr>
          <a:xfrm>
            <a:off x="8218415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977C679A-BA3A-4C0A-AFEB-07B64ADD8B6F}"/>
              </a:ext>
            </a:extLst>
          </p:cNvPr>
          <p:cNvSpPr>
            <a:spLocks/>
          </p:cNvSpPr>
          <p:nvPr/>
        </p:nvSpPr>
        <p:spPr>
          <a:xfrm>
            <a:off x="82231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82D8F2-DAE7-44CC-A8A8-B31B81607CAA}"/>
              </a:ext>
            </a:extLst>
          </p:cNvPr>
          <p:cNvSpPr>
            <a:spLocks/>
          </p:cNvSpPr>
          <p:nvPr/>
        </p:nvSpPr>
        <p:spPr>
          <a:xfrm>
            <a:off x="816600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E6D03689-AFF5-4078-A318-B22176F0AC80}"/>
              </a:ext>
            </a:extLst>
          </p:cNvPr>
          <p:cNvSpPr>
            <a:spLocks/>
          </p:cNvSpPr>
          <p:nvPr/>
        </p:nvSpPr>
        <p:spPr>
          <a:xfrm>
            <a:off x="813019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BC0BAA0-65F1-4FBB-BEE2-6A1A5D3DB85A}"/>
              </a:ext>
            </a:extLst>
          </p:cNvPr>
          <p:cNvSpPr>
            <a:spLocks/>
          </p:cNvSpPr>
          <p:nvPr/>
        </p:nvSpPr>
        <p:spPr>
          <a:xfrm>
            <a:off x="81844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D8F2F052-15CA-4CB0-BE8D-013071B33658}"/>
              </a:ext>
            </a:extLst>
          </p:cNvPr>
          <p:cNvSpPr>
            <a:spLocks/>
          </p:cNvSpPr>
          <p:nvPr/>
        </p:nvSpPr>
        <p:spPr>
          <a:xfrm>
            <a:off x="8142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C92593C2-0F60-4675-B08E-8AD8AF5163E1}"/>
              </a:ext>
            </a:extLst>
          </p:cNvPr>
          <p:cNvSpPr>
            <a:spLocks/>
          </p:cNvSpPr>
          <p:nvPr/>
        </p:nvSpPr>
        <p:spPr>
          <a:xfrm>
            <a:off x="821247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4589649E-B017-45B6-A4D8-0FADCA18D103}"/>
              </a:ext>
            </a:extLst>
          </p:cNvPr>
          <p:cNvSpPr>
            <a:spLocks/>
          </p:cNvSpPr>
          <p:nvPr/>
        </p:nvSpPr>
        <p:spPr>
          <a:xfrm>
            <a:off x="82055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53114982-7FDD-434C-9FB8-6F09B2A5DB74}"/>
              </a:ext>
            </a:extLst>
          </p:cNvPr>
          <p:cNvSpPr>
            <a:spLocks/>
          </p:cNvSpPr>
          <p:nvPr/>
        </p:nvSpPr>
        <p:spPr>
          <a:xfrm>
            <a:off x="8175587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EDF9D3E0-6EA7-459E-8E2F-C5B54FF61BFB}"/>
              </a:ext>
            </a:extLst>
          </p:cNvPr>
          <p:cNvSpPr>
            <a:spLocks/>
          </p:cNvSpPr>
          <p:nvPr/>
        </p:nvSpPr>
        <p:spPr>
          <a:xfrm>
            <a:off x="82258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55EAD88-F2C3-4D04-B95A-8F54B074E7ED}"/>
              </a:ext>
            </a:extLst>
          </p:cNvPr>
          <p:cNvSpPr>
            <a:spLocks/>
          </p:cNvSpPr>
          <p:nvPr/>
        </p:nvSpPr>
        <p:spPr>
          <a:xfrm>
            <a:off x="8135094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775FE1CD-DBAA-44F4-A7FC-422B9AECE608}"/>
              </a:ext>
            </a:extLst>
          </p:cNvPr>
          <p:cNvSpPr>
            <a:spLocks/>
          </p:cNvSpPr>
          <p:nvPr/>
        </p:nvSpPr>
        <p:spPr>
          <a:xfrm>
            <a:off x="8167038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7711F1C9-DBFD-437F-9925-BDEBAF4859FC}"/>
              </a:ext>
            </a:extLst>
          </p:cNvPr>
          <p:cNvSpPr>
            <a:spLocks/>
          </p:cNvSpPr>
          <p:nvPr/>
        </p:nvSpPr>
        <p:spPr>
          <a:xfrm>
            <a:off x="8197203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A08501F1-8387-4D28-BB41-D3FBDBB0239D}"/>
              </a:ext>
            </a:extLst>
          </p:cNvPr>
          <p:cNvSpPr>
            <a:spLocks/>
          </p:cNvSpPr>
          <p:nvPr/>
        </p:nvSpPr>
        <p:spPr>
          <a:xfrm>
            <a:off x="81753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BC85C613-5A3A-4258-A328-4326C792450C}"/>
              </a:ext>
            </a:extLst>
          </p:cNvPr>
          <p:cNvSpPr>
            <a:spLocks/>
          </p:cNvSpPr>
          <p:nvPr/>
        </p:nvSpPr>
        <p:spPr>
          <a:xfrm>
            <a:off x="82444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387A2787-0642-4CC6-A6AF-7C3A25FB22CF}"/>
              </a:ext>
            </a:extLst>
          </p:cNvPr>
          <p:cNvSpPr>
            <a:spLocks/>
          </p:cNvSpPr>
          <p:nvPr/>
        </p:nvSpPr>
        <p:spPr>
          <a:xfrm>
            <a:off x="8180903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4378DB49-11BE-4FA2-B4E7-E52C154686A5}"/>
              </a:ext>
            </a:extLst>
          </p:cNvPr>
          <p:cNvSpPr>
            <a:spLocks/>
          </p:cNvSpPr>
          <p:nvPr/>
        </p:nvSpPr>
        <p:spPr>
          <a:xfrm>
            <a:off x="815249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AD6E910A-33FF-420C-B5A8-3600D58A2C26}"/>
              </a:ext>
            </a:extLst>
          </p:cNvPr>
          <p:cNvSpPr>
            <a:spLocks/>
          </p:cNvSpPr>
          <p:nvPr/>
        </p:nvSpPr>
        <p:spPr>
          <a:xfrm>
            <a:off x="820959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B225666-EBD8-4A13-9A52-9EE176577A84}"/>
              </a:ext>
            </a:extLst>
          </p:cNvPr>
          <p:cNvSpPr>
            <a:spLocks/>
          </p:cNvSpPr>
          <p:nvPr/>
        </p:nvSpPr>
        <p:spPr>
          <a:xfrm>
            <a:off x="82312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CE08BBE4-CDAA-4A97-9806-A75788F3F920}"/>
              </a:ext>
            </a:extLst>
          </p:cNvPr>
          <p:cNvSpPr>
            <a:spLocks/>
          </p:cNvSpPr>
          <p:nvPr/>
        </p:nvSpPr>
        <p:spPr>
          <a:xfrm>
            <a:off x="818602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12A20FDD-DBE8-4120-A2F6-0101D02B2106}"/>
              </a:ext>
            </a:extLst>
          </p:cNvPr>
          <p:cNvSpPr>
            <a:spLocks/>
          </p:cNvSpPr>
          <p:nvPr/>
        </p:nvSpPr>
        <p:spPr>
          <a:xfrm>
            <a:off x="8242513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862EE160-8745-46D7-AD2D-E64D8280996E}"/>
              </a:ext>
            </a:extLst>
          </p:cNvPr>
          <p:cNvSpPr>
            <a:spLocks/>
          </p:cNvSpPr>
          <p:nvPr/>
        </p:nvSpPr>
        <p:spPr>
          <a:xfrm>
            <a:off x="81827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2D7CCD53-D48E-4BEB-99E5-FBECE524C08B}"/>
              </a:ext>
            </a:extLst>
          </p:cNvPr>
          <p:cNvSpPr>
            <a:spLocks/>
          </p:cNvSpPr>
          <p:nvPr/>
        </p:nvSpPr>
        <p:spPr>
          <a:xfrm>
            <a:off x="81668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B62AD2F-B529-4D8B-98D9-FEE31B9B0B18}"/>
              </a:ext>
            </a:extLst>
          </p:cNvPr>
          <p:cNvSpPr>
            <a:spLocks/>
          </p:cNvSpPr>
          <p:nvPr/>
        </p:nvSpPr>
        <p:spPr>
          <a:xfrm>
            <a:off x="822112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4DA9B499-9D0B-44B9-A828-87320BFDC2E3}"/>
              </a:ext>
            </a:extLst>
          </p:cNvPr>
          <p:cNvSpPr>
            <a:spLocks/>
          </p:cNvSpPr>
          <p:nvPr/>
        </p:nvSpPr>
        <p:spPr>
          <a:xfrm>
            <a:off x="816997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D777AE8-9655-4615-B79E-9C3276064985}"/>
              </a:ext>
            </a:extLst>
          </p:cNvPr>
          <p:cNvSpPr>
            <a:spLocks/>
          </p:cNvSpPr>
          <p:nvPr/>
        </p:nvSpPr>
        <p:spPr>
          <a:xfrm>
            <a:off x="8157698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8E82A0A2-566D-4F4B-B013-340D43D5291C}"/>
              </a:ext>
            </a:extLst>
          </p:cNvPr>
          <p:cNvSpPr>
            <a:spLocks/>
          </p:cNvSpPr>
          <p:nvPr/>
        </p:nvSpPr>
        <p:spPr>
          <a:xfrm>
            <a:off x="821304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424992AE-5248-41C6-AB10-A5D44C473655}"/>
              </a:ext>
            </a:extLst>
          </p:cNvPr>
          <p:cNvSpPr>
            <a:spLocks/>
          </p:cNvSpPr>
          <p:nvPr/>
        </p:nvSpPr>
        <p:spPr>
          <a:xfrm>
            <a:off x="8231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3B3AE984-A21F-42B0-B0C5-AE549A2FFAD9}"/>
              </a:ext>
            </a:extLst>
          </p:cNvPr>
          <p:cNvSpPr>
            <a:spLocks/>
          </p:cNvSpPr>
          <p:nvPr/>
        </p:nvSpPr>
        <p:spPr>
          <a:xfrm>
            <a:off x="8187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5B542F24-4914-4D13-9BCB-F457B9970082}"/>
              </a:ext>
            </a:extLst>
          </p:cNvPr>
          <p:cNvSpPr>
            <a:spLocks/>
          </p:cNvSpPr>
          <p:nvPr/>
        </p:nvSpPr>
        <p:spPr>
          <a:xfrm>
            <a:off x="8213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BCB9A430-16DD-40FF-8835-A03D7954726E}"/>
              </a:ext>
            </a:extLst>
          </p:cNvPr>
          <p:cNvSpPr>
            <a:spLocks/>
          </p:cNvSpPr>
          <p:nvPr/>
        </p:nvSpPr>
        <p:spPr>
          <a:xfrm>
            <a:off x="81776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DB7B8F0B-1078-4E31-8022-F1D67FD9E7DC}"/>
              </a:ext>
            </a:extLst>
          </p:cNvPr>
          <p:cNvSpPr>
            <a:spLocks/>
          </p:cNvSpPr>
          <p:nvPr/>
        </p:nvSpPr>
        <p:spPr>
          <a:xfrm>
            <a:off x="815943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AD3887DF-D0E7-4972-BEFE-78D152474BA9}"/>
              </a:ext>
            </a:extLst>
          </p:cNvPr>
          <p:cNvSpPr>
            <a:spLocks/>
          </p:cNvSpPr>
          <p:nvPr/>
        </p:nvSpPr>
        <p:spPr>
          <a:xfrm>
            <a:off x="81920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E3F64392-8CEB-40AF-9F85-25AFBF78A12A}"/>
              </a:ext>
            </a:extLst>
          </p:cNvPr>
          <p:cNvSpPr>
            <a:spLocks/>
          </p:cNvSpPr>
          <p:nvPr/>
        </p:nvSpPr>
        <p:spPr>
          <a:xfrm>
            <a:off x="81413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80DB5D23-D2F8-4032-8A42-F441FAFDEFD5}"/>
              </a:ext>
            </a:extLst>
          </p:cNvPr>
          <p:cNvSpPr>
            <a:spLocks/>
          </p:cNvSpPr>
          <p:nvPr/>
        </p:nvSpPr>
        <p:spPr>
          <a:xfrm>
            <a:off x="8229144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5FB22F7-9AE2-4698-B072-E0C469D26B2E}"/>
              </a:ext>
            </a:extLst>
          </p:cNvPr>
          <p:cNvSpPr>
            <a:spLocks/>
          </p:cNvSpPr>
          <p:nvPr/>
        </p:nvSpPr>
        <p:spPr>
          <a:xfrm>
            <a:off x="819816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317FD051-D43B-4D0F-B8F1-B5B662BE1A41}"/>
              </a:ext>
            </a:extLst>
          </p:cNvPr>
          <p:cNvSpPr>
            <a:spLocks/>
          </p:cNvSpPr>
          <p:nvPr/>
        </p:nvSpPr>
        <p:spPr>
          <a:xfrm>
            <a:off x="81847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DAE845DC-8AFF-430C-ACA6-3C70073F6911}"/>
              </a:ext>
            </a:extLst>
          </p:cNvPr>
          <p:cNvSpPr>
            <a:spLocks/>
          </p:cNvSpPr>
          <p:nvPr/>
        </p:nvSpPr>
        <p:spPr>
          <a:xfrm>
            <a:off x="8227145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6909AFCA-11B7-497C-859A-F3C3794A9E18}"/>
              </a:ext>
            </a:extLst>
          </p:cNvPr>
          <p:cNvSpPr>
            <a:spLocks/>
          </p:cNvSpPr>
          <p:nvPr/>
        </p:nvSpPr>
        <p:spPr>
          <a:xfrm>
            <a:off x="823460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2E0145BC-06AA-4303-B85E-2B264CBF3472}"/>
              </a:ext>
            </a:extLst>
          </p:cNvPr>
          <p:cNvSpPr>
            <a:spLocks/>
          </p:cNvSpPr>
          <p:nvPr/>
        </p:nvSpPr>
        <p:spPr>
          <a:xfrm>
            <a:off x="81335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2616B54-5412-4772-AC6C-4A755379A089}"/>
              </a:ext>
            </a:extLst>
          </p:cNvPr>
          <p:cNvSpPr>
            <a:spLocks/>
          </p:cNvSpPr>
          <p:nvPr/>
        </p:nvSpPr>
        <p:spPr>
          <a:xfrm>
            <a:off x="823504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5BC5A29B-AE49-4346-A64A-979FA2E0FC6E}"/>
              </a:ext>
            </a:extLst>
          </p:cNvPr>
          <p:cNvSpPr>
            <a:spLocks/>
          </p:cNvSpPr>
          <p:nvPr/>
        </p:nvSpPr>
        <p:spPr>
          <a:xfrm>
            <a:off x="81935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87B2A3C3-F5F5-42D5-8FC0-70007B754BD0}"/>
              </a:ext>
            </a:extLst>
          </p:cNvPr>
          <p:cNvSpPr>
            <a:spLocks/>
          </p:cNvSpPr>
          <p:nvPr/>
        </p:nvSpPr>
        <p:spPr>
          <a:xfrm>
            <a:off x="8197494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D2680BEB-46F4-4E6F-84BA-E24C6E4D563D}"/>
              </a:ext>
            </a:extLst>
          </p:cNvPr>
          <p:cNvSpPr>
            <a:spLocks/>
          </p:cNvSpPr>
          <p:nvPr/>
        </p:nvSpPr>
        <p:spPr>
          <a:xfrm>
            <a:off x="8215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5B7098AF-3A2B-4364-BC49-5D3A8E4F8052}"/>
              </a:ext>
            </a:extLst>
          </p:cNvPr>
          <p:cNvSpPr>
            <a:spLocks/>
          </p:cNvSpPr>
          <p:nvPr/>
        </p:nvSpPr>
        <p:spPr>
          <a:xfrm>
            <a:off x="8199818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A2D09A49-843B-491F-A912-AFB07FC4880F}"/>
              </a:ext>
            </a:extLst>
          </p:cNvPr>
          <p:cNvSpPr>
            <a:spLocks/>
          </p:cNvSpPr>
          <p:nvPr/>
        </p:nvSpPr>
        <p:spPr>
          <a:xfrm>
            <a:off x="84067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0F3F5F7-7910-4E3F-8FB8-ED0208C259B7}"/>
              </a:ext>
            </a:extLst>
          </p:cNvPr>
          <p:cNvSpPr>
            <a:spLocks/>
          </p:cNvSpPr>
          <p:nvPr/>
        </p:nvSpPr>
        <p:spPr>
          <a:xfrm>
            <a:off x="84496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553C5597-A581-4F5C-8A10-D53C61C81B56}"/>
              </a:ext>
            </a:extLst>
          </p:cNvPr>
          <p:cNvSpPr>
            <a:spLocks/>
          </p:cNvSpPr>
          <p:nvPr/>
        </p:nvSpPr>
        <p:spPr>
          <a:xfrm>
            <a:off x="84523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A95DF712-A1AA-44E4-A4FF-98828BA433B6}"/>
              </a:ext>
            </a:extLst>
          </p:cNvPr>
          <p:cNvSpPr>
            <a:spLocks/>
          </p:cNvSpPr>
          <p:nvPr/>
        </p:nvSpPr>
        <p:spPr>
          <a:xfrm>
            <a:off x="84330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C7E9779E-C36C-4784-B3FE-EF4A373B3F57}"/>
              </a:ext>
            </a:extLst>
          </p:cNvPr>
          <p:cNvSpPr>
            <a:spLocks/>
          </p:cNvSpPr>
          <p:nvPr/>
        </p:nvSpPr>
        <p:spPr>
          <a:xfrm>
            <a:off x="8413843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2C0E0083-A955-41C5-9D56-8CF8EEA454AC}"/>
              </a:ext>
            </a:extLst>
          </p:cNvPr>
          <p:cNvSpPr>
            <a:spLocks/>
          </p:cNvSpPr>
          <p:nvPr/>
        </p:nvSpPr>
        <p:spPr>
          <a:xfrm>
            <a:off x="8440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0019E67-148A-439C-9465-3E2ED695976F}"/>
              </a:ext>
            </a:extLst>
          </p:cNvPr>
          <p:cNvSpPr>
            <a:spLocks/>
          </p:cNvSpPr>
          <p:nvPr/>
        </p:nvSpPr>
        <p:spPr>
          <a:xfrm>
            <a:off x="84117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79C11319-0F6A-46D6-8853-4E972D0B4C50}"/>
              </a:ext>
            </a:extLst>
          </p:cNvPr>
          <p:cNvSpPr>
            <a:spLocks/>
          </p:cNvSpPr>
          <p:nvPr/>
        </p:nvSpPr>
        <p:spPr>
          <a:xfrm>
            <a:off x="84259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AAA4872-7EF7-4493-8770-1B9E2FD65962}"/>
              </a:ext>
            </a:extLst>
          </p:cNvPr>
          <p:cNvSpPr>
            <a:spLocks/>
          </p:cNvSpPr>
          <p:nvPr/>
        </p:nvSpPr>
        <p:spPr>
          <a:xfrm>
            <a:off x="8504757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C87961D-86AE-4907-8F15-CA554120DC91}"/>
              </a:ext>
            </a:extLst>
          </p:cNvPr>
          <p:cNvSpPr>
            <a:spLocks/>
          </p:cNvSpPr>
          <p:nvPr/>
        </p:nvSpPr>
        <p:spPr>
          <a:xfrm>
            <a:off x="849159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70F729B4-5DC5-4DAB-9FB8-38BDAD991343}"/>
              </a:ext>
            </a:extLst>
          </p:cNvPr>
          <p:cNvSpPr>
            <a:spLocks/>
          </p:cNvSpPr>
          <p:nvPr/>
        </p:nvSpPr>
        <p:spPr>
          <a:xfrm>
            <a:off x="8459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4B18EE6A-8C24-4DD7-AA0C-75739DE2FEB8}"/>
              </a:ext>
            </a:extLst>
          </p:cNvPr>
          <p:cNvSpPr>
            <a:spLocks/>
          </p:cNvSpPr>
          <p:nvPr/>
        </p:nvSpPr>
        <p:spPr>
          <a:xfrm>
            <a:off x="84192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1063EAA-A333-4E1C-8065-FCE80AEAF28C}"/>
              </a:ext>
            </a:extLst>
          </p:cNvPr>
          <p:cNvSpPr>
            <a:spLocks/>
          </p:cNvSpPr>
          <p:nvPr/>
        </p:nvSpPr>
        <p:spPr>
          <a:xfrm>
            <a:off x="8400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B4FF2C9-85FE-4EAF-9918-8E6006A1218B}"/>
              </a:ext>
            </a:extLst>
          </p:cNvPr>
          <p:cNvSpPr>
            <a:spLocks/>
          </p:cNvSpPr>
          <p:nvPr/>
        </p:nvSpPr>
        <p:spPr>
          <a:xfrm>
            <a:off x="8412266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FDAFF28B-B0F8-4281-A6D6-EA102A3CD145}"/>
              </a:ext>
            </a:extLst>
          </p:cNvPr>
          <p:cNvSpPr>
            <a:spLocks/>
          </p:cNvSpPr>
          <p:nvPr/>
        </p:nvSpPr>
        <p:spPr>
          <a:xfrm>
            <a:off x="8424057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EA26200F-992D-44CC-924D-FEFCAE1C0B41}"/>
              </a:ext>
            </a:extLst>
          </p:cNvPr>
          <p:cNvSpPr>
            <a:spLocks/>
          </p:cNvSpPr>
          <p:nvPr/>
        </p:nvSpPr>
        <p:spPr>
          <a:xfrm>
            <a:off x="84204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711F7C5-8A2E-42D8-8F30-2CC6C6FAAFBA}"/>
              </a:ext>
            </a:extLst>
          </p:cNvPr>
          <p:cNvSpPr>
            <a:spLocks/>
          </p:cNvSpPr>
          <p:nvPr/>
        </p:nvSpPr>
        <p:spPr>
          <a:xfrm>
            <a:off x="839624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CC5714D4-7D78-423C-97AF-B7C06A0A5985}"/>
              </a:ext>
            </a:extLst>
          </p:cNvPr>
          <p:cNvSpPr>
            <a:spLocks/>
          </p:cNvSpPr>
          <p:nvPr/>
        </p:nvSpPr>
        <p:spPr>
          <a:xfrm>
            <a:off x="84562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EDAA904A-C064-4910-82E4-B56CB04167E9}"/>
              </a:ext>
            </a:extLst>
          </p:cNvPr>
          <p:cNvSpPr>
            <a:spLocks/>
          </p:cNvSpPr>
          <p:nvPr/>
        </p:nvSpPr>
        <p:spPr>
          <a:xfrm>
            <a:off x="84905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09479142-27AD-4DC8-87E5-2328CA4EBE70}"/>
              </a:ext>
            </a:extLst>
          </p:cNvPr>
          <p:cNvSpPr>
            <a:spLocks/>
          </p:cNvSpPr>
          <p:nvPr/>
        </p:nvSpPr>
        <p:spPr>
          <a:xfrm>
            <a:off x="840166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38C7F6D8-597A-44CE-8049-8D956F1B0FA8}"/>
              </a:ext>
            </a:extLst>
          </p:cNvPr>
          <p:cNvSpPr>
            <a:spLocks/>
          </p:cNvSpPr>
          <p:nvPr/>
        </p:nvSpPr>
        <p:spPr>
          <a:xfrm>
            <a:off x="8468123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3E1D479C-1ED1-49C8-A67D-617DF400189C}"/>
              </a:ext>
            </a:extLst>
          </p:cNvPr>
          <p:cNvSpPr>
            <a:spLocks/>
          </p:cNvSpPr>
          <p:nvPr/>
        </p:nvSpPr>
        <p:spPr>
          <a:xfrm>
            <a:off x="847901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AD464CFC-CCA6-4A68-936D-C2631F9CB20A}"/>
              </a:ext>
            </a:extLst>
          </p:cNvPr>
          <p:cNvSpPr>
            <a:spLocks/>
          </p:cNvSpPr>
          <p:nvPr/>
        </p:nvSpPr>
        <p:spPr>
          <a:xfrm>
            <a:off x="8428386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7B87C50-86CB-4A73-B5F6-8B39DE19F69F}"/>
              </a:ext>
            </a:extLst>
          </p:cNvPr>
          <p:cNvSpPr>
            <a:spLocks/>
          </p:cNvSpPr>
          <p:nvPr/>
        </p:nvSpPr>
        <p:spPr>
          <a:xfrm>
            <a:off x="8486667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0CCBC9C8-388E-471C-90F2-134CC8BBE24E}"/>
              </a:ext>
            </a:extLst>
          </p:cNvPr>
          <p:cNvSpPr>
            <a:spLocks/>
          </p:cNvSpPr>
          <p:nvPr/>
        </p:nvSpPr>
        <p:spPr>
          <a:xfrm>
            <a:off x="844629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8E96F4D3-7D0F-449B-BF3D-F3EFC54AA557}"/>
              </a:ext>
            </a:extLst>
          </p:cNvPr>
          <p:cNvSpPr>
            <a:spLocks/>
          </p:cNvSpPr>
          <p:nvPr/>
        </p:nvSpPr>
        <p:spPr>
          <a:xfrm>
            <a:off x="844905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3360518C-ADC9-49B8-86BD-612D53710295}"/>
              </a:ext>
            </a:extLst>
          </p:cNvPr>
          <p:cNvSpPr>
            <a:spLocks/>
          </p:cNvSpPr>
          <p:nvPr/>
        </p:nvSpPr>
        <p:spPr>
          <a:xfrm>
            <a:off x="84964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DD4744BE-4588-4C07-936E-DF839DB47A3F}"/>
              </a:ext>
            </a:extLst>
          </p:cNvPr>
          <p:cNvSpPr>
            <a:spLocks/>
          </p:cNvSpPr>
          <p:nvPr/>
        </p:nvSpPr>
        <p:spPr>
          <a:xfrm>
            <a:off x="8484757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413EDBA4-AB9B-434C-8419-523BDD28DCAD}"/>
              </a:ext>
            </a:extLst>
          </p:cNvPr>
          <p:cNvSpPr>
            <a:spLocks/>
          </p:cNvSpPr>
          <p:nvPr/>
        </p:nvSpPr>
        <p:spPr>
          <a:xfrm>
            <a:off x="847057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1937C3C-53FD-45E6-BFBB-D05F38244463}"/>
              </a:ext>
            </a:extLst>
          </p:cNvPr>
          <p:cNvSpPr>
            <a:spLocks/>
          </p:cNvSpPr>
          <p:nvPr/>
        </p:nvSpPr>
        <p:spPr>
          <a:xfrm>
            <a:off x="84324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A7731A1B-0F1C-4F42-9607-31FE517EC40A}"/>
              </a:ext>
            </a:extLst>
          </p:cNvPr>
          <p:cNvSpPr>
            <a:spLocks/>
          </p:cNvSpPr>
          <p:nvPr/>
        </p:nvSpPr>
        <p:spPr>
          <a:xfrm>
            <a:off x="847821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7CACCB5D-43F1-47B8-8C3D-BB85877FD1B9}"/>
              </a:ext>
            </a:extLst>
          </p:cNvPr>
          <p:cNvSpPr>
            <a:spLocks/>
          </p:cNvSpPr>
          <p:nvPr/>
        </p:nvSpPr>
        <p:spPr>
          <a:xfrm>
            <a:off x="8481251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831DFAB1-7E22-421D-823D-58E274B13379}"/>
              </a:ext>
            </a:extLst>
          </p:cNvPr>
          <p:cNvSpPr>
            <a:spLocks/>
          </p:cNvSpPr>
          <p:nvPr/>
        </p:nvSpPr>
        <p:spPr>
          <a:xfrm>
            <a:off x="843716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09C86442-FA6B-45F1-9328-45D12E0E558D}"/>
              </a:ext>
            </a:extLst>
          </p:cNvPr>
          <p:cNvSpPr>
            <a:spLocks/>
          </p:cNvSpPr>
          <p:nvPr/>
        </p:nvSpPr>
        <p:spPr>
          <a:xfrm>
            <a:off x="83932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A9028B15-4C25-4127-8278-48CFFE73DFDD}"/>
              </a:ext>
            </a:extLst>
          </p:cNvPr>
          <p:cNvSpPr>
            <a:spLocks/>
          </p:cNvSpPr>
          <p:nvPr/>
        </p:nvSpPr>
        <p:spPr>
          <a:xfrm>
            <a:off x="84234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84DEE2A-215E-4009-AC2C-6F7BDA62226D}"/>
              </a:ext>
            </a:extLst>
          </p:cNvPr>
          <p:cNvSpPr>
            <a:spLocks/>
          </p:cNvSpPr>
          <p:nvPr/>
        </p:nvSpPr>
        <p:spPr>
          <a:xfrm>
            <a:off x="84046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5CC3347F-B4AE-4F6B-91A2-38C675E6535A}"/>
              </a:ext>
            </a:extLst>
          </p:cNvPr>
          <p:cNvSpPr>
            <a:spLocks/>
          </p:cNvSpPr>
          <p:nvPr/>
        </p:nvSpPr>
        <p:spPr>
          <a:xfrm>
            <a:off x="84241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534B2D9F-24A4-4EC8-8FE5-6003C5315CA9}"/>
              </a:ext>
            </a:extLst>
          </p:cNvPr>
          <p:cNvSpPr>
            <a:spLocks/>
          </p:cNvSpPr>
          <p:nvPr/>
        </p:nvSpPr>
        <p:spPr>
          <a:xfrm>
            <a:off x="8395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E734AB7A-0239-4E46-B4DD-C7F5BBA78557}"/>
              </a:ext>
            </a:extLst>
          </p:cNvPr>
          <p:cNvSpPr>
            <a:spLocks/>
          </p:cNvSpPr>
          <p:nvPr/>
        </p:nvSpPr>
        <p:spPr>
          <a:xfrm>
            <a:off x="84929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E5E55D-FB2B-46E7-86B6-457C585A834C}"/>
              </a:ext>
            </a:extLst>
          </p:cNvPr>
          <p:cNvSpPr>
            <a:spLocks/>
          </p:cNvSpPr>
          <p:nvPr/>
        </p:nvSpPr>
        <p:spPr>
          <a:xfrm>
            <a:off x="8470109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A8D937EB-403B-4C5A-BDBC-AEF41E895074}"/>
              </a:ext>
            </a:extLst>
          </p:cNvPr>
          <p:cNvSpPr>
            <a:spLocks/>
          </p:cNvSpPr>
          <p:nvPr/>
        </p:nvSpPr>
        <p:spPr>
          <a:xfrm>
            <a:off x="8491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D908B54-DD08-478D-AE55-3FBD1EE41919}"/>
              </a:ext>
            </a:extLst>
          </p:cNvPr>
          <p:cNvSpPr>
            <a:spLocks/>
          </p:cNvSpPr>
          <p:nvPr/>
        </p:nvSpPr>
        <p:spPr>
          <a:xfrm>
            <a:off x="83924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85BFF60F-9C9D-47B0-A703-5B31C4C4E197}"/>
              </a:ext>
            </a:extLst>
          </p:cNvPr>
          <p:cNvSpPr>
            <a:spLocks/>
          </p:cNvSpPr>
          <p:nvPr/>
        </p:nvSpPr>
        <p:spPr>
          <a:xfrm>
            <a:off x="84809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52ED7AAD-ABF2-44D1-BC9A-BC76513A6F02}"/>
              </a:ext>
            </a:extLst>
          </p:cNvPr>
          <p:cNvSpPr>
            <a:spLocks/>
          </p:cNvSpPr>
          <p:nvPr/>
        </p:nvSpPr>
        <p:spPr>
          <a:xfrm>
            <a:off x="84870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59D84FB1-AE72-4169-AFC9-9564CD0BDADB}"/>
              </a:ext>
            </a:extLst>
          </p:cNvPr>
          <p:cNvSpPr>
            <a:spLocks/>
          </p:cNvSpPr>
          <p:nvPr/>
        </p:nvSpPr>
        <p:spPr>
          <a:xfrm>
            <a:off x="8389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86CB3A80-0A75-4A25-B20D-FF86C96F9A9B}"/>
              </a:ext>
            </a:extLst>
          </p:cNvPr>
          <p:cNvSpPr>
            <a:spLocks/>
          </p:cNvSpPr>
          <p:nvPr/>
        </p:nvSpPr>
        <p:spPr>
          <a:xfrm>
            <a:off x="843846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46E0372-3386-4FC6-8BEA-176B436D9E0C}"/>
              </a:ext>
            </a:extLst>
          </p:cNvPr>
          <p:cNvSpPr>
            <a:spLocks/>
          </p:cNvSpPr>
          <p:nvPr/>
        </p:nvSpPr>
        <p:spPr>
          <a:xfrm>
            <a:off x="84684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F664D202-5246-42F3-B728-8DD7707DEE07}"/>
              </a:ext>
            </a:extLst>
          </p:cNvPr>
          <p:cNvSpPr>
            <a:spLocks/>
          </p:cNvSpPr>
          <p:nvPr/>
        </p:nvSpPr>
        <p:spPr>
          <a:xfrm>
            <a:off x="84078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938C2DEC-636C-49E0-9EAB-5CD213511EEC}"/>
              </a:ext>
            </a:extLst>
          </p:cNvPr>
          <p:cNvSpPr>
            <a:spLocks/>
          </p:cNvSpPr>
          <p:nvPr/>
        </p:nvSpPr>
        <p:spPr>
          <a:xfrm>
            <a:off x="844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FDE92194-17C2-48F7-B8AC-CAB4CE242F2D}"/>
              </a:ext>
            </a:extLst>
          </p:cNvPr>
          <p:cNvSpPr>
            <a:spLocks/>
          </p:cNvSpPr>
          <p:nvPr/>
        </p:nvSpPr>
        <p:spPr>
          <a:xfrm>
            <a:off x="848895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DB98DCB1-FEF1-485F-B7A5-A96B70C62772}"/>
              </a:ext>
            </a:extLst>
          </p:cNvPr>
          <p:cNvSpPr>
            <a:spLocks/>
          </p:cNvSpPr>
          <p:nvPr/>
        </p:nvSpPr>
        <p:spPr>
          <a:xfrm>
            <a:off x="8433155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C7889308-C668-4583-AD9C-8C41B5E66EA0}"/>
              </a:ext>
            </a:extLst>
          </p:cNvPr>
          <p:cNvSpPr>
            <a:spLocks/>
          </p:cNvSpPr>
          <p:nvPr/>
        </p:nvSpPr>
        <p:spPr>
          <a:xfrm>
            <a:off x="83979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FEB2C082-BDA7-4339-BBAB-92F1287B288D}"/>
              </a:ext>
            </a:extLst>
          </p:cNvPr>
          <p:cNvSpPr>
            <a:spLocks/>
          </p:cNvSpPr>
          <p:nvPr/>
        </p:nvSpPr>
        <p:spPr>
          <a:xfrm>
            <a:off x="8482775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55AA2BA7-FBC8-4652-8278-4D698187B5ED}"/>
              </a:ext>
            </a:extLst>
          </p:cNvPr>
          <p:cNvSpPr>
            <a:spLocks/>
          </p:cNvSpPr>
          <p:nvPr/>
        </p:nvSpPr>
        <p:spPr>
          <a:xfrm>
            <a:off x="8413054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E32BB950-11AF-4B31-9C42-31D4C5452917}"/>
              </a:ext>
            </a:extLst>
          </p:cNvPr>
          <p:cNvSpPr>
            <a:spLocks/>
          </p:cNvSpPr>
          <p:nvPr/>
        </p:nvSpPr>
        <p:spPr>
          <a:xfrm>
            <a:off x="8435453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B585EFA3-4BAA-467D-AD36-5FB5BF3DCD58}"/>
              </a:ext>
            </a:extLst>
          </p:cNvPr>
          <p:cNvSpPr>
            <a:spLocks/>
          </p:cNvSpPr>
          <p:nvPr/>
        </p:nvSpPr>
        <p:spPr>
          <a:xfrm>
            <a:off x="84475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B2BF042-8E24-4E05-80CE-C1398A5746DD}"/>
              </a:ext>
            </a:extLst>
          </p:cNvPr>
          <p:cNvSpPr>
            <a:spLocks/>
          </p:cNvSpPr>
          <p:nvPr/>
        </p:nvSpPr>
        <p:spPr>
          <a:xfrm>
            <a:off x="8384814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12C8DBB2-39E1-4E6D-A7E4-C6AE2EB62D67}"/>
              </a:ext>
            </a:extLst>
          </p:cNvPr>
          <p:cNvSpPr>
            <a:spLocks/>
          </p:cNvSpPr>
          <p:nvPr/>
        </p:nvSpPr>
        <p:spPr>
          <a:xfrm>
            <a:off x="84853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8681622F-71D6-4394-AAF7-4F9C8080F922}"/>
              </a:ext>
            </a:extLst>
          </p:cNvPr>
          <p:cNvSpPr>
            <a:spLocks/>
          </p:cNvSpPr>
          <p:nvPr/>
        </p:nvSpPr>
        <p:spPr>
          <a:xfrm>
            <a:off x="8497886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A4847426-D9E3-4CDA-A1B6-302B1AD83D14}"/>
              </a:ext>
            </a:extLst>
          </p:cNvPr>
          <p:cNvSpPr>
            <a:spLocks/>
          </p:cNvSpPr>
          <p:nvPr/>
        </p:nvSpPr>
        <p:spPr>
          <a:xfrm>
            <a:off x="841846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AD4D2EB9-2173-4982-84E3-0F9C7B42C2BD}"/>
              </a:ext>
            </a:extLst>
          </p:cNvPr>
          <p:cNvSpPr>
            <a:spLocks/>
          </p:cNvSpPr>
          <p:nvPr/>
        </p:nvSpPr>
        <p:spPr>
          <a:xfrm>
            <a:off x="8461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29F3881B-AD12-4902-AAD6-171D78D1CEF0}"/>
              </a:ext>
            </a:extLst>
          </p:cNvPr>
          <p:cNvSpPr>
            <a:spLocks/>
          </p:cNvSpPr>
          <p:nvPr/>
        </p:nvSpPr>
        <p:spPr>
          <a:xfrm>
            <a:off x="84251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53ED1D8-FD71-4013-B814-8AF81B0B71A6}"/>
              </a:ext>
            </a:extLst>
          </p:cNvPr>
          <p:cNvSpPr>
            <a:spLocks/>
          </p:cNvSpPr>
          <p:nvPr/>
        </p:nvSpPr>
        <p:spPr>
          <a:xfrm>
            <a:off x="843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0C3E2B8A-87DF-42E1-98BC-F0BF182EA14E}"/>
              </a:ext>
            </a:extLst>
          </p:cNvPr>
          <p:cNvSpPr>
            <a:spLocks/>
          </p:cNvSpPr>
          <p:nvPr/>
        </p:nvSpPr>
        <p:spPr>
          <a:xfrm>
            <a:off x="849928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3328ED2-0047-4B33-9FBD-0F680D162903}"/>
              </a:ext>
            </a:extLst>
          </p:cNvPr>
          <p:cNvSpPr>
            <a:spLocks/>
          </p:cNvSpPr>
          <p:nvPr/>
        </p:nvSpPr>
        <p:spPr>
          <a:xfrm>
            <a:off x="84438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B59C415E-1934-475D-950D-B42F83D56F93}"/>
              </a:ext>
            </a:extLst>
          </p:cNvPr>
          <p:cNvSpPr>
            <a:spLocks/>
          </p:cNvSpPr>
          <p:nvPr/>
        </p:nvSpPr>
        <p:spPr>
          <a:xfrm>
            <a:off x="849762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069AEC52-318E-41F6-AA16-7D0D31023F47}"/>
              </a:ext>
            </a:extLst>
          </p:cNvPr>
          <p:cNvSpPr>
            <a:spLocks/>
          </p:cNvSpPr>
          <p:nvPr/>
        </p:nvSpPr>
        <p:spPr>
          <a:xfrm>
            <a:off x="8436160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FDA5237F-F02D-4EC3-8180-2CDB0C662FE8}"/>
              </a:ext>
            </a:extLst>
          </p:cNvPr>
          <p:cNvSpPr>
            <a:spLocks/>
          </p:cNvSpPr>
          <p:nvPr/>
        </p:nvSpPr>
        <p:spPr>
          <a:xfrm>
            <a:off x="84768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23857FE-5886-4A01-86FA-1FEA2B9051AD}"/>
              </a:ext>
            </a:extLst>
          </p:cNvPr>
          <p:cNvSpPr>
            <a:spLocks/>
          </p:cNvSpPr>
          <p:nvPr/>
        </p:nvSpPr>
        <p:spPr>
          <a:xfrm>
            <a:off x="84602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53D28E31-F162-4083-B5DC-09AEBC5DE310}"/>
              </a:ext>
            </a:extLst>
          </p:cNvPr>
          <p:cNvSpPr>
            <a:spLocks/>
          </p:cNvSpPr>
          <p:nvPr/>
        </p:nvSpPr>
        <p:spPr>
          <a:xfrm>
            <a:off x="8455439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5C635DD7-AC58-44E0-A927-CED028AC7437}"/>
              </a:ext>
            </a:extLst>
          </p:cNvPr>
          <p:cNvSpPr>
            <a:spLocks/>
          </p:cNvSpPr>
          <p:nvPr/>
        </p:nvSpPr>
        <p:spPr>
          <a:xfrm>
            <a:off x="838898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DEF41939-068C-4F80-8125-4AA03D13F992}"/>
              </a:ext>
            </a:extLst>
          </p:cNvPr>
          <p:cNvSpPr>
            <a:spLocks/>
          </p:cNvSpPr>
          <p:nvPr/>
        </p:nvSpPr>
        <p:spPr>
          <a:xfrm>
            <a:off x="8410548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14AD8428-77BF-4682-B076-4B1EDD42ECCA}"/>
              </a:ext>
            </a:extLst>
          </p:cNvPr>
          <p:cNvSpPr>
            <a:spLocks/>
          </p:cNvSpPr>
          <p:nvPr/>
        </p:nvSpPr>
        <p:spPr>
          <a:xfrm>
            <a:off x="850371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3BDA991-FA87-4B37-BC42-017717C49DFF}"/>
              </a:ext>
            </a:extLst>
          </p:cNvPr>
          <p:cNvSpPr>
            <a:spLocks/>
          </p:cNvSpPr>
          <p:nvPr/>
        </p:nvSpPr>
        <p:spPr>
          <a:xfrm>
            <a:off x="847430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8826C734-E206-4D08-AF54-A11FE4F502E9}"/>
              </a:ext>
            </a:extLst>
          </p:cNvPr>
          <p:cNvSpPr>
            <a:spLocks/>
          </p:cNvSpPr>
          <p:nvPr/>
        </p:nvSpPr>
        <p:spPr>
          <a:xfrm>
            <a:off x="8471443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225F1551-33EB-4742-92AA-5DE3F621346E}"/>
              </a:ext>
            </a:extLst>
          </p:cNvPr>
          <p:cNvSpPr>
            <a:spLocks/>
          </p:cNvSpPr>
          <p:nvPr/>
        </p:nvSpPr>
        <p:spPr>
          <a:xfrm>
            <a:off x="841491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5E31D3C1-7B9C-4E0D-A2A6-002327A9EA46}"/>
              </a:ext>
            </a:extLst>
          </p:cNvPr>
          <p:cNvSpPr>
            <a:spLocks/>
          </p:cNvSpPr>
          <p:nvPr/>
        </p:nvSpPr>
        <p:spPr>
          <a:xfrm>
            <a:off x="84641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50922BF6-7D02-471C-9C53-29C3297C0336}"/>
              </a:ext>
            </a:extLst>
          </p:cNvPr>
          <p:cNvSpPr>
            <a:spLocks/>
          </p:cNvSpPr>
          <p:nvPr/>
        </p:nvSpPr>
        <p:spPr>
          <a:xfrm>
            <a:off x="84306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964AA170-68C2-43DF-A58A-C4EFBB95C311}"/>
              </a:ext>
            </a:extLst>
          </p:cNvPr>
          <p:cNvSpPr>
            <a:spLocks/>
          </p:cNvSpPr>
          <p:nvPr/>
        </p:nvSpPr>
        <p:spPr>
          <a:xfrm>
            <a:off x="838842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3035231C-72FC-4415-819F-4C5F17CEAD36}"/>
              </a:ext>
            </a:extLst>
          </p:cNvPr>
          <p:cNvSpPr>
            <a:spLocks/>
          </p:cNvSpPr>
          <p:nvPr/>
        </p:nvSpPr>
        <p:spPr>
          <a:xfrm>
            <a:off x="8401060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2EC1E69E-825D-4456-BF82-1311B3C2853D}"/>
              </a:ext>
            </a:extLst>
          </p:cNvPr>
          <p:cNvSpPr>
            <a:spLocks/>
          </p:cNvSpPr>
          <p:nvPr/>
        </p:nvSpPr>
        <p:spPr>
          <a:xfrm>
            <a:off x="847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267CCC0-AE5F-4219-8B91-65F75C551975}"/>
              </a:ext>
            </a:extLst>
          </p:cNvPr>
          <p:cNvSpPr>
            <a:spLocks/>
          </p:cNvSpPr>
          <p:nvPr/>
        </p:nvSpPr>
        <p:spPr>
          <a:xfrm>
            <a:off x="84931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FBA1945-C2A5-4891-B81C-FD3CE67CEE3A}"/>
              </a:ext>
            </a:extLst>
          </p:cNvPr>
          <p:cNvSpPr>
            <a:spLocks/>
          </p:cNvSpPr>
          <p:nvPr/>
        </p:nvSpPr>
        <p:spPr>
          <a:xfrm>
            <a:off x="8444519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EC49269E-6C27-4D5E-8B34-C643B58644EB}"/>
              </a:ext>
            </a:extLst>
          </p:cNvPr>
          <p:cNvSpPr>
            <a:spLocks/>
          </p:cNvSpPr>
          <p:nvPr/>
        </p:nvSpPr>
        <p:spPr>
          <a:xfrm>
            <a:off x="84566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27B33733-6D4B-4AB0-9E89-02141893A6BB}"/>
              </a:ext>
            </a:extLst>
          </p:cNvPr>
          <p:cNvSpPr>
            <a:spLocks/>
          </p:cNvSpPr>
          <p:nvPr/>
        </p:nvSpPr>
        <p:spPr>
          <a:xfrm>
            <a:off x="84246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E013DC08-FD88-4382-819A-3DC7E8D7BD6A}"/>
              </a:ext>
            </a:extLst>
          </p:cNvPr>
          <p:cNvSpPr>
            <a:spLocks/>
          </p:cNvSpPr>
          <p:nvPr/>
        </p:nvSpPr>
        <p:spPr>
          <a:xfrm>
            <a:off x="8397861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0FE91E83-2A0B-47AB-A7B7-A5AAF0FB0D5C}"/>
              </a:ext>
            </a:extLst>
          </p:cNvPr>
          <p:cNvSpPr>
            <a:spLocks/>
          </p:cNvSpPr>
          <p:nvPr/>
        </p:nvSpPr>
        <p:spPr>
          <a:xfrm>
            <a:off x="84103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F30AF8F5-1A5F-4E5C-80EF-34BBD1B3FC94}"/>
              </a:ext>
            </a:extLst>
          </p:cNvPr>
          <p:cNvSpPr>
            <a:spLocks/>
          </p:cNvSpPr>
          <p:nvPr/>
        </p:nvSpPr>
        <p:spPr>
          <a:xfrm>
            <a:off x="83946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3333C0F0-17CC-49D1-8C96-38382ED58C2C}"/>
              </a:ext>
            </a:extLst>
          </p:cNvPr>
          <p:cNvSpPr>
            <a:spLocks/>
          </p:cNvSpPr>
          <p:nvPr/>
        </p:nvSpPr>
        <p:spPr>
          <a:xfrm>
            <a:off x="8418644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6EC21B83-3419-4E97-9A28-667920CDAA70}"/>
              </a:ext>
            </a:extLst>
          </p:cNvPr>
          <p:cNvSpPr>
            <a:spLocks/>
          </p:cNvSpPr>
          <p:nvPr/>
        </p:nvSpPr>
        <p:spPr>
          <a:xfrm>
            <a:off x="84073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71AA29CC-2B3D-49D0-818F-928DEBDA9C05}"/>
              </a:ext>
            </a:extLst>
          </p:cNvPr>
          <p:cNvSpPr>
            <a:spLocks/>
          </p:cNvSpPr>
          <p:nvPr/>
        </p:nvSpPr>
        <p:spPr>
          <a:xfrm>
            <a:off x="842934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368D54EF-ECE3-43C7-8C2B-C99A1203DFD4}"/>
              </a:ext>
            </a:extLst>
          </p:cNvPr>
          <p:cNvSpPr>
            <a:spLocks/>
          </p:cNvSpPr>
          <p:nvPr/>
        </p:nvSpPr>
        <p:spPr>
          <a:xfrm>
            <a:off x="847449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94333EA5-98FE-4068-905E-8CB58BB48AF4}"/>
              </a:ext>
            </a:extLst>
          </p:cNvPr>
          <p:cNvSpPr>
            <a:spLocks/>
          </p:cNvSpPr>
          <p:nvPr/>
        </p:nvSpPr>
        <p:spPr>
          <a:xfrm>
            <a:off x="8429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1CC6A9AD-4F9A-4506-9E00-182664FEE4A6}"/>
              </a:ext>
            </a:extLst>
          </p:cNvPr>
          <p:cNvSpPr>
            <a:spLocks/>
          </p:cNvSpPr>
          <p:nvPr/>
        </p:nvSpPr>
        <p:spPr>
          <a:xfrm>
            <a:off x="8483716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C88A6FF-FB74-4548-9C1A-C6EC1C9CB317}"/>
              </a:ext>
            </a:extLst>
          </p:cNvPr>
          <p:cNvSpPr>
            <a:spLocks/>
          </p:cNvSpPr>
          <p:nvPr/>
        </p:nvSpPr>
        <p:spPr>
          <a:xfrm>
            <a:off x="8438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4443900F-1D9E-432E-A4A5-190BA39BC2B2}"/>
              </a:ext>
            </a:extLst>
          </p:cNvPr>
          <p:cNvSpPr>
            <a:spLocks/>
          </p:cNvSpPr>
          <p:nvPr/>
        </p:nvSpPr>
        <p:spPr>
          <a:xfrm>
            <a:off x="844922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8C059BAE-0374-426B-A45E-F7AF8A08CB26}"/>
              </a:ext>
            </a:extLst>
          </p:cNvPr>
          <p:cNvSpPr>
            <a:spLocks/>
          </p:cNvSpPr>
          <p:nvPr/>
        </p:nvSpPr>
        <p:spPr>
          <a:xfrm>
            <a:off x="84485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E8B2CDF0-3B63-4AA4-BF58-92955DD8368A}"/>
              </a:ext>
            </a:extLst>
          </p:cNvPr>
          <p:cNvSpPr>
            <a:spLocks/>
          </p:cNvSpPr>
          <p:nvPr/>
        </p:nvSpPr>
        <p:spPr>
          <a:xfrm>
            <a:off x="848363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8B690837-8BAB-4FEC-8459-E7145610E24A}"/>
              </a:ext>
            </a:extLst>
          </p:cNvPr>
          <p:cNvSpPr>
            <a:spLocks/>
          </p:cNvSpPr>
          <p:nvPr/>
        </p:nvSpPr>
        <p:spPr>
          <a:xfrm>
            <a:off x="8486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6E377D01-0555-425F-9787-23855D1D1EF8}"/>
              </a:ext>
            </a:extLst>
          </p:cNvPr>
          <p:cNvSpPr>
            <a:spLocks/>
          </p:cNvSpPr>
          <p:nvPr/>
        </p:nvSpPr>
        <p:spPr>
          <a:xfrm>
            <a:off x="8478183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911CA6B0-94CC-4A5D-B26E-55159DA9164E}"/>
              </a:ext>
            </a:extLst>
          </p:cNvPr>
          <p:cNvSpPr>
            <a:spLocks/>
          </p:cNvSpPr>
          <p:nvPr/>
        </p:nvSpPr>
        <p:spPr>
          <a:xfrm>
            <a:off x="84117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44CE1D22-F226-4ED6-912F-AB8EC1303B8D}"/>
              </a:ext>
            </a:extLst>
          </p:cNvPr>
          <p:cNvSpPr>
            <a:spLocks/>
          </p:cNvSpPr>
          <p:nvPr/>
        </p:nvSpPr>
        <p:spPr>
          <a:xfrm>
            <a:off x="83959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189849CE-C232-4183-AB43-AF9667DFFC52}"/>
              </a:ext>
            </a:extLst>
          </p:cNvPr>
          <p:cNvSpPr>
            <a:spLocks/>
          </p:cNvSpPr>
          <p:nvPr/>
        </p:nvSpPr>
        <p:spPr>
          <a:xfrm>
            <a:off x="84040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A7B98E98-A444-4076-A091-FF238BE8F7D7}"/>
              </a:ext>
            </a:extLst>
          </p:cNvPr>
          <p:cNvSpPr>
            <a:spLocks/>
          </p:cNvSpPr>
          <p:nvPr/>
        </p:nvSpPr>
        <p:spPr>
          <a:xfrm>
            <a:off x="8485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772CEDF1-3791-48EE-B8AD-A4C80E1B6275}"/>
              </a:ext>
            </a:extLst>
          </p:cNvPr>
          <p:cNvSpPr>
            <a:spLocks/>
          </p:cNvSpPr>
          <p:nvPr/>
        </p:nvSpPr>
        <p:spPr>
          <a:xfrm>
            <a:off x="84402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0C37860D-7748-42CD-BAF1-DEA21E7A5E5E}"/>
              </a:ext>
            </a:extLst>
          </p:cNvPr>
          <p:cNvSpPr>
            <a:spLocks/>
          </p:cNvSpPr>
          <p:nvPr/>
        </p:nvSpPr>
        <p:spPr>
          <a:xfrm>
            <a:off x="83889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3D86F628-3CB3-46E9-8719-0DD70FF9F6A0}"/>
              </a:ext>
            </a:extLst>
          </p:cNvPr>
          <p:cNvSpPr>
            <a:spLocks/>
          </p:cNvSpPr>
          <p:nvPr/>
        </p:nvSpPr>
        <p:spPr>
          <a:xfrm>
            <a:off x="84295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76394212-6ADB-4EA8-ABC4-89AA297C5EEB}"/>
              </a:ext>
            </a:extLst>
          </p:cNvPr>
          <p:cNvSpPr>
            <a:spLocks/>
          </p:cNvSpPr>
          <p:nvPr/>
        </p:nvSpPr>
        <p:spPr>
          <a:xfrm>
            <a:off x="8385029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0E720C1F-4390-4422-9FF0-43D4A83655DF}"/>
              </a:ext>
            </a:extLst>
          </p:cNvPr>
          <p:cNvSpPr>
            <a:spLocks/>
          </p:cNvSpPr>
          <p:nvPr/>
        </p:nvSpPr>
        <p:spPr>
          <a:xfrm>
            <a:off x="8439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96BDF19B-54D0-46FD-A441-7DC56704C41F}"/>
              </a:ext>
            </a:extLst>
          </p:cNvPr>
          <p:cNvSpPr>
            <a:spLocks/>
          </p:cNvSpPr>
          <p:nvPr/>
        </p:nvSpPr>
        <p:spPr>
          <a:xfrm>
            <a:off x="844025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1DA5D010-7E2E-4EB7-84E3-384954C79E4A}"/>
              </a:ext>
            </a:extLst>
          </p:cNvPr>
          <p:cNvSpPr>
            <a:spLocks/>
          </p:cNvSpPr>
          <p:nvPr/>
        </p:nvSpPr>
        <p:spPr>
          <a:xfrm>
            <a:off x="8403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69E6499A-F74D-44A5-94B7-B76175B5EDCA}"/>
              </a:ext>
            </a:extLst>
          </p:cNvPr>
          <p:cNvSpPr>
            <a:spLocks/>
          </p:cNvSpPr>
          <p:nvPr/>
        </p:nvSpPr>
        <p:spPr>
          <a:xfrm>
            <a:off x="846361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1C835272-5E45-4ABF-83A0-84B93A8176DA}"/>
              </a:ext>
            </a:extLst>
          </p:cNvPr>
          <p:cNvSpPr>
            <a:spLocks/>
          </p:cNvSpPr>
          <p:nvPr/>
        </p:nvSpPr>
        <p:spPr>
          <a:xfrm>
            <a:off x="8499554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02CB8C8-D474-44AE-AB6A-F719D92B2091}"/>
              </a:ext>
            </a:extLst>
          </p:cNvPr>
          <p:cNvSpPr>
            <a:spLocks/>
          </p:cNvSpPr>
          <p:nvPr/>
        </p:nvSpPr>
        <p:spPr>
          <a:xfrm>
            <a:off x="848953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956C3CC-BF53-456A-89F4-003C2711A422}"/>
              </a:ext>
            </a:extLst>
          </p:cNvPr>
          <p:cNvSpPr>
            <a:spLocks/>
          </p:cNvSpPr>
          <p:nvPr/>
        </p:nvSpPr>
        <p:spPr>
          <a:xfrm>
            <a:off x="8441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D274D1AB-0DC9-4951-83E9-6D1A666FBCC9}"/>
              </a:ext>
            </a:extLst>
          </p:cNvPr>
          <p:cNvSpPr>
            <a:spLocks/>
          </p:cNvSpPr>
          <p:nvPr/>
        </p:nvSpPr>
        <p:spPr>
          <a:xfrm>
            <a:off x="844678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2208E014-7492-4A60-AB31-63AE8C902BDC}"/>
              </a:ext>
            </a:extLst>
          </p:cNvPr>
          <p:cNvSpPr>
            <a:spLocks/>
          </p:cNvSpPr>
          <p:nvPr/>
        </p:nvSpPr>
        <p:spPr>
          <a:xfrm>
            <a:off x="849336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47CCB30-75E0-46A6-8294-EDAD4E96C1C3}"/>
              </a:ext>
            </a:extLst>
          </p:cNvPr>
          <p:cNvSpPr>
            <a:spLocks/>
          </p:cNvSpPr>
          <p:nvPr/>
        </p:nvSpPr>
        <p:spPr>
          <a:xfrm>
            <a:off x="846823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9D7E5E5-DEA0-4F62-ABF4-EAEFFE335981}"/>
              </a:ext>
            </a:extLst>
          </p:cNvPr>
          <p:cNvSpPr>
            <a:spLocks/>
          </p:cNvSpPr>
          <p:nvPr/>
        </p:nvSpPr>
        <p:spPr>
          <a:xfrm>
            <a:off x="844343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C39A4352-7A7A-48D5-937E-33EC7F89F821}"/>
              </a:ext>
            </a:extLst>
          </p:cNvPr>
          <p:cNvSpPr>
            <a:spLocks/>
          </p:cNvSpPr>
          <p:nvPr/>
        </p:nvSpPr>
        <p:spPr>
          <a:xfrm>
            <a:off x="850457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325408A1-725D-4365-B28A-A0FEA952FC1C}"/>
              </a:ext>
            </a:extLst>
          </p:cNvPr>
          <p:cNvSpPr>
            <a:spLocks/>
          </p:cNvSpPr>
          <p:nvPr/>
        </p:nvSpPr>
        <p:spPr>
          <a:xfrm>
            <a:off x="83851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A3B8B021-BA9D-4CE5-845C-4B9C560B065A}"/>
              </a:ext>
            </a:extLst>
          </p:cNvPr>
          <p:cNvSpPr>
            <a:spLocks/>
          </p:cNvSpPr>
          <p:nvPr/>
        </p:nvSpPr>
        <p:spPr>
          <a:xfrm>
            <a:off x="8456041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044277D7-AAD9-466D-8808-7807CE1C8324}"/>
              </a:ext>
            </a:extLst>
          </p:cNvPr>
          <p:cNvSpPr>
            <a:spLocks/>
          </p:cNvSpPr>
          <p:nvPr/>
        </p:nvSpPr>
        <p:spPr>
          <a:xfrm>
            <a:off x="83919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E50277CD-F14F-4BCE-B90C-71C228ACDC2F}"/>
              </a:ext>
            </a:extLst>
          </p:cNvPr>
          <p:cNvSpPr>
            <a:spLocks/>
          </p:cNvSpPr>
          <p:nvPr/>
        </p:nvSpPr>
        <p:spPr>
          <a:xfrm>
            <a:off x="8491469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82C1ED08-4CB1-41C8-B8C8-8205395C5780}"/>
              </a:ext>
            </a:extLst>
          </p:cNvPr>
          <p:cNvSpPr>
            <a:spLocks/>
          </p:cNvSpPr>
          <p:nvPr/>
        </p:nvSpPr>
        <p:spPr>
          <a:xfrm>
            <a:off x="84589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D2DC26-5D5A-4EDF-A7CE-3DCA2AF903D9}"/>
              </a:ext>
            </a:extLst>
          </p:cNvPr>
          <p:cNvSpPr>
            <a:spLocks/>
          </p:cNvSpPr>
          <p:nvPr/>
        </p:nvSpPr>
        <p:spPr>
          <a:xfrm>
            <a:off x="845752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8BBBDD0-1E77-45B7-9C5A-C5A661E8E71A}"/>
              </a:ext>
            </a:extLst>
          </p:cNvPr>
          <p:cNvSpPr>
            <a:spLocks/>
          </p:cNvSpPr>
          <p:nvPr/>
        </p:nvSpPr>
        <p:spPr>
          <a:xfrm>
            <a:off x="84146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AD054372-54EA-49FA-8556-11E621F06210}"/>
              </a:ext>
            </a:extLst>
          </p:cNvPr>
          <p:cNvSpPr>
            <a:spLocks/>
          </p:cNvSpPr>
          <p:nvPr/>
        </p:nvSpPr>
        <p:spPr>
          <a:xfrm>
            <a:off x="850053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E3430C45-87EA-4F11-976C-69F8024A8DAF}"/>
              </a:ext>
            </a:extLst>
          </p:cNvPr>
          <p:cNvSpPr>
            <a:spLocks/>
          </p:cNvSpPr>
          <p:nvPr/>
        </p:nvSpPr>
        <p:spPr>
          <a:xfrm>
            <a:off x="84039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4AFBFD82-BADB-4720-854D-11C841EC1933}"/>
              </a:ext>
            </a:extLst>
          </p:cNvPr>
          <p:cNvSpPr>
            <a:spLocks/>
          </p:cNvSpPr>
          <p:nvPr/>
        </p:nvSpPr>
        <p:spPr>
          <a:xfrm>
            <a:off x="842619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399E5207-0CF9-42CC-B7E1-472969026AAB}"/>
              </a:ext>
            </a:extLst>
          </p:cNvPr>
          <p:cNvSpPr>
            <a:spLocks/>
          </p:cNvSpPr>
          <p:nvPr/>
        </p:nvSpPr>
        <p:spPr>
          <a:xfrm>
            <a:off x="843570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D82D14BC-99F8-4FD9-BA97-1CAA8EE52ED2}"/>
              </a:ext>
            </a:extLst>
          </p:cNvPr>
          <p:cNvSpPr>
            <a:spLocks/>
          </p:cNvSpPr>
          <p:nvPr/>
        </p:nvSpPr>
        <p:spPr>
          <a:xfrm>
            <a:off x="84267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5C9B04B6-7D9B-4B27-A9CF-CE5A5E11D362}"/>
              </a:ext>
            </a:extLst>
          </p:cNvPr>
          <p:cNvSpPr>
            <a:spLocks/>
          </p:cNvSpPr>
          <p:nvPr/>
        </p:nvSpPr>
        <p:spPr>
          <a:xfrm>
            <a:off x="84506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81F20E5B-9916-492F-AA46-1F6FFC35E10D}"/>
              </a:ext>
            </a:extLst>
          </p:cNvPr>
          <p:cNvSpPr>
            <a:spLocks/>
          </p:cNvSpPr>
          <p:nvPr/>
        </p:nvSpPr>
        <p:spPr>
          <a:xfrm>
            <a:off x="84325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F2C9D560-7F1E-41AC-A39E-210EFFA7B2A9}"/>
              </a:ext>
            </a:extLst>
          </p:cNvPr>
          <p:cNvSpPr>
            <a:spLocks/>
          </p:cNvSpPr>
          <p:nvPr/>
        </p:nvSpPr>
        <p:spPr>
          <a:xfrm>
            <a:off x="841260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0C93B9EB-94D1-4008-9A56-C04E2C836E28}"/>
              </a:ext>
            </a:extLst>
          </p:cNvPr>
          <p:cNvSpPr>
            <a:spLocks/>
          </p:cNvSpPr>
          <p:nvPr/>
        </p:nvSpPr>
        <p:spPr>
          <a:xfrm>
            <a:off x="84645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FD227D7B-F25A-4E28-824E-85F210B610D6}"/>
              </a:ext>
            </a:extLst>
          </p:cNvPr>
          <p:cNvSpPr>
            <a:spLocks/>
          </p:cNvSpPr>
          <p:nvPr/>
        </p:nvSpPr>
        <p:spPr>
          <a:xfrm>
            <a:off x="84529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08A7BC62-402E-47E4-A397-56C3ADA6233C}"/>
              </a:ext>
            </a:extLst>
          </p:cNvPr>
          <p:cNvSpPr>
            <a:spLocks/>
          </p:cNvSpPr>
          <p:nvPr/>
        </p:nvSpPr>
        <p:spPr>
          <a:xfrm>
            <a:off x="83953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C8A8B92E-11E5-4976-9AF9-BE9F7165F518}"/>
              </a:ext>
            </a:extLst>
          </p:cNvPr>
          <p:cNvSpPr>
            <a:spLocks/>
          </p:cNvSpPr>
          <p:nvPr/>
        </p:nvSpPr>
        <p:spPr>
          <a:xfrm>
            <a:off x="84675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F6042FB-1C24-44EC-B781-6A98FBBF6884}"/>
              </a:ext>
            </a:extLst>
          </p:cNvPr>
          <p:cNvSpPr>
            <a:spLocks/>
          </p:cNvSpPr>
          <p:nvPr/>
        </p:nvSpPr>
        <p:spPr>
          <a:xfrm>
            <a:off x="83961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20023F4-A3F3-4A54-B93B-6A28E737F3FB}"/>
              </a:ext>
            </a:extLst>
          </p:cNvPr>
          <p:cNvSpPr>
            <a:spLocks/>
          </p:cNvSpPr>
          <p:nvPr/>
        </p:nvSpPr>
        <p:spPr>
          <a:xfrm>
            <a:off x="850213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7E6D2A00-01ED-4640-97FB-967AB05183B4}"/>
              </a:ext>
            </a:extLst>
          </p:cNvPr>
          <p:cNvSpPr>
            <a:spLocks/>
          </p:cNvSpPr>
          <p:nvPr/>
        </p:nvSpPr>
        <p:spPr>
          <a:xfrm>
            <a:off x="84374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B00EB353-21A5-4FAA-A1E5-8D4BC71A3AF4}"/>
              </a:ext>
            </a:extLst>
          </p:cNvPr>
          <p:cNvSpPr>
            <a:spLocks/>
          </p:cNvSpPr>
          <p:nvPr/>
        </p:nvSpPr>
        <p:spPr>
          <a:xfrm>
            <a:off x="8397630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12BBCB0A-A8D1-4435-A711-36CF8BA4E583}"/>
              </a:ext>
            </a:extLst>
          </p:cNvPr>
          <p:cNvSpPr>
            <a:spLocks/>
          </p:cNvSpPr>
          <p:nvPr/>
        </p:nvSpPr>
        <p:spPr>
          <a:xfrm>
            <a:off x="84751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6BA8B78D-9D9C-46C6-AD8D-8F5129A728A2}"/>
              </a:ext>
            </a:extLst>
          </p:cNvPr>
          <p:cNvSpPr>
            <a:spLocks/>
          </p:cNvSpPr>
          <p:nvPr/>
        </p:nvSpPr>
        <p:spPr>
          <a:xfrm>
            <a:off x="84426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4AAC03-F50D-4123-B2CD-3D968983828A}"/>
              </a:ext>
            </a:extLst>
          </p:cNvPr>
          <p:cNvSpPr>
            <a:spLocks/>
          </p:cNvSpPr>
          <p:nvPr/>
        </p:nvSpPr>
        <p:spPr>
          <a:xfrm>
            <a:off x="842690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4C39757-ACF8-4C9A-81BC-CBED54E4A536}"/>
              </a:ext>
            </a:extLst>
          </p:cNvPr>
          <p:cNvSpPr>
            <a:spLocks/>
          </p:cNvSpPr>
          <p:nvPr/>
        </p:nvSpPr>
        <p:spPr>
          <a:xfrm>
            <a:off x="8464933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E6FB7007-A4B2-471E-B123-22A800BE2D9D}"/>
              </a:ext>
            </a:extLst>
          </p:cNvPr>
          <p:cNvSpPr>
            <a:spLocks/>
          </p:cNvSpPr>
          <p:nvPr/>
        </p:nvSpPr>
        <p:spPr>
          <a:xfrm>
            <a:off x="8410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4848081F-CDDA-4172-A843-82C676FA9D87}"/>
              </a:ext>
            </a:extLst>
          </p:cNvPr>
          <p:cNvSpPr>
            <a:spLocks/>
          </p:cNvSpPr>
          <p:nvPr/>
        </p:nvSpPr>
        <p:spPr>
          <a:xfrm>
            <a:off x="84898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EAE12B79-BA9F-4BD1-BE44-04E7BB74DF18}"/>
              </a:ext>
            </a:extLst>
          </p:cNvPr>
          <p:cNvSpPr>
            <a:spLocks/>
          </p:cNvSpPr>
          <p:nvPr/>
        </p:nvSpPr>
        <p:spPr>
          <a:xfrm>
            <a:off x="84377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EB9BDAEF-7EDD-469A-B156-4869A68719BF}"/>
              </a:ext>
            </a:extLst>
          </p:cNvPr>
          <p:cNvSpPr>
            <a:spLocks/>
          </p:cNvSpPr>
          <p:nvPr/>
        </p:nvSpPr>
        <p:spPr>
          <a:xfrm>
            <a:off x="841529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3198195-D0C7-479E-AA97-5DCC364F97B7}"/>
              </a:ext>
            </a:extLst>
          </p:cNvPr>
          <p:cNvSpPr>
            <a:spLocks/>
          </p:cNvSpPr>
          <p:nvPr/>
        </p:nvSpPr>
        <p:spPr>
          <a:xfrm>
            <a:off x="846221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6B646E8-A879-43EF-B24D-EB99FB15F412}"/>
              </a:ext>
            </a:extLst>
          </p:cNvPr>
          <p:cNvSpPr>
            <a:spLocks/>
          </p:cNvSpPr>
          <p:nvPr/>
        </p:nvSpPr>
        <p:spPr>
          <a:xfrm>
            <a:off x="839605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F534117-332D-4E0E-83E7-A38F3D8BD3A0}"/>
              </a:ext>
            </a:extLst>
          </p:cNvPr>
          <p:cNvSpPr>
            <a:spLocks/>
          </p:cNvSpPr>
          <p:nvPr/>
        </p:nvSpPr>
        <p:spPr>
          <a:xfrm>
            <a:off x="8492821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4F69F4D5-2E06-44BE-9009-7F8FE6B21CAC}"/>
              </a:ext>
            </a:extLst>
          </p:cNvPr>
          <p:cNvSpPr>
            <a:spLocks/>
          </p:cNvSpPr>
          <p:nvPr/>
        </p:nvSpPr>
        <p:spPr>
          <a:xfrm>
            <a:off x="8491777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41A35720-1DE1-4D15-AA21-A26E4DC97F55}"/>
              </a:ext>
            </a:extLst>
          </p:cNvPr>
          <p:cNvSpPr>
            <a:spLocks/>
          </p:cNvSpPr>
          <p:nvPr/>
        </p:nvSpPr>
        <p:spPr>
          <a:xfrm>
            <a:off x="84893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1CC9909B-3293-434F-AC75-175653BF5D56}"/>
              </a:ext>
            </a:extLst>
          </p:cNvPr>
          <p:cNvSpPr>
            <a:spLocks/>
          </p:cNvSpPr>
          <p:nvPr/>
        </p:nvSpPr>
        <p:spPr>
          <a:xfrm>
            <a:off x="8477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B8E5E18-7F18-473B-9BAB-C4907032ECAE}"/>
              </a:ext>
            </a:extLst>
          </p:cNvPr>
          <p:cNvSpPr>
            <a:spLocks/>
          </p:cNvSpPr>
          <p:nvPr/>
        </p:nvSpPr>
        <p:spPr>
          <a:xfrm>
            <a:off x="84563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99421E42-8C6C-4538-8ECC-7F49580ABD3F}"/>
              </a:ext>
            </a:extLst>
          </p:cNvPr>
          <p:cNvSpPr>
            <a:spLocks/>
          </p:cNvSpPr>
          <p:nvPr/>
        </p:nvSpPr>
        <p:spPr>
          <a:xfrm>
            <a:off x="840319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743D2E67-B47A-4521-8ABE-DDAFE9346FD2}"/>
              </a:ext>
            </a:extLst>
          </p:cNvPr>
          <p:cNvSpPr>
            <a:spLocks/>
          </p:cNvSpPr>
          <p:nvPr/>
        </p:nvSpPr>
        <p:spPr>
          <a:xfrm>
            <a:off x="8407621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E75715D-BC61-432D-A6FD-1AFA192BF58D}"/>
              </a:ext>
            </a:extLst>
          </p:cNvPr>
          <p:cNvSpPr>
            <a:spLocks/>
          </p:cNvSpPr>
          <p:nvPr/>
        </p:nvSpPr>
        <p:spPr>
          <a:xfrm>
            <a:off x="84906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64C5793E-2B17-483A-9586-2481C22628F5}"/>
              </a:ext>
            </a:extLst>
          </p:cNvPr>
          <p:cNvSpPr>
            <a:spLocks/>
          </p:cNvSpPr>
          <p:nvPr/>
        </p:nvSpPr>
        <p:spPr>
          <a:xfrm>
            <a:off x="842633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D4D8F20B-0D9B-4549-90B3-90E62D420887}"/>
              </a:ext>
            </a:extLst>
          </p:cNvPr>
          <p:cNvSpPr>
            <a:spLocks/>
          </p:cNvSpPr>
          <p:nvPr/>
        </p:nvSpPr>
        <p:spPr>
          <a:xfrm>
            <a:off x="84841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4CE56D71-DC83-4582-8FF4-019774A415F4}"/>
              </a:ext>
            </a:extLst>
          </p:cNvPr>
          <p:cNvSpPr>
            <a:spLocks/>
          </p:cNvSpPr>
          <p:nvPr/>
        </p:nvSpPr>
        <p:spPr>
          <a:xfrm>
            <a:off x="8416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01A2E695-D4F5-4FB9-8E74-66FCB6CC2CF6}"/>
              </a:ext>
            </a:extLst>
          </p:cNvPr>
          <p:cNvSpPr>
            <a:spLocks/>
          </p:cNvSpPr>
          <p:nvPr/>
        </p:nvSpPr>
        <p:spPr>
          <a:xfrm>
            <a:off x="83888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BB5C4E-4C6F-48A1-A40D-75E375547E0B}"/>
              </a:ext>
            </a:extLst>
          </p:cNvPr>
          <p:cNvSpPr>
            <a:spLocks/>
          </p:cNvSpPr>
          <p:nvPr/>
        </p:nvSpPr>
        <p:spPr>
          <a:xfrm>
            <a:off x="8413873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DB64D0B1-5BAE-4867-B2D2-CE94E7BB699D}"/>
              </a:ext>
            </a:extLst>
          </p:cNvPr>
          <p:cNvSpPr>
            <a:spLocks/>
          </p:cNvSpPr>
          <p:nvPr/>
        </p:nvSpPr>
        <p:spPr>
          <a:xfrm>
            <a:off x="8475051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8A3BE8E9-ADEE-4E14-ADF4-E90ED191EAB8}"/>
              </a:ext>
            </a:extLst>
          </p:cNvPr>
          <p:cNvSpPr>
            <a:spLocks/>
          </p:cNvSpPr>
          <p:nvPr/>
        </p:nvSpPr>
        <p:spPr>
          <a:xfrm>
            <a:off x="8454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BBD34CE1-8D7B-4E04-8783-8D1655677F4F}"/>
              </a:ext>
            </a:extLst>
          </p:cNvPr>
          <p:cNvSpPr>
            <a:spLocks/>
          </p:cNvSpPr>
          <p:nvPr/>
        </p:nvSpPr>
        <p:spPr>
          <a:xfrm>
            <a:off x="8457826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24C763DE-9D41-4646-8E30-27CE3E61791E}"/>
              </a:ext>
            </a:extLst>
          </p:cNvPr>
          <p:cNvSpPr>
            <a:spLocks/>
          </p:cNvSpPr>
          <p:nvPr/>
        </p:nvSpPr>
        <p:spPr>
          <a:xfrm>
            <a:off x="845996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ABA8852-D33A-4DB4-B371-0A42E6278B51}"/>
              </a:ext>
            </a:extLst>
          </p:cNvPr>
          <p:cNvSpPr>
            <a:spLocks/>
          </p:cNvSpPr>
          <p:nvPr/>
        </p:nvSpPr>
        <p:spPr>
          <a:xfrm>
            <a:off x="84742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9040362-0584-45F7-8685-BB327DEF3B20}"/>
              </a:ext>
            </a:extLst>
          </p:cNvPr>
          <p:cNvSpPr>
            <a:spLocks/>
          </p:cNvSpPr>
          <p:nvPr/>
        </p:nvSpPr>
        <p:spPr>
          <a:xfrm>
            <a:off x="8393272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9E90606A-8971-4083-B90D-B2B86350FFBC}"/>
              </a:ext>
            </a:extLst>
          </p:cNvPr>
          <p:cNvSpPr>
            <a:spLocks/>
          </p:cNvSpPr>
          <p:nvPr/>
        </p:nvSpPr>
        <p:spPr>
          <a:xfrm>
            <a:off x="839346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5B2A84C-3182-4141-AE4C-9AB32F1C69C3}"/>
              </a:ext>
            </a:extLst>
          </p:cNvPr>
          <p:cNvSpPr>
            <a:spLocks/>
          </p:cNvSpPr>
          <p:nvPr/>
        </p:nvSpPr>
        <p:spPr>
          <a:xfrm>
            <a:off x="84622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426804C-9DEC-45BF-8D25-608D8003F5A8}"/>
              </a:ext>
            </a:extLst>
          </p:cNvPr>
          <p:cNvSpPr>
            <a:spLocks/>
          </p:cNvSpPr>
          <p:nvPr/>
        </p:nvSpPr>
        <p:spPr>
          <a:xfrm>
            <a:off x="8394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BFA246D6-3858-4A2F-B69A-6B9079E7A5D4}"/>
              </a:ext>
            </a:extLst>
          </p:cNvPr>
          <p:cNvSpPr>
            <a:spLocks/>
          </p:cNvSpPr>
          <p:nvPr/>
        </p:nvSpPr>
        <p:spPr>
          <a:xfrm>
            <a:off x="84077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327E33F-9AC9-4442-8400-FE7BB18246A2}"/>
              </a:ext>
            </a:extLst>
          </p:cNvPr>
          <p:cNvSpPr>
            <a:spLocks/>
          </p:cNvSpPr>
          <p:nvPr/>
        </p:nvSpPr>
        <p:spPr>
          <a:xfrm>
            <a:off x="8443110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F4CAE1D-35B1-4F92-90F3-07F659491E27}"/>
              </a:ext>
            </a:extLst>
          </p:cNvPr>
          <p:cNvSpPr>
            <a:spLocks/>
          </p:cNvSpPr>
          <p:nvPr/>
        </p:nvSpPr>
        <p:spPr>
          <a:xfrm>
            <a:off x="83885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F3BDE720-4EA0-49C9-9C95-EBD62862B4AB}"/>
              </a:ext>
            </a:extLst>
          </p:cNvPr>
          <p:cNvSpPr>
            <a:spLocks/>
          </p:cNvSpPr>
          <p:nvPr/>
        </p:nvSpPr>
        <p:spPr>
          <a:xfrm>
            <a:off x="84401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BCF45D51-D247-4748-9CB7-5232651CC917}"/>
              </a:ext>
            </a:extLst>
          </p:cNvPr>
          <p:cNvSpPr>
            <a:spLocks/>
          </p:cNvSpPr>
          <p:nvPr/>
        </p:nvSpPr>
        <p:spPr>
          <a:xfrm>
            <a:off x="8666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2126114-0A0A-4F51-A6FD-031A4DB1C773}"/>
              </a:ext>
            </a:extLst>
          </p:cNvPr>
          <p:cNvSpPr>
            <a:spLocks/>
          </p:cNvSpPr>
          <p:nvPr/>
        </p:nvSpPr>
        <p:spPr>
          <a:xfrm>
            <a:off x="86378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DAB750E6-AD8B-4ECD-B210-E81CC89C3F43}"/>
              </a:ext>
            </a:extLst>
          </p:cNvPr>
          <p:cNvSpPr>
            <a:spLocks/>
          </p:cNvSpPr>
          <p:nvPr/>
        </p:nvSpPr>
        <p:spPr>
          <a:xfrm>
            <a:off x="86685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6ADE8184-C1CA-467D-B30E-5BE855F90F66}"/>
              </a:ext>
            </a:extLst>
          </p:cNvPr>
          <p:cNvSpPr>
            <a:spLocks/>
          </p:cNvSpPr>
          <p:nvPr/>
        </p:nvSpPr>
        <p:spPr>
          <a:xfrm>
            <a:off x="865411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23B3A883-3BDC-4502-95F7-EAC2E7B8FCA4}"/>
              </a:ext>
            </a:extLst>
          </p:cNvPr>
          <p:cNvSpPr>
            <a:spLocks/>
          </p:cNvSpPr>
          <p:nvPr/>
        </p:nvSpPr>
        <p:spPr>
          <a:xfrm>
            <a:off x="8672063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6D360C53-3584-4560-9C32-1EFB354C548A}"/>
              </a:ext>
            </a:extLst>
          </p:cNvPr>
          <p:cNvSpPr>
            <a:spLocks/>
          </p:cNvSpPr>
          <p:nvPr/>
        </p:nvSpPr>
        <p:spPr>
          <a:xfrm>
            <a:off x="87289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1B6C3FC7-8853-4010-847A-2BF6D27674D9}"/>
              </a:ext>
            </a:extLst>
          </p:cNvPr>
          <p:cNvSpPr>
            <a:spLocks/>
          </p:cNvSpPr>
          <p:nvPr/>
        </p:nvSpPr>
        <p:spPr>
          <a:xfrm>
            <a:off x="86970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5D5A35CA-B006-4E24-A15E-733EF3672907}"/>
              </a:ext>
            </a:extLst>
          </p:cNvPr>
          <p:cNvSpPr>
            <a:spLocks/>
          </p:cNvSpPr>
          <p:nvPr/>
        </p:nvSpPr>
        <p:spPr>
          <a:xfrm>
            <a:off x="86403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1362E949-417A-489D-8A84-61DD111D9ADD}"/>
              </a:ext>
            </a:extLst>
          </p:cNvPr>
          <p:cNvSpPr>
            <a:spLocks/>
          </p:cNvSpPr>
          <p:nvPr/>
        </p:nvSpPr>
        <p:spPr>
          <a:xfrm>
            <a:off x="8692097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9B023E6A-24DF-4065-8532-1472A8120E10}"/>
              </a:ext>
            </a:extLst>
          </p:cNvPr>
          <p:cNvSpPr>
            <a:spLocks/>
          </p:cNvSpPr>
          <p:nvPr/>
        </p:nvSpPr>
        <p:spPr>
          <a:xfrm>
            <a:off x="86510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903CC15-7516-480B-BFA3-E838318D6827}"/>
              </a:ext>
            </a:extLst>
          </p:cNvPr>
          <p:cNvSpPr>
            <a:spLocks/>
          </p:cNvSpPr>
          <p:nvPr/>
        </p:nvSpPr>
        <p:spPr>
          <a:xfrm>
            <a:off x="867312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C2B3482-AA9A-449A-AD42-21B5B0A674EB}"/>
              </a:ext>
            </a:extLst>
          </p:cNvPr>
          <p:cNvSpPr>
            <a:spLocks/>
          </p:cNvSpPr>
          <p:nvPr/>
        </p:nvSpPr>
        <p:spPr>
          <a:xfrm>
            <a:off x="8647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4E0CA3D3-11E9-4518-BA94-5CF18CBF5838}"/>
              </a:ext>
            </a:extLst>
          </p:cNvPr>
          <p:cNvSpPr>
            <a:spLocks/>
          </p:cNvSpPr>
          <p:nvPr/>
        </p:nvSpPr>
        <p:spPr>
          <a:xfrm>
            <a:off x="8739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4ECE59B-91E9-4423-A218-25D8AE804B3C}"/>
              </a:ext>
            </a:extLst>
          </p:cNvPr>
          <p:cNvSpPr>
            <a:spLocks/>
          </p:cNvSpPr>
          <p:nvPr/>
        </p:nvSpPr>
        <p:spPr>
          <a:xfrm>
            <a:off x="865420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4C8D3A83-2A7C-4355-824A-0A74053A4E37}"/>
              </a:ext>
            </a:extLst>
          </p:cNvPr>
          <p:cNvSpPr>
            <a:spLocks/>
          </p:cNvSpPr>
          <p:nvPr/>
        </p:nvSpPr>
        <p:spPr>
          <a:xfrm>
            <a:off x="865730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3499BF15-8C57-4A19-8551-49961927B872}"/>
              </a:ext>
            </a:extLst>
          </p:cNvPr>
          <p:cNvSpPr>
            <a:spLocks/>
          </p:cNvSpPr>
          <p:nvPr/>
        </p:nvSpPr>
        <p:spPr>
          <a:xfrm>
            <a:off x="86892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40B2A704-5D25-4EA9-8A59-7CDBB9E4FA4D}"/>
              </a:ext>
            </a:extLst>
          </p:cNvPr>
          <p:cNvSpPr>
            <a:spLocks/>
          </p:cNvSpPr>
          <p:nvPr/>
        </p:nvSpPr>
        <p:spPr>
          <a:xfrm>
            <a:off x="87202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814A3BBA-FB34-49BA-B680-5A91487BCF30}"/>
              </a:ext>
            </a:extLst>
          </p:cNvPr>
          <p:cNvSpPr>
            <a:spLocks/>
          </p:cNvSpPr>
          <p:nvPr/>
        </p:nvSpPr>
        <p:spPr>
          <a:xfrm>
            <a:off x="8724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B39DDB27-0888-490E-8F3F-53DD35DE1447}"/>
              </a:ext>
            </a:extLst>
          </p:cNvPr>
          <p:cNvSpPr>
            <a:spLocks/>
          </p:cNvSpPr>
          <p:nvPr/>
        </p:nvSpPr>
        <p:spPr>
          <a:xfrm>
            <a:off x="865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D6B332E4-EC93-425E-B1DC-AF1DE72A33A4}"/>
              </a:ext>
            </a:extLst>
          </p:cNvPr>
          <p:cNvSpPr>
            <a:spLocks/>
          </p:cNvSpPr>
          <p:nvPr/>
        </p:nvSpPr>
        <p:spPr>
          <a:xfrm>
            <a:off x="864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42CFA9A7-D845-4E4A-80D8-7C54572D5279}"/>
              </a:ext>
            </a:extLst>
          </p:cNvPr>
          <p:cNvSpPr>
            <a:spLocks/>
          </p:cNvSpPr>
          <p:nvPr/>
        </p:nvSpPr>
        <p:spPr>
          <a:xfrm>
            <a:off x="8705671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FA71569B-0958-4CF2-A9F1-62BB6F921ED7}"/>
              </a:ext>
            </a:extLst>
          </p:cNvPr>
          <p:cNvSpPr>
            <a:spLocks/>
          </p:cNvSpPr>
          <p:nvPr/>
        </p:nvSpPr>
        <p:spPr>
          <a:xfrm>
            <a:off x="86970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264ECBB-FDC3-4CA1-8EED-D0DBF51CFB63}"/>
              </a:ext>
            </a:extLst>
          </p:cNvPr>
          <p:cNvSpPr>
            <a:spLocks/>
          </p:cNvSpPr>
          <p:nvPr/>
        </p:nvSpPr>
        <p:spPr>
          <a:xfrm>
            <a:off x="874195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3CAA58A6-0D87-4CFA-BBD1-7A16D7B9B9B4}"/>
              </a:ext>
            </a:extLst>
          </p:cNvPr>
          <p:cNvSpPr>
            <a:spLocks/>
          </p:cNvSpPr>
          <p:nvPr/>
        </p:nvSpPr>
        <p:spPr>
          <a:xfrm>
            <a:off x="8687495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3DB281FD-239A-45CD-8787-7D4038C93A4C}"/>
              </a:ext>
            </a:extLst>
          </p:cNvPr>
          <p:cNvSpPr>
            <a:spLocks/>
          </p:cNvSpPr>
          <p:nvPr/>
        </p:nvSpPr>
        <p:spPr>
          <a:xfrm>
            <a:off x="8757858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D263578-01FE-4147-AD16-DD94CBCDEE09}"/>
              </a:ext>
            </a:extLst>
          </p:cNvPr>
          <p:cNvSpPr>
            <a:spLocks/>
          </p:cNvSpPr>
          <p:nvPr/>
        </p:nvSpPr>
        <p:spPr>
          <a:xfrm>
            <a:off x="869269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483AEFBA-FC33-4677-A011-DDDFCE2431CF}"/>
              </a:ext>
            </a:extLst>
          </p:cNvPr>
          <p:cNvSpPr>
            <a:spLocks/>
          </p:cNvSpPr>
          <p:nvPr/>
        </p:nvSpPr>
        <p:spPr>
          <a:xfrm>
            <a:off x="867662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8E119884-8883-49A8-A586-5D1A4C961897}"/>
              </a:ext>
            </a:extLst>
          </p:cNvPr>
          <p:cNvSpPr>
            <a:spLocks/>
          </p:cNvSpPr>
          <p:nvPr/>
        </p:nvSpPr>
        <p:spPr>
          <a:xfrm>
            <a:off x="8720335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AF5F9571-16A2-403C-AE27-1540767A89CB}"/>
              </a:ext>
            </a:extLst>
          </p:cNvPr>
          <p:cNvSpPr>
            <a:spLocks/>
          </p:cNvSpPr>
          <p:nvPr/>
        </p:nvSpPr>
        <p:spPr>
          <a:xfrm>
            <a:off x="865599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EFFEA15-7D6F-49BF-8290-399CFE4BC1C3}"/>
              </a:ext>
            </a:extLst>
          </p:cNvPr>
          <p:cNvSpPr>
            <a:spLocks/>
          </p:cNvSpPr>
          <p:nvPr/>
        </p:nvSpPr>
        <p:spPr>
          <a:xfrm>
            <a:off x="8732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4AEBF2F-47A8-48E6-9240-DCD58E346657}"/>
              </a:ext>
            </a:extLst>
          </p:cNvPr>
          <p:cNvSpPr>
            <a:spLocks/>
          </p:cNvSpPr>
          <p:nvPr/>
        </p:nvSpPr>
        <p:spPr>
          <a:xfrm>
            <a:off x="87049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004CF49-16F6-4BC2-883C-4E3B46F42843}"/>
              </a:ext>
            </a:extLst>
          </p:cNvPr>
          <p:cNvSpPr>
            <a:spLocks/>
          </p:cNvSpPr>
          <p:nvPr/>
        </p:nvSpPr>
        <p:spPr>
          <a:xfrm>
            <a:off x="8697720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3CC474B4-97D5-485B-B5B8-6A3CE0E34261}"/>
              </a:ext>
            </a:extLst>
          </p:cNvPr>
          <p:cNvSpPr>
            <a:spLocks/>
          </p:cNvSpPr>
          <p:nvPr/>
        </p:nvSpPr>
        <p:spPr>
          <a:xfrm>
            <a:off x="871187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540D3C91-BDDD-4B0B-A6C7-166A3276CBFF}"/>
              </a:ext>
            </a:extLst>
          </p:cNvPr>
          <p:cNvSpPr>
            <a:spLocks/>
          </p:cNvSpPr>
          <p:nvPr/>
        </p:nvSpPr>
        <p:spPr>
          <a:xfrm>
            <a:off x="87388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B8CBD7AB-A73D-468B-9840-E8AEB1E040C8}"/>
              </a:ext>
            </a:extLst>
          </p:cNvPr>
          <p:cNvSpPr>
            <a:spLocks/>
          </p:cNvSpPr>
          <p:nvPr/>
        </p:nvSpPr>
        <p:spPr>
          <a:xfrm>
            <a:off x="86778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70DB6F37-CC48-4227-981F-35A8AFD90493}"/>
              </a:ext>
            </a:extLst>
          </p:cNvPr>
          <p:cNvSpPr>
            <a:spLocks/>
          </p:cNvSpPr>
          <p:nvPr/>
        </p:nvSpPr>
        <p:spPr>
          <a:xfrm>
            <a:off x="86651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6F9571CA-11B9-452A-A3A0-31447D4F4604}"/>
              </a:ext>
            </a:extLst>
          </p:cNvPr>
          <p:cNvSpPr>
            <a:spLocks/>
          </p:cNvSpPr>
          <p:nvPr/>
        </p:nvSpPr>
        <p:spPr>
          <a:xfrm>
            <a:off x="8728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5D3258C-AA69-477B-B6D1-946F98D22B40}"/>
              </a:ext>
            </a:extLst>
          </p:cNvPr>
          <p:cNvSpPr>
            <a:spLocks/>
          </p:cNvSpPr>
          <p:nvPr/>
        </p:nvSpPr>
        <p:spPr>
          <a:xfrm>
            <a:off x="87015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9B3C0FBE-87DF-4F86-89B0-64F17FE17A87}"/>
              </a:ext>
            </a:extLst>
          </p:cNvPr>
          <p:cNvSpPr>
            <a:spLocks/>
          </p:cNvSpPr>
          <p:nvPr/>
        </p:nvSpPr>
        <p:spPr>
          <a:xfrm>
            <a:off x="8710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C6603C81-A26A-45EE-94CF-04BA20D146CE}"/>
              </a:ext>
            </a:extLst>
          </p:cNvPr>
          <p:cNvSpPr>
            <a:spLocks/>
          </p:cNvSpPr>
          <p:nvPr/>
        </p:nvSpPr>
        <p:spPr>
          <a:xfrm>
            <a:off x="8636807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087B9844-59EB-4456-A5A0-CFB913244B1B}"/>
              </a:ext>
            </a:extLst>
          </p:cNvPr>
          <p:cNvSpPr>
            <a:spLocks/>
          </p:cNvSpPr>
          <p:nvPr/>
        </p:nvSpPr>
        <p:spPr>
          <a:xfrm>
            <a:off x="871677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4E27FA76-A6F6-430F-A227-F78F01B47669}"/>
              </a:ext>
            </a:extLst>
          </p:cNvPr>
          <p:cNvSpPr>
            <a:spLocks/>
          </p:cNvSpPr>
          <p:nvPr/>
        </p:nvSpPr>
        <p:spPr>
          <a:xfrm>
            <a:off x="873537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BC15109A-2CAC-4E60-BF4E-4BB1D76102EA}"/>
              </a:ext>
            </a:extLst>
          </p:cNvPr>
          <p:cNvSpPr>
            <a:spLocks/>
          </p:cNvSpPr>
          <p:nvPr/>
        </p:nvSpPr>
        <p:spPr>
          <a:xfrm>
            <a:off x="86439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BFC02EA7-FD66-4DF5-B2E7-8E20F59AF642}"/>
              </a:ext>
            </a:extLst>
          </p:cNvPr>
          <p:cNvSpPr>
            <a:spLocks/>
          </p:cNvSpPr>
          <p:nvPr/>
        </p:nvSpPr>
        <p:spPr>
          <a:xfrm>
            <a:off x="86780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FB1E8E1C-FB62-44C4-8E74-1C7B4AA518D7}"/>
              </a:ext>
            </a:extLst>
          </p:cNvPr>
          <p:cNvSpPr>
            <a:spLocks/>
          </p:cNvSpPr>
          <p:nvPr/>
        </p:nvSpPr>
        <p:spPr>
          <a:xfrm>
            <a:off x="87430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A468686C-4C72-4691-B9DF-ABF4F73AD907}"/>
              </a:ext>
            </a:extLst>
          </p:cNvPr>
          <p:cNvSpPr>
            <a:spLocks/>
          </p:cNvSpPr>
          <p:nvPr/>
        </p:nvSpPr>
        <p:spPr>
          <a:xfrm>
            <a:off x="86494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1F95AE83-3D6D-4E2F-8F07-CD1FDE9FC1C5}"/>
              </a:ext>
            </a:extLst>
          </p:cNvPr>
          <p:cNvSpPr>
            <a:spLocks/>
          </p:cNvSpPr>
          <p:nvPr/>
        </p:nvSpPr>
        <p:spPr>
          <a:xfrm>
            <a:off x="868300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8E903A39-C4B5-4420-8CE5-0DD8E4D205B8}"/>
              </a:ext>
            </a:extLst>
          </p:cNvPr>
          <p:cNvSpPr>
            <a:spLocks/>
          </p:cNvSpPr>
          <p:nvPr/>
        </p:nvSpPr>
        <p:spPr>
          <a:xfrm>
            <a:off x="8689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8F2AD69D-C0DC-4424-889A-90A0481E33E7}"/>
              </a:ext>
            </a:extLst>
          </p:cNvPr>
          <p:cNvSpPr>
            <a:spLocks/>
          </p:cNvSpPr>
          <p:nvPr/>
        </p:nvSpPr>
        <p:spPr>
          <a:xfrm>
            <a:off x="87048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A6E43814-5628-4B9A-B991-9AB751C38B46}"/>
              </a:ext>
            </a:extLst>
          </p:cNvPr>
          <p:cNvSpPr>
            <a:spLocks/>
          </p:cNvSpPr>
          <p:nvPr/>
        </p:nvSpPr>
        <p:spPr>
          <a:xfrm>
            <a:off x="87029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1DF9078F-45D7-4CF0-A048-AE85C66AA69E}"/>
              </a:ext>
            </a:extLst>
          </p:cNvPr>
          <p:cNvSpPr>
            <a:spLocks/>
          </p:cNvSpPr>
          <p:nvPr/>
        </p:nvSpPr>
        <p:spPr>
          <a:xfrm>
            <a:off x="871524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816C16B7-D102-4ADE-A67F-ED8E267DADCE}"/>
              </a:ext>
            </a:extLst>
          </p:cNvPr>
          <p:cNvSpPr>
            <a:spLocks/>
          </p:cNvSpPr>
          <p:nvPr/>
        </p:nvSpPr>
        <p:spPr>
          <a:xfrm>
            <a:off x="87479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9E15A7-BB55-493D-A3A0-414F02B11DFF}"/>
              </a:ext>
            </a:extLst>
          </p:cNvPr>
          <p:cNvSpPr>
            <a:spLocks/>
          </p:cNvSpPr>
          <p:nvPr/>
        </p:nvSpPr>
        <p:spPr>
          <a:xfrm>
            <a:off x="87059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5EA1C9DF-57EC-4521-BFC2-F4BB321DCBF9}"/>
              </a:ext>
            </a:extLst>
          </p:cNvPr>
          <p:cNvSpPr>
            <a:spLocks/>
          </p:cNvSpPr>
          <p:nvPr/>
        </p:nvSpPr>
        <p:spPr>
          <a:xfrm>
            <a:off x="8665837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DD65D7B0-548F-41E5-8654-21F087FDAC06}"/>
              </a:ext>
            </a:extLst>
          </p:cNvPr>
          <p:cNvSpPr>
            <a:spLocks/>
          </p:cNvSpPr>
          <p:nvPr/>
        </p:nvSpPr>
        <p:spPr>
          <a:xfrm>
            <a:off x="8750715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0BF383E2-7BD7-4FE5-8C7D-ECF0BCB7278C}"/>
              </a:ext>
            </a:extLst>
          </p:cNvPr>
          <p:cNvSpPr>
            <a:spLocks/>
          </p:cNvSpPr>
          <p:nvPr/>
        </p:nvSpPr>
        <p:spPr>
          <a:xfrm>
            <a:off x="86937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766452A6-A554-4198-8351-B2EF40F21A62}"/>
              </a:ext>
            </a:extLst>
          </p:cNvPr>
          <p:cNvSpPr>
            <a:spLocks/>
          </p:cNvSpPr>
          <p:nvPr/>
        </p:nvSpPr>
        <p:spPr>
          <a:xfrm>
            <a:off x="8726814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F75B684D-695E-4CE4-A7B4-4F9034B2ECC2}"/>
              </a:ext>
            </a:extLst>
          </p:cNvPr>
          <p:cNvSpPr>
            <a:spLocks/>
          </p:cNvSpPr>
          <p:nvPr/>
        </p:nvSpPr>
        <p:spPr>
          <a:xfrm>
            <a:off x="867139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9F5D3D5-4B58-4FAA-B02F-FB7EC56FE8D4}"/>
              </a:ext>
            </a:extLst>
          </p:cNvPr>
          <p:cNvSpPr>
            <a:spLocks/>
          </p:cNvSpPr>
          <p:nvPr/>
        </p:nvSpPr>
        <p:spPr>
          <a:xfrm>
            <a:off x="8686739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04EB8808-3392-49BE-94A2-AD39688B760D}"/>
              </a:ext>
            </a:extLst>
          </p:cNvPr>
          <p:cNvSpPr>
            <a:spLocks/>
          </p:cNvSpPr>
          <p:nvPr/>
        </p:nvSpPr>
        <p:spPr>
          <a:xfrm>
            <a:off x="871590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AA4D9BDF-5B13-45D4-8897-8E97C3494CFA}"/>
              </a:ext>
            </a:extLst>
          </p:cNvPr>
          <p:cNvSpPr>
            <a:spLocks/>
          </p:cNvSpPr>
          <p:nvPr/>
        </p:nvSpPr>
        <p:spPr>
          <a:xfrm>
            <a:off x="87097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28AA2E3E-70CB-462D-975E-571744F0DC2C}"/>
              </a:ext>
            </a:extLst>
          </p:cNvPr>
          <p:cNvSpPr>
            <a:spLocks/>
          </p:cNvSpPr>
          <p:nvPr/>
        </p:nvSpPr>
        <p:spPr>
          <a:xfrm>
            <a:off x="86879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3A93727F-40B2-42C6-A420-D1F64A49EDAF}"/>
              </a:ext>
            </a:extLst>
          </p:cNvPr>
          <p:cNvSpPr>
            <a:spLocks/>
          </p:cNvSpPr>
          <p:nvPr/>
        </p:nvSpPr>
        <p:spPr>
          <a:xfrm>
            <a:off x="86769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39D01ED-798D-40AB-8B90-1D1E5D67F507}"/>
              </a:ext>
            </a:extLst>
          </p:cNvPr>
          <p:cNvSpPr>
            <a:spLocks/>
          </p:cNvSpPr>
          <p:nvPr/>
        </p:nvSpPr>
        <p:spPr>
          <a:xfrm>
            <a:off x="87254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F1F32AB-6019-4C3C-BF1C-F11F988D2D26}"/>
              </a:ext>
            </a:extLst>
          </p:cNvPr>
          <p:cNvSpPr>
            <a:spLocks/>
          </p:cNvSpPr>
          <p:nvPr/>
        </p:nvSpPr>
        <p:spPr>
          <a:xfrm>
            <a:off x="86456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572ACDF7-7513-4139-B0CF-E915ADF95FEF}"/>
              </a:ext>
            </a:extLst>
          </p:cNvPr>
          <p:cNvSpPr>
            <a:spLocks/>
          </p:cNvSpPr>
          <p:nvPr/>
        </p:nvSpPr>
        <p:spPr>
          <a:xfrm>
            <a:off x="871581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50E00CD0-0CDE-4674-86FA-C06372862921}"/>
              </a:ext>
            </a:extLst>
          </p:cNvPr>
          <p:cNvSpPr>
            <a:spLocks/>
          </p:cNvSpPr>
          <p:nvPr/>
        </p:nvSpPr>
        <p:spPr>
          <a:xfrm>
            <a:off x="866340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F7E2ECE8-A386-49A1-90FE-0E55F35F12CD}"/>
              </a:ext>
            </a:extLst>
          </p:cNvPr>
          <p:cNvSpPr>
            <a:spLocks/>
          </p:cNvSpPr>
          <p:nvPr/>
        </p:nvSpPr>
        <p:spPr>
          <a:xfrm>
            <a:off x="87350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C30E0B82-5A48-4A26-A4ED-937992CE192F}"/>
              </a:ext>
            </a:extLst>
          </p:cNvPr>
          <p:cNvSpPr>
            <a:spLocks/>
          </p:cNvSpPr>
          <p:nvPr/>
        </p:nvSpPr>
        <p:spPr>
          <a:xfrm>
            <a:off x="87287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CF2BE269-F536-4B1D-BD7D-B393FADD31D4}"/>
              </a:ext>
            </a:extLst>
          </p:cNvPr>
          <p:cNvSpPr>
            <a:spLocks/>
          </p:cNvSpPr>
          <p:nvPr/>
        </p:nvSpPr>
        <p:spPr>
          <a:xfrm>
            <a:off x="87527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4D917B6B-8DC2-4958-9985-3957ED37FBB9}"/>
              </a:ext>
            </a:extLst>
          </p:cNvPr>
          <p:cNvSpPr>
            <a:spLocks/>
          </p:cNvSpPr>
          <p:nvPr/>
        </p:nvSpPr>
        <p:spPr>
          <a:xfrm>
            <a:off x="868617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6F739100-81F5-4AB9-A583-9B71F0EFDB94}"/>
              </a:ext>
            </a:extLst>
          </p:cNvPr>
          <p:cNvSpPr>
            <a:spLocks/>
          </p:cNvSpPr>
          <p:nvPr/>
        </p:nvSpPr>
        <p:spPr>
          <a:xfrm>
            <a:off x="87020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B88AE76C-6AF7-4202-B6E6-9E3D98F0264D}"/>
              </a:ext>
            </a:extLst>
          </p:cNvPr>
          <p:cNvSpPr>
            <a:spLocks/>
          </p:cNvSpPr>
          <p:nvPr/>
        </p:nvSpPr>
        <p:spPr>
          <a:xfrm>
            <a:off x="8720565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EE29E9B1-B443-4E1C-B3C5-E99002F656DD}"/>
              </a:ext>
            </a:extLst>
          </p:cNvPr>
          <p:cNvSpPr>
            <a:spLocks/>
          </p:cNvSpPr>
          <p:nvPr/>
        </p:nvSpPr>
        <p:spPr>
          <a:xfrm>
            <a:off x="87283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596A9088-E5D4-4910-A0E6-D147505A920A}"/>
              </a:ext>
            </a:extLst>
          </p:cNvPr>
          <p:cNvSpPr>
            <a:spLocks/>
          </p:cNvSpPr>
          <p:nvPr/>
        </p:nvSpPr>
        <p:spPr>
          <a:xfrm>
            <a:off x="866471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A491446C-6F41-458E-BEFB-5DDC443B254E}"/>
              </a:ext>
            </a:extLst>
          </p:cNvPr>
          <p:cNvSpPr>
            <a:spLocks/>
          </p:cNvSpPr>
          <p:nvPr/>
        </p:nvSpPr>
        <p:spPr>
          <a:xfrm>
            <a:off x="86915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AF2EA671-B811-401E-AD8E-DA8EE4D15188}"/>
              </a:ext>
            </a:extLst>
          </p:cNvPr>
          <p:cNvSpPr>
            <a:spLocks/>
          </p:cNvSpPr>
          <p:nvPr/>
        </p:nvSpPr>
        <p:spPr>
          <a:xfrm>
            <a:off x="868228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464A0C16-C62D-47E6-B3D3-9426E19865FF}"/>
              </a:ext>
            </a:extLst>
          </p:cNvPr>
          <p:cNvSpPr>
            <a:spLocks/>
          </p:cNvSpPr>
          <p:nvPr/>
        </p:nvSpPr>
        <p:spPr>
          <a:xfrm>
            <a:off x="864891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9C4C0446-AC5A-4018-A95B-18783FA730CD}"/>
              </a:ext>
            </a:extLst>
          </p:cNvPr>
          <p:cNvSpPr>
            <a:spLocks/>
          </p:cNvSpPr>
          <p:nvPr/>
        </p:nvSpPr>
        <p:spPr>
          <a:xfrm>
            <a:off x="864996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1D12AB88-0A2E-4865-8BCB-22477953529C}"/>
              </a:ext>
            </a:extLst>
          </p:cNvPr>
          <p:cNvSpPr>
            <a:spLocks/>
          </p:cNvSpPr>
          <p:nvPr/>
        </p:nvSpPr>
        <p:spPr>
          <a:xfrm>
            <a:off x="8679700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EB4589A8-2FA3-459C-BA8F-F1E920403109}"/>
              </a:ext>
            </a:extLst>
          </p:cNvPr>
          <p:cNvSpPr>
            <a:spLocks/>
          </p:cNvSpPr>
          <p:nvPr/>
        </p:nvSpPr>
        <p:spPr>
          <a:xfrm>
            <a:off x="87487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CDBFA3AB-89D0-4BE2-8655-056C5F759215}"/>
              </a:ext>
            </a:extLst>
          </p:cNvPr>
          <p:cNvSpPr>
            <a:spLocks/>
          </p:cNvSpPr>
          <p:nvPr/>
        </p:nvSpPr>
        <p:spPr>
          <a:xfrm>
            <a:off x="8668134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3FA528AA-2A31-45D5-A5AD-29BA3E6F948C}"/>
              </a:ext>
            </a:extLst>
          </p:cNvPr>
          <p:cNvSpPr>
            <a:spLocks/>
          </p:cNvSpPr>
          <p:nvPr/>
        </p:nvSpPr>
        <p:spPr>
          <a:xfrm>
            <a:off x="8748130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AF0067D5-D3C0-4B5F-AB7C-3389FC48BA72}"/>
              </a:ext>
            </a:extLst>
          </p:cNvPr>
          <p:cNvSpPr>
            <a:spLocks/>
          </p:cNvSpPr>
          <p:nvPr/>
        </p:nvSpPr>
        <p:spPr>
          <a:xfrm>
            <a:off x="8653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C6C6A995-AF2A-404C-A210-FABCD0E799C5}"/>
              </a:ext>
            </a:extLst>
          </p:cNvPr>
          <p:cNvSpPr>
            <a:spLocks/>
          </p:cNvSpPr>
          <p:nvPr/>
        </p:nvSpPr>
        <p:spPr>
          <a:xfrm>
            <a:off x="8738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DAA0EF0-0B92-4FC0-A714-17C0B1EF4FE5}"/>
              </a:ext>
            </a:extLst>
          </p:cNvPr>
          <p:cNvSpPr>
            <a:spLocks/>
          </p:cNvSpPr>
          <p:nvPr/>
        </p:nvSpPr>
        <p:spPr>
          <a:xfrm>
            <a:off x="8679591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A3FF3B8D-9218-46C7-A3D2-9E35D00BC568}"/>
              </a:ext>
            </a:extLst>
          </p:cNvPr>
          <p:cNvSpPr>
            <a:spLocks/>
          </p:cNvSpPr>
          <p:nvPr/>
        </p:nvSpPr>
        <p:spPr>
          <a:xfrm>
            <a:off x="86836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79C49D9-DDD9-41DE-9175-501E134E2CE5}"/>
              </a:ext>
            </a:extLst>
          </p:cNvPr>
          <p:cNvSpPr>
            <a:spLocks/>
          </p:cNvSpPr>
          <p:nvPr/>
        </p:nvSpPr>
        <p:spPr>
          <a:xfrm>
            <a:off x="86464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7627C705-B752-4404-8A67-2FB3536FE9C6}"/>
              </a:ext>
            </a:extLst>
          </p:cNvPr>
          <p:cNvSpPr>
            <a:spLocks/>
          </p:cNvSpPr>
          <p:nvPr/>
        </p:nvSpPr>
        <p:spPr>
          <a:xfrm>
            <a:off x="870079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CDAE227A-C746-4BF0-8E82-368EFCE965A0}"/>
              </a:ext>
            </a:extLst>
          </p:cNvPr>
          <p:cNvSpPr>
            <a:spLocks/>
          </p:cNvSpPr>
          <p:nvPr/>
        </p:nvSpPr>
        <p:spPr>
          <a:xfrm>
            <a:off x="8705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F0C1D42-D664-4B22-8AB6-75A8CB95F933}"/>
              </a:ext>
            </a:extLst>
          </p:cNvPr>
          <p:cNvSpPr>
            <a:spLocks/>
          </p:cNvSpPr>
          <p:nvPr/>
        </p:nvSpPr>
        <p:spPr>
          <a:xfrm>
            <a:off x="87220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2DB9F249-F9F3-4FCB-B431-723495C20C47}"/>
              </a:ext>
            </a:extLst>
          </p:cNvPr>
          <p:cNvSpPr>
            <a:spLocks/>
          </p:cNvSpPr>
          <p:nvPr/>
        </p:nvSpPr>
        <p:spPr>
          <a:xfrm>
            <a:off x="870047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660CB5E-9C2F-4139-820B-CAE1A17A0299}"/>
              </a:ext>
            </a:extLst>
          </p:cNvPr>
          <p:cNvSpPr>
            <a:spLocks/>
          </p:cNvSpPr>
          <p:nvPr/>
        </p:nvSpPr>
        <p:spPr>
          <a:xfrm>
            <a:off x="87352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2901059A-5626-4D7D-B6A0-5644C1C227AA}"/>
              </a:ext>
            </a:extLst>
          </p:cNvPr>
          <p:cNvSpPr>
            <a:spLocks/>
          </p:cNvSpPr>
          <p:nvPr/>
        </p:nvSpPr>
        <p:spPr>
          <a:xfrm>
            <a:off x="8715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E87620D1-0CEB-45AD-A595-BCBDD5D07EF6}"/>
              </a:ext>
            </a:extLst>
          </p:cNvPr>
          <p:cNvSpPr>
            <a:spLocks/>
          </p:cNvSpPr>
          <p:nvPr/>
        </p:nvSpPr>
        <p:spPr>
          <a:xfrm>
            <a:off x="868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3A4C63A-BC12-41BB-A19E-EDEEF003ABF3}"/>
              </a:ext>
            </a:extLst>
          </p:cNvPr>
          <p:cNvSpPr>
            <a:spLocks/>
          </p:cNvSpPr>
          <p:nvPr/>
        </p:nvSpPr>
        <p:spPr>
          <a:xfrm>
            <a:off x="8680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7CA3AC3-22C9-41A9-A416-DE6F0BE6ED69}"/>
              </a:ext>
            </a:extLst>
          </p:cNvPr>
          <p:cNvSpPr>
            <a:spLocks/>
          </p:cNvSpPr>
          <p:nvPr/>
        </p:nvSpPr>
        <p:spPr>
          <a:xfrm>
            <a:off x="86982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BC3F129F-68E5-47A3-81B4-45D51CFFC558}"/>
              </a:ext>
            </a:extLst>
          </p:cNvPr>
          <p:cNvSpPr>
            <a:spLocks/>
          </p:cNvSpPr>
          <p:nvPr/>
        </p:nvSpPr>
        <p:spPr>
          <a:xfrm>
            <a:off x="871281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348FF5FA-0D4A-4B10-A10C-B48F2119BFC7}"/>
              </a:ext>
            </a:extLst>
          </p:cNvPr>
          <p:cNvSpPr>
            <a:spLocks/>
          </p:cNvSpPr>
          <p:nvPr/>
        </p:nvSpPr>
        <p:spPr>
          <a:xfrm>
            <a:off x="866249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6103167-0F18-4C7D-8155-722B18D2A8C8}"/>
              </a:ext>
            </a:extLst>
          </p:cNvPr>
          <p:cNvSpPr>
            <a:spLocks/>
          </p:cNvSpPr>
          <p:nvPr/>
        </p:nvSpPr>
        <p:spPr>
          <a:xfrm>
            <a:off x="8707105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888EE591-16B8-4019-9B1B-6CFED682DF41}"/>
              </a:ext>
            </a:extLst>
          </p:cNvPr>
          <p:cNvSpPr>
            <a:spLocks/>
          </p:cNvSpPr>
          <p:nvPr/>
        </p:nvSpPr>
        <p:spPr>
          <a:xfrm>
            <a:off x="872595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538E7A2E-AFD3-420E-9F5E-352CE369B31F}"/>
              </a:ext>
            </a:extLst>
          </p:cNvPr>
          <p:cNvSpPr>
            <a:spLocks/>
          </p:cNvSpPr>
          <p:nvPr/>
        </p:nvSpPr>
        <p:spPr>
          <a:xfrm>
            <a:off x="86543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AB616CFE-7E0B-4B35-AEA8-FD71415F5A1A}"/>
              </a:ext>
            </a:extLst>
          </p:cNvPr>
          <p:cNvSpPr>
            <a:spLocks/>
          </p:cNvSpPr>
          <p:nvPr/>
        </p:nvSpPr>
        <p:spPr>
          <a:xfrm>
            <a:off x="874658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6E2590C9-4F9D-4857-BFDC-9F52E929BDBF}"/>
              </a:ext>
            </a:extLst>
          </p:cNvPr>
          <p:cNvSpPr>
            <a:spLocks/>
          </p:cNvSpPr>
          <p:nvPr/>
        </p:nvSpPr>
        <p:spPr>
          <a:xfrm>
            <a:off x="87020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39F7A128-7026-40AD-937B-4E49094C8278}"/>
              </a:ext>
            </a:extLst>
          </p:cNvPr>
          <p:cNvSpPr>
            <a:spLocks/>
          </p:cNvSpPr>
          <p:nvPr/>
        </p:nvSpPr>
        <p:spPr>
          <a:xfrm>
            <a:off x="87325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F077D7E6-015E-4F15-9A45-4E753D1B78F1}"/>
              </a:ext>
            </a:extLst>
          </p:cNvPr>
          <p:cNvSpPr>
            <a:spLocks/>
          </p:cNvSpPr>
          <p:nvPr/>
        </p:nvSpPr>
        <p:spPr>
          <a:xfrm>
            <a:off x="86817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EA924A2E-4EBD-4818-9EC3-AEB08DEA15AA}"/>
              </a:ext>
            </a:extLst>
          </p:cNvPr>
          <p:cNvSpPr>
            <a:spLocks/>
          </p:cNvSpPr>
          <p:nvPr/>
        </p:nvSpPr>
        <p:spPr>
          <a:xfrm>
            <a:off x="872747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8F71A453-FBA7-4D83-972D-B6B7E6DFEC57}"/>
              </a:ext>
            </a:extLst>
          </p:cNvPr>
          <p:cNvSpPr>
            <a:spLocks/>
          </p:cNvSpPr>
          <p:nvPr/>
        </p:nvSpPr>
        <p:spPr>
          <a:xfrm>
            <a:off x="8648269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2FA71CE5-999D-4E86-8970-88DCC9885A98}"/>
              </a:ext>
            </a:extLst>
          </p:cNvPr>
          <p:cNvSpPr>
            <a:spLocks/>
          </p:cNvSpPr>
          <p:nvPr/>
        </p:nvSpPr>
        <p:spPr>
          <a:xfrm>
            <a:off x="863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8FD8BE92-31CF-44E4-8BFF-2DCE07ACB27E}"/>
              </a:ext>
            </a:extLst>
          </p:cNvPr>
          <p:cNvSpPr>
            <a:spLocks/>
          </p:cNvSpPr>
          <p:nvPr/>
        </p:nvSpPr>
        <p:spPr>
          <a:xfrm>
            <a:off x="87383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F51053B-D51A-4268-97C9-1D9C7FF68758}"/>
              </a:ext>
            </a:extLst>
          </p:cNvPr>
          <p:cNvSpPr>
            <a:spLocks/>
          </p:cNvSpPr>
          <p:nvPr/>
        </p:nvSpPr>
        <p:spPr>
          <a:xfrm>
            <a:off x="86446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58830D3B-6914-4E30-9349-94D186A4F11D}"/>
              </a:ext>
            </a:extLst>
          </p:cNvPr>
          <p:cNvSpPr>
            <a:spLocks/>
          </p:cNvSpPr>
          <p:nvPr/>
        </p:nvSpPr>
        <p:spPr>
          <a:xfrm>
            <a:off x="86943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E965610E-E1D8-4C3B-84D9-531933A9F759}"/>
              </a:ext>
            </a:extLst>
          </p:cNvPr>
          <p:cNvSpPr>
            <a:spLocks/>
          </p:cNvSpPr>
          <p:nvPr/>
        </p:nvSpPr>
        <p:spPr>
          <a:xfrm>
            <a:off x="8725325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F28C21F4-CA97-427D-81E6-92C9AFB4BC8E}"/>
              </a:ext>
            </a:extLst>
          </p:cNvPr>
          <p:cNvSpPr>
            <a:spLocks/>
          </p:cNvSpPr>
          <p:nvPr/>
        </p:nvSpPr>
        <p:spPr>
          <a:xfrm>
            <a:off x="8680455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8F1C6D8C-43F6-4686-A4E1-D30AB8070015}"/>
              </a:ext>
            </a:extLst>
          </p:cNvPr>
          <p:cNvSpPr>
            <a:spLocks/>
          </p:cNvSpPr>
          <p:nvPr/>
        </p:nvSpPr>
        <p:spPr>
          <a:xfrm>
            <a:off x="873558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E1879920-84C6-461C-91B1-77B851D3F65C}"/>
              </a:ext>
            </a:extLst>
          </p:cNvPr>
          <p:cNvSpPr>
            <a:spLocks/>
          </p:cNvSpPr>
          <p:nvPr/>
        </p:nvSpPr>
        <p:spPr>
          <a:xfrm>
            <a:off x="86620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A222288A-68B1-454C-B9F5-55E299F26753}"/>
              </a:ext>
            </a:extLst>
          </p:cNvPr>
          <p:cNvSpPr>
            <a:spLocks/>
          </p:cNvSpPr>
          <p:nvPr/>
        </p:nvSpPr>
        <p:spPr>
          <a:xfrm>
            <a:off x="870385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9A9A59D-E29E-4DF8-B8C4-8CF21242AAAE}"/>
              </a:ext>
            </a:extLst>
          </p:cNvPr>
          <p:cNvSpPr>
            <a:spLocks/>
          </p:cNvSpPr>
          <p:nvPr/>
        </p:nvSpPr>
        <p:spPr>
          <a:xfrm>
            <a:off x="86372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B5AC820D-5310-484D-8C33-22BE1D0A9232}"/>
              </a:ext>
            </a:extLst>
          </p:cNvPr>
          <p:cNvSpPr>
            <a:spLocks/>
          </p:cNvSpPr>
          <p:nvPr/>
        </p:nvSpPr>
        <p:spPr>
          <a:xfrm>
            <a:off x="87575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5A285F1-7E0D-4520-A10E-EB196C1D79FA}"/>
              </a:ext>
            </a:extLst>
          </p:cNvPr>
          <p:cNvSpPr>
            <a:spLocks/>
          </p:cNvSpPr>
          <p:nvPr/>
        </p:nvSpPr>
        <p:spPr>
          <a:xfrm>
            <a:off x="873481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7BC2B94F-C330-4A67-95C6-F499BDAC04C2}"/>
              </a:ext>
            </a:extLst>
          </p:cNvPr>
          <p:cNvSpPr>
            <a:spLocks/>
          </p:cNvSpPr>
          <p:nvPr/>
        </p:nvSpPr>
        <p:spPr>
          <a:xfrm>
            <a:off x="873057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FCA3118-C4D1-4E83-BC1F-7F0EA6AC6A4C}"/>
              </a:ext>
            </a:extLst>
          </p:cNvPr>
          <p:cNvSpPr>
            <a:spLocks/>
          </p:cNvSpPr>
          <p:nvPr/>
        </p:nvSpPr>
        <p:spPr>
          <a:xfrm>
            <a:off x="8648045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2E02AEF7-3197-4E09-85D7-93292481E5CA}"/>
              </a:ext>
            </a:extLst>
          </p:cNvPr>
          <p:cNvSpPr>
            <a:spLocks/>
          </p:cNvSpPr>
          <p:nvPr/>
        </p:nvSpPr>
        <p:spPr>
          <a:xfrm>
            <a:off x="87503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49193D01-7043-412A-82BE-FDEF2A737A41}"/>
              </a:ext>
            </a:extLst>
          </p:cNvPr>
          <p:cNvSpPr>
            <a:spLocks/>
          </p:cNvSpPr>
          <p:nvPr/>
        </p:nvSpPr>
        <p:spPr>
          <a:xfrm>
            <a:off x="8734223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2FA9B57-7A1A-48C4-9DC6-9382F9BE9320}"/>
              </a:ext>
            </a:extLst>
          </p:cNvPr>
          <p:cNvSpPr>
            <a:spLocks/>
          </p:cNvSpPr>
          <p:nvPr/>
        </p:nvSpPr>
        <p:spPr>
          <a:xfrm>
            <a:off x="870105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9DC751E5-C74F-4A22-832A-3DC09C72F666}"/>
              </a:ext>
            </a:extLst>
          </p:cNvPr>
          <p:cNvSpPr>
            <a:spLocks/>
          </p:cNvSpPr>
          <p:nvPr/>
        </p:nvSpPr>
        <p:spPr>
          <a:xfrm>
            <a:off x="87066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A28A15A3-AB01-42A4-A643-4A65A82547E1}"/>
              </a:ext>
            </a:extLst>
          </p:cNvPr>
          <p:cNvSpPr>
            <a:spLocks/>
          </p:cNvSpPr>
          <p:nvPr/>
        </p:nvSpPr>
        <p:spPr>
          <a:xfrm>
            <a:off x="8683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801333CA-9D92-4A4B-84B4-54172F8F804F}"/>
              </a:ext>
            </a:extLst>
          </p:cNvPr>
          <p:cNvSpPr>
            <a:spLocks/>
          </p:cNvSpPr>
          <p:nvPr/>
        </p:nvSpPr>
        <p:spPr>
          <a:xfrm>
            <a:off x="871697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7683B9A8-50B2-497F-99F6-40DDF0DBCFC8}"/>
              </a:ext>
            </a:extLst>
          </p:cNvPr>
          <p:cNvSpPr>
            <a:spLocks/>
          </p:cNvSpPr>
          <p:nvPr/>
        </p:nvSpPr>
        <p:spPr>
          <a:xfrm>
            <a:off x="8643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0B4F747-68EA-4415-837D-1262B33C40C7}"/>
              </a:ext>
            </a:extLst>
          </p:cNvPr>
          <p:cNvSpPr>
            <a:spLocks/>
          </p:cNvSpPr>
          <p:nvPr/>
        </p:nvSpPr>
        <p:spPr>
          <a:xfrm>
            <a:off x="868052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9F440CA-631F-413A-98A7-4B811D484B51}"/>
              </a:ext>
            </a:extLst>
          </p:cNvPr>
          <p:cNvSpPr>
            <a:spLocks/>
          </p:cNvSpPr>
          <p:nvPr/>
        </p:nvSpPr>
        <p:spPr>
          <a:xfrm>
            <a:off x="8679101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23EFB24-088C-4FD4-9D88-7F58E1520087}"/>
              </a:ext>
            </a:extLst>
          </p:cNvPr>
          <p:cNvSpPr>
            <a:spLocks/>
          </p:cNvSpPr>
          <p:nvPr/>
        </p:nvSpPr>
        <p:spPr>
          <a:xfrm>
            <a:off x="87552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63CC1A5-1747-4BCA-81CA-93B1E5CCCF10}"/>
              </a:ext>
            </a:extLst>
          </p:cNvPr>
          <p:cNvSpPr>
            <a:spLocks/>
          </p:cNvSpPr>
          <p:nvPr/>
        </p:nvSpPr>
        <p:spPr>
          <a:xfrm>
            <a:off x="87505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1B44D984-EEBA-4D75-97B8-89BEB2E3F58A}"/>
              </a:ext>
            </a:extLst>
          </p:cNvPr>
          <p:cNvSpPr>
            <a:spLocks/>
          </p:cNvSpPr>
          <p:nvPr/>
        </p:nvSpPr>
        <p:spPr>
          <a:xfrm>
            <a:off x="86908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BEC7949F-A313-4AE4-8BAA-6A565C66D85E}"/>
              </a:ext>
            </a:extLst>
          </p:cNvPr>
          <p:cNvSpPr>
            <a:spLocks/>
          </p:cNvSpPr>
          <p:nvPr/>
        </p:nvSpPr>
        <p:spPr>
          <a:xfrm>
            <a:off x="86719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FC806F00-CD1C-4FD3-901D-681F77B80B82}"/>
              </a:ext>
            </a:extLst>
          </p:cNvPr>
          <p:cNvSpPr>
            <a:spLocks/>
          </p:cNvSpPr>
          <p:nvPr/>
        </p:nvSpPr>
        <p:spPr>
          <a:xfrm>
            <a:off x="87250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C1ADBA2-E833-48C9-84FB-C926716482B1}"/>
              </a:ext>
            </a:extLst>
          </p:cNvPr>
          <p:cNvSpPr>
            <a:spLocks/>
          </p:cNvSpPr>
          <p:nvPr/>
        </p:nvSpPr>
        <p:spPr>
          <a:xfrm>
            <a:off x="873220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556F1914-790F-4185-98D1-AE7C3C266122}"/>
              </a:ext>
            </a:extLst>
          </p:cNvPr>
          <p:cNvSpPr>
            <a:spLocks/>
          </p:cNvSpPr>
          <p:nvPr/>
        </p:nvSpPr>
        <p:spPr>
          <a:xfrm>
            <a:off x="86463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4F963747-E628-466B-BA1F-5F0FDD866F3C}"/>
              </a:ext>
            </a:extLst>
          </p:cNvPr>
          <p:cNvSpPr>
            <a:spLocks/>
          </p:cNvSpPr>
          <p:nvPr/>
        </p:nvSpPr>
        <p:spPr>
          <a:xfrm>
            <a:off x="870658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ECB79E1-E1A4-48E6-B615-52F629F0509A}"/>
              </a:ext>
            </a:extLst>
          </p:cNvPr>
          <p:cNvSpPr>
            <a:spLocks/>
          </p:cNvSpPr>
          <p:nvPr/>
        </p:nvSpPr>
        <p:spPr>
          <a:xfrm>
            <a:off x="87370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04BB0AF-7593-40D9-A977-B90403179714}"/>
              </a:ext>
            </a:extLst>
          </p:cNvPr>
          <p:cNvSpPr>
            <a:spLocks/>
          </p:cNvSpPr>
          <p:nvPr/>
        </p:nvSpPr>
        <p:spPr>
          <a:xfrm>
            <a:off x="867374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18175560-B925-4F9C-9ED6-5FC06AA525A0}"/>
              </a:ext>
            </a:extLst>
          </p:cNvPr>
          <p:cNvSpPr>
            <a:spLocks/>
          </p:cNvSpPr>
          <p:nvPr/>
        </p:nvSpPr>
        <p:spPr>
          <a:xfrm>
            <a:off x="86754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C55B9ED5-E9AA-4CEC-8F40-EC51387BFBD6}"/>
              </a:ext>
            </a:extLst>
          </p:cNvPr>
          <p:cNvSpPr>
            <a:spLocks/>
          </p:cNvSpPr>
          <p:nvPr/>
        </p:nvSpPr>
        <p:spPr>
          <a:xfrm>
            <a:off x="8722298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D4AF12F2-214D-424E-A110-C1E67CEE076D}"/>
              </a:ext>
            </a:extLst>
          </p:cNvPr>
          <p:cNvSpPr>
            <a:spLocks/>
          </p:cNvSpPr>
          <p:nvPr/>
        </p:nvSpPr>
        <p:spPr>
          <a:xfrm>
            <a:off x="867557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D2CEC937-5FAC-4FE1-95F1-EE6CB150BA19}"/>
              </a:ext>
            </a:extLst>
          </p:cNvPr>
          <p:cNvSpPr>
            <a:spLocks/>
          </p:cNvSpPr>
          <p:nvPr/>
        </p:nvSpPr>
        <p:spPr>
          <a:xfrm>
            <a:off x="8636630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D135AAC2-AF7E-4397-B76C-46DFA97780DA}"/>
              </a:ext>
            </a:extLst>
          </p:cNvPr>
          <p:cNvSpPr>
            <a:spLocks/>
          </p:cNvSpPr>
          <p:nvPr/>
        </p:nvSpPr>
        <p:spPr>
          <a:xfrm>
            <a:off x="8638846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20C26CEC-CD78-45EA-8844-49CC7FF2A9A7}"/>
              </a:ext>
            </a:extLst>
          </p:cNvPr>
          <p:cNvSpPr>
            <a:spLocks/>
          </p:cNvSpPr>
          <p:nvPr/>
        </p:nvSpPr>
        <p:spPr>
          <a:xfrm>
            <a:off x="870177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CF4E3127-40E5-4919-ACCA-F5AA71A96D35}"/>
              </a:ext>
            </a:extLst>
          </p:cNvPr>
          <p:cNvSpPr>
            <a:spLocks/>
          </p:cNvSpPr>
          <p:nvPr/>
        </p:nvSpPr>
        <p:spPr>
          <a:xfrm>
            <a:off x="868937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86BB9A5-3F1C-4B54-8A9A-8348D5C645AD}"/>
              </a:ext>
            </a:extLst>
          </p:cNvPr>
          <p:cNvSpPr>
            <a:spLocks/>
          </p:cNvSpPr>
          <p:nvPr/>
        </p:nvSpPr>
        <p:spPr>
          <a:xfrm>
            <a:off x="8713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93343D8-C3A1-4881-99FB-2ADDEEE40040}"/>
              </a:ext>
            </a:extLst>
          </p:cNvPr>
          <p:cNvSpPr>
            <a:spLocks/>
          </p:cNvSpPr>
          <p:nvPr/>
        </p:nvSpPr>
        <p:spPr>
          <a:xfrm>
            <a:off x="87182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840616CF-CB43-4B43-B964-29F3394AAE04}"/>
              </a:ext>
            </a:extLst>
          </p:cNvPr>
          <p:cNvSpPr>
            <a:spLocks/>
          </p:cNvSpPr>
          <p:nvPr/>
        </p:nvSpPr>
        <p:spPr>
          <a:xfrm>
            <a:off x="865053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59EB05C3-1C9F-455D-AF87-B5E67A6A8A9F}"/>
              </a:ext>
            </a:extLst>
          </p:cNvPr>
          <p:cNvSpPr>
            <a:spLocks/>
          </p:cNvSpPr>
          <p:nvPr/>
        </p:nvSpPr>
        <p:spPr>
          <a:xfrm>
            <a:off x="8736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B100EC1B-648F-4FB8-9BFA-EEE24AFF83E9}"/>
              </a:ext>
            </a:extLst>
          </p:cNvPr>
          <p:cNvSpPr>
            <a:spLocks/>
          </p:cNvSpPr>
          <p:nvPr/>
        </p:nvSpPr>
        <p:spPr>
          <a:xfrm>
            <a:off x="86617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4F2A91C7-E473-43AA-9A62-94CC04E04F65}"/>
              </a:ext>
            </a:extLst>
          </p:cNvPr>
          <p:cNvSpPr>
            <a:spLocks/>
          </p:cNvSpPr>
          <p:nvPr/>
        </p:nvSpPr>
        <p:spPr>
          <a:xfrm>
            <a:off x="8704810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5FA8EE18-C404-438B-8DAC-BAAABFD7606F}"/>
              </a:ext>
            </a:extLst>
          </p:cNvPr>
          <p:cNvSpPr>
            <a:spLocks/>
          </p:cNvSpPr>
          <p:nvPr/>
        </p:nvSpPr>
        <p:spPr>
          <a:xfrm>
            <a:off x="8730268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01F0FDED-F0CC-4C76-8EFC-512DCF02BF82}"/>
              </a:ext>
            </a:extLst>
          </p:cNvPr>
          <p:cNvSpPr>
            <a:spLocks/>
          </p:cNvSpPr>
          <p:nvPr/>
        </p:nvSpPr>
        <p:spPr>
          <a:xfrm>
            <a:off x="8673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7724A2D-FE84-4121-8FD6-BEC5FDF63223}"/>
              </a:ext>
            </a:extLst>
          </p:cNvPr>
          <p:cNvSpPr>
            <a:spLocks/>
          </p:cNvSpPr>
          <p:nvPr/>
        </p:nvSpPr>
        <p:spPr>
          <a:xfrm>
            <a:off x="87434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3ECCB5F2-D23B-4B9B-98D0-4B3D7E826398}"/>
              </a:ext>
            </a:extLst>
          </p:cNvPr>
          <p:cNvSpPr>
            <a:spLocks/>
          </p:cNvSpPr>
          <p:nvPr/>
        </p:nvSpPr>
        <p:spPr>
          <a:xfrm>
            <a:off x="871665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114ED03-4CB8-40FA-B53A-471439063C9D}"/>
              </a:ext>
            </a:extLst>
          </p:cNvPr>
          <p:cNvSpPr>
            <a:spLocks/>
          </p:cNvSpPr>
          <p:nvPr/>
        </p:nvSpPr>
        <p:spPr>
          <a:xfrm>
            <a:off x="86459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FCCE95F-9CA1-45EC-A701-298F021AB230}"/>
              </a:ext>
            </a:extLst>
          </p:cNvPr>
          <p:cNvSpPr>
            <a:spLocks/>
          </p:cNvSpPr>
          <p:nvPr/>
        </p:nvSpPr>
        <p:spPr>
          <a:xfrm>
            <a:off x="8693343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AC69B6F4-5A5A-498F-8C99-4F4C7F9A45C1}"/>
              </a:ext>
            </a:extLst>
          </p:cNvPr>
          <p:cNvSpPr>
            <a:spLocks/>
          </p:cNvSpPr>
          <p:nvPr/>
        </p:nvSpPr>
        <p:spPr>
          <a:xfrm>
            <a:off x="87185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6C7F9B67-F86F-449B-9C9A-50ED5A7C9916}"/>
              </a:ext>
            </a:extLst>
          </p:cNvPr>
          <p:cNvSpPr>
            <a:spLocks/>
          </p:cNvSpPr>
          <p:nvPr/>
        </p:nvSpPr>
        <p:spPr>
          <a:xfrm>
            <a:off x="87546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004D35ED-5E15-42C4-B901-8A0E035AE55E}"/>
              </a:ext>
            </a:extLst>
          </p:cNvPr>
          <p:cNvSpPr>
            <a:spLocks/>
          </p:cNvSpPr>
          <p:nvPr/>
        </p:nvSpPr>
        <p:spPr>
          <a:xfrm>
            <a:off x="874150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D516C92D-B9CC-4308-AB15-C04D6A483599}"/>
              </a:ext>
            </a:extLst>
          </p:cNvPr>
          <p:cNvSpPr>
            <a:spLocks/>
          </p:cNvSpPr>
          <p:nvPr/>
        </p:nvSpPr>
        <p:spPr>
          <a:xfrm>
            <a:off x="8676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75BAF4FC-C3C5-43FB-B5CB-80D2BD7B5276}"/>
              </a:ext>
            </a:extLst>
          </p:cNvPr>
          <p:cNvSpPr>
            <a:spLocks/>
          </p:cNvSpPr>
          <p:nvPr/>
        </p:nvSpPr>
        <p:spPr>
          <a:xfrm>
            <a:off x="86565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E51DB91-4BC4-401B-B1F6-1C0562DB6771}"/>
              </a:ext>
            </a:extLst>
          </p:cNvPr>
          <p:cNvSpPr>
            <a:spLocks/>
          </p:cNvSpPr>
          <p:nvPr/>
        </p:nvSpPr>
        <p:spPr>
          <a:xfrm>
            <a:off x="875285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3EEF6E8-CECF-44D0-9881-8061488ED151}"/>
              </a:ext>
            </a:extLst>
          </p:cNvPr>
          <p:cNvSpPr>
            <a:spLocks/>
          </p:cNvSpPr>
          <p:nvPr/>
        </p:nvSpPr>
        <p:spPr>
          <a:xfrm>
            <a:off x="87447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1A7F0F93-3C91-4E74-9FC8-4E35412DCD76}"/>
              </a:ext>
            </a:extLst>
          </p:cNvPr>
          <p:cNvSpPr>
            <a:spLocks/>
          </p:cNvSpPr>
          <p:nvPr/>
        </p:nvSpPr>
        <p:spPr>
          <a:xfrm>
            <a:off x="86670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5EE99DF9-7FF6-438A-BF0B-1856E86939D1}"/>
              </a:ext>
            </a:extLst>
          </p:cNvPr>
          <p:cNvSpPr>
            <a:spLocks/>
          </p:cNvSpPr>
          <p:nvPr/>
        </p:nvSpPr>
        <p:spPr>
          <a:xfrm>
            <a:off x="8716742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4F0192FC-8FBD-48E0-BBD5-90CBF68B169E}"/>
              </a:ext>
            </a:extLst>
          </p:cNvPr>
          <p:cNvSpPr>
            <a:spLocks/>
          </p:cNvSpPr>
          <p:nvPr/>
        </p:nvSpPr>
        <p:spPr>
          <a:xfrm>
            <a:off x="875782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ABE4E456-5DB0-44FB-80F2-59665CC81F6F}"/>
              </a:ext>
            </a:extLst>
          </p:cNvPr>
          <p:cNvSpPr>
            <a:spLocks/>
          </p:cNvSpPr>
          <p:nvPr/>
        </p:nvSpPr>
        <p:spPr>
          <a:xfrm>
            <a:off x="86809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6E363B8E-F846-4560-B9D0-058969D243EC}"/>
              </a:ext>
            </a:extLst>
          </p:cNvPr>
          <p:cNvSpPr>
            <a:spLocks/>
          </p:cNvSpPr>
          <p:nvPr/>
        </p:nvSpPr>
        <p:spPr>
          <a:xfrm>
            <a:off x="8692024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7D87390-2274-4E63-A563-2B2CC32B6171}"/>
              </a:ext>
            </a:extLst>
          </p:cNvPr>
          <p:cNvSpPr>
            <a:spLocks/>
          </p:cNvSpPr>
          <p:nvPr/>
        </p:nvSpPr>
        <p:spPr>
          <a:xfrm>
            <a:off x="865184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29538B10-122F-4804-995F-01E227A4FC53}"/>
              </a:ext>
            </a:extLst>
          </p:cNvPr>
          <p:cNvSpPr>
            <a:spLocks/>
          </p:cNvSpPr>
          <p:nvPr/>
        </p:nvSpPr>
        <p:spPr>
          <a:xfrm>
            <a:off x="8685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28AA5F8F-1341-44D1-B2DE-56A157BC29CC}"/>
              </a:ext>
            </a:extLst>
          </p:cNvPr>
          <p:cNvSpPr>
            <a:spLocks/>
          </p:cNvSpPr>
          <p:nvPr/>
        </p:nvSpPr>
        <p:spPr>
          <a:xfrm>
            <a:off x="86574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9DFBE54-4A19-4C03-96B6-854C86EFCDA5}"/>
              </a:ext>
            </a:extLst>
          </p:cNvPr>
          <p:cNvSpPr>
            <a:spLocks/>
          </p:cNvSpPr>
          <p:nvPr/>
        </p:nvSpPr>
        <p:spPr>
          <a:xfrm>
            <a:off x="86599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C74AA343-0B55-44A0-A42F-814863C5E72F}"/>
              </a:ext>
            </a:extLst>
          </p:cNvPr>
          <p:cNvSpPr>
            <a:spLocks/>
          </p:cNvSpPr>
          <p:nvPr/>
        </p:nvSpPr>
        <p:spPr>
          <a:xfrm>
            <a:off x="8651231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490E1660-47D4-46C3-9672-AFEFFE2AD5D5}"/>
              </a:ext>
            </a:extLst>
          </p:cNvPr>
          <p:cNvSpPr>
            <a:spLocks/>
          </p:cNvSpPr>
          <p:nvPr/>
        </p:nvSpPr>
        <p:spPr>
          <a:xfrm>
            <a:off x="86453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D2AD4F7-8EF3-405E-ABF9-B3B9D22835B3}"/>
              </a:ext>
            </a:extLst>
          </p:cNvPr>
          <p:cNvSpPr>
            <a:spLocks/>
          </p:cNvSpPr>
          <p:nvPr/>
        </p:nvSpPr>
        <p:spPr>
          <a:xfrm>
            <a:off x="870112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77CAE416-B984-4354-88B8-7B6A8FE9A444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F7E24C70-FFF4-4980-A0C7-1C7B9944CFE4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01E3F8B6-394F-461E-9CAA-6A06AFC339FA}"/>
              </a:ext>
            </a:extLst>
          </p:cNvPr>
          <p:cNvSpPr>
            <a:spLocks/>
          </p:cNvSpPr>
          <p:nvPr/>
        </p:nvSpPr>
        <p:spPr>
          <a:xfrm>
            <a:off x="6526468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A4FB8392-765A-4B4A-BB29-7EFDC9056091}"/>
              </a:ext>
            </a:extLst>
          </p:cNvPr>
          <p:cNvSpPr>
            <a:spLocks/>
          </p:cNvSpPr>
          <p:nvPr/>
        </p:nvSpPr>
        <p:spPr>
          <a:xfrm>
            <a:off x="7005297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BD8A0870-B980-458D-94F1-CBBD478DF36E}"/>
              </a:ext>
            </a:extLst>
          </p:cNvPr>
          <p:cNvSpPr>
            <a:spLocks/>
          </p:cNvSpPr>
          <p:nvPr/>
        </p:nvSpPr>
        <p:spPr>
          <a:xfrm>
            <a:off x="7169939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C7B59F4D-65EF-4999-8FA8-C8E9ECE53389}"/>
              </a:ext>
            </a:extLst>
          </p:cNvPr>
          <p:cNvSpPr>
            <a:spLocks/>
          </p:cNvSpPr>
          <p:nvPr/>
        </p:nvSpPr>
        <p:spPr>
          <a:xfrm>
            <a:off x="7423234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2A2AC832-9431-4325-9FCA-17A72350B7AE}"/>
              </a:ext>
            </a:extLst>
          </p:cNvPr>
          <p:cNvSpPr>
            <a:spLocks/>
          </p:cNvSpPr>
          <p:nvPr/>
        </p:nvSpPr>
        <p:spPr>
          <a:xfrm>
            <a:off x="7676529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581EDB77-73CF-4025-AE47-013BBA3B731B}"/>
              </a:ext>
            </a:extLst>
          </p:cNvPr>
          <p:cNvSpPr>
            <a:spLocks/>
          </p:cNvSpPr>
          <p:nvPr/>
        </p:nvSpPr>
        <p:spPr>
          <a:xfrm>
            <a:off x="8208449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BF60D62-19A2-41CE-81EF-A7278EDDCA63}"/>
              </a:ext>
            </a:extLst>
          </p:cNvPr>
          <p:cNvSpPr>
            <a:spLocks/>
          </p:cNvSpPr>
          <p:nvPr/>
        </p:nvSpPr>
        <p:spPr>
          <a:xfrm>
            <a:off x="8461744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1447529-A68D-44CA-8A4C-F02531244475}"/>
              </a:ext>
            </a:extLst>
          </p:cNvPr>
          <p:cNvSpPr>
            <a:spLocks/>
          </p:cNvSpPr>
          <p:nvPr/>
        </p:nvSpPr>
        <p:spPr>
          <a:xfrm>
            <a:off x="8715039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9356C692-A9A9-4385-9616-DCA8A6E235D7}"/>
              </a:ext>
            </a:extLst>
          </p:cNvPr>
          <p:cNvSpPr>
            <a:spLocks/>
          </p:cNvSpPr>
          <p:nvPr/>
        </p:nvSpPr>
        <p:spPr>
          <a:xfrm>
            <a:off x="7134470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EAFC2F9E-B647-4E29-BDBD-0A5F0DCB47F7}"/>
              </a:ext>
            </a:extLst>
          </p:cNvPr>
          <p:cNvSpPr>
            <a:spLocks/>
          </p:cNvSpPr>
          <p:nvPr/>
        </p:nvSpPr>
        <p:spPr>
          <a:xfrm>
            <a:off x="738776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288F2D52-F221-43B8-B4B7-A9E0B6FF4007}"/>
              </a:ext>
            </a:extLst>
          </p:cNvPr>
          <p:cNvSpPr>
            <a:spLocks/>
          </p:cNvSpPr>
          <p:nvPr/>
        </p:nvSpPr>
        <p:spPr>
          <a:xfrm>
            <a:off x="7641061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D2B2EC05-FAEE-4EF6-91D9-C8E1632A7A37}"/>
              </a:ext>
            </a:extLst>
          </p:cNvPr>
          <p:cNvSpPr>
            <a:spLocks/>
          </p:cNvSpPr>
          <p:nvPr/>
        </p:nvSpPr>
        <p:spPr>
          <a:xfrm>
            <a:off x="8172980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0BDA4541-055D-40EC-AA3F-DB092852900C}"/>
              </a:ext>
            </a:extLst>
          </p:cNvPr>
          <p:cNvSpPr>
            <a:spLocks/>
          </p:cNvSpPr>
          <p:nvPr/>
        </p:nvSpPr>
        <p:spPr>
          <a:xfrm>
            <a:off x="842627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5FEF1694-BAE7-48C0-8817-43175048B60F}"/>
              </a:ext>
            </a:extLst>
          </p:cNvPr>
          <p:cNvSpPr>
            <a:spLocks/>
          </p:cNvSpPr>
          <p:nvPr/>
        </p:nvSpPr>
        <p:spPr>
          <a:xfrm>
            <a:off x="8679571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0D9A97C8-BC17-4413-A4DF-BD5291B78B39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F463783C-6F19-465B-B510-9065559ACA70}"/>
              </a:ext>
            </a:extLst>
          </p:cNvPr>
          <p:cNvSpPr>
            <a:spLocks/>
          </p:cNvSpPr>
          <p:nvPr/>
        </p:nvSpPr>
        <p:spPr>
          <a:xfrm>
            <a:off x="147586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7FE23CF7-7D71-4FD6-BBD7-24988CCD4AB6}"/>
              </a:ext>
            </a:extLst>
          </p:cNvPr>
          <p:cNvSpPr>
            <a:spLocks/>
          </p:cNvSpPr>
          <p:nvPr/>
        </p:nvSpPr>
        <p:spPr>
          <a:xfrm>
            <a:off x="1109400" y="7099231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63BBDE94-CC5C-440F-89CE-99EB94120FEB}"/>
              </a:ext>
            </a:extLst>
          </p:cNvPr>
          <p:cNvSpPr>
            <a:spLocks/>
          </p:cNvSpPr>
          <p:nvPr/>
        </p:nvSpPr>
        <p:spPr>
          <a:xfrm>
            <a:off x="241305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EDE3DCBD-9DCF-48B9-96E0-9FBA12F300D9}"/>
              </a:ext>
            </a:extLst>
          </p:cNvPr>
          <p:cNvSpPr>
            <a:spLocks/>
          </p:cNvSpPr>
          <p:nvPr/>
        </p:nvSpPr>
        <p:spPr>
          <a:xfrm>
            <a:off x="2052957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6C77A55C-161F-4B87-8233-1CB8728CA743}"/>
              </a:ext>
            </a:extLst>
          </p:cNvPr>
          <p:cNvSpPr>
            <a:spLocks/>
          </p:cNvSpPr>
          <p:nvPr/>
        </p:nvSpPr>
        <p:spPr>
          <a:xfrm>
            <a:off x="2174280" y="7218948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91276C83-D0BE-483D-BCAE-F34B98CDBD9E}"/>
              </a:ext>
            </a:extLst>
          </p:cNvPr>
          <p:cNvSpPr>
            <a:spLocks/>
          </p:cNvSpPr>
          <p:nvPr/>
        </p:nvSpPr>
        <p:spPr>
          <a:xfrm>
            <a:off x="2240130" y="7218948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2344CFA1-7373-40F9-9F0F-059545688E6B}"/>
              </a:ext>
            </a:extLst>
          </p:cNvPr>
          <p:cNvSpPr>
            <a:spLocks/>
          </p:cNvSpPr>
          <p:nvPr/>
        </p:nvSpPr>
        <p:spPr>
          <a:xfrm>
            <a:off x="2309340" y="7218948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F0E33A1-AB67-410C-ABE1-6A86A1264FAF}"/>
              </a:ext>
            </a:extLst>
          </p:cNvPr>
          <p:cNvSpPr>
            <a:spLocks/>
          </p:cNvSpPr>
          <p:nvPr/>
        </p:nvSpPr>
        <p:spPr>
          <a:xfrm>
            <a:off x="2383093" y="7218948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FD9F48BB-5C8A-4C58-9F39-4B1CE9FF3ACE}"/>
              </a:ext>
            </a:extLst>
          </p:cNvPr>
          <p:cNvSpPr>
            <a:spLocks/>
          </p:cNvSpPr>
          <p:nvPr/>
        </p:nvSpPr>
        <p:spPr>
          <a:xfrm>
            <a:off x="2464876" y="7218948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913E7D33-CA42-4798-B38C-7CAD2B1A1DD8}"/>
              </a:ext>
            </a:extLst>
          </p:cNvPr>
          <p:cNvSpPr>
            <a:spLocks/>
          </p:cNvSpPr>
          <p:nvPr/>
        </p:nvSpPr>
        <p:spPr>
          <a:xfrm>
            <a:off x="2533884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2023FE37-A0EF-4D84-BEDC-408282591255}"/>
              </a:ext>
            </a:extLst>
          </p:cNvPr>
          <p:cNvSpPr>
            <a:spLocks/>
          </p:cNvSpPr>
          <p:nvPr/>
        </p:nvSpPr>
        <p:spPr>
          <a:xfrm>
            <a:off x="2579107" y="7267083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44A3DF84-60F8-4B57-AAD0-81710BA3628B}"/>
              </a:ext>
            </a:extLst>
          </p:cNvPr>
          <p:cNvSpPr>
            <a:spLocks/>
          </p:cNvSpPr>
          <p:nvPr/>
        </p:nvSpPr>
        <p:spPr>
          <a:xfrm>
            <a:off x="2601631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C6EC62C5-6743-477D-B65C-0137A7248D32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2C02756F-BE19-4880-A3B1-B216D46733F7}"/>
              </a:ext>
            </a:extLst>
          </p:cNvPr>
          <p:cNvSpPr>
            <a:spLocks/>
          </p:cNvSpPr>
          <p:nvPr/>
        </p:nvSpPr>
        <p:spPr>
          <a:xfrm>
            <a:off x="962933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EC21A4E7-6D87-4138-A4FA-875804F25099}"/>
              </a:ext>
            </a:extLst>
          </p:cNvPr>
          <p:cNvSpPr>
            <a:spLocks/>
          </p:cNvSpPr>
          <p:nvPr/>
        </p:nvSpPr>
        <p:spPr>
          <a:xfrm>
            <a:off x="739209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9D4EECA2-E179-44A3-B8CC-71B2AFC12D50}"/>
              </a:ext>
            </a:extLst>
          </p:cNvPr>
          <p:cNvSpPr>
            <a:spLocks/>
          </p:cNvSpPr>
          <p:nvPr/>
        </p:nvSpPr>
        <p:spPr>
          <a:xfrm>
            <a:off x="1007269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3712634-C6E3-4090-A210-4F834A2D1DE4}"/>
              </a:ext>
            </a:extLst>
          </p:cNvPr>
          <p:cNvSpPr>
            <a:spLocks/>
          </p:cNvSpPr>
          <p:nvPr/>
        </p:nvSpPr>
        <p:spPr>
          <a:xfrm>
            <a:off x="962933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1FD3B36B-6D14-42D0-9F21-4C56DCEFFB94}"/>
              </a:ext>
            </a:extLst>
          </p:cNvPr>
          <p:cNvSpPr>
            <a:spLocks/>
          </p:cNvSpPr>
          <p:nvPr/>
        </p:nvSpPr>
        <p:spPr>
          <a:xfrm>
            <a:off x="739209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F864D4EB-FB93-4407-8A87-EBE6AEC7D398}"/>
              </a:ext>
            </a:extLst>
          </p:cNvPr>
          <p:cNvSpPr>
            <a:spLocks/>
          </p:cNvSpPr>
          <p:nvPr/>
        </p:nvSpPr>
        <p:spPr>
          <a:xfrm>
            <a:off x="1007269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8F4808BE-3A1D-4221-AFEE-D820FF83B268}"/>
              </a:ext>
            </a:extLst>
          </p:cNvPr>
          <p:cNvSpPr>
            <a:spLocks/>
          </p:cNvSpPr>
          <p:nvPr/>
        </p:nvSpPr>
        <p:spPr>
          <a:xfrm>
            <a:off x="962933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DBABAEAF-2798-435C-A9A2-C80F5494E66F}"/>
              </a:ext>
            </a:extLst>
          </p:cNvPr>
          <p:cNvSpPr>
            <a:spLocks/>
          </p:cNvSpPr>
          <p:nvPr/>
        </p:nvSpPr>
        <p:spPr>
          <a:xfrm>
            <a:off x="739209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9B2A424F-72E8-485C-83DA-A36C6AF83AB4}"/>
              </a:ext>
            </a:extLst>
          </p:cNvPr>
          <p:cNvSpPr>
            <a:spLocks/>
          </p:cNvSpPr>
          <p:nvPr/>
        </p:nvSpPr>
        <p:spPr>
          <a:xfrm rot="-5400000">
            <a:off x="470001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0C38A30-CBE1-4F9B-8F77-77614EC61FA6}"/>
              </a:ext>
            </a:extLst>
          </p:cNvPr>
          <p:cNvSpPr>
            <a:spLocks/>
          </p:cNvSpPr>
          <p:nvPr/>
        </p:nvSpPr>
        <p:spPr>
          <a:xfrm>
            <a:off x="1154876" y="6333696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6D4BB838-4385-4104-AE42-3A4F48C68E0F}"/>
              </a:ext>
            </a:extLst>
          </p:cNvPr>
          <p:cNvSpPr>
            <a:spLocks/>
          </p:cNvSpPr>
          <p:nvPr/>
        </p:nvSpPr>
        <p:spPr>
          <a:xfrm>
            <a:off x="1379803" y="6111077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0673AF67-2774-4B42-A540-3E3245FE64B9}"/>
              </a:ext>
            </a:extLst>
          </p:cNvPr>
          <p:cNvSpPr>
            <a:spLocks/>
          </p:cNvSpPr>
          <p:nvPr/>
        </p:nvSpPr>
        <p:spPr>
          <a:xfrm>
            <a:off x="1604729" y="5943602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50851AB-017D-4CD0-8AE3-7553C8C9D5BF}"/>
              </a:ext>
            </a:extLst>
          </p:cNvPr>
          <p:cNvSpPr>
            <a:spLocks/>
          </p:cNvSpPr>
          <p:nvPr/>
        </p:nvSpPr>
        <p:spPr>
          <a:xfrm>
            <a:off x="2092068" y="6109019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CB5B12FC-EA2C-4ADB-835E-6607A0796A9B}"/>
              </a:ext>
            </a:extLst>
          </p:cNvPr>
          <p:cNvSpPr>
            <a:spLocks/>
          </p:cNvSpPr>
          <p:nvPr/>
        </p:nvSpPr>
        <p:spPr>
          <a:xfrm>
            <a:off x="2316995" y="5949966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3D973039-E00E-441B-B104-6F7FC343B146}"/>
              </a:ext>
            </a:extLst>
          </p:cNvPr>
          <p:cNvSpPr>
            <a:spLocks/>
          </p:cNvSpPr>
          <p:nvPr/>
        </p:nvSpPr>
        <p:spPr>
          <a:xfrm>
            <a:off x="2541921" y="5722691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B0075B56-2901-4E4E-A672-86C8F81C4E9C}"/>
              </a:ext>
            </a:extLst>
          </p:cNvPr>
          <p:cNvSpPr>
            <a:spLocks/>
          </p:cNvSpPr>
          <p:nvPr/>
        </p:nvSpPr>
        <p:spPr>
          <a:xfrm>
            <a:off x="1195898" y="66880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AFEADBDE-54B9-4C98-8B1A-4A28420B590B}"/>
              </a:ext>
            </a:extLst>
          </p:cNvPr>
          <p:cNvSpPr>
            <a:spLocks/>
          </p:cNvSpPr>
          <p:nvPr/>
        </p:nvSpPr>
        <p:spPr>
          <a:xfrm>
            <a:off x="1257754" y="60050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27513A8-81B4-4446-8E8F-4C6F2B18B5F3}"/>
              </a:ext>
            </a:extLst>
          </p:cNvPr>
          <p:cNvSpPr>
            <a:spLocks/>
          </p:cNvSpPr>
          <p:nvPr/>
        </p:nvSpPr>
        <p:spPr>
          <a:xfrm>
            <a:off x="117189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74A336C-87B3-4BDE-882A-AA3423AC1AEB}"/>
              </a:ext>
            </a:extLst>
          </p:cNvPr>
          <p:cNvSpPr>
            <a:spLocks/>
          </p:cNvSpPr>
          <p:nvPr/>
        </p:nvSpPr>
        <p:spPr>
          <a:xfrm>
            <a:off x="1224010" y="57669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FBEA80CD-5BA9-4DA0-B292-05B969C5168F}"/>
              </a:ext>
            </a:extLst>
          </p:cNvPr>
          <p:cNvSpPr>
            <a:spLocks/>
          </p:cNvSpPr>
          <p:nvPr/>
        </p:nvSpPr>
        <p:spPr>
          <a:xfrm>
            <a:off x="1183607" y="64401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9F25C367-2686-4ABE-8A29-0057EF85EF8F}"/>
              </a:ext>
            </a:extLst>
          </p:cNvPr>
          <p:cNvSpPr>
            <a:spLocks/>
          </p:cNvSpPr>
          <p:nvPr/>
        </p:nvSpPr>
        <p:spPr>
          <a:xfrm>
            <a:off x="1275959" y="61938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0AC95F48-EB3B-499C-AC0B-A7D79CF54E42}"/>
              </a:ext>
            </a:extLst>
          </p:cNvPr>
          <p:cNvSpPr>
            <a:spLocks/>
          </p:cNvSpPr>
          <p:nvPr/>
        </p:nvSpPr>
        <p:spPr>
          <a:xfrm>
            <a:off x="1242249" y="6276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24C19873-6B4A-483F-98EB-51485C28CFBB}"/>
              </a:ext>
            </a:extLst>
          </p:cNvPr>
          <p:cNvSpPr>
            <a:spLocks/>
          </p:cNvSpPr>
          <p:nvPr/>
        </p:nvSpPr>
        <p:spPr>
          <a:xfrm>
            <a:off x="1226594" y="6132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41FA400A-23C3-43D7-9BE6-CA52A48385A8}"/>
              </a:ext>
            </a:extLst>
          </p:cNvPr>
          <p:cNvSpPr>
            <a:spLocks/>
          </p:cNvSpPr>
          <p:nvPr/>
        </p:nvSpPr>
        <p:spPr>
          <a:xfrm>
            <a:off x="1179513" y="6695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BCF2478F-24BC-4532-BC39-C48D605B3F26}"/>
              </a:ext>
            </a:extLst>
          </p:cNvPr>
          <p:cNvSpPr>
            <a:spLocks/>
          </p:cNvSpPr>
          <p:nvPr/>
        </p:nvSpPr>
        <p:spPr>
          <a:xfrm>
            <a:off x="1208993" y="64586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E221657F-FD76-4351-952D-C47FD39462F0}"/>
              </a:ext>
            </a:extLst>
          </p:cNvPr>
          <p:cNvSpPr>
            <a:spLocks/>
          </p:cNvSpPr>
          <p:nvPr/>
        </p:nvSpPr>
        <p:spPr>
          <a:xfrm>
            <a:off x="1211994" y="6397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B54F97B7-8DFF-454E-A9F7-6DE3C98A6F72}"/>
              </a:ext>
            </a:extLst>
          </p:cNvPr>
          <p:cNvSpPr>
            <a:spLocks/>
          </p:cNvSpPr>
          <p:nvPr/>
        </p:nvSpPr>
        <p:spPr>
          <a:xfrm>
            <a:off x="1231411" y="61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E45C9347-CCB0-4255-881B-0D0A92F7FE8B}"/>
              </a:ext>
            </a:extLst>
          </p:cNvPr>
          <p:cNvSpPr>
            <a:spLocks/>
          </p:cNvSpPr>
          <p:nvPr/>
        </p:nvSpPr>
        <p:spPr>
          <a:xfrm>
            <a:off x="1269787" y="64494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DA8743F0-EB3C-4065-A7E5-51C7C7B4F3FC}"/>
              </a:ext>
            </a:extLst>
          </p:cNvPr>
          <p:cNvSpPr>
            <a:spLocks/>
          </p:cNvSpPr>
          <p:nvPr/>
        </p:nvSpPr>
        <p:spPr>
          <a:xfrm>
            <a:off x="1237095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8C63B78E-738F-4984-BCBD-C3C98015A48F}"/>
              </a:ext>
            </a:extLst>
          </p:cNvPr>
          <p:cNvSpPr>
            <a:spLocks/>
          </p:cNvSpPr>
          <p:nvPr/>
        </p:nvSpPr>
        <p:spPr>
          <a:xfrm>
            <a:off x="1287427" y="5803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5987FB08-79BB-426C-8705-1F5B49731464}"/>
              </a:ext>
            </a:extLst>
          </p:cNvPr>
          <p:cNvSpPr>
            <a:spLocks/>
          </p:cNvSpPr>
          <p:nvPr/>
        </p:nvSpPr>
        <p:spPr>
          <a:xfrm>
            <a:off x="118481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25BB79BE-1AC2-49A6-ACD1-5E89C927AC78}"/>
              </a:ext>
            </a:extLst>
          </p:cNvPr>
          <p:cNvSpPr>
            <a:spLocks/>
          </p:cNvSpPr>
          <p:nvPr/>
        </p:nvSpPr>
        <p:spPr>
          <a:xfrm>
            <a:off x="1174809" y="5796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D27F6C33-0CD5-41E0-8FF6-94F5292D610A}"/>
              </a:ext>
            </a:extLst>
          </p:cNvPr>
          <p:cNvSpPr>
            <a:spLocks/>
          </p:cNvSpPr>
          <p:nvPr/>
        </p:nvSpPr>
        <p:spPr>
          <a:xfrm>
            <a:off x="1259663" y="5952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2FD685B7-8A62-4222-848D-7696037F24BD}"/>
              </a:ext>
            </a:extLst>
          </p:cNvPr>
          <p:cNvSpPr>
            <a:spLocks/>
          </p:cNvSpPr>
          <p:nvPr/>
        </p:nvSpPr>
        <p:spPr>
          <a:xfrm>
            <a:off x="1279176" y="62103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4AF021E9-78E3-4EEA-BAF5-7F5EC406A6FA}"/>
              </a:ext>
            </a:extLst>
          </p:cNvPr>
          <p:cNvSpPr>
            <a:spLocks/>
          </p:cNvSpPr>
          <p:nvPr/>
        </p:nvSpPr>
        <p:spPr>
          <a:xfrm>
            <a:off x="129312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BCDCCA74-9DAB-43AA-A231-596E68A9993E}"/>
              </a:ext>
            </a:extLst>
          </p:cNvPr>
          <p:cNvSpPr>
            <a:spLocks/>
          </p:cNvSpPr>
          <p:nvPr/>
        </p:nvSpPr>
        <p:spPr>
          <a:xfrm>
            <a:off x="1283950" y="6167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F01AA4FB-6BFE-4A55-AF70-4217903BF91E}"/>
              </a:ext>
            </a:extLst>
          </p:cNvPr>
          <p:cNvSpPr>
            <a:spLocks/>
          </p:cNvSpPr>
          <p:nvPr/>
        </p:nvSpPr>
        <p:spPr>
          <a:xfrm>
            <a:off x="1234031" y="6480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FF31D58A-6855-47CB-9D0E-7E9A6CB62FE9}"/>
              </a:ext>
            </a:extLst>
          </p:cNvPr>
          <p:cNvSpPr>
            <a:spLocks/>
          </p:cNvSpPr>
          <p:nvPr/>
        </p:nvSpPr>
        <p:spPr>
          <a:xfrm>
            <a:off x="1271645" y="5726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78408AED-49AE-49F6-BA41-923A00FFFA96}"/>
              </a:ext>
            </a:extLst>
          </p:cNvPr>
          <p:cNvSpPr>
            <a:spLocks/>
          </p:cNvSpPr>
          <p:nvPr/>
        </p:nvSpPr>
        <p:spPr>
          <a:xfrm>
            <a:off x="1164952" y="5901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8012E382-FC4F-4DC2-B3F1-3EC0E379E387}"/>
              </a:ext>
            </a:extLst>
          </p:cNvPr>
          <p:cNvSpPr>
            <a:spLocks/>
          </p:cNvSpPr>
          <p:nvPr/>
        </p:nvSpPr>
        <p:spPr>
          <a:xfrm>
            <a:off x="116326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F69B7989-1925-45A7-9578-DF5E09BF9A8B}"/>
              </a:ext>
            </a:extLst>
          </p:cNvPr>
          <p:cNvSpPr>
            <a:spLocks/>
          </p:cNvSpPr>
          <p:nvPr/>
        </p:nvSpPr>
        <p:spPr>
          <a:xfrm>
            <a:off x="1265804" y="65168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2301ADA1-A7F0-4608-A305-833FC26F6D54}"/>
              </a:ext>
            </a:extLst>
          </p:cNvPr>
          <p:cNvSpPr>
            <a:spLocks/>
          </p:cNvSpPr>
          <p:nvPr/>
        </p:nvSpPr>
        <p:spPr>
          <a:xfrm>
            <a:off x="12795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5FA6FFA5-62B6-4A05-A81A-C4B4B79DC039}"/>
              </a:ext>
            </a:extLst>
          </p:cNvPr>
          <p:cNvSpPr>
            <a:spLocks/>
          </p:cNvSpPr>
          <p:nvPr/>
        </p:nvSpPr>
        <p:spPr>
          <a:xfrm>
            <a:off x="1265744" y="5912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CDEB6DD7-9C97-404C-9351-89B901492CA8}"/>
              </a:ext>
            </a:extLst>
          </p:cNvPr>
          <p:cNvSpPr>
            <a:spLocks/>
          </p:cNvSpPr>
          <p:nvPr/>
        </p:nvSpPr>
        <p:spPr>
          <a:xfrm>
            <a:off x="124632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4ABF6C15-86D8-4979-80B2-07405848A67F}"/>
              </a:ext>
            </a:extLst>
          </p:cNvPr>
          <p:cNvSpPr>
            <a:spLocks/>
          </p:cNvSpPr>
          <p:nvPr/>
        </p:nvSpPr>
        <p:spPr>
          <a:xfrm>
            <a:off x="1193844" y="6644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6AF2D3E7-7D53-4444-A005-AF93CFC1E4F5}"/>
              </a:ext>
            </a:extLst>
          </p:cNvPr>
          <p:cNvSpPr>
            <a:spLocks/>
          </p:cNvSpPr>
          <p:nvPr/>
        </p:nvSpPr>
        <p:spPr>
          <a:xfrm>
            <a:off x="1277426" y="63504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393BF2C8-D70F-42DF-96A9-4A2FBA14E458}"/>
              </a:ext>
            </a:extLst>
          </p:cNvPr>
          <p:cNvSpPr>
            <a:spLocks/>
          </p:cNvSpPr>
          <p:nvPr/>
        </p:nvSpPr>
        <p:spPr>
          <a:xfrm>
            <a:off x="1246568" y="6066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AA142E54-434A-4410-91BE-9C18090D4B24}"/>
              </a:ext>
            </a:extLst>
          </p:cNvPr>
          <p:cNvSpPr>
            <a:spLocks/>
          </p:cNvSpPr>
          <p:nvPr/>
        </p:nvSpPr>
        <p:spPr>
          <a:xfrm>
            <a:off x="1191090" y="5844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F735E9DC-5B57-4C37-842B-6547ED2CA83E}"/>
              </a:ext>
            </a:extLst>
          </p:cNvPr>
          <p:cNvSpPr>
            <a:spLocks/>
          </p:cNvSpPr>
          <p:nvPr/>
        </p:nvSpPr>
        <p:spPr>
          <a:xfrm>
            <a:off x="1261614" y="6081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8578323C-0337-4152-894A-2CBFFEA2EFBA}"/>
              </a:ext>
            </a:extLst>
          </p:cNvPr>
          <p:cNvSpPr>
            <a:spLocks/>
          </p:cNvSpPr>
          <p:nvPr/>
        </p:nvSpPr>
        <p:spPr>
          <a:xfrm>
            <a:off x="1205397" y="5995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31644850-59CC-4E1D-991B-93F93DC228D7}"/>
              </a:ext>
            </a:extLst>
          </p:cNvPr>
          <p:cNvSpPr>
            <a:spLocks/>
          </p:cNvSpPr>
          <p:nvPr/>
        </p:nvSpPr>
        <p:spPr>
          <a:xfrm>
            <a:off x="117438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003A3E32-BF45-4059-B8BC-DB92B404657D}"/>
              </a:ext>
            </a:extLst>
          </p:cNvPr>
          <p:cNvSpPr>
            <a:spLocks/>
          </p:cNvSpPr>
          <p:nvPr/>
        </p:nvSpPr>
        <p:spPr>
          <a:xfrm>
            <a:off x="1270215" y="605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BD188BE0-7642-4765-94A6-28372506E58C}"/>
              </a:ext>
            </a:extLst>
          </p:cNvPr>
          <p:cNvSpPr>
            <a:spLocks/>
          </p:cNvSpPr>
          <p:nvPr/>
        </p:nvSpPr>
        <p:spPr>
          <a:xfrm>
            <a:off x="1229507" y="62307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5CF45CBD-4773-4E82-BFBA-E4111316E69F}"/>
              </a:ext>
            </a:extLst>
          </p:cNvPr>
          <p:cNvSpPr>
            <a:spLocks/>
          </p:cNvSpPr>
          <p:nvPr/>
        </p:nvSpPr>
        <p:spPr>
          <a:xfrm>
            <a:off x="120430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BA5523F0-C309-4C2A-A2D7-90CA35315F24}"/>
              </a:ext>
            </a:extLst>
          </p:cNvPr>
          <p:cNvSpPr>
            <a:spLocks/>
          </p:cNvSpPr>
          <p:nvPr/>
        </p:nvSpPr>
        <p:spPr>
          <a:xfrm>
            <a:off x="1170759" y="6634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903971F4-ED8C-4CBD-8E57-9877A164E221}"/>
              </a:ext>
            </a:extLst>
          </p:cNvPr>
          <p:cNvSpPr>
            <a:spLocks/>
          </p:cNvSpPr>
          <p:nvPr/>
        </p:nvSpPr>
        <p:spPr>
          <a:xfrm>
            <a:off x="1288367" y="6693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893CE854-D6E8-43B6-A6AA-096589498F87}"/>
              </a:ext>
            </a:extLst>
          </p:cNvPr>
          <p:cNvSpPr>
            <a:spLocks/>
          </p:cNvSpPr>
          <p:nvPr/>
        </p:nvSpPr>
        <p:spPr>
          <a:xfrm>
            <a:off x="1206358" y="5797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55231ABC-621D-4E73-9947-A8E5A0CC3071}"/>
              </a:ext>
            </a:extLst>
          </p:cNvPr>
          <p:cNvSpPr>
            <a:spLocks/>
          </p:cNvSpPr>
          <p:nvPr/>
        </p:nvSpPr>
        <p:spPr>
          <a:xfrm>
            <a:off x="1270659" y="5819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82A71F5-AB28-4A1C-B243-B64AD415EADE}"/>
              </a:ext>
            </a:extLst>
          </p:cNvPr>
          <p:cNvSpPr>
            <a:spLocks/>
          </p:cNvSpPr>
          <p:nvPr/>
        </p:nvSpPr>
        <p:spPr>
          <a:xfrm>
            <a:off x="1232773" y="6078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CCB4C552-FEE8-4463-A283-37B2D33260E7}"/>
              </a:ext>
            </a:extLst>
          </p:cNvPr>
          <p:cNvSpPr>
            <a:spLocks/>
          </p:cNvSpPr>
          <p:nvPr/>
        </p:nvSpPr>
        <p:spPr>
          <a:xfrm>
            <a:off x="1164650" y="5870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94A2B0F0-421B-48FF-B478-B2F0FC94D015}"/>
              </a:ext>
            </a:extLst>
          </p:cNvPr>
          <p:cNvSpPr>
            <a:spLocks/>
          </p:cNvSpPr>
          <p:nvPr/>
        </p:nvSpPr>
        <p:spPr>
          <a:xfrm>
            <a:off x="1195036" y="6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03E61537-83FE-408C-8F8C-93798B9FC7B2}"/>
              </a:ext>
            </a:extLst>
          </p:cNvPr>
          <p:cNvSpPr>
            <a:spLocks/>
          </p:cNvSpPr>
          <p:nvPr/>
        </p:nvSpPr>
        <p:spPr>
          <a:xfrm>
            <a:off x="1171947" y="56064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ADEF96B2-0DDA-445B-A4A9-2E1735F48CE8}"/>
              </a:ext>
            </a:extLst>
          </p:cNvPr>
          <p:cNvSpPr>
            <a:spLocks/>
          </p:cNvSpPr>
          <p:nvPr/>
        </p:nvSpPr>
        <p:spPr>
          <a:xfrm>
            <a:off x="1219503" y="6202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B8766FA5-06FA-48C9-AF61-D9C4C92E673A}"/>
              </a:ext>
            </a:extLst>
          </p:cNvPr>
          <p:cNvSpPr>
            <a:spLocks/>
          </p:cNvSpPr>
          <p:nvPr/>
        </p:nvSpPr>
        <p:spPr>
          <a:xfrm>
            <a:off x="1261819" y="5870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F689FF96-F7CE-4B0A-938F-59AD2D1B4479}"/>
              </a:ext>
            </a:extLst>
          </p:cNvPr>
          <p:cNvSpPr>
            <a:spLocks/>
          </p:cNvSpPr>
          <p:nvPr/>
        </p:nvSpPr>
        <p:spPr>
          <a:xfrm>
            <a:off x="130023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B890D153-0F90-4813-BF28-FECCA3068752}"/>
              </a:ext>
            </a:extLst>
          </p:cNvPr>
          <p:cNvSpPr>
            <a:spLocks/>
          </p:cNvSpPr>
          <p:nvPr/>
        </p:nvSpPr>
        <p:spPr>
          <a:xfrm>
            <a:off x="1227574" y="6822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08A9BBC-1650-442F-A145-B6FC0BFD58E5}"/>
              </a:ext>
            </a:extLst>
          </p:cNvPr>
          <p:cNvSpPr>
            <a:spLocks/>
          </p:cNvSpPr>
          <p:nvPr/>
        </p:nvSpPr>
        <p:spPr>
          <a:xfrm>
            <a:off x="1198169" y="64889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C37DC1D6-4C6F-4C18-9B53-64BE29A15B40}"/>
              </a:ext>
            </a:extLst>
          </p:cNvPr>
          <p:cNvSpPr>
            <a:spLocks/>
          </p:cNvSpPr>
          <p:nvPr/>
        </p:nvSpPr>
        <p:spPr>
          <a:xfrm>
            <a:off x="1210859" y="61855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B9D27B68-282D-419F-86F3-E56D67AE33E4}"/>
              </a:ext>
            </a:extLst>
          </p:cNvPr>
          <p:cNvSpPr>
            <a:spLocks/>
          </p:cNvSpPr>
          <p:nvPr/>
        </p:nvSpPr>
        <p:spPr>
          <a:xfrm>
            <a:off x="1185233" y="6634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20B6FEDE-A41F-4069-817C-BC3579CE7903}"/>
              </a:ext>
            </a:extLst>
          </p:cNvPr>
          <p:cNvSpPr>
            <a:spLocks/>
          </p:cNvSpPr>
          <p:nvPr/>
        </p:nvSpPr>
        <p:spPr>
          <a:xfrm>
            <a:off x="1182511" y="5599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6D21F236-331B-44E5-947B-92B21D737376}"/>
              </a:ext>
            </a:extLst>
          </p:cNvPr>
          <p:cNvSpPr>
            <a:spLocks/>
          </p:cNvSpPr>
          <p:nvPr/>
        </p:nvSpPr>
        <p:spPr>
          <a:xfrm>
            <a:off x="1265704" y="6378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C3B0DBD9-565B-4692-8B8E-9DEC858EA3DE}"/>
              </a:ext>
            </a:extLst>
          </p:cNvPr>
          <p:cNvSpPr>
            <a:spLocks/>
          </p:cNvSpPr>
          <p:nvPr/>
        </p:nvSpPr>
        <p:spPr>
          <a:xfrm>
            <a:off x="1293898" y="6806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F4B4C34-0D0A-45D2-A26B-C57DA5D21EE8}"/>
              </a:ext>
            </a:extLst>
          </p:cNvPr>
          <p:cNvSpPr>
            <a:spLocks/>
          </p:cNvSpPr>
          <p:nvPr/>
        </p:nvSpPr>
        <p:spPr>
          <a:xfrm>
            <a:off x="1246744" y="6093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34003C3D-6467-4166-BAFA-F1A3AA3E614A}"/>
              </a:ext>
            </a:extLst>
          </p:cNvPr>
          <p:cNvSpPr>
            <a:spLocks/>
          </p:cNvSpPr>
          <p:nvPr/>
        </p:nvSpPr>
        <p:spPr>
          <a:xfrm>
            <a:off x="1193954" y="579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99DDC3AE-CB43-4022-8748-F8F9E8C0BB69}"/>
              </a:ext>
            </a:extLst>
          </p:cNvPr>
          <p:cNvSpPr>
            <a:spLocks/>
          </p:cNvSpPr>
          <p:nvPr/>
        </p:nvSpPr>
        <p:spPr>
          <a:xfrm>
            <a:off x="1216709" y="6258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4606B9E7-2807-4FC1-93CD-6A97193C3987}"/>
              </a:ext>
            </a:extLst>
          </p:cNvPr>
          <p:cNvSpPr>
            <a:spLocks/>
          </p:cNvSpPr>
          <p:nvPr/>
        </p:nvSpPr>
        <p:spPr>
          <a:xfrm>
            <a:off x="1241453" y="62182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92EFB97A-5984-494A-94AA-F5781A68B53A}"/>
              </a:ext>
            </a:extLst>
          </p:cNvPr>
          <p:cNvSpPr>
            <a:spLocks/>
          </p:cNvSpPr>
          <p:nvPr/>
        </p:nvSpPr>
        <p:spPr>
          <a:xfrm>
            <a:off x="129931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9D0C59B0-B2A7-4748-BE6A-3AC452480E68}"/>
              </a:ext>
            </a:extLst>
          </p:cNvPr>
          <p:cNvSpPr>
            <a:spLocks/>
          </p:cNvSpPr>
          <p:nvPr/>
        </p:nvSpPr>
        <p:spPr>
          <a:xfrm>
            <a:off x="1175665" y="5681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62099D21-B516-4906-918B-8A51D7F20F99}"/>
              </a:ext>
            </a:extLst>
          </p:cNvPr>
          <p:cNvSpPr>
            <a:spLocks/>
          </p:cNvSpPr>
          <p:nvPr/>
        </p:nvSpPr>
        <p:spPr>
          <a:xfrm>
            <a:off x="1202489" y="6801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1527BA0E-9498-4436-91E9-9E60390B0F9F}"/>
              </a:ext>
            </a:extLst>
          </p:cNvPr>
          <p:cNvSpPr>
            <a:spLocks/>
          </p:cNvSpPr>
          <p:nvPr/>
        </p:nvSpPr>
        <p:spPr>
          <a:xfrm>
            <a:off x="1195418" y="6302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B8467855-AE8F-41FA-B904-AF4BEA4512CC}"/>
              </a:ext>
            </a:extLst>
          </p:cNvPr>
          <p:cNvSpPr>
            <a:spLocks/>
          </p:cNvSpPr>
          <p:nvPr/>
        </p:nvSpPr>
        <p:spPr>
          <a:xfrm>
            <a:off x="1276000" y="644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2987B197-5C3A-4BB5-A522-D8B60676CC0B}"/>
              </a:ext>
            </a:extLst>
          </p:cNvPr>
          <p:cNvSpPr>
            <a:spLocks/>
          </p:cNvSpPr>
          <p:nvPr/>
        </p:nvSpPr>
        <p:spPr>
          <a:xfrm>
            <a:off x="1193846" y="6081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A65FF2C0-A5CC-4D4E-BF89-DE3C116926F3}"/>
              </a:ext>
            </a:extLst>
          </p:cNvPr>
          <p:cNvSpPr>
            <a:spLocks/>
          </p:cNvSpPr>
          <p:nvPr/>
        </p:nvSpPr>
        <p:spPr>
          <a:xfrm>
            <a:off x="1169586" y="59647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27B1ABAA-A1DA-47FB-9946-780A9C13ADBC}"/>
              </a:ext>
            </a:extLst>
          </p:cNvPr>
          <p:cNvSpPr>
            <a:spLocks/>
          </p:cNvSpPr>
          <p:nvPr/>
        </p:nvSpPr>
        <p:spPr>
          <a:xfrm>
            <a:off x="1232934" y="6673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58DE17E1-EA6E-4D06-82DE-CAFEA985FBA6}"/>
              </a:ext>
            </a:extLst>
          </p:cNvPr>
          <p:cNvSpPr>
            <a:spLocks/>
          </p:cNvSpPr>
          <p:nvPr/>
        </p:nvSpPr>
        <p:spPr>
          <a:xfrm>
            <a:off x="1260965" y="5855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66571526-BBEE-44F7-83CE-FE839F0F7105}"/>
              </a:ext>
            </a:extLst>
          </p:cNvPr>
          <p:cNvSpPr>
            <a:spLocks/>
          </p:cNvSpPr>
          <p:nvPr/>
        </p:nvSpPr>
        <p:spPr>
          <a:xfrm>
            <a:off x="1301273" y="58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1200BDC2-B5B7-46D5-A493-7A9569A7E16F}"/>
              </a:ext>
            </a:extLst>
          </p:cNvPr>
          <p:cNvSpPr>
            <a:spLocks/>
          </p:cNvSpPr>
          <p:nvPr/>
        </p:nvSpPr>
        <p:spPr>
          <a:xfrm>
            <a:off x="1301958" y="6150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49DBE4CC-1611-4E39-B16F-D7F2A5BCA7C2}"/>
              </a:ext>
            </a:extLst>
          </p:cNvPr>
          <p:cNvSpPr>
            <a:spLocks/>
          </p:cNvSpPr>
          <p:nvPr/>
        </p:nvSpPr>
        <p:spPr>
          <a:xfrm>
            <a:off x="1302215" y="66810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2663BB4F-C4C3-4BC9-B8D9-A9ED17443031}"/>
              </a:ext>
            </a:extLst>
          </p:cNvPr>
          <p:cNvSpPr>
            <a:spLocks/>
          </p:cNvSpPr>
          <p:nvPr/>
        </p:nvSpPr>
        <p:spPr>
          <a:xfrm>
            <a:off x="1296826" y="6102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E732799E-0ED0-40E9-8BC3-A1EB2B112CDB}"/>
              </a:ext>
            </a:extLst>
          </p:cNvPr>
          <p:cNvSpPr>
            <a:spLocks/>
          </p:cNvSpPr>
          <p:nvPr/>
        </p:nvSpPr>
        <p:spPr>
          <a:xfrm>
            <a:off x="1215968" y="63149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66B534B4-F304-43B7-AE4D-225DA930339E}"/>
              </a:ext>
            </a:extLst>
          </p:cNvPr>
          <p:cNvSpPr>
            <a:spLocks/>
          </p:cNvSpPr>
          <p:nvPr/>
        </p:nvSpPr>
        <p:spPr>
          <a:xfrm>
            <a:off x="1292453" y="62904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871FE33C-ECE6-448D-BD42-903B285F9F37}"/>
              </a:ext>
            </a:extLst>
          </p:cNvPr>
          <p:cNvSpPr>
            <a:spLocks/>
          </p:cNvSpPr>
          <p:nvPr/>
        </p:nvSpPr>
        <p:spPr>
          <a:xfrm>
            <a:off x="1210243" y="611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073452AF-498C-4594-A92C-DE87D9B8CB63}"/>
              </a:ext>
            </a:extLst>
          </p:cNvPr>
          <p:cNvSpPr>
            <a:spLocks/>
          </p:cNvSpPr>
          <p:nvPr/>
        </p:nvSpPr>
        <p:spPr>
          <a:xfrm>
            <a:off x="1257783" y="6753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80355B97-3AA5-4DDB-A8F7-F61E775D6877}"/>
              </a:ext>
            </a:extLst>
          </p:cNvPr>
          <p:cNvSpPr>
            <a:spLocks/>
          </p:cNvSpPr>
          <p:nvPr/>
        </p:nvSpPr>
        <p:spPr>
          <a:xfrm>
            <a:off x="1174096" y="6784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ABFB13CE-E72D-4784-A734-A3466620D6F3}"/>
              </a:ext>
            </a:extLst>
          </p:cNvPr>
          <p:cNvSpPr>
            <a:spLocks/>
          </p:cNvSpPr>
          <p:nvPr/>
        </p:nvSpPr>
        <p:spPr>
          <a:xfrm>
            <a:off x="1236504" y="6339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F8FF5792-E9F9-41D7-95A5-95674BB90008}"/>
              </a:ext>
            </a:extLst>
          </p:cNvPr>
          <p:cNvSpPr>
            <a:spLocks/>
          </p:cNvSpPr>
          <p:nvPr/>
        </p:nvSpPr>
        <p:spPr>
          <a:xfrm>
            <a:off x="1301897" y="54758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B2ABB5A-8291-4146-B7F3-6672F3C2AD73}"/>
              </a:ext>
            </a:extLst>
          </p:cNvPr>
          <p:cNvSpPr>
            <a:spLocks/>
          </p:cNvSpPr>
          <p:nvPr/>
        </p:nvSpPr>
        <p:spPr>
          <a:xfrm>
            <a:off x="1193284" y="6661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011372BF-1959-4CC4-B113-5EAF6EE6209C}"/>
              </a:ext>
            </a:extLst>
          </p:cNvPr>
          <p:cNvSpPr>
            <a:spLocks/>
          </p:cNvSpPr>
          <p:nvPr/>
        </p:nvSpPr>
        <p:spPr>
          <a:xfrm>
            <a:off x="117064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78FEC45C-E3B8-42E0-BE83-10BBBB8D8BD7}"/>
              </a:ext>
            </a:extLst>
          </p:cNvPr>
          <p:cNvSpPr>
            <a:spLocks/>
          </p:cNvSpPr>
          <p:nvPr/>
        </p:nvSpPr>
        <p:spPr>
          <a:xfrm>
            <a:off x="1248028" y="63328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D3640346-5C14-4EEC-B9D7-1B94B44E249A}"/>
              </a:ext>
            </a:extLst>
          </p:cNvPr>
          <p:cNvSpPr>
            <a:spLocks/>
          </p:cNvSpPr>
          <p:nvPr/>
        </p:nvSpPr>
        <p:spPr>
          <a:xfrm>
            <a:off x="1280093" y="6207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DF7DF429-DE53-42C5-BE41-778875B5A51C}"/>
              </a:ext>
            </a:extLst>
          </p:cNvPr>
          <p:cNvSpPr>
            <a:spLocks/>
          </p:cNvSpPr>
          <p:nvPr/>
        </p:nvSpPr>
        <p:spPr>
          <a:xfrm>
            <a:off x="1212926" y="60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8CF7575A-32D4-4DD7-8D49-CD7397AAC48A}"/>
              </a:ext>
            </a:extLst>
          </p:cNvPr>
          <p:cNvSpPr>
            <a:spLocks/>
          </p:cNvSpPr>
          <p:nvPr/>
        </p:nvSpPr>
        <p:spPr>
          <a:xfrm>
            <a:off x="1180430" y="58096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C6ECF04-D727-42D1-BF09-B49596419450}"/>
              </a:ext>
            </a:extLst>
          </p:cNvPr>
          <p:cNvSpPr>
            <a:spLocks/>
          </p:cNvSpPr>
          <p:nvPr/>
        </p:nvSpPr>
        <p:spPr>
          <a:xfrm>
            <a:off x="124869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FC5B9434-7466-48CF-9F2A-52ADAEBFBECE}"/>
              </a:ext>
            </a:extLst>
          </p:cNvPr>
          <p:cNvSpPr>
            <a:spLocks/>
          </p:cNvSpPr>
          <p:nvPr/>
        </p:nvSpPr>
        <p:spPr>
          <a:xfrm>
            <a:off x="1280204" y="64979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4F362541-7EF8-4A15-BE0F-EA0801EB2C4F}"/>
              </a:ext>
            </a:extLst>
          </p:cNvPr>
          <p:cNvSpPr>
            <a:spLocks/>
          </p:cNvSpPr>
          <p:nvPr/>
        </p:nvSpPr>
        <p:spPr>
          <a:xfrm>
            <a:off x="1300877" y="59683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08CD7656-74D3-4B3C-9010-E77A9C157611}"/>
              </a:ext>
            </a:extLst>
          </p:cNvPr>
          <p:cNvSpPr>
            <a:spLocks/>
          </p:cNvSpPr>
          <p:nvPr/>
        </p:nvSpPr>
        <p:spPr>
          <a:xfrm>
            <a:off x="1291472" y="5642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48F0DE5C-7F82-4690-84E0-5E0088F2318A}"/>
              </a:ext>
            </a:extLst>
          </p:cNvPr>
          <p:cNvSpPr>
            <a:spLocks/>
          </p:cNvSpPr>
          <p:nvPr/>
        </p:nvSpPr>
        <p:spPr>
          <a:xfrm>
            <a:off x="1246474" y="61453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165C825-D4C2-49D1-89A9-AF7371047D37}"/>
              </a:ext>
            </a:extLst>
          </p:cNvPr>
          <p:cNvSpPr>
            <a:spLocks/>
          </p:cNvSpPr>
          <p:nvPr/>
        </p:nvSpPr>
        <p:spPr>
          <a:xfrm>
            <a:off x="1199524" y="6808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1FCD85F6-6A7E-46AE-9C70-956167509C40}"/>
              </a:ext>
            </a:extLst>
          </p:cNvPr>
          <p:cNvSpPr>
            <a:spLocks/>
          </p:cNvSpPr>
          <p:nvPr/>
        </p:nvSpPr>
        <p:spPr>
          <a:xfrm>
            <a:off x="1211717" y="6444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5DF61627-8D7A-40DB-A42B-BC134AEB89E6}"/>
              </a:ext>
            </a:extLst>
          </p:cNvPr>
          <p:cNvSpPr>
            <a:spLocks/>
          </p:cNvSpPr>
          <p:nvPr/>
        </p:nvSpPr>
        <p:spPr>
          <a:xfrm>
            <a:off x="1441116" y="56117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B6AC2DB-26C5-4F2E-9EF2-36804C4E94AC}"/>
              </a:ext>
            </a:extLst>
          </p:cNvPr>
          <p:cNvSpPr>
            <a:spLocks/>
          </p:cNvSpPr>
          <p:nvPr/>
        </p:nvSpPr>
        <p:spPr>
          <a:xfrm>
            <a:off x="1528209" y="5784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44F8AE1-42EC-491F-81DD-39E4CEA333AC}"/>
              </a:ext>
            </a:extLst>
          </p:cNvPr>
          <p:cNvSpPr>
            <a:spLocks/>
          </p:cNvSpPr>
          <p:nvPr/>
        </p:nvSpPr>
        <p:spPr>
          <a:xfrm>
            <a:off x="1524327" y="549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53BD5F0C-5EC4-42A5-9701-E3D9CBC04C3D}"/>
              </a:ext>
            </a:extLst>
          </p:cNvPr>
          <p:cNvSpPr>
            <a:spLocks/>
          </p:cNvSpPr>
          <p:nvPr/>
        </p:nvSpPr>
        <p:spPr>
          <a:xfrm>
            <a:off x="1475213" y="5535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B9415BEC-62BA-4220-840C-36AD3CD2DD9E}"/>
              </a:ext>
            </a:extLst>
          </p:cNvPr>
          <p:cNvSpPr>
            <a:spLocks/>
          </p:cNvSpPr>
          <p:nvPr/>
        </p:nvSpPr>
        <p:spPr>
          <a:xfrm>
            <a:off x="1499709" y="5446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4C28CE4E-27D3-478D-BA75-0A12EC50B5C0}"/>
              </a:ext>
            </a:extLst>
          </p:cNvPr>
          <p:cNvSpPr>
            <a:spLocks/>
          </p:cNvSpPr>
          <p:nvPr/>
        </p:nvSpPr>
        <p:spPr>
          <a:xfrm>
            <a:off x="1394453" y="6178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67BCC2FC-B012-4FAE-AE77-E61E6B02EA76}"/>
              </a:ext>
            </a:extLst>
          </p:cNvPr>
          <p:cNvSpPr>
            <a:spLocks/>
          </p:cNvSpPr>
          <p:nvPr/>
        </p:nvSpPr>
        <p:spPr>
          <a:xfrm>
            <a:off x="1430330" y="5949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0E484B43-FAF9-4A21-90C9-07D1137AC08D}"/>
              </a:ext>
            </a:extLst>
          </p:cNvPr>
          <p:cNvSpPr>
            <a:spLocks/>
          </p:cNvSpPr>
          <p:nvPr/>
        </p:nvSpPr>
        <p:spPr>
          <a:xfrm>
            <a:off x="1419466" y="6045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026B7BBC-FD14-45A3-9F54-CF004060D9F8}"/>
              </a:ext>
            </a:extLst>
          </p:cNvPr>
          <p:cNvSpPr>
            <a:spLocks/>
          </p:cNvSpPr>
          <p:nvPr/>
        </p:nvSpPr>
        <p:spPr>
          <a:xfrm>
            <a:off x="1435987" y="5657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BD13AEA-C334-4452-9953-4F450E148953}"/>
              </a:ext>
            </a:extLst>
          </p:cNvPr>
          <p:cNvSpPr>
            <a:spLocks/>
          </p:cNvSpPr>
          <p:nvPr/>
        </p:nvSpPr>
        <p:spPr>
          <a:xfrm>
            <a:off x="1395813" y="5600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5130CF9D-BDBE-4AE7-902F-5E59B186CFF5}"/>
              </a:ext>
            </a:extLst>
          </p:cNvPr>
          <p:cNvSpPr>
            <a:spLocks/>
          </p:cNvSpPr>
          <p:nvPr/>
        </p:nvSpPr>
        <p:spPr>
          <a:xfrm>
            <a:off x="1510562" y="6072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5B709C4E-1352-4008-B173-9C555DD10007}"/>
              </a:ext>
            </a:extLst>
          </p:cNvPr>
          <p:cNvSpPr>
            <a:spLocks/>
          </p:cNvSpPr>
          <p:nvPr/>
        </p:nvSpPr>
        <p:spPr>
          <a:xfrm>
            <a:off x="1450031" y="5964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7E7DBA79-4183-4572-BC15-700DB9BEFA2B}"/>
              </a:ext>
            </a:extLst>
          </p:cNvPr>
          <p:cNvSpPr>
            <a:spLocks/>
          </p:cNvSpPr>
          <p:nvPr/>
        </p:nvSpPr>
        <p:spPr>
          <a:xfrm>
            <a:off x="1482728" y="6530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69CB904C-0024-4096-934B-DF52D544CEA3}"/>
              </a:ext>
            </a:extLst>
          </p:cNvPr>
          <p:cNvSpPr>
            <a:spLocks/>
          </p:cNvSpPr>
          <p:nvPr/>
        </p:nvSpPr>
        <p:spPr>
          <a:xfrm>
            <a:off x="1415427" y="615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EF82AB0B-BBD4-4706-B114-926A28B2D098}"/>
              </a:ext>
            </a:extLst>
          </p:cNvPr>
          <p:cNvSpPr>
            <a:spLocks/>
          </p:cNvSpPr>
          <p:nvPr/>
        </p:nvSpPr>
        <p:spPr>
          <a:xfrm>
            <a:off x="1453376" y="5515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F87152A0-AB9C-40C4-9EA8-FEFBFFD96E5A}"/>
              </a:ext>
            </a:extLst>
          </p:cNvPr>
          <p:cNvSpPr>
            <a:spLocks/>
          </p:cNvSpPr>
          <p:nvPr/>
        </p:nvSpPr>
        <p:spPr>
          <a:xfrm>
            <a:off x="1432808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6522BC99-BF93-497E-9BC3-999C1AE88181}"/>
              </a:ext>
            </a:extLst>
          </p:cNvPr>
          <p:cNvSpPr>
            <a:spLocks/>
          </p:cNvSpPr>
          <p:nvPr/>
        </p:nvSpPr>
        <p:spPr>
          <a:xfrm>
            <a:off x="1408716" y="5505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AAA071AC-2135-4A92-AA7A-BB685DBDCDA4}"/>
              </a:ext>
            </a:extLst>
          </p:cNvPr>
          <p:cNvSpPr>
            <a:spLocks/>
          </p:cNvSpPr>
          <p:nvPr/>
        </p:nvSpPr>
        <p:spPr>
          <a:xfrm>
            <a:off x="1404711" y="54513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FBFD0375-9FC9-4EF7-B5E8-20CA61C6A31C}"/>
              </a:ext>
            </a:extLst>
          </p:cNvPr>
          <p:cNvSpPr>
            <a:spLocks/>
          </p:cNvSpPr>
          <p:nvPr/>
        </p:nvSpPr>
        <p:spPr>
          <a:xfrm>
            <a:off x="1510331" y="6050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1F55773D-C6B6-47E6-8084-1BB8749ECFCF}"/>
              </a:ext>
            </a:extLst>
          </p:cNvPr>
          <p:cNvSpPr>
            <a:spLocks/>
          </p:cNvSpPr>
          <p:nvPr/>
        </p:nvSpPr>
        <p:spPr>
          <a:xfrm>
            <a:off x="146428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9F349BFF-4C7E-4477-BDF7-DE51D156891D}"/>
              </a:ext>
            </a:extLst>
          </p:cNvPr>
          <p:cNvSpPr>
            <a:spLocks/>
          </p:cNvSpPr>
          <p:nvPr/>
        </p:nvSpPr>
        <p:spPr>
          <a:xfrm>
            <a:off x="1437357" y="6162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0DD0CED-95A7-4F05-8975-76E8585963A8}"/>
              </a:ext>
            </a:extLst>
          </p:cNvPr>
          <p:cNvSpPr>
            <a:spLocks/>
          </p:cNvSpPr>
          <p:nvPr/>
        </p:nvSpPr>
        <p:spPr>
          <a:xfrm>
            <a:off x="150994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EC9721B3-8E80-45DE-898D-ACB64ECD6FAE}"/>
              </a:ext>
            </a:extLst>
          </p:cNvPr>
          <p:cNvSpPr>
            <a:spLocks/>
          </p:cNvSpPr>
          <p:nvPr/>
        </p:nvSpPr>
        <p:spPr>
          <a:xfrm>
            <a:off x="1413238" y="54670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CEDFAE83-4153-465F-923C-15F507C63D74}"/>
              </a:ext>
            </a:extLst>
          </p:cNvPr>
          <p:cNvSpPr>
            <a:spLocks/>
          </p:cNvSpPr>
          <p:nvPr/>
        </p:nvSpPr>
        <p:spPr>
          <a:xfrm>
            <a:off x="1400755" y="5598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9AADBDD7-DFD4-44B1-A8A3-46BDB5199302}"/>
              </a:ext>
            </a:extLst>
          </p:cNvPr>
          <p:cNvSpPr>
            <a:spLocks/>
          </p:cNvSpPr>
          <p:nvPr/>
        </p:nvSpPr>
        <p:spPr>
          <a:xfrm>
            <a:off x="1439584" y="5732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D86BCAFA-B8FB-48C2-81A1-365703417752}"/>
              </a:ext>
            </a:extLst>
          </p:cNvPr>
          <p:cNvSpPr>
            <a:spLocks/>
          </p:cNvSpPr>
          <p:nvPr/>
        </p:nvSpPr>
        <p:spPr>
          <a:xfrm>
            <a:off x="1408428" y="62318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30165BC0-7671-4CB5-8135-9A2D6D6A0B2E}"/>
              </a:ext>
            </a:extLst>
          </p:cNvPr>
          <p:cNvSpPr>
            <a:spLocks/>
          </p:cNvSpPr>
          <p:nvPr/>
        </p:nvSpPr>
        <p:spPr>
          <a:xfrm>
            <a:off x="1483951" y="6812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DA419BFB-2374-4D4B-9975-165EC339028B}"/>
              </a:ext>
            </a:extLst>
          </p:cNvPr>
          <p:cNvSpPr>
            <a:spLocks/>
          </p:cNvSpPr>
          <p:nvPr/>
        </p:nvSpPr>
        <p:spPr>
          <a:xfrm>
            <a:off x="1400220" y="56244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613B6F4C-CD6B-4017-AFF6-FE5BEC76CEE0}"/>
              </a:ext>
            </a:extLst>
          </p:cNvPr>
          <p:cNvSpPr>
            <a:spLocks/>
          </p:cNvSpPr>
          <p:nvPr/>
        </p:nvSpPr>
        <p:spPr>
          <a:xfrm>
            <a:off x="144617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82D7DCAE-4A8C-4FB3-AD82-87AED26A6330}"/>
              </a:ext>
            </a:extLst>
          </p:cNvPr>
          <p:cNvSpPr>
            <a:spLocks/>
          </p:cNvSpPr>
          <p:nvPr/>
        </p:nvSpPr>
        <p:spPr>
          <a:xfrm>
            <a:off x="1452524" y="61114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DEFB8E53-2E9D-443C-B962-DC77F19E224A}"/>
              </a:ext>
            </a:extLst>
          </p:cNvPr>
          <p:cNvSpPr>
            <a:spLocks/>
          </p:cNvSpPr>
          <p:nvPr/>
        </p:nvSpPr>
        <p:spPr>
          <a:xfrm>
            <a:off x="1504177" y="688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EADC2FA5-4DF1-4D6C-B758-54F78F00C1FD}"/>
              </a:ext>
            </a:extLst>
          </p:cNvPr>
          <p:cNvSpPr>
            <a:spLocks/>
          </p:cNvSpPr>
          <p:nvPr/>
        </p:nvSpPr>
        <p:spPr>
          <a:xfrm>
            <a:off x="1471635" y="5406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9259834-2EA0-4497-B856-C228902C2C3B}"/>
              </a:ext>
            </a:extLst>
          </p:cNvPr>
          <p:cNvSpPr>
            <a:spLocks/>
          </p:cNvSpPr>
          <p:nvPr/>
        </p:nvSpPr>
        <p:spPr>
          <a:xfrm>
            <a:off x="1430286" y="5608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1C6FE7B7-88DD-4317-AAC8-E017098249D4}"/>
              </a:ext>
            </a:extLst>
          </p:cNvPr>
          <p:cNvSpPr>
            <a:spLocks/>
          </p:cNvSpPr>
          <p:nvPr/>
        </p:nvSpPr>
        <p:spPr>
          <a:xfrm>
            <a:off x="1394891" y="5545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B61BB37A-28FC-4F4C-91A9-23658C22DD10}"/>
              </a:ext>
            </a:extLst>
          </p:cNvPr>
          <p:cNvSpPr>
            <a:spLocks/>
          </p:cNvSpPr>
          <p:nvPr/>
        </p:nvSpPr>
        <p:spPr>
          <a:xfrm>
            <a:off x="1390348" y="6650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5BD815E9-2151-4AB6-8558-5B7041A9EBE0}"/>
              </a:ext>
            </a:extLst>
          </p:cNvPr>
          <p:cNvSpPr>
            <a:spLocks/>
          </p:cNvSpPr>
          <p:nvPr/>
        </p:nvSpPr>
        <p:spPr>
          <a:xfrm>
            <a:off x="14106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AAE4E55A-4913-4FFA-AA5C-69779FE4497D}"/>
              </a:ext>
            </a:extLst>
          </p:cNvPr>
          <p:cNvSpPr>
            <a:spLocks/>
          </p:cNvSpPr>
          <p:nvPr/>
        </p:nvSpPr>
        <p:spPr>
          <a:xfrm>
            <a:off x="1426258" y="5503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556B5747-D892-42BF-879B-F318419C23BB}"/>
              </a:ext>
            </a:extLst>
          </p:cNvPr>
          <p:cNvSpPr>
            <a:spLocks/>
          </p:cNvSpPr>
          <p:nvPr/>
        </p:nvSpPr>
        <p:spPr>
          <a:xfrm>
            <a:off x="1511930" y="6270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818C10C5-64FD-4C74-A5D1-D8C03343D104}"/>
              </a:ext>
            </a:extLst>
          </p:cNvPr>
          <p:cNvSpPr>
            <a:spLocks/>
          </p:cNvSpPr>
          <p:nvPr/>
        </p:nvSpPr>
        <p:spPr>
          <a:xfrm>
            <a:off x="1411717" y="61854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FE9818EF-66E0-4BB0-85DE-E9B219EB9C44}"/>
              </a:ext>
            </a:extLst>
          </p:cNvPr>
          <p:cNvSpPr>
            <a:spLocks/>
          </p:cNvSpPr>
          <p:nvPr/>
        </p:nvSpPr>
        <p:spPr>
          <a:xfrm>
            <a:off x="1478675" y="60491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6ABC40EC-01F6-4845-BCE0-FC62E31A2149}"/>
              </a:ext>
            </a:extLst>
          </p:cNvPr>
          <p:cNvSpPr>
            <a:spLocks/>
          </p:cNvSpPr>
          <p:nvPr/>
        </p:nvSpPr>
        <p:spPr>
          <a:xfrm>
            <a:off x="1488278" y="65053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A356A3F5-F088-40D9-BC28-6CFEDF4838D5}"/>
              </a:ext>
            </a:extLst>
          </p:cNvPr>
          <p:cNvSpPr>
            <a:spLocks/>
          </p:cNvSpPr>
          <p:nvPr/>
        </p:nvSpPr>
        <p:spPr>
          <a:xfrm>
            <a:off x="1465419" y="5695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2CD263C8-29C2-4CAB-AF42-0974265B3BA7}"/>
              </a:ext>
            </a:extLst>
          </p:cNvPr>
          <p:cNvSpPr>
            <a:spLocks/>
          </p:cNvSpPr>
          <p:nvPr/>
        </p:nvSpPr>
        <p:spPr>
          <a:xfrm>
            <a:off x="1441238" y="554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511AF009-AE20-4F29-826D-2F657BB0D3F3}"/>
              </a:ext>
            </a:extLst>
          </p:cNvPr>
          <p:cNvSpPr>
            <a:spLocks/>
          </p:cNvSpPr>
          <p:nvPr/>
        </p:nvSpPr>
        <p:spPr>
          <a:xfrm>
            <a:off x="148709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7D8BE90E-4BC6-4C1A-8ECA-D8DAE82DD74C}"/>
              </a:ext>
            </a:extLst>
          </p:cNvPr>
          <p:cNvSpPr>
            <a:spLocks/>
          </p:cNvSpPr>
          <p:nvPr/>
        </p:nvSpPr>
        <p:spPr>
          <a:xfrm>
            <a:off x="1417457" y="5608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ACC64803-FED3-4040-BF4B-1C1DE2CA6FE3}"/>
              </a:ext>
            </a:extLst>
          </p:cNvPr>
          <p:cNvSpPr>
            <a:spLocks/>
          </p:cNvSpPr>
          <p:nvPr/>
        </p:nvSpPr>
        <p:spPr>
          <a:xfrm>
            <a:off x="1392754" y="57040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8EEF158D-31DC-417E-A07D-6BBE7874172F}"/>
              </a:ext>
            </a:extLst>
          </p:cNvPr>
          <p:cNvSpPr>
            <a:spLocks/>
          </p:cNvSpPr>
          <p:nvPr/>
        </p:nvSpPr>
        <p:spPr>
          <a:xfrm>
            <a:off x="1525048" y="54009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0EF9C0AD-4401-43CF-8D2C-3095B2BFCA0E}"/>
              </a:ext>
            </a:extLst>
          </p:cNvPr>
          <p:cNvSpPr>
            <a:spLocks/>
          </p:cNvSpPr>
          <p:nvPr/>
        </p:nvSpPr>
        <p:spPr>
          <a:xfrm>
            <a:off x="1486627" y="6449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21172181-3327-457D-AE4B-F52D2244D6CB}"/>
              </a:ext>
            </a:extLst>
          </p:cNvPr>
          <p:cNvSpPr>
            <a:spLocks/>
          </p:cNvSpPr>
          <p:nvPr/>
        </p:nvSpPr>
        <p:spPr>
          <a:xfrm>
            <a:off x="1429576" y="545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E0189329-5A78-414B-9BFC-F63E7AA18847}"/>
              </a:ext>
            </a:extLst>
          </p:cNvPr>
          <p:cNvSpPr>
            <a:spLocks/>
          </p:cNvSpPr>
          <p:nvPr/>
        </p:nvSpPr>
        <p:spPr>
          <a:xfrm>
            <a:off x="140973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C76F4FC2-EEE9-49B2-A6FE-B4A40594E351}"/>
              </a:ext>
            </a:extLst>
          </p:cNvPr>
          <p:cNvSpPr>
            <a:spLocks/>
          </p:cNvSpPr>
          <p:nvPr/>
        </p:nvSpPr>
        <p:spPr>
          <a:xfrm>
            <a:off x="1513100" y="6679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EF921090-F97D-44AB-8B80-FC2EC7706B3E}"/>
              </a:ext>
            </a:extLst>
          </p:cNvPr>
          <p:cNvSpPr>
            <a:spLocks/>
          </p:cNvSpPr>
          <p:nvPr/>
        </p:nvSpPr>
        <p:spPr>
          <a:xfrm>
            <a:off x="1416076" y="6265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ECD12000-E5FF-4B95-9D37-99D23DD54735}"/>
              </a:ext>
            </a:extLst>
          </p:cNvPr>
          <p:cNvSpPr>
            <a:spLocks/>
          </p:cNvSpPr>
          <p:nvPr/>
        </p:nvSpPr>
        <p:spPr>
          <a:xfrm>
            <a:off x="1481982" y="62938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1E11E672-5253-435A-968B-CD8BE47BFC84}"/>
              </a:ext>
            </a:extLst>
          </p:cNvPr>
          <p:cNvSpPr>
            <a:spLocks/>
          </p:cNvSpPr>
          <p:nvPr/>
        </p:nvSpPr>
        <p:spPr>
          <a:xfrm>
            <a:off x="140978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02ADA802-06A4-41AF-8515-3E84419727E1}"/>
              </a:ext>
            </a:extLst>
          </p:cNvPr>
          <p:cNvSpPr>
            <a:spLocks/>
          </p:cNvSpPr>
          <p:nvPr/>
        </p:nvSpPr>
        <p:spPr>
          <a:xfrm>
            <a:off x="1464944" y="5478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89286611-9C1F-42D9-9E4B-19ED73A64827}"/>
              </a:ext>
            </a:extLst>
          </p:cNvPr>
          <p:cNvSpPr>
            <a:spLocks/>
          </p:cNvSpPr>
          <p:nvPr/>
        </p:nvSpPr>
        <p:spPr>
          <a:xfrm>
            <a:off x="152050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0BBCE335-B170-45CB-A30F-906923687EEA}"/>
              </a:ext>
            </a:extLst>
          </p:cNvPr>
          <p:cNvSpPr>
            <a:spLocks/>
          </p:cNvSpPr>
          <p:nvPr/>
        </p:nvSpPr>
        <p:spPr>
          <a:xfrm>
            <a:off x="1439146" y="6439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4A7AE81A-0D3A-4BB5-8F8C-81BBCFC73BB1}"/>
              </a:ext>
            </a:extLst>
          </p:cNvPr>
          <p:cNvSpPr>
            <a:spLocks/>
          </p:cNvSpPr>
          <p:nvPr/>
        </p:nvSpPr>
        <p:spPr>
          <a:xfrm>
            <a:off x="1411546" y="5495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56DC6962-E6DE-4AF3-A2E6-0E7CF18422CE}"/>
              </a:ext>
            </a:extLst>
          </p:cNvPr>
          <p:cNvSpPr>
            <a:spLocks/>
          </p:cNvSpPr>
          <p:nvPr/>
        </p:nvSpPr>
        <p:spPr>
          <a:xfrm>
            <a:off x="1465584" y="57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7B79DDB1-10ED-446A-AE9D-2CD5839E5EBE}"/>
              </a:ext>
            </a:extLst>
          </p:cNvPr>
          <p:cNvSpPr>
            <a:spLocks/>
          </p:cNvSpPr>
          <p:nvPr/>
        </p:nvSpPr>
        <p:spPr>
          <a:xfrm>
            <a:off x="1439625" y="6172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3057E37B-9F7A-4796-B6BE-13F813378182}"/>
              </a:ext>
            </a:extLst>
          </p:cNvPr>
          <p:cNvSpPr>
            <a:spLocks/>
          </p:cNvSpPr>
          <p:nvPr/>
        </p:nvSpPr>
        <p:spPr>
          <a:xfrm>
            <a:off x="1443484" y="5657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9F3C7E9E-B9D5-43F7-83D6-7DDD7A29D2AF}"/>
              </a:ext>
            </a:extLst>
          </p:cNvPr>
          <p:cNvSpPr>
            <a:spLocks/>
          </p:cNvSpPr>
          <p:nvPr/>
        </p:nvSpPr>
        <p:spPr>
          <a:xfrm>
            <a:off x="143812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952FB80D-B2B5-4DA8-A67D-70FAE5181381}"/>
              </a:ext>
            </a:extLst>
          </p:cNvPr>
          <p:cNvSpPr>
            <a:spLocks/>
          </p:cNvSpPr>
          <p:nvPr/>
        </p:nvSpPr>
        <p:spPr>
          <a:xfrm>
            <a:off x="1512439" y="561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F9D7936A-D166-46A7-80A1-406C89EEAAA6}"/>
              </a:ext>
            </a:extLst>
          </p:cNvPr>
          <p:cNvSpPr>
            <a:spLocks/>
          </p:cNvSpPr>
          <p:nvPr/>
        </p:nvSpPr>
        <p:spPr>
          <a:xfrm>
            <a:off x="14282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862C1C55-1802-49C5-9F0A-18C6EC773AC7}"/>
              </a:ext>
            </a:extLst>
          </p:cNvPr>
          <p:cNvSpPr>
            <a:spLocks/>
          </p:cNvSpPr>
          <p:nvPr/>
        </p:nvSpPr>
        <p:spPr>
          <a:xfrm>
            <a:off x="142607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F2A69E82-A65B-4C40-AB30-964852BA3BAE}"/>
              </a:ext>
            </a:extLst>
          </p:cNvPr>
          <p:cNvSpPr>
            <a:spLocks/>
          </p:cNvSpPr>
          <p:nvPr/>
        </p:nvSpPr>
        <p:spPr>
          <a:xfrm>
            <a:off x="1469371" y="597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E148D30-2592-4EAE-91D0-2E67ACEC61E6}"/>
              </a:ext>
            </a:extLst>
          </p:cNvPr>
          <p:cNvSpPr>
            <a:spLocks/>
          </p:cNvSpPr>
          <p:nvPr/>
        </p:nvSpPr>
        <p:spPr>
          <a:xfrm>
            <a:off x="1415521" y="5568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AA79EE70-3D7F-4431-A74D-A4C43BD80FA1}"/>
              </a:ext>
            </a:extLst>
          </p:cNvPr>
          <p:cNvSpPr>
            <a:spLocks/>
          </p:cNvSpPr>
          <p:nvPr/>
        </p:nvSpPr>
        <p:spPr>
          <a:xfrm>
            <a:off x="1448048" y="5821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1D40611D-DD6C-4393-B67A-A1481243B4ED}"/>
              </a:ext>
            </a:extLst>
          </p:cNvPr>
          <p:cNvSpPr>
            <a:spLocks/>
          </p:cNvSpPr>
          <p:nvPr/>
        </p:nvSpPr>
        <p:spPr>
          <a:xfrm>
            <a:off x="1426138" y="58747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3ABDEAC2-E5EF-4475-841D-93C76E0FA87D}"/>
              </a:ext>
            </a:extLst>
          </p:cNvPr>
          <p:cNvSpPr>
            <a:spLocks/>
          </p:cNvSpPr>
          <p:nvPr/>
        </p:nvSpPr>
        <p:spPr>
          <a:xfrm>
            <a:off x="1478448" y="56140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976B5CA-BED2-4EAB-97FC-98BC6F042D3A}"/>
              </a:ext>
            </a:extLst>
          </p:cNvPr>
          <p:cNvSpPr>
            <a:spLocks/>
          </p:cNvSpPr>
          <p:nvPr/>
        </p:nvSpPr>
        <p:spPr>
          <a:xfrm>
            <a:off x="1400621" y="5745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7841474E-2BBE-4CC5-8052-C2CC67310701}"/>
              </a:ext>
            </a:extLst>
          </p:cNvPr>
          <p:cNvSpPr>
            <a:spLocks/>
          </p:cNvSpPr>
          <p:nvPr/>
        </p:nvSpPr>
        <p:spPr>
          <a:xfrm>
            <a:off x="1434343" y="57514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5017C314-2ACB-45ED-B80A-E33F59B6DB2A}"/>
              </a:ext>
            </a:extLst>
          </p:cNvPr>
          <p:cNvSpPr>
            <a:spLocks/>
          </p:cNvSpPr>
          <p:nvPr/>
        </p:nvSpPr>
        <p:spPr>
          <a:xfrm>
            <a:off x="148889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89FA68FE-2652-4B3F-92EE-1101987F45FA}"/>
              </a:ext>
            </a:extLst>
          </p:cNvPr>
          <p:cNvSpPr>
            <a:spLocks/>
          </p:cNvSpPr>
          <p:nvPr/>
        </p:nvSpPr>
        <p:spPr>
          <a:xfrm>
            <a:off x="1401532" y="56974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FACBC625-F1F7-452C-B906-BE11A0D19ADC}"/>
              </a:ext>
            </a:extLst>
          </p:cNvPr>
          <p:cNvSpPr>
            <a:spLocks/>
          </p:cNvSpPr>
          <p:nvPr/>
        </p:nvSpPr>
        <p:spPr>
          <a:xfrm>
            <a:off x="1482051" y="5998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5E014D7A-50CB-417A-9ACA-35012243FAE2}"/>
              </a:ext>
            </a:extLst>
          </p:cNvPr>
          <p:cNvSpPr>
            <a:spLocks/>
          </p:cNvSpPr>
          <p:nvPr/>
        </p:nvSpPr>
        <p:spPr>
          <a:xfrm>
            <a:off x="14104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AC43B612-46F8-4B36-B1FC-1BA6F5080D12}"/>
              </a:ext>
            </a:extLst>
          </p:cNvPr>
          <p:cNvSpPr>
            <a:spLocks/>
          </p:cNvSpPr>
          <p:nvPr/>
        </p:nvSpPr>
        <p:spPr>
          <a:xfrm>
            <a:off x="1506367" y="6752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AC76E2A2-E2A6-4D08-914A-1B09A3FCE1DF}"/>
              </a:ext>
            </a:extLst>
          </p:cNvPr>
          <p:cNvSpPr>
            <a:spLocks/>
          </p:cNvSpPr>
          <p:nvPr/>
        </p:nvSpPr>
        <p:spPr>
          <a:xfrm>
            <a:off x="1454303" y="6729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765D047A-AF0A-4437-9A70-58FCA63A85BC}"/>
              </a:ext>
            </a:extLst>
          </p:cNvPr>
          <p:cNvSpPr>
            <a:spLocks/>
          </p:cNvSpPr>
          <p:nvPr/>
        </p:nvSpPr>
        <p:spPr>
          <a:xfrm>
            <a:off x="1451635" y="6715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034D915B-A1EB-41CD-AC13-A91C5D99E3FB}"/>
              </a:ext>
            </a:extLst>
          </p:cNvPr>
          <p:cNvSpPr>
            <a:spLocks/>
          </p:cNvSpPr>
          <p:nvPr/>
        </p:nvSpPr>
        <p:spPr>
          <a:xfrm>
            <a:off x="1445106" y="5520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9E06D67B-60B4-43B9-9F93-B55787C28AF7}"/>
              </a:ext>
            </a:extLst>
          </p:cNvPr>
          <p:cNvSpPr>
            <a:spLocks/>
          </p:cNvSpPr>
          <p:nvPr/>
        </p:nvSpPr>
        <p:spPr>
          <a:xfrm>
            <a:off x="1524425" y="64593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F7283518-CEC7-4385-BBA7-E1EE24F3CEA8}"/>
              </a:ext>
            </a:extLst>
          </p:cNvPr>
          <p:cNvSpPr>
            <a:spLocks/>
          </p:cNvSpPr>
          <p:nvPr/>
        </p:nvSpPr>
        <p:spPr>
          <a:xfrm>
            <a:off x="1428125" y="56061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1171718D-0603-46C6-BB04-BD7C7C18B6C3}"/>
              </a:ext>
            </a:extLst>
          </p:cNvPr>
          <p:cNvSpPr>
            <a:spLocks/>
          </p:cNvSpPr>
          <p:nvPr/>
        </p:nvSpPr>
        <p:spPr>
          <a:xfrm>
            <a:off x="1507497" y="6234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B5366EDE-B24C-4C9F-B69B-1446427E95BA}"/>
              </a:ext>
            </a:extLst>
          </p:cNvPr>
          <p:cNvSpPr>
            <a:spLocks/>
          </p:cNvSpPr>
          <p:nvPr/>
        </p:nvSpPr>
        <p:spPr>
          <a:xfrm>
            <a:off x="1437491" y="6586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7969ACDF-4C92-4816-A15D-98611BF3919B}"/>
              </a:ext>
            </a:extLst>
          </p:cNvPr>
          <p:cNvSpPr>
            <a:spLocks/>
          </p:cNvSpPr>
          <p:nvPr/>
        </p:nvSpPr>
        <p:spPr>
          <a:xfrm>
            <a:off x="1424154" y="57452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0444E510-8278-4B2F-8026-4FA5FA2E2D52}"/>
              </a:ext>
            </a:extLst>
          </p:cNvPr>
          <p:cNvSpPr>
            <a:spLocks/>
          </p:cNvSpPr>
          <p:nvPr/>
        </p:nvSpPr>
        <p:spPr>
          <a:xfrm>
            <a:off x="1527988" y="5588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44EA0B62-A154-4072-8DAC-6B3829256B3F}"/>
              </a:ext>
            </a:extLst>
          </p:cNvPr>
          <p:cNvSpPr>
            <a:spLocks/>
          </p:cNvSpPr>
          <p:nvPr/>
        </p:nvSpPr>
        <p:spPr>
          <a:xfrm>
            <a:off x="1452741" y="5575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F54FFB22-73F2-44E5-BA26-D698A888FD82}"/>
              </a:ext>
            </a:extLst>
          </p:cNvPr>
          <p:cNvSpPr>
            <a:spLocks/>
          </p:cNvSpPr>
          <p:nvPr/>
        </p:nvSpPr>
        <p:spPr>
          <a:xfrm>
            <a:off x="14554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DA0AABC6-B2E3-454D-9D93-0732C04A8607}"/>
              </a:ext>
            </a:extLst>
          </p:cNvPr>
          <p:cNvSpPr>
            <a:spLocks/>
          </p:cNvSpPr>
          <p:nvPr/>
        </p:nvSpPr>
        <p:spPr>
          <a:xfrm>
            <a:off x="1442778" y="55236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B58B9EBB-C74B-48F9-A0A3-D8B79622B37F}"/>
              </a:ext>
            </a:extLst>
          </p:cNvPr>
          <p:cNvSpPr>
            <a:spLocks/>
          </p:cNvSpPr>
          <p:nvPr/>
        </p:nvSpPr>
        <p:spPr>
          <a:xfrm>
            <a:off x="1490619" y="5813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ACB0069A-1272-4CF7-9AC3-0DBFB21B6FC0}"/>
              </a:ext>
            </a:extLst>
          </p:cNvPr>
          <p:cNvSpPr>
            <a:spLocks/>
          </p:cNvSpPr>
          <p:nvPr/>
        </p:nvSpPr>
        <p:spPr>
          <a:xfrm>
            <a:off x="1469631" y="5630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DFD3D007-81CB-49F0-BB1C-AFC680BB44DA}"/>
              </a:ext>
            </a:extLst>
          </p:cNvPr>
          <p:cNvSpPr>
            <a:spLocks/>
          </p:cNvSpPr>
          <p:nvPr/>
        </p:nvSpPr>
        <p:spPr>
          <a:xfrm>
            <a:off x="1508963" y="6185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C6424D76-4297-4AD7-AEC1-8B3A5740756E}"/>
              </a:ext>
            </a:extLst>
          </p:cNvPr>
          <p:cNvSpPr>
            <a:spLocks/>
          </p:cNvSpPr>
          <p:nvPr/>
        </p:nvSpPr>
        <p:spPr>
          <a:xfrm>
            <a:off x="1464759" y="6293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C054A00E-48AF-46C2-BF3E-40C03C568F7A}"/>
              </a:ext>
            </a:extLst>
          </p:cNvPr>
          <p:cNvSpPr>
            <a:spLocks/>
          </p:cNvSpPr>
          <p:nvPr/>
        </p:nvSpPr>
        <p:spPr>
          <a:xfrm>
            <a:off x="144160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42E873D3-AA09-4EEE-8C4F-58399D5AA434}"/>
              </a:ext>
            </a:extLst>
          </p:cNvPr>
          <p:cNvSpPr>
            <a:spLocks/>
          </p:cNvSpPr>
          <p:nvPr/>
        </p:nvSpPr>
        <p:spPr>
          <a:xfrm>
            <a:off x="1705723" y="5451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1041466B-4DF6-47DC-A9C2-8B8830E442E5}"/>
              </a:ext>
            </a:extLst>
          </p:cNvPr>
          <p:cNvSpPr>
            <a:spLocks/>
          </p:cNvSpPr>
          <p:nvPr/>
        </p:nvSpPr>
        <p:spPr>
          <a:xfrm>
            <a:off x="1629409" y="56442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207B532E-2EE2-4800-A07A-21E34DFC5654}"/>
              </a:ext>
            </a:extLst>
          </p:cNvPr>
          <p:cNvSpPr>
            <a:spLocks/>
          </p:cNvSpPr>
          <p:nvPr/>
        </p:nvSpPr>
        <p:spPr>
          <a:xfrm>
            <a:off x="1736330" y="5479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30BCB778-DCAA-4947-BD1A-73175B38A30F}"/>
              </a:ext>
            </a:extLst>
          </p:cNvPr>
          <p:cNvSpPr>
            <a:spLocks/>
          </p:cNvSpPr>
          <p:nvPr/>
        </p:nvSpPr>
        <p:spPr>
          <a:xfrm>
            <a:off x="1630533" y="5532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75B6F110-6494-4638-82BE-4CAD9250CE95}"/>
              </a:ext>
            </a:extLst>
          </p:cNvPr>
          <p:cNvSpPr>
            <a:spLocks/>
          </p:cNvSpPr>
          <p:nvPr/>
        </p:nvSpPr>
        <p:spPr>
          <a:xfrm>
            <a:off x="1696787" y="6197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67204CE5-0F03-4F15-BC13-A925AA473BF3}"/>
              </a:ext>
            </a:extLst>
          </p:cNvPr>
          <p:cNvSpPr>
            <a:spLocks/>
          </p:cNvSpPr>
          <p:nvPr/>
        </p:nvSpPr>
        <p:spPr>
          <a:xfrm>
            <a:off x="1698249" y="6233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EA8484A4-C009-438D-AC7A-671859A17D7C}"/>
              </a:ext>
            </a:extLst>
          </p:cNvPr>
          <p:cNvSpPr>
            <a:spLocks/>
          </p:cNvSpPr>
          <p:nvPr/>
        </p:nvSpPr>
        <p:spPr>
          <a:xfrm>
            <a:off x="1752741" y="5493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368F60C-FF7C-456E-9ABE-0D03438A63C5}"/>
              </a:ext>
            </a:extLst>
          </p:cNvPr>
          <p:cNvSpPr>
            <a:spLocks/>
          </p:cNvSpPr>
          <p:nvPr/>
        </p:nvSpPr>
        <p:spPr>
          <a:xfrm>
            <a:off x="1693842" y="5705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95DCAA6E-268A-490C-BD76-1DA916823585}"/>
              </a:ext>
            </a:extLst>
          </p:cNvPr>
          <p:cNvSpPr>
            <a:spLocks/>
          </p:cNvSpPr>
          <p:nvPr/>
        </p:nvSpPr>
        <p:spPr>
          <a:xfrm>
            <a:off x="1692966" y="5654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88E60C71-0B3A-4049-8E23-0083FB540798}"/>
              </a:ext>
            </a:extLst>
          </p:cNvPr>
          <p:cNvSpPr>
            <a:spLocks/>
          </p:cNvSpPr>
          <p:nvPr/>
        </p:nvSpPr>
        <p:spPr>
          <a:xfrm>
            <a:off x="1692917" y="5573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9C9285E9-7CE5-4E86-B420-C3D3FFF20BD4}"/>
              </a:ext>
            </a:extLst>
          </p:cNvPr>
          <p:cNvSpPr>
            <a:spLocks/>
          </p:cNvSpPr>
          <p:nvPr/>
        </p:nvSpPr>
        <p:spPr>
          <a:xfrm>
            <a:off x="1661337" y="5619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43144C84-F250-4987-9144-2948085973D4}"/>
              </a:ext>
            </a:extLst>
          </p:cNvPr>
          <p:cNvSpPr>
            <a:spLocks/>
          </p:cNvSpPr>
          <p:nvPr/>
        </p:nvSpPr>
        <p:spPr>
          <a:xfrm>
            <a:off x="1621338" y="5670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F91683FB-3147-4A4F-9351-09ED60D7FA4A}"/>
              </a:ext>
            </a:extLst>
          </p:cNvPr>
          <p:cNvSpPr>
            <a:spLocks/>
          </p:cNvSpPr>
          <p:nvPr/>
        </p:nvSpPr>
        <p:spPr>
          <a:xfrm>
            <a:off x="1733773" y="61314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E73086F7-EAC0-45A7-AF20-C97426FAB148}"/>
              </a:ext>
            </a:extLst>
          </p:cNvPr>
          <p:cNvSpPr>
            <a:spLocks/>
          </p:cNvSpPr>
          <p:nvPr/>
        </p:nvSpPr>
        <p:spPr>
          <a:xfrm>
            <a:off x="1613627" y="5695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3D0D4451-AD30-4E41-8BF6-3EB2C008DFA6}"/>
              </a:ext>
            </a:extLst>
          </p:cNvPr>
          <p:cNvSpPr>
            <a:spLocks/>
          </p:cNvSpPr>
          <p:nvPr/>
        </p:nvSpPr>
        <p:spPr>
          <a:xfrm>
            <a:off x="1751763" y="551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82815575-607C-4B22-8CD2-87BE0D24979C}"/>
              </a:ext>
            </a:extLst>
          </p:cNvPr>
          <p:cNvSpPr>
            <a:spLocks/>
          </p:cNvSpPr>
          <p:nvPr/>
        </p:nvSpPr>
        <p:spPr>
          <a:xfrm>
            <a:off x="173724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1204D2D8-CBDB-42AA-9629-049204DF7087}"/>
              </a:ext>
            </a:extLst>
          </p:cNvPr>
          <p:cNvSpPr>
            <a:spLocks/>
          </p:cNvSpPr>
          <p:nvPr/>
        </p:nvSpPr>
        <p:spPr>
          <a:xfrm>
            <a:off x="1664009" y="550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69F7B7CC-414E-40FB-B005-3FAACD115A7F}"/>
              </a:ext>
            </a:extLst>
          </p:cNvPr>
          <p:cNvSpPr>
            <a:spLocks/>
          </p:cNvSpPr>
          <p:nvPr/>
        </p:nvSpPr>
        <p:spPr>
          <a:xfrm>
            <a:off x="1717795" y="5445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D7A44563-03C1-42D9-AE35-28DB1D70BEC0}"/>
              </a:ext>
            </a:extLst>
          </p:cNvPr>
          <p:cNvSpPr>
            <a:spLocks/>
          </p:cNvSpPr>
          <p:nvPr/>
        </p:nvSpPr>
        <p:spPr>
          <a:xfrm>
            <a:off x="1651181" y="5883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6DCF108E-F447-4CD5-8C79-34F0F50B4788}"/>
              </a:ext>
            </a:extLst>
          </p:cNvPr>
          <p:cNvSpPr>
            <a:spLocks/>
          </p:cNvSpPr>
          <p:nvPr/>
        </p:nvSpPr>
        <p:spPr>
          <a:xfrm>
            <a:off x="161877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1513DDF0-B78A-4D71-8986-E3332C21E514}"/>
              </a:ext>
            </a:extLst>
          </p:cNvPr>
          <p:cNvSpPr>
            <a:spLocks/>
          </p:cNvSpPr>
          <p:nvPr/>
        </p:nvSpPr>
        <p:spPr>
          <a:xfrm>
            <a:off x="1731593" y="63745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63B9B213-4A95-4032-B4AA-59C2E335714F}"/>
              </a:ext>
            </a:extLst>
          </p:cNvPr>
          <p:cNvSpPr>
            <a:spLocks/>
          </p:cNvSpPr>
          <p:nvPr/>
        </p:nvSpPr>
        <p:spPr>
          <a:xfrm>
            <a:off x="162903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8D534CC7-76F7-4B34-83A0-3C3101AB3AEA}"/>
              </a:ext>
            </a:extLst>
          </p:cNvPr>
          <p:cNvSpPr>
            <a:spLocks/>
          </p:cNvSpPr>
          <p:nvPr/>
        </p:nvSpPr>
        <p:spPr>
          <a:xfrm>
            <a:off x="1640746" y="5467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6E982358-4C58-4408-BB30-628A8AE8EF60}"/>
              </a:ext>
            </a:extLst>
          </p:cNvPr>
          <p:cNvSpPr>
            <a:spLocks/>
          </p:cNvSpPr>
          <p:nvPr/>
        </p:nvSpPr>
        <p:spPr>
          <a:xfrm>
            <a:off x="1643515" y="5584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3CD440D5-D367-43FD-A520-57192BD81DE5}"/>
              </a:ext>
            </a:extLst>
          </p:cNvPr>
          <p:cNvSpPr>
            <a:spLocks/>
          </p:cNvSpPr>
          <p:nvPr/>
        </p:nvSpPr>
        <p:spPr>
          <a:xfrm>
            <a:off x="1717650" y="5652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B8259825-22B6-4A2A-A73D-4AC98D15E573}"/>
              </a:ext>
            </a:extLst>
          </p:cNvPr>
          <p:cNvSpPr>
            <a:spLocks/>
          </p:cNvSpPr>
          <p:nvPr/>
        </p:nvSpPr>
        <p:spPr>
          <a:xfrm>
            <a:off x="1680554" y="60530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3EF210DF-FF20-40E8-BCD0-9867FD720FA5}"/>
              </a:ext>
            </a:extLst>
          </p:cNvPr>
          <p:cNvSpPr>
            <a:spLocks/>
          </p:cNvSpPr>
          <p:nvPr/>
        </p:nvSpPr>
        <p:spPr>
          <a:xfrm>
            <a:off x="1613349" y="55702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CB88C487-75EC-4260-B018-1518CA4F47D1}"/>
              </a:ext>
            </a:extLst>
          </p:cNvPr>
          <p:cNvSpPr>
            <a:spLocks/>
          </p:cNvSpPr>
          <p:nvPr/>
        </p:nvSpPr>
        <p:spPr>
          <a:xfrm>
            <a:off x="1631910" y="5618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EAEE46F0-5ACE-4EA8-B1C6-FD38DC4C6A8B}"/>
              </a:ext>
            </a:extLst>
          </p:cNvPr>
          <p:cNvSpPr>
            <a:spLocks/>
          </p:cNvSpPr>
          <p:nvPr/>
        </p:nvSpPr>
        <p:spPr>
          <a:xfrm>
            <a:off x="1681645" y="57949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5231F1C1-986F-41C1-8C4E-3BA052585C29}"/>
              </a:ext>
            </a:extLst>
          </p:cNvPr>
          <p:cNvSpPr>
            <a:spLocks/>
          </p:cNvSpPr>
          <p:nvPr/>
        </p:nvSpPr>
        <p:spPr>
          <a:xfrm>
            <a:off x="1731921" y="60761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0F9BAA4F-F01D-44CA-9F83-2DDDED557034}"/>
              </a:ext>
            </a:extLst>
          </p:cNvPr>
          <p:cNvSpPr>
            <a:spLocks/>
          </p:cNvSpPr>
          <p:nvPr/>
        </p:nvSpPr>
        <p:spPr>
          <a:xfrm>
            <a:off x="1667715" y="6415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3A93900-5E2F-48D8-94BF-D56080594F12}"/>
              </a:ext>
            </a:extLst>
          </p:cNvPr>
          <p:cNvSpPr>
            <a:spLocks/>
          </p:cNvSpPr>
          <p:nvPr/>
        </p:nvSpPr>
        <p:spPr>
          <a:xfrm>
            <a:off x="1669252" y="5406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2D36FE4A-9F8C-4336-8A10-023B64A4F9CC}"/>
              </a:ext>
            </a:extLst>
          </p:cNvPr>
          <p:cNvSpPr>
            <a:spLocks/>
          </p:cNvSpPr>
          <p:nvPr/>
        </p:nvSpPr>
        <p:spPr>
          <a:xfrm>
            <a:off x="1626480" y="5557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BDC4C036-E5E3-4532-8180-E2C10A52ADBB}"/>
              </a:ext>
            </a:extLst>
          </p:cNvPr>
          <p:cNvSpPr>
            <a:spLocks/>
          </p:cNvSpPr>
          <p:nvPr/>
        </p:nvSpPr>
        <p:spPr>
          <a:xfrm>
            <a:off x="1713232" y="5494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45B9EF70-BD22-427B-9A5D-5C4E80403473}"/>
              </a:ext>
            </a:extLst>
          </p:cNvPr>
          <p:cNvSpPr>
            <a:spLocks/>
          </p:cNvSpPr>
          <p:nvPr/>
        </p:nvSpPr>
        <p:spPr>
          <a:xfrm>
            <a:off x="1685085" y="55544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3ADE12EE-6217-4847-94D1-1EF1C3299C37}"/>
              </a:ext>
            </a:extLst>
          </p:cNvPr>
          <p:cNvSpPr>
            <a:spLocks/>
          </p:cNvSpPr>
          <p:nvPr/>
        </p:nvSpPr>
        <p:spPr>
          <a:xfrm>
            <a:off x="163702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0FCA5CDE-F154-4FC8-96D0-F00E9C820A7D}"/>
              </a:ext>
            </a:extLst>
          </p:cNvPr>
          <p:cNvSpPr>
            <a:spLocks/>
          </p:cNvSpPr>
          <p:nvPr/>
        </p:nvSpPr>
        <p:spPr>
          <a:xfrm>
            <a:off x="1745120" y="5501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9499E19F-CC7A-4921-A87C-9FD2B15BAD8E}"/>
              </a:ext>
            </a:extLst>
          </p:cNvPr>
          <p:cNvSpPr>
            <a:spLocks/>
          </p:cNvSpPr>
          <p:nvPr/>
        </p:nvSpPr>
        <p:spPr>
          <a:xfrm>
            <a:off x="1687325" y="6069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D3C1A6D9-AB3B-4041-9FFE-AE39353390CB}"/>
              </a:ext>
            </a:extLst>
          </p:cNvPr>
          <p:cNvSpPr>
            <a:spLocks/>
          </p:cNvSpPr>
          <p:nvPr/>
        </p:nvSpPr>
        <p:spPr>
          <a:xfrm>
            <a:off x="1645505" y="59607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7CB3D878-C582-4145-BA53-2D6E3673420A}"/>
              </a:ext>
            </a:extLst>
          </p:cNvPr>
          <p:cNvSpPr>
            <a:spLocks/>
          </p:cNvSpPr>
          <p:nvPr/>
        </p:nvSpPr>
        <p:spPr>
          <a:xfrm>
            <a:off x="1744613" y="5726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8199F519-A15D-4023-8B4A-6436A08009FF}"/>
              </a:ext>
            </a:extLst>
          </p:cNvPr>
          <p:cNvSpPr>
            <a:spLocks/>
          </p:cNvSpPr>
          <p:nvPr/>
        </p:nvSpPr>
        <p:spPr>
          <a:xfrm>
            <a:off x="1627078" y="59165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2E3AD6E5-9BCD-412A-85C6-B18CC38BFF2B}"/>
              </a:ext>
            </a:extLst>
          </p:cNvPr>
          <p:cNvSpPr>
            <a:spLocks/>
          </p:cNvSpPr>
          <p:nvPr/>
        </p:nvSpPr>
        <p:spPr>
          <a:xfrm>
            <a:off x="1613070" y="55347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0E1629DB-8C92-4159-AE17-6646E5D4DC91}"/>
              </a:ext>
            </a:extLst>
          </p:cNvPr>
          <p:cNvSpPr>
            <a:spLocks/>
          </p:cNvSpPr>
          <p:nvPr/>
        </p:nvSpPr>
        <p:spPr>
          <a:xfrm>
            <a:off x="1718158" y="553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716DB11E-E37C-4281-B097-BC72A46FE72F}"/>
              </a:ext>
            </a:extLst>
          </p:cNvPr>
          <p:cNvSpPr>
            <a:spLocks/>
          </p:cNvSpPr>
          <p:nvPr/>
        </p:nvSpPr>
        <p:spPr>
          <a:xfrm>
            <a:off x="1741057" y="61580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D3E18FB9-81C5-4D4F-96AD-11F6D433E742}"/>
              </a:ext>
            </a:extLst>
          </p:cNvPr>
          <p:cNvSpPr>
            <a:spLocks/>
          </p:cNvSpPr>
          <p:nvPr/>
        </p:nvSpPr>
        <p:spPr>
          <a:xfrm>
            <a:off x="1709875" y="5601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746539D-982C-414E-ACC5-B7AACF792190}"/>
              </a:ext>
            </a:extLst>
          </p:cNvPr>
          <p:cNvSpPr>
            <a:spLocks/>
          </p:cNvSpPr>
          <p:nvPr/>
        </p:nvSpPr>
        <p:spPr>
          <a:xfrm>
            <a:off x="1736365" y="5701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CE642847-AB89-4DC0-9D05-02C7CE9E03FE}"/>
              </a:ext>
            </a:extLst>
          </p:cNvPr>
          <p:cNvSpPr>
            <a:spLocks/>
          </p:cNvSpPr>
          <p:nvPr/>
        </p:nvSpPr>
        <p:spPr>
          <a:xfrm>
            <a:off x="1621802" y="53990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DDABF98C-220C-4D72-A16E-AB70C71229CF}"/>
              </a:ext>
            </a:extLst>
          </p:cNvPr>
          <p:cNvSpPr>
            <a:spLocks/>
          </p:cNvSpPr>
          <p:nvPr/>
        </p:nvSpPr>
        <p:spPr>
          <a:xfrm>
            <a:off x="1723664" y="6401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136754A0-F932-449F-8A1F-1B208C1C7796}"/>
              </a:ext>
            </a:extLst>
          </p:cNvPr>
          <p:cNvSpPr>
            <a:spLocks/>
          </p:cNvSpPr>
          <p:nvPr/>
        </p:nvSpPr>
        <p:spPr>
          <a:xfrm>
            <a:off x="1624781" y="54418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8C49253A-A68A-4A1F-913F-B7F7484063DA}"/>
              </a:ext>
            </a:extLst>
          </p:cNvPr>
          <p:cNvSpPr>
            <a:spLocks/>
          </p:cNvSpPr>
          <p:nvPr/>
        </p:nvSpPr>
        <p:spPr>
          <a:xfrm>
            <a:off x="161831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5C86B3EE-A1C3-4BEC-BA0E-88028D8BCB6C}"/>
              </a:ext>
            </a:extLst>
          </p:cNvPr>
          <p:cNvSpPr>
            <a:spLocks/>
          </p:cNvSpPr>
          <p:nvPr/>
        </p:nvSpPr>
        <p:spPr>
          <a:xfrm>
            <a:off x="1675398" y="6660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E59F05A0-3499-4481-9423-098F87E62DE2}"/>
              </a:ext>
            </a:extLst>
          </p:cNvPr>
          <p:cNvSpPr>
            <a:spLocks/>
          </p:cNvSpPr>
          <p:nvPr/>
        </p:nvSpPr>
        <p:spPr>
          <a:xfrm>
            <a:off x="174706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CC0FF4F3-5389-4BA7-91B6-D15C669F80D3}"/>
              </a:ext>
            </a:extLst>
          </p:cNvPr>
          <p:cNvSpPr>
            <a:spLocks/>
          </p:cNvSpPr>
          <p:nvPr/>
        </p:nvSpPr>
        <p:spPr>
          <a:xfrm>
            <a:off x="1644625" y="6280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651DE008-AECD-464A-A643-CD5997EF8695}"/>
              </a:ext>
            </a:extLst>
          </p:cNvPr>
          <p:cNvSpPr>
            <a:spLocks/>
          </p:cNvSpPr>
          <p:nvPr/>
        </p:nvSpPr>
        <p:spPr>
          <a:xfrm>
            <a:off x="1662187" y="650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70EE5666-D8A7-49DE-8BC4-17B7E06FF80A}"/>
              </a:ext>
            </a:extLst>
          </p:cNvPr>
          <p:cNvSpPr>
            <a:spLocks/>
          </p:cNvSpPr>
          <p:nvPr/>
        </p:nvSpPr>
        <p:spPr>
          <a:xfrm>
            <a:off x="1730237" y="54657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122E67FC-71F2-41CB-AD83-EDF45C5D2FFD}"/>
              </a:ext>
            </a:extLst>
          </p:cNvPr>
          <p:cNvSpPr>
            <a:spLocks/>
          </p:cNvSpPr>
          <p:nvPr/>
        </p:nvSpPr>
        <p:spPr>
          <a:xfrm>
            <a:off x="1622762" y="5694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2F890197-AE4A-4F52-A19E-847B5AB9392E}"/>
              </a:ext>
            </a:extLst>
          </p:cNvPr>
          <p:cNvSpPr>
            <a:spLocks/>
          </p:cNvSpPr>
          <p:nvPr/>
        </p:nvSpPr>
        <p:spPr>
          <a:xfrm>
            <a:off x="1696766" y="59477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FBBE9854-8158-42F1-A921-6DE4E92A223B}"/>
              </a:ext>
            </a:extLst>
          </p:cNvPr>
          <p:cNvSpPr>
            <a:spLocks/>
          </p:cNvSpPr>
          <p:nvPr/>
        </p:nvSpPr>
        <p:spPr>
          <a:xfrm>
            <a:off x="1699626" y="5491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21AF632B-9DA9-4F25-A394-701B0A3F4B71}"/>
              </a:ext>
            </a:extLst>
          </p:cNvPr>
          <p:cNvSpPr>
            <a:spLocks/>
          </p:cNvSpPr>
          <p:nvPr/>
        </p:nvSpPr>
        <p:spPr>
          <a:xfrm>
            <a:off x="1698135" y="5607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09CE01DC-BCDB-4B90-ABA8-D00E5B26185D}"/>
              </a:ext>
            </a:extLst>
          </p:cNvPr>
          <p:cNvSpPr>
            <a:spLocks/>
          </p:cNvSpPr>
          <p:nvPr/>
        </p:nvSpPr>
        <p:spPr>
          <a:xfrm>
            <a:off x="1709134" y="6076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7146AFD-6DAA-4F45-BCFD-24DA5E2E288E}"/>
              </a:ext>
            </a:extLst>
          </p:cNvPr>
          <p:cNvSpPr>
            <a:spLocks/>
          </p:cNvSpPr>
          <p:nvPr/>
        </p:nvSpPr>
        <p:spPr>
          <a:xfrm>
            <a:off x="1709319" y="56573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62BC228C-89E2-4D24-BCFF-EE77D6394656}"/>
              </a:ext>
            </a:extLst>
          </p:cNvPr>
          <p:cNvSpPr>
            <a:spLocks/>
          </p:cNvSpPr>
          <p:nvPr/>
        </p:nvSpPr>
        <p:spPr>
          <a:xfrm>
            <a:off x="164341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FD75A2EF-9482-43BF-AA57-6C5AFE607B57}"/>
              </a:ext>
            </a:extLst>
          </p:cNvPr>
          <p:cNvSpPr>
            <a:spLocks/>
          </p:cNvSpPr>
          <p:nvPr/>
        </p:nvSpPr>
        <p:spPr>
          <a:xfrm>
            <a:off x="1744255" y="561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D971B305-5BCB-483C-9711-BF9B448EB3C0}"/>
              </a:ext>
            </a:extLst>
          </p:cNvPr>
          <p:cNvSpPr>
            <a:spLocks/>
          </p:cNvSpPr>
          <p:nvPr/>
        </p:nvSpPr>
        <p:spPr>
          <a:xfrm>
            <a:off x="1717594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87F205B9-8E26-4A1B-933C-8D6E70C4C446}"/>
              </a:ext>
            </a:extLst>
          </p:cNvPr>
          <p:cNvSpPr>
            <a:spLocks/>
          </p:cNvSpPr>
          <p:nvPr/>
        </p:nvSpPr>
        <p:spPr>
          <a:xfrm>
            <a:off x="1656083" y="60876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700FBD8D-5D17-4253-B55B-F5B3E92E9143}"/>
              </a:ext>
            </a:extLst>
          </p:cNvPr>
          <p:cNvSpPr>
            <a:spLocks/>
          </p:cNvSpPr>
          <p:nvPr/>
        </p:nvSpPr>
        <p:spPr>
          <a:xfrm>
            <a:off x="1671798" y="5720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458BCDB9-8FD8-42DE-8785-52449E836745}"/>
              </a:ext>
            </a:extLst>
          </p:cNvPr>
          <p:cNvSpPr>
            <a:spLocks/>
          </p:cNvSpPr>
          <p:nvPr/>
        </p:nvSpPr>
        <p:spPr>
          <a:xfrm>
            <a:off x="1624958" y="5552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C32258FC-6F8B-4417-B0CB-61875E85991A}"/>
              </a:ext>
            </a:extLst>
          </p:cNvPr>
          <p:cNvSpPr>
            <a:spLocks/>
          </p:cNvSpPr>
          <p:nvPr/>
        </p:nvSpPr>
        <p:spPr>
          <a:xfrm>
            <a:off x="1660070" y="59266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91D5D3BC-B9E6-41D0-9417-92488345C91B}"/>
              </a:ext>
            </a:extLst>
          </p:cNvPr>
          <p:cNvSpPr>
            <a:spLocks/>
          </p:cNvSpPr>
          <p:nvPr/>
        </p:nvSpPr>
        <p:spPr>
          <a:xfrm>
            <a:off x="1620778" y="5807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C5204700-F493-4B8B-996B-354772618139}"/>
              </a:ext>
            </a:extLst>
          </p:cNvPr>
          <p:cNvSpPr>
            <a:spLocks/>
          </p:cNvSpPr>
          <p:nvPr/>
        </p:nvSpPr>
        <p:spPr>
          <a:xfrm>
            <a:off x="1725557" y="5616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26513F02-5A60-4E9E-B551-7DE3473DBFBF}"/>
              </a:ext>
            </a:extLst>
          </p:cNvPr>
          <p:cNvSpPr>
            <a:spLocks/>
          </p:cNvSpPr>
          <p:nvPr/>
        </p:nvSpPr>
        <p:spPr>
          <a:xfrm>
            <a:off x="1698512" y="53799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0FADD219-D70A-4B5B-850B-9CF131638471}"/>
              </a:ext>
            </a:extLst>
          </p:cNvPr>
          <p:cNvSpPr>
            <a:spLocks/>
          </p:cNvSpPr>
          <p:nvPr/>
        </p:nvSpPr>
        <p:spPr>
          <a:xfrm>
            <a:off x="1726717" y="575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624EFB6D-C2D4-43EC-966E-D4DC2CE3B0CC}"/>
              </a:ext>
            </a:extLst>
          </p:cNvPr>
          <p:cNvSpPr>
            <a:spLocks/>
          </p:cNvSpPr>
          <p:nvPr/>
        </p:nvSpPr>
        <p:spPr>
          <a:xfrm>
            <a:off x="168833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C5E83BE2-0BFE-412B-BF64-BFA3F5F7B780}"/>
              </a:ext>
            </a:extLst>
          </p:cNvPr>
          <p:cNvSpPr>
            <a:spLocks/>
          </p:cNvSpPr>
          <p:nvPr/>
        </p:nvSpPr>
        <p:spPr>
          <a:xfrm>
            <a:off x="1623119" y="56770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E477C879-1E23-4074-B1BA-67DC96EF1228}"/>
              </a:ext>
            </a:extLst>
          </p:cNvPr>
          <p:cNvSpPr>
            <a:spLocks/>
          </p:cNvSpPr>
          <p:nvPr/>
        </p:nvSpPr>
        <p:spPr>
          <a:xfrm>
            <a:off x="1730428" y="60738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6659CB16-4434-4B0E-A389-DA7094A90C07}"/>
              </a:ext>
            </a:extLst>
          </p:cNvPr>
          <p:cNvSpPr>
            <a:spLocks/>
          </p:cNvSpPr>
          <p:nvPr/>
        </p:nvSpPr>
        <p:spPr>
          <a:xfrm>
            <a:off x="1631781" y="68036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3CE6A436-7A94-4A3C-A76B-CB1842047A11}"/>
              </a:ext>
            </a:extLst>
          </p:cNvPr>
          <p:cNvSpPr>
            <a:spLocks/>
          </p:cNvSpPr>
          <p:nvPr/>
        </p:nvSpPr>
        <p:spPr>
          <a:xfrm>
            <a:off x="1694915" y="6008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A510F78C-45FB-4E68-998E-6E848466F308}"/>
              </a:ext>
            </a:extLst>
          </p:cNvPr>
          <p:cNvSpPr>
            <a:spLocks/>
          </p:cNvSpPr>
          <p:nvPr/>
        </p:nvSpPr>
        <p:spPr>
          <a:xfrm>
            <a:off x="1669422" y="6293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D76C92A7-7876-4EE0-AF5E-36257D8296D2}"/>
              </a:ext>
            </a:extLst>
          </p:cNvPr>
          <p:cNvSpPr>
            <a:spLocks/>
          </p:cNvSpPr>
          <p:nvPr/>
        </p:nvSpPr>
        <p:spPr>
          <a:xfrm>
            <a:off x="1638710" y="6729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C91A59EA-6C61-4C3B-8DC2-FCDB81A082E6}"/>
              </a:ext>
            </a:extLst>
          </p:cNvPr>
          <p:cNvSpPr>
            <a:spLocks/>
          </p:cNvSpPr>
          <p:nvPr/>
        </p:nvSpPr>
        <p:spPr>
          <a:xfrm>
            <a:off x="1726069" y="5573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B8DD900A-C38B-4AD2-AB20-E05264E12434}"/>
              </a:ext>
            </a:extLst>
          </p:cNvPr>
          <p:cNvSpPr>
            <a:spLocks/>
          </p:cNvSpPr>
          <p:nvPr/>
        </p:nvSpPr>
        <p:spPr>
          <a:xfrm>
            <a:off x="1646218" y="54677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ABB28DA-D39A-4721-B09C-7AEC8D6B767A}"/>
              </a:ext>
            </a:extLst>
          </p:cNvPr>
          <p:cNvSpPr>
            <a:spLocks/>
          </p:cNvSpPr>
          <p:nvPr/>
        </p:nvSpPr>
        <p:spPr>
          <a:xfrm>
            <a:off x="1726840" y="55102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264C5E8A-7E31-43FA-9EC8-B8EB35D7378B}"/>
              </a:ext>
            </a:extLst>
          </p:cNvPr>
          <p:cNvSpPr>
            <a:spLocks/>
          </p:cNvSpPr>
          <p:nvPr/>
        </p:nvSpPr>
        <p:spPr>
          <a:xfrm>
            <a:off x="1668816" y="61237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F9B2195B-D351-4623-AA0B-E85100B0ED21}"/>
              </a:ext>
            </a:extLst>
          </p:cNvPr>
          <p:cNvSpPr>
            <a:spLocks/>
          </p:cNvSpPr>
          <p:nvPr/>
        </p:nvSpPr>
        <p:spPr>
          <a:xfrm>
            <a:off x="1721190" y="6583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DF1DD0DC-C2DA-4C8D-B63F-2EE13126D4E4}"/>
              </a:ext>
            </a:extLst>
          </p:cNvPr>
          <p:cNvSpPr>
            <a:spLocks/>
          </p:cNvSpPr>
          <p:nvPr/>
        </p:nvSpPr>
        <p:spPr>
          <a:xfrm>
            <a:off x="1632000" y="57814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5631F4B3-8D58-47D3-BC9F-D562F693EB14}"/>
              </a:ext>
            </a:extLst>
          </p:cNvPr>
          <p:cNvSpPr>
            <a:spLocks/>
          </p:cNvSpPr>
          <p:nvPr/>
        </p:nvSpPr>
        <p:spPr>
          <a:xfrm>
            <a:off x="1706388" y="54932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F465DDE0-11D4-4126-AAE7-82FC42E519B5}"/>
              </a:ext>
            </a:extLst>
          </p:cNvPr>
          <p:cNvSpPr>
            <a:spLocks/>
          </p:cNvSpPr>
          <p:nvPr/>
        </p:nvSpPr>
        <p:spPr>
          <a:xfrm>
            <a:off x="1634376" y="5577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3C5AEA66-6E89-41F1-8ECA-C37436D28C30}"/>
              </a:ext>
            </a:extLst>
          </p:cNvPr>
          <p:cNvSpPr>
            <a:spLocks/>
          </p:cNvSpPr>
          <p:nvPr/>
        </p:nvSpPr>
        <p:spPr>
          <a:xfrm>
            <a:off x="162475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8C6A2D78-F5AC-441A-8B22-323A08D969AC}"/>
              </a:ext>
            </a:extLst>
          </p:cNvPr>
          <p:cNvSpPr>
            <a:spLocks/>
          </p:cNvSpPr>
          <p:nvPr/>
        </p:nvSpPr>
        <p:spPr>
          <a:xfrm>
            <a:off x="1645207" y="5489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C7E5E55-F0C9-48F2-B412-5D3E20C6FAC7}"/>
              </a:ext>
            </a:extLst>
          </p:cNvPr>
          <p:cNvSpPr>
            <a:spLocks/>
          </p:cNvSpPr>
          <p:nvPr/>
        </p:nvSpPr>
        <p:spPr>
          <a:xfrm>
            <a:off x="1656701" y="5806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B73FA1D8-659E-4862-9586-0B02928DFD60}"/>
              </a:ext>
            </a:extLst>
          </p:cNvPr>
          <p:cNvSpPr>
            <a:spLocks/>
          </p:cNvSpPr>
          <p:nvPr/>
        </p:nvSpPr>
        <p:spPr>
          <a:xfrm>
            <a:off x="1710889" y="5474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E6DE4AA0-4A56-408C-82D2-33FCD048907F}"/>
              </a:ext>
            </a:extLst>
          </p:cNvPr>
          <p:cNvSpPr>
            <a:spLocks/>
          </p:cNvSpPr>
          <p:nvPr/>
        </p:nvSpPr>
        <p:spPr>
          <a:xfrm>
            <a:off x="1670160" y="5602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07EE7CB9-AC9D-43EE-A7FA-FC4991E69583}"/>
              </a:ext>
            </a:extLst>
          </p:cNvPr>
          <p:cNvSpPr>
            <a:spLocks/>
          </p:cNvSpPr>
          <p:nvPr/>
        </p:nvSpPr>
        <p:spPr>
          <a:xfrm>
            <a:off x="1735674" y="5707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12A4B4B5-1976-4D6B-8029-D24983ED4D56}"/>
              </a:ext>
            </a:extLst>
          </p:cNvPr>
          <p:cNvSpPr>
            <a:spLocks/>
          </p:cNvSpPr>
          <p:nvPr/>
        </p:nvSpPr>
        <p:spPr>
          <a:xfrm>
            <a:off x="167810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ED85BEF8-71AE-45F7-ACF4-D2AA97AD7E09}"/>
              </a:ext>
            </a:extLst>
          </p:cNvPr>
          <p:cNvSpPr>
            <a:spLocks/>
          </p:cNvSpPr>
          <p:nvPr/>
        </p:nvSpPr>
        <p:spPr>
          <a:xfrm>
            <a:off x="21218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AAA1D5D9-B31E-4C61-BB63-D5FA1BD9A1A9}"/>
              </a:ext>
            </a:extLst>
          </p:cNvPr>
          <p:cNvSpPr>
            <a:spLocks/>
          </p:cNvSpPr>
          <p:nvPr/>
        </p:nvSpPr>
        <p:spPr>
          <a:xfrm>
            <a:off x="2104065" y="53831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21CD6EA1-60D0-4AFC-B870-A8FEA9BB0BFB}"/>
              </a:ext>
            </a:extLst>
          </p:cNvPr>
          <p:cNvSpPr>
            <a:spLocks/>
          </p:cNvSpPr>
          <p:nvPr/>
        </p:nvSpPr>
        <p:spPr>
          <a:xfrm>
            <a:off x="21209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EC034D8C-8AB9-42D8-ADD0-4AAFE27352F0}"/>
              </a:ext>
            </a:extLst>
          </p:cNvPr>
          <p:cNvSpPr>
            <a:spLocks/>
          </p:cNvSpPr>
          <p:nvPr/>
        </p:nvSpPr>
        <p:spPr>
          <a:xfrm>
            <a:off x="212358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CEA06089-4C1F-446A-8A6E-43E013E4ECC7}"/>
              </a:ext>
            </a:extLst>
          </p:cNvPr>
          <p:cNvSpPr>
            <a:spLocks/>
          </p:cNvSpPr>
          <p:nvPr/>
        </p:nvSpPr>
        <p:spPr>
          <a:xfrm>
            <a:off x="2219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A7A96B0B-D8FD-4DC5-9DF4-41F12D6AA0EE}"/>
              </a:ext>
            </a:extLst>
          </p:cNvPr>
          <p:cNvSpPr>
            <a:spLocks/>
          </p:cNvSpPr>
          <p:nvPr/>
        </p:nvSpPr>
        <p:spPr>
          <a:xfrm>
            <a:off x="2210662" y="5393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A80068FC-1398-4AC4-9E94-5EFF75EA72A7}"/>
              </a:ext>
            </a:extLst>
          </p:cNvPr>
          <p:cNvSpPr>
            <a:spLocks/>
          </p:cNvSpPr>
          <p:nvPr/>
        </p:nvSpPr>
        <p:spPr>
          <a:xfrm>
            <a:off x="2107341" y="6059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038B367A-F29E-494F-A948-36D34C48F5F4}"/>
              </a:ext>
            </a:extLst>
          </p:cNvPr>
          <p:cNvSpPr>
            <a:spLocks/>
          </p:cNvSpPr>
          <p:nvPr/>
        </p:nvSpPr>
        <p:spPr>
          <a:xfrm>
            <a:off x="2194035" y="5539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F1C45851-404E-4A84-B427-A3BE7FA52349}"/>
              </a:ext>
            </a:extLst>
          </p:cNvPr>
          <p:cNvSpPr>
            <a:spLocks/>
          </p:cNvSpPr>
          <p:nvPr/>
        </p:nvSpPr>
        <p:spPr>
          <a:xfrm>
            <a:off x="2126305" y="5962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ECFAF172-B57D-4472-AD68-03004B5C6995}"/>
              </a:ext>
            </a:extLst>
          </p:cNvPr>
          <p:cNvSpPr>
            <a:spLocks/>
          </p:cNvSpPr>
          <p:nvPr/>
        </p:nvSpPr>
        <p:spPr>
          <a:xfrm>
            <a:off x="215485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54162709-2F71-48F5-B36B-68CDA0E8E11A}"/>
              </a:ext>
            </a:extLst>
          </p:cNvPr>
          <p:cNvSpPr>
            <a:spLocks/>
          </p:cNvSpPr>
          <p:nvPr/>
        </p:nvSpPr>
        <p:spPr>
          <a:xfrm>
            <a:off x="2224395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7AFA94CE-1CAA-4E81-A812-83729B9E4D1D}"/>
              </a:ext>
            </a:extLst>
          </p:cNvPr>
          <p:cNvSpPr>
            <a:spLocks/>
          </p:cNvSpPr>
          <p:nvPr/>
        </p:nvSpPr>
        <p:spPr>
          <a:xfrm>
            <a:off x="2233792" y="557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34F44200-33BA-4F11-B6A1-0515BF9B7469}"/>
              </a:ext>
            </a:extLst>
          </p:cNvPr>
          <p:cNvSpPr>
            <a:spLocks/>
          </p:cNvSpPr>
          <p:nvPr/>
        </p:nvSpPr>
        <p:spPr>
          <a:xfrm>
            <a:off x="2151929" y="6357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B13C285-7D26-46B4-AC13-394C2EED5C1F}"/>
              </a:ext>
            </a:extLst>
          </p:cNvPr>
          <p:cNvSpPr>
            <a:spLocks/>
          </p:cNvSpPr>
          <p:nvPr/>
        </p:nvSpPr>
        <p:spPr>
          <a:xfrm>
            <a:off x="2205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C66D04DB-EC56-4FE0-846D-5F2DDA704986}"/>
              </a:ext>
            </a:extLst>
          </p:cNvPr>
          <p:cNvSpPr>
            <a:spLocks/>
          </p:cNvSpPr>
          <p:nvPr/>
        </p:nvSpPr>
        <p:spPr>
          <a:xfrm>
            <a:off x="2176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54394BA4-F18A-426F-80C2-DA2640A54D42}"/>
              </a:ext>
            </a:extLst>
          </p:cNvPr>
          <p:cNvSpPr>
            <a:spLocks/>
          </p:cNvSpPr>
          <p:nvPr/>
        </p:nvSpPr>
        <p:spPr>
          <a:xfrm>
            <a:off x="219860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A84106C6-2589-4928-B3AD-222D1AFD496D}"/>
              </a:ext>
            </a:extLst>
          </p:cNvPr>
          <p:cNvSpPr>
            <a:spLocks/>
          </p:cNvSpPr>
          <p:nvPr/>
        </p:nvSpPr>
        <p:spPr>
          <a:xfrm>
            <a:off x="2115207" y="6106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739D1A2F-B488-4C0E-B44E-F50FE2AD8D5E}"/>
              </a:ext>
            </a:extLst>
          </p:cNvPr>
          <p:cNvSpPr>
            <a:spLocks/>
          </p:cNvSpPr>
          <p:nvPr/>
        </p:nvSpPr>
        <p:spPr>
          <a:xfrm>
            <a:off x="223170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60D3BDE1-9779-4CF3-899C-9C6DD9C1BD3C}"/>
              </a:ext>
            </a:extLst>
          </p:cNvPr>
          <p:cNvSpPr>
            <a:spLocks/>
          </p:cNvSpPr>
          <p:nvPr/>
        </p:nvSpPr>
        <p:spPr>
          <a:xfrm>
            <a:off x="2169545" y="6495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B97EADF6-54C2-4282-BA75-895CE51B4965}"/>
              </a:ext>
            </a:extLst>
          </p:cNvPr>
          <p:cNvSpPr>
            <a:spLocks/>
          </p:cNvSpPr>
          <p:nvPr/>
        </p:nvSpPr>
        <p:spPr>
          <a:xfrm>
            <a:off x="217913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5022FC36-53B2-4134-8BEA-E432BA85F967}"/>
              </a:ext>
            </a:extLst>
          </p:cNvPr>
          <p:cNvSpPr>
            <a:spLocks/>
          </p:cNvSpPr>
          <p:nvPr/>
        </p:nvSpPr>
        <p:spPr>
          <a:xfrm>
            <a:off x="2218018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890720FA-5BEC-49FE-94E9-C228A091111F}"/>
              </a:ext>
            </a:extLst>
          </p:cNvPr>
          <p:cNvSpPr>
            <a:spLocks/>
          </p:cNvSpPr>
          <p:nvPr/>
        </p:nvSpPr>
        <p:spPr>
          <a:xfrm>
            <a:off x="21339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AA0DA50F-ECCC-46D2-A0CA-2BDE48573768}"/>
              </a:ext>
            </a:extLst>
          </p:cNvPr>
          <p:cNvSpPr>
            <a:spLocks/>
          </p:cNvSpPr>
          <p:nvPr/>
        </p:nvSpPr>
        <p:spPr>
          <a:xfrm>
            <a:off x="2146759" y="5397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DE4C4785-2344-4C9E-B28C-60B7EA4B7269}"/>
              </a:ext>
            </a:extLst>
          </p:cNvPr>
          <p:cNvSpPr>
            <a:spLocks/>
          </p:cNvSpPr>
          <p:nvPr/>
        </p:nvSpPr>
        <p:spPr>
          <a:xfrm>
            <a:off x="2192155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06340B4D-30A9-43B0-9BBA-2A8D0D84CE1F}"/>
              </a:ext>
            </a:extLst>
          </p:cNvPr>
          <p:cNvSpPr>
            <a:spLocks/>
          </p:cNvSpPr>
          <p:nvPr/>
        </p:nvSpPr>
        <p:spPr>
          <a:xfrm>
            <a:off x="210203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ADE4614A-DD6B-4493-ACF8-C7AA7BCCBE3F}"/>
              </a:ext>
            </a:extLst>
          </p:cNvPr>
          <p:cNvSpPr>
            <a:spLocks/>
          </p:cNvSpPr>
          <p:nvPr/>
        </p:nvSpPr>
        <p:spPr>
          <a:xfrm>
            <a:off x="2101809" y="6468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C3C7D269-696A-4732-94C1-DC629DE91CED}"/>
              </a:ext>
            </a:extLst>
          </p:cNvPr>
          <p:cNvSpPr>
            <a:spLocks/>
          </p:cNvSpPr>
          <p:nvPr/>
        </p:nvSpPr>
        <p:spPr>
          <a:xfrm>
            <a:off x="212904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71208D65-D9B8-44EF-A4B7-24B75D8EFA45}"/>
              </a:ext>
            </a:extLst>
          </p:cNvPr>
          <p:cNvSpPr>
            <a:spLocks/>
          </p:cNvSpPr>
          <p:nvPr/>
        </p:nvSpPr>
        <p:spPr>
          <a:xfrm>
            <a:off x="220487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9519B4C9-A240-44A7-89F4-866C28E5A83E}"/>
              </a:ext>
            </a:extLst>
          </p:cNvPr>
          <p:cNvSpPr>
            <a:spLocks/>
          </p:cNvSpPr>
          <p:nvPr/>
        </p:nvSpPr>
        <p:spPr>
          <a:xfrm>
            <a:off x="212089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687DC4F5-8088-4E90-A854-6C496D7C8136}"/>
              </a:ext>
            </a:extLst>
          </p:cNvPr>
          <p:cNvSpPr>
            <a:spLocks/>
          </p:cNvSpPr>
          <p:nvPr/>
        </p:nvSpPr>
        <p:spPr>
          <a:xfrm>
            <a:off x="2127668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1087890A-D0E8-4DC4-8B33-4BCBEC6F8235}"/>
              </a:ext>
            </a:extLst>
          </p:cNvPr>
          <p:cNvSpPr>
            <a:spLocks/>
          </p:cNvSpPr>
          <p:nvPr/>
        </p:nvSpPr>
        <p:spPr>
          <a:xfrm>
            <a:off x="2115279" y="68465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57A3DF4A-B45E-436D-A88B-16F5AF688044}"/>
              </a:ext>
            </a:extLst>
          </p:cNvPr>
          <p:cNvSpPr>
            <a:spLocks/>
          </p:cNvSpPr>
          <p:nvPr/>
        </p:nvSpPr>
        <p:spPr>
          <a:xfrm>
            <a:off x="2213070" y="63369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452D659D-2241-4414-AE45-F42CEF84D7FB}"/>
              </a:ext>
            </a:extLst>
          </p:cNvPr>
          <p:cNvSpPr>
            <a:spLocks/>
          </p:cNvSpPr>
          <p:nvPr/>
        </p:nvSpPr>
        <p:spPr>
          <a:xfrm>
            <a:off x="2224274" y="6915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CFCA9DB3-55F7-4BDE-B89F-ACE8279D5BF6}"/>
              </a:ext>
            </a:extLst>
          </p:cNvPr>
          <p:cNvSpPr>
            <a:spLocks/>
          </p:cNvSpPr>
          <p:nvPr/>
        </p:nvSpPr>
        <p:spPr>
          <a:xfrm>
            <a:off x="222939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EF4BB3FA-3E5F-4FB3-A3B5-F63E6B159BE5}"/>
              </a:ext>
            </a:extLst>
          </p:cNvPr>
          <p:cNvSpPr>
            <a:spLocks/>
          </p:cNvSpPr>
          <p:nvPr/>
        </p:nvSpPr>
        <p:spPr>
          <a:xfrm>
            <a:off x="21833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F85EB79E-DC9F-4667-9E02-AF392978F3A7}"/>
              </a:ext>
            </a:extLst>
          </p:cNvPr>
          <p:cNvSpPr>
            <a:spLocks/>
          </p:cNvSpPr>
          <p:nvPr/>
        </p:nvSpPr>
        <p:spPr>
          <a:xfrm>
            <a:off x="211847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BDF836D4-6DD0-4ED9-A6CF-E40605252D78}"/>
              </a:ext>
            </a:extLst>
          </p:cNvPr>
          <p:cNvSpPr>
            <a:spLocks/>
          </p:cNvSpPr>
          <p:nvPr/>
        </p:nvSpPr>
        <p:spPr>
          <a:xfrm>
            <a:off x="211308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0321067B-3B55-43F0-9307-8F522ED193DB}"/>
              </a:ext>
            </a:extLst>
          </p:cNvPr>
          <p:cNvSpPr>
            <a:spLocks/>
          </p:cNvSpPr>
          <p:nvPr/>
        </p:nvSpPr>
        <p:spPr>
          <a:xfrm>
            <a:off x="2167794" y="5520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C8092290-E429-4773-AF22-F8908ED12D44}"/>
              </a:ext>
            </a:extLst>
          </p:cNvPr>
          <p:cNvSpPr>
            <a:spLocks/>
          </p:cNvSpPr>
          <p:nvPr/>
        </p:nvSpPr>
        <p:spPr>
          <a:xfrm>
            <a:off x="21686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FAF1BE93-48C2-4D34-8A8A-08A89F4B9B82}"/>
              </a:ext>
            </a:extLst>
          </p:cNvPr>
          <p:cNvSpPr>
            <a:spLocks/>
          </p:cNvSpPr>
          <p:nvPr/>
        </p:nvSpPr>
        <p:spPr>
          <a:xfrm>
            <a:off x="2118629" y="62079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151910E-DE01-4142-BB37-5A3A36D81551}"/>
              </a:ext>
            </a:extLst>
          </p:cNvPr>
          <p:cNvSpPr>
            <a:spLocks/>
          </p:cNvSpPr>
          <p:nvPr/>
        </p:nvSpPr>
        <p:spPr>
          <a:xfrm>
            <a:off x="2193426" y="6723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B53DDC91-0B95-49F2-ADC2-D262962D92E0}"/>
              </a:ext>
            </a:extLst>
          </p:cNvPr>
          <p:cNvSpPr>
            <a:spLocks/>
          </p:cNvSpPr>
          <p:nvPr/>
        </p:nvSpPr>
        <p:spPr>
          <a:xfrm>
            <a:off x="22038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2E26F194-8547-419C-80BE-CF67A8E3DBE4}"/>
              </a:ext>
            </a:extLst>
          </p:cNvPr>
          <p:cNvSpPr>
            <a:spLocks/>
          </p:cNvSpPr>
          <p:nvPr/>
        </p:nvSpPr>
        <p:spPr>
          <a:xfrm>
            <a:off x="22056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C1E0BCBE-BC6E-481D-AA85-50A5ACA64F02}"/>
              </a:ext>
            </a:extLst>
          </p:cNvPr>
          <p:cNvSpPr>
            <a:spLocks/>
          </p:cNvSpPr>
          <p:nvPr/>
        </p:nvSpPr>
        <p:spPr>
          <a:xfrm>
            <a:off x="219572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9C598FEF-E10B-4A79-9AD9-227435D3A442}"/>
              </a:ext>
            </a:extLst>
          </p:cNvPr>
          <p:cNvSpPr>
            <a:spLocks/>
          </p:cNvSpPr>
          <p:nvPr/>
        </p:nvSpPr>
        <p:spPr>
          <a:xfrm>
            <a:off x="2213322" y="5984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6499B50B-DB7A-431D-B675-BF2360FCC824}"/>
              </a:ext>
            </a:extLst>
          </p:cNvPr>
          <p:cNvSpPr>
            <a:spLocks/>
          </p:cNvSpPr>
          <p:nvPr/>
        </p:nvSpPr>
        <p:spPr>
          <a:xfrm>
            <a:off x="2143660" y="6723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E1EC69EE-3025-415A-AB03-B9D4320AC3D5}"/>
              </a:ext>
            </a:extLst>
          </p:cNvPr>
          <p:cNvSpPr>
            <a:spLocks/>
          </p:cNvSpPr>
          <p:nvPr/>
        </p:nvSpPr>
        <p:spPr>
          <a:xfrm>
            <a:off x="21489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F40A6334-3155-4127-9858-73081861EB07}"/>
              </a:ext>
            </a:extLst>
          </p:cNvPr>
          <p:cNvSpPr>
            <a:spLocks/>
          </p:cNvSpPr>
          <p:nvPr/>
        </p:nvSpPr>
        <p:spPr>
          <a:xfrm>
            <a:off x="2195130" y="6883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26B67CED-23E6-4366-8001-9BE09269F4BE}"/>
              </a:ext>
            </a:extLst>
          </p:cNvPr>
          <p:cNvSpPr>
            <a:spLocks/>
          </p:cNvSpPr>
          <p:nvPr/>
        </p:nvSpPr>
        <p:spPr>
          <a:xfrm>
            <a:off x="2100225" y="5238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97D7697C-68A3-486F-AA0D-DF0B6431D349}"/>
              </a:ext>
            </a:extLst>
          </p:cNvPr>
          <p:cNvSpPr>
            <a:spLocks/>
          </p:cNvSpPr>
          <p:nvPr/>
        </p:nvSpPr>
        <p:spPr>
          <a:xfrm>
            <a:off x="214874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3F75C361-01AB-4B5C-A1A1-25FD062B8C6E}"/>
              </a:ext>
            </a:extLst>
          </p:cNvPr>
          <p:cNvSpPr>
            <a:spLocks/>
          </p:cNvSpPr>
          <p:nvPr/>
        </p:nvSpPr>
        <p:spPr>
          <a:xfrm>
            <a:off x="215305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0BC8A70E-1BCD-4368-A213-2D31CC24E23F}"/>
              </a:ext>
            </a:extLst>
          </p:cNvPr>
          <p:cNvSpPr>
            <a:spLocks/>
          </p:cNvSpPr>
          <p:nvPr/>
        </p:nvSpPr>
        <p:spPr>
          <a:xfrm>
            <a:off x="215442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90D49640-EED8-48B4-B7BE-28ED512DA64B}"/>
              </a:ext>
            </a:extLst>
          </p:cNvPr>
          <p:cNvSpPr>
            <a:spLocks/>
          </p:cNvSpPr>
          <p:nvPr/>
        </p:nvSpPr>
        <p:spPr>
          <a:xfrm>
            <a:off x="2149370" y="57290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60F1AC57-AD02-4FC3-99D7-3A112A434B13}"/>
              </a:ext>
            </a:extLst>
          </p:cNvPr>
          <p:cNvSpPr>
            <a:spLocks/>
          </p:cNvSpPr>
          <p:nvPr/>
        </p:nvSpPr>
        <p:spPr>
          <a:xfrm>
            <a:off x="2208836" y="66921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B163570-3ABD-4638-9382-48D1875AF44E}"/>
              </a:ext>
            </a:extLst>
          </p:cNvPr>
          <p:cNvSpPr>
            <a:spLocks/>
          </p:cNvSpPr>
          <p:nvPr/>
        </p:nvSpPr>
        <p:spPr>
          <a:xfrm>
            <a:off x="2143814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A146C6DE-4F61-4D1A-A540-29C5B5D5449E}"/>
              </a:ext>
            </a:extLst>
          </p:cNvPr>
          <p:cNvSpPr>
            <a:spLocks/>
          </p:cNvSpPr>
          <p:nvPr/>
        </p:nvSpPr>
        <p:spPr>
          <a:xfrm>
            <a:off x="221109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F99CCB20-E9ED-4A61-94D4-2D343F117399}"/>
              </a:ext>
            </a:extLst>
          </p:cNvPr>
          <p:cNvSpPr>
            <a:spLocks/>
          </p:cNvSpPr>
          <p:nvPr/>
        </p:nvSpPr>
        <p:spPr>
          <a:xfrm>
            <a:off x="218261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1BEA93B8-B823-468C-9D23-1A82DA1CD2F1}"/>
              </a:ext>
            </a:extLst>
          </p:cNvPr>
          <p:cNvSpPr>
            <a:spLocks/>
          </p:cNvSpPr>
          <p:nvPr/>
        </p:nvSpPr>
        <p:spPr>
          <a:xfrm>
            <a:off x="2198518" y="5367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024C2DE3-3222-4A8F-A33F-F07DB028D4C3}"/>
              </a:ext>
            </a:extLst>
          </p:cNvPr>
          <p:cNvSpPr>
            <a:spLocks/>
          </p:cNvSpPr>
          <p:nvPr/>
        </p:nvSpPr>
        <p:spPr>
          <a:xfrm>
            <a:off x="21806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D5271D51-1CB9-43C3-9F15-B95BAB13BFDE}"/>
              </a:ext>
            </a:extLst>
          </p:cNvPr>
          <p:cNvSpPr>
            <a:spLocks/>
          </p:cNvSpPr>
          <p:nvPr/>
        </p:nvSpPr>
        <p:spPr>
          <a:xfrm>
            <a:off x="212293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C4374EB4-40C8-4812-8A86-E6080C30610B}"/>
              </a:ext>
            </a:extLst>
          </p:cNvPr>
          <p:cNvSpPr>
            <a:spLocks/>
          </p:cNvSpPr>
          <p:nvPr/>
        </p:nvSpPr>
        <p:spPr>
          <a:xfrm>
            <a:off x="2184397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3146641D-86CD-4482-9970-1D953CF1750B}"/>
              </a:ext>
            </a:extLst>
          </p:cNvPr>
          <p:cNvSpPr>
            <a:spLocks/>
          </p:cNvSpPr>
          <p:nvPr/>
        </p:nvSpPr>
        <p:spPr>
          <a:xfrm>
            <a:off x="21399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9FED4477-6530-40ED-AE34-2B9AF15C5EB1}"/>
              </a:ext>
            </a:extLst>
          </p:cNvPr>
          <p:cNvSpPr>
            <a:spLocks/>
          </p:cNvSpPr>
          <p:nvPr/>
        </p:nvSpPr>
        <p:spPr>
          <a:xfrm>
            <a:off x="217714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1E7A9FEC-3AE8-42B8-BD11-8718EDE0BD75}"/>
              </a:ext>
            </a:extLst>
          </p:cNvPr>
          <p:cNvSpPr>
            <a:spLocks/>
          </p:cNvSpPr>
          <p:nvPr/>
        </p:nvSpPr>
        <p:spPr>
          <a:xfrm>
            <a:off x="2142609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E14CA05E-6E04-4C4F-94CA-CC5E89DE788A}"/>
              </a:ext>
            </a:extLst>
          </p:cNvPr>
          <p:cNvSpPr>
            <a:spLocks/>
          </p:cNvSpPr>
          <p:nvPr/>
        </p:nvSpPr>
        <p:spPr>
          <a:xfrm>
            <a:off x="2230814" y="6588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637DCF8A-B4FF-4A32-B65D-E1E2A4906102}"/>
              </a:ext>
            </a:extLst>
          </p:cNvPr>
          <p:cNvSpPr>
            <a:spLocks/>
          </p:cNvSpPr>
          <p:nvPr/>
        </p:nvSpPr>
        <p:spPr>
          <a:xfrm>
            <a:off x="218361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C45D77CE-2830-42AF-9197-DA81A013E020}"/>
              </a:ext>
            </a:extLst>
          </p:cNvPr>
          <p:cNvSpPr>
            <a:spLocks/>
          </p:cNvSpPr>
          <p:nvPr/>
        </p:nvSpPr>
        <p:spPr>
          <a:xfrm>
            <a:off x="215604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449CC35D-DCBD-4285-BD64-6B1F3F5DF29F}"/>
              </a:ext>
            </a:extLst>
          </p:cNvPr>
          <p:cNvSpPr>
            <a:spLocks/>
          </p:cNvSpPr>
          <p:nvPr/>
        </p:nvSpPr>
        <p:spPr>
          <a:xfrm>
            <a:off x="2146290" y="6843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5B7A7ACA-880F-4984-A812-954250D29BB9}"/>
              </a:ext>
            </a:extLst>
          </p:cNvPr>
          <p:cNvSpPr>
            <a:spLocks/>
          </p:cNvSpPr>
          <p:nvPr/>
        </p:nvSpPr>
        <p:spPr>
          <a:xfrm>
            <a:off x="214634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8EB03379-499B-4305-8308-C1C06982C3F6}"/>
              </a:ext>
            </a:extLst>
          </p:cNvPr>
          <p:cNvSpPr>
            <a:spLocks/>
          </p:cNvSpPr>
          <p:nvPr/>
        </p:nvSpPr>
        <p:spPr>
          <a:xfrm>
            <a:off x="2216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85462E82-0021-4543-813C-3ED5DDD33A74}"/>
              </a:ext>
            </a:extLst>
          </p:cNvPr>
          <p:cNvSpPr>
            <a:spLocks/>
          </p:cNvSpPr>
          <p:nvPr/>
        </p:nvSpPr>
        <p:spPr>
          <a:xfrm>
            <a:off x="21689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4B5AC3A-AECC-473F-8606-5FE599742CF7}"/>
              </a:ext>
            </a:extLst>
          </p:cNvPr>
          <p:cNvSpPr>
            <a:spLocks/>
          </p:cNvSpPr>
          <p:nvPr/>
        </p:nvSpPr>
        <p:spPr>
          <a:xfrm>
            <a:off x="2163290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89231271-E256-4A63-89FC-6ACC6E495413}"/>
              </a:ext>
            </a:extLst>
          </p:cNvPr>
          <p:cNvSpPr>
            <a:spLocks/>
          </p:cNvSpPr>
          <p:nvPr/>
        </p:nvSpPr>
        <p:spPr>
          <a:xfrm>
            <a:off x="210040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7F551DB0-3B9D-4AA2-BABC-87ADC8210462}"/>
              </a:ext>
            </a:extLst>
          </p:cNvPr>
          <p:cNvSpPr>
            <a:spLocks/>
          </p:cNvSpPr>
          <p:nvPr/>
        </p:nvSpPr>
        <p:spPr>
          <a:xfrm>
            <a:off x="2220583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3923C80B-3F90-4313-966D-8B7158A4889B}"/>
              </a:ext>
            </a:extLst>
          </p:cNvPr>
          <p:cNvSpPr>
            <a:spLocks/>
          </p:cNvSpPr>
          <p:nvPr/>
        </p:nvSpPr>
        <p:spPr>
          <a:xfrm>
            <a:off x="2127524" y="6915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4BA9A128-3557-46DF-931B-AA3FC9977145}"/>
              </a:ext>
            </a:extLst>
          </p:cNvPr>
          <p:cNvSpPr>
            <a:spLocks/>
          </p:cNvSpPr>
          <p:nvPr/>
        </p:nvSpPr>
        <p:spPr>
          <a:xfrm>
            <a:off x="213063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4260B1AC-9547-47D0-B135-976C0D064B5D}"/>
              </a:ext>
            </a:extLst>
          </p:cNvPr>
          <p:cNvSpPr>
            <a:spLocks/>
          </p:cNvSpPr>
          <p:nvPr/>
        </p:nvSpPr>
        <p:spPr>
          <a:xfrm>
            <a:off x="2210726" y="69363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9519A1D5-515B-4277-9D2E-66938AFEAF80}"/>
              </a:ext>
            </a:extLst>
          </p:cNvPr>
          <p:cNvSpPr>
            <a:spLocks/>
          </p:cNvSpPr>
          <p:nvPr/>
        </p:nvSpPr>
        <p:spPr>
          <a:xfrm>
            <a:off x="2147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AF8C5302-5507-40BE-82DC-F9FD9A1F75A0}"/>
              </a:ext>
            </a:extLst>
          </p:cNvPr>
          <p:cNvSpPr>
            <a:spLocks/>
          </p:cNvSpPr>
          <p:nvPr/>
        </p:nvSpPr>
        <p:spPr>
          <a:xfrm>
            <a:off x="222286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5EA61DA8-EDD2-470A-BACB-071E75C470A2}"/>
              </a:ext>
            </a:extLst>
          </p:cNvPr>
          <p:cNvSpPr>
            <a:spLocks/>
          </p:cNvSpPr>
          <p:nvPr/>
        </p:nvSpPr>
        <p:spPr>
          <a:xfrm>
            <a:off x="2216927" y="5624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3A09134-6E32-485C-BFBB-E168CC5068BF}"/>
              </a:ext>
            </a:extLst>
          </p:cNvPr>
          <p:cNvSpPr>
            <a:spLocks/>
          </p:cNvSpPr>
          <p:nvPr/>
        </p:nvSpPr>
        <p:spPr>
          <a:xfrm>
            <a:off x="213353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6FFB4A9B-CBBD-4427-B408-4E130259151D}"/>
              </a:ext>
            </a:extLst>
          </p:cNvPr>
          <p:cNvSpPr>
            <a:spLocks/>
          </p:cNvSpPr>
          <p:nvPr/>
        </p:nvSpPr>
        <p:spPr>
          <a:xfrm>
            <a:off x="2126756" y="67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D9094CCC-1DA9-4164-811F-B57E27494342}"/>
              </a:ext>
            </a:extLst>
          </p:cNvPr>
          <p:cNvSpPr>
            <a:spLocks/>
          </p:cNvSpPr>
          <p:nvPr/>
        </p:nvSpPr>
        <p:spPr>
          <a:xfrm>
            <a:off x="21887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FA8ABBB4-62F3-449A-8A32-650AA3D20446}"/>
              </a:ext>
            </a:extLst>
          </p:cNvPr>
          <p:cNvSpPr>
            <a:spLocks/>
          </p:cNvSpPr>
          <p:nvPr/>
        </p:nvSpPr>
        <p:spPr>
          <a:xfrm>
            <a:off x="2150906" y="6538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4F109030-4D19-4FC7-ADF2-06AE63745CAB}"/>
              </a:ext>
            </a:extLst>
          </p:cNvPr>
          <p:cNvSpPr>
            <a:spLocks/>
          </p:cNvSpPr>
          <p:nvPr/>
        </p:nvSpPr>
        <p:spPr>
          <a:xfrm>
            <a:off x="2186012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AB14C17A-8E24-46DF-A8C6-1B6D0DCB0A62}"/>
              </a:ext>
            </a:extLst>
          </p:cNvPr>
          <p:cNvSpPr>
            <a:spLocks/>
          </p:cNvSpPr>
          <p:nvPr/>
        </p:nvSpPr>
        <p:spPr>
          <a:xfrm>
            <a:off x="2219818" y="5765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12F27344-F8CC-4920-BF96-F0FEFFA13AED}"/>
              </a:ext>
            </a:extLst>
          </p:cNvPr>
          <p:cNvSpPr>
            <a:spLocks/>
          </p:cNvSpPr>
          <p:nvPr/>
        </p:nvSpPr>
        <p:spPr>
          <a:xfrm>
            <a:off x="2103524" y="62669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9009B9D7-22CB-4C95-959C-E1AF12FEA96B}"/>
              </a:ext>
            </a:extLst>
          </p:cNvPr>
          <p:cNvSpPr>
            <a:spLocks/>
          </p:cNvSpPr>
          <p:nvPr/>
        </p:nvSpPr>
        <p:spPr>
          <a:xfrm>
            <a:off x="210655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6F135647-6DCD-4FD8-8D23-A333356F6F5F}"/>
              </a:ext>
            </a:extLst>
          </p:cNvPr>
          <p:cNvSpPr>
            <a:spLocks/>
          </p:cNvSpPr>
          <p:nvPr/>
        </p:nvSpPr>
        <p:spPr>
          <a:xfrm>
            <a:off x="21335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AA7410BF-DCDC-4FE0-96CF-708A3A2D3CB5}"/>
              </a:ext>
            </a:extLst>
          </p:cNvPr>
          <p:cNvSpPr>
            <a:spLocks/>
          </p:cNvSpPr>
          <p:nvPr/>
        </p:nvSpPr>
        <p:spPr>
          <a:xfrm>
            <a:off x="2211881" y="55062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FC42C112-A26B-4876-87CA-45E73DB589E2}"/>
              </a:ext>
            </a:extLst>
          </p:cNvPr>
          <p:cNvSpPr>
            <a:spLocks/>
          </p:cNvSpPr>
          <p:nvPr/>
        </p:nvSpPr>
        <p:spPr>
          <a:xfrm>
            <a:off x="2237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C6321BED-2130-4BFA-9B3C-FAFBAE3EC148}"/>
              </a:ext>
            </a:extLst>
          </p:cNvPr>
          <p:cNvSpPr>
            <a:spLocks/>
          </p:cNvSpPr>
          <p:nvPr/>
        </p:nvSpPr>
        <p:spPr>
          <a:xfrm>
            <a:off x="2207061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0F31599B-73C2-4E6F-ABC3-71907B18AAC9}"/>
              </a:ext>
            </a:extLst>
          </p:cNvPr>
          <p:cNvSpPr>
            <a:spLocks/>
          </p:cNvSpPr>
          <p:nvPr/>
        </p:nvSpPr>
        <p:spPr>
          <a:xfrm>
            <a:off x="213822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3973EA59-FB9E-4EE9-A101-0F6AE21C39D6}"/>
              </a:ext>
            </a:extLst>
          </p:cNvPr>
          <p:cNvSpPr>
            <a:spLocks/>
          </p:cNvSpPr>
          <p:nvPr/>
        </p:nvSpPr>
        <p:spPr>
          <a:xfrm>
            <a:off x="2138489" y="66073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EEAF2629-7B33-4CAE-83FE-EE6FCF657523}"/>
              </a:ext>
            </a:extLst>
          </p:cNvPr>
          <p:cNvSpPr>
            <a:spLocks/>
          </p:cNvSpPr>
          <p:nvPr/>
        </p:nvSpPr>
        <p:spPr>
          <a:xfrm>
            <a:off x="24031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5C81E35C-3DE0-4AA8-A09D-1BCEB814C5C1}"/>
              </a:ext>
            </a:extLst>
          </p:cNvPr>
          <p:cNvSpPr>
            <a:spLocks/>
          </p:cNvSpPr>
          <p:nvPr/>
        </p:nvSpPr>
        <p:spPr>
          <a:xfrm>
            <a:off x="2452010" y="5204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E4F62F08-4EB5-4C6F-9703-0FB35E254A59}"/>
              </a:ext>
            </a:extLst>
          </p:cNvPr>
          <p:cNvSpPr>
            <a:spLocks/>
          </p:cNvSpPr>
          <p:nvPr/>
        </p:nvSpPr>
        <p:spPr>
          <a:xfrm>
            <a:off x="244553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C93E035D-378B-423E-97EE-9B9E27789AC8}"/>
              </a:ext>
            </a:extLst>
          </p:cNvPr>
          <p:cNvSpPr>
            <a:spLocks/>
          </p:cNvSpPr>
          <p:nvPr/>
        </p:nvSpPr>
        <p:spPr>
          <a:xfrm>
            <a:off x="237949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B4C3FDE7-F515-476F-BE89-7BDDDE4E6EF6}"/>
              </a:ext>
            </a:extLst>
          </p:cNvPr>
          <p:cNvSpPr>
            <a:spLocks/>
          </p:cNvSpPr>
          <p:nvPr/>
        </p:nvSpPr>
        <p:spPr>
          <a:xfrm>
            <a:off x="235940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DE8D8794-C51B-468E-9E3A-32003FA2F72B}"/>
              </a:ext>
            </a:extLst>
          </p:cNvPr>
          <p:cNvSpPr>
            <a:spLocks/>
          </p:cNvSpPr>
          <p:nvPr/>
        </p:nvSpPr>
        <p:spPr>
          <a:xfrm>
            <a:off x="2368222" y="6092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9F320190-0C77-41DF-AA7F-3307958F5391}"/>
              </a:ext>
            </a:extLst>
          </p:cNvPr>
          <p:cNvSpPr>
            <a:spLocks/>
          </p:cNvSpPr>
          <p:nvPr/>
        </p:nvSpPr>
        <p:spPr>
          <a:xfrm>
            <a:off x="2396235" y="5875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6FC4D8CA-5208-46E2-9B15-768057FC5C6E}"/>
              </a:ext>
            </a:extLst>
          </p:cNvPr>
          <p:cNvSpPr>
            <a:spLocks/>
          </p:cNvSpPr>
          <p:nvPr/>
        </p:nvSpPr>
        <p:spPr>
          <a:xfrm>
            <a:off x="2426659" y="6135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1E92E8A9-54BD-4E27-98FE-68C96C8C0332}"/>
              </a:ext>
            </a:extLst>
          </p:cNvPr>
          <p:cNvSpPr>
            <a:spLocks/>
          </p:cNvSpPr>
          <p:nvPr/>
        </p:nvSpPr>
        <p:spPr>
          <a:xfrm>
            <a:off x="2331375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7622335A-3AE2-44BC-B2BB-F6131E39274F}"/>
              </a:ext>
            </a:extLst>
          </p:cNvPr>
          <p:cNvSpPr>
            <a:spLocks/>
          </p:cNvSpPr>
          <p:nvPr/>
        </p:nvSpPr>
        <p:spPr>
          <a:xfrm>
            <a:off x="242588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1D2307F-DAF9-4943-BD0F-AE6FFFA88F16}"/>
              </a:ext>
            </a:extLst>
          </p:cNvPr>
          <p:cNvSpPr>
            <a:spLocks/>
          </p:cNvSpPr>
          <p:nvPr/>
        </p:nvSpPr>
        <p:spPr>
          <a:xfrm>
            <a:off x="23299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F1AA41F5-65AA-4015-9B9C-10FD1F8E9A43}"/>
              </a:ext>
            </a:extLst>
          </p:cNvPr>
          <p:cNvSpPr>
            <a:spLocks/>
          </p:cNvSpPr>
          <p:nvPr/>
        </p:nvSpPr>
        <p:spPr>
          <a:xfrm>
            <a:off x="2420813" y="5250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7EE2464C-60DB-4A95-B062-42167650A54A}"/>
              </a:ext>
            </a:extLst>
          </p:cNvPr>
          <p:cNvSpPr>
            <a:spLocks/>
          </p:cNvSpPr>
          <p:nvPr/>
        </p:nvSpPr>
        <p:spPr>
          <a:xfrm>
            <a:off x="2452799" y="61338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1637CD92-91CD-47E3-9DF3-FFA0A34FFDE9}"/>
              </a:ext>
            </a:extLst>
          </p:cNvPr>
          <p:cNvSpPr>
            <a:spLocks/>
          </p:cNvSpPr>
          <p:nvPr/>
        </p:nvSpPr>
        <p:spPr>
          <a:xfrm>
            <a:off x="2364435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4AF63382-3F9B-428B-A82E-1D33743C786C}"/>
              </a:ext>
            </a:extLst>
          </p:cNvPr>
          <p:cNvSpPr>
            <a:spLocks/>
          </p:cNvSpPr>
          <p:nvPr/>
        </p:nvSpPr>
        <p:spPr>
          <a:xfrm>
            <a:off x="23511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4067BCC8-368E-4FEA-B23E-F9EF2FC286E5}"/>
              </a:ext>
            </a:extLst>
          </p:cNvPr>
          <p:cNvSpPr>
            <a:spLocks/>
          </p:cNvSpPr>
          <p:nvPr/>
        </p:nvSpPr>
        <p:spPr>
          <a:xfrm>
            <a:off x="233479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93B97B89-D5EB-41BD-B14B-36C271FA04F7}"/>
              </a:ext>
            </a:extLst>
          </p:cNvPr>
          <p:cNvSpPr>
            <a:spLocks/>
          </p:cNvSpPr>
          <p:nvPr/>
        </p:nvSpPr>
        <p:spPr>
          <a:xfrm>
            <a:off x="2364118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699AD31A-D949-4E20-85B7-8C00EA380C1F}"/>
              </a:ext>
            </a:extLst>
          </p:cNvPr>
          <p:cNvSpPr>
            <a:spLocks/>
          </p:cNvSpPr>
          <p:nvPr/>
        </p:nvSpPr>
        <p:spPr>
          <a:xfrm>
            <a:off x="245891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21861674-847B-4BFA-BE40-05D5CDF61851}"/>
              </a:ext>
            </a:extLst>
          </p:cNvPr>
          <p:cNvSpPr>
            <a:spLocks/>
          </p:cNvSpPr>
          <p:nvPr/>
        </p:nvSpPr>
        <p:spPr>
          <a:xfrm>
            <a:off x="2365631" y="63712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050C9E9F-A890-487C-9F2A-3CE584DC877C}"/>
              </a:ext>
            </a:extLst>
          </p:cNvPr>
          <p:cNvSpPr>
            <a:spLocks/>
          </p:cNvSpPr>
          <p:nvPr/>
        </p:nvSpPr>
        <p:spPr>
          <a:xfrm>
            <a:off x="234106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AF2271B6-41EF-4634-9EAD-3B2E5E9EB9B7}"/>
              </a:ext>
            </a:extLst>
          </p:cNvPr>
          <p:cNvSpPr>
            <a:spLocks/>
          </p:cNvSpPr>
          <p:nvPr/>
        </p:nvSpPr>
        <p:spPr>
          <a:xfrm>
            <a:off x="2370873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3963B1A-C9E0-403E-8477-48B9B7AAC156}"/>
              </a:ext>
            </a:extLst>
          </p:cNvPr>
          <p:cNvSpPr>
            <a:spLocks/>
          </p:cNvSpPr>
          <p:nvPr/>
        </p:nvSpPr>
        <p:spPr>
          <a:xfrm>
            <a:off x="2376022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F368CD7-9248-49C8-B009-D14EB0565D7C}"/>
              </a:ext>
            </a:extLst>
          </p:cNvPr>
          <p:cNvSpPr>
            <a:spLocks/>
          </p:cNvSpPr>
          <p:nvPr/>
        </p:nvSpPr>
        <p:spPr>
          <a:xfrm>
            <a:off x="2441499" y="53975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E349905B-EBCD-4567-BB49-D0ADC268639D}"/>
              </a:ext>
            </a:extLst>
          </p:cNvPr>
          <p:cNvSpPr>
            <a:spLocks/>
          </p:cNvSpPr>
          <p:nvPr/>
        </p:nvSpPr>
        <p:spPr>
          <a:xfrm>
            <a:off x="243205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D695AAF8-1550-4A8E-8509-E1F03911EE2A}"/>
              </a:ext>
            </a:extLst>
          </p:cNvPr>
          <p:cNvSpPr>
            <a:spLocks/>
          </p:cNvSpPr>
          <p:nvPr/>
        </p:nvSpPr>
        <p:spPr>
          <a:xfrm>
            <a:off x="23281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8C7122AF-38BE-441A-A7CB-10D4EC088950}"/>
              </a:ext>
            </a:extLst>
          </p:cNvPr>
          <p:cNvSpPr>
            <a:spLocks/>
          </p:cNvSpPr>
          <p:nvPr/>
        </p:nvSpPr>
        <p:spPr>
          <a:xfrm>
            <a:off x="2451064" y="6400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6B5781AF-3EEB-455F-ADF0-9A05A46B3837}"/>
              </a:ext>
            </a:extLst>
          </p:cNvPr>
          <p:cNvSpPr>
            <a:spLocks/>
          </p:cNvSpPr>
          <p:nvPr/>
        </p:nvSpPr>
        <p:spPr>
          <a:xfrm>
            <a:off x="2369317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1B29783C-0178-450E-B10B-CC5B2284720D}"/>
              </a:ext>
            </a:extLst>
          </p:cNvPr>
          <p:cNvSpPr>
            <a:spLocks/>
          </p:cNvSpPr>
          <p:nvPr/>
        </p:nvSpPr>
        <p:spPr>
          <a:xfrm>
            <a:off x="236260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BBE7CAE3-B334-429B-B603-D7FBA9E57FE2}"/>
              </a:ext>
            </a:extLst>
          </p:cNvPr>
          <p:cNvSpPr>
            <a:spLocks/>
          </p:cNvSpPr>
          <p:nvPr/>
        </p:nvSpPr>
        <p:spPr>
          <a:xfrm>
            <a:off x="239822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C42185C1-305A-4859-A1B1-D0B016970024}"/>
              </a:ext>
            </a:extLst>
          </p:cNvPr>
          <p:cNvSpPr>
            <a:spLocks/>
          </p:cNvSpPr>
          <p:nvPr/>
        </p:nvSpPr>
        <p:spPr>
          <a:xfrm>
            <a:off x="2445909" y="653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323D1DB9-5825-48B2-AF51-34072B7C9AB3}"/>
              </a:ext>
            </a:extLst>
          </p:cNvPr>
          <p:cNvSpPr>
            <a:spLocks/>
          </p:cNvSpPr>
          <p:nvPr/>
        </p:nvSpPr>
        <p:spPr>
          <a:xfrm>
            <a:off x="244229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9C394B98-F576-4929-8286-638558FFCF2F}"/>
              </a:ext>
            </a:extLst>
          </p:cNvPr>
          <p:cNvSpPr>
            <a:spLocks/>
          </p:cNvSpPr>
          <p:nvPr/>
        </p:nvSpPr>
        <p:spPr>
          <a:xfrm>
            <a:off x="239014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5BEB4B1B-51AE-444C-AD46-1C7ABCC4F219}"/>
              </a:ext>
            </a:extLst>
          </p:cNvPr>
          <p:cNvSpPr>
            <a:spLocks/>
          </p:cNvSpPr>
          <p:nvPr/>
        </p:nvSpPr>
        <p:spPr>
          <a:xfrm>
            <a:off x="2428447" y="6916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BB3F43D4-2B98-4743-A689-2F3F3FC2CE49}"/>
              </a:ext>
            </a:extLst>
          </p:cNvPr>
          <p:cNvSpPr>
            <a:spLocks/>
          </p:cNvSpPr>
          <p:nvPr/>
        </p:nvSpPr>
        <p:spPr>
          <a:xfrm>
            <a:off x="244717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77904B1A-7296-47B4-98E2-A5C6D963946E}"/>
              </a:ext>
            </a:extLst>
          </p:cNvPr>
          <p:cNvSpPr>
            <a:spLocks/>
          </p:cNvSpPr>
          <p:nvPr/>
        </p:nvSpPr>
        <p:spPr>
          <a:xfrm>
            <a:off x="23991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FECF0992-1F2C-4D9E-AA10-9D5B38AB721F}"/>
              </a:ext>
            </a:extLst>
          </p:cNvPr>
          <p:cNvSpPr>
            <a:spLocks/>
          </p:cNvSpPr>
          <p:nvPr/>
        </p:nvSpPr>
        <p:spPr>
          <a:xfrm>
            <a:off x="242023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D874DE15-EA8E-4E75-A250-7F53E6420599}"/>
              </a:ext>
            </a:extLst>
          </p:cNvPr>
          <p:cNvSpPr>
            <a:spLocks/>
          </p:cNvSpPr>
          <p:nvPr/>
        </p:nvSpPr>
        <p:spPr>
          <a:xfrm>
            <a:off x="24009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FF33884C-F996-4DB1-B6AF-CC3812225053}"/>
              </a:ext>
            </a:extLst>
          </p:cNvPr>
          <p:cNvSpPr>
            <a:spLocks/>
          </p:cNvSpPr>
          <p:nvPr/>
        </p:nvSpPr>
        <p:spPr>
          <a:xfrm>
            <a:off x="2420134" y="53238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E5787E61-181F-40F9-AC68-003AEE5C6189}"/>
              </a:ext>
            </a:extLst>
          </p:cNvPr>
          <p:cNvSpPr>
            <a:spLocks/>
          </p:cNvSpPr>
          <p:nvPr/>
        </p:nvSpPr>
        <p:spPr>
          <a:xfrm>
            <a:off x="236310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7674853D-D2A1-4A5F-976F-82C60C53FD93}"/>
              </a:ext>
            </a:extLst>
          </p:cNvPr>
          <p:cNvSpPr>
            <a:spLocks/>
          </p:cNvSpPr>
          <p:nvPr/>
        </p:nvSpPr>
        <p:spPr>
          <a:xfrm>
            <a:off x="243859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C838CD36-AF9C-4DCD-8CE7-832F40EFD893}"/>
              </a:ext>
            </a:extLst>
          </p:cNvPr>
          <p:cNvSpPr>
            <a:spLocks/>
          </p:cNvSpPr>
          <p:nvPr/>
        </p:nvSpPr>
        <p:spPr>
          <a:xfrm>
            <a:off x="2389655" y="5945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0B1F2EB6-73CE-47DD-AA88-650E6804A322}"/>
              </a:ext>
            </a:extLst>
          </p:cNvPr>
          <p:cNvSpPr>
            <a:spLocks/>
          </p:cNvSpPr>
          <p:nvPr/>
        </p:nvSpPr>
        <p:spPr>
          <a:xfrm>
            <a:off x="244593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CB7B9273-C31C-418E-A2B4-920BE3EB0D5F}"/>
              </a:ext>
            </a:extLst>
          </p:cNvPr>
          <p:cNvSpPr>
            <a:spLocks/>
          </p:cNvSpPr>
          <p:nvPr/>
        </p:nvSpPr>
        <p:spPr>
          <a:xfrm>
            <a:off x="24161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0543294D-ED93-47FF-8D61-038307D4208D}"/>
              </a:ext>
            </a:extLst>
          </p:cNvPr>
          <p:cNvSpPr>
            <a:spLocks/>
          </p:cNvSpPr>
          <p:nvPr/>
        </p:nvSpPr>
        <p:spPr>
          <a:xfrm>
            <a:off x="2348058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B62ACF2D-909D-460F-9CAE-347417CB7E06}"/>
              </a:ext>
            </a:extLst>
          </p:cNvPr>
          <p:cNvSpPr>
            <a:spLocks/>
          </p:cNvSpPr>
          <p:nvPr/>
        </p:nvSpPr>
        <p:spPr>
          <a:xfrm>
            <a:off x="2427655" y="56817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E37E872-B8A4-4B2F-8D6C-FDEA580BD29D}"/>
              </a:ext>
            </a:extLst>
          </p:cNvPr>
          <p:cNvSpPr>
            <a:spLocks/>
          </p:cNvSpPr>
          <p:nvPr/>
        </p:nvSpPr>
        <p:spPr>
          <a:xfrm>
            <a:off x="2425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F567847F-7A64-4AFE-B071-3CB345B8F46C}"/>
              </a:ext>
            </a:extLst>
          </p:cNvPr>
          <p:cNvSpPr>
            <a:spLocks/>
          </p:cNvSpPr>
          <p:nvPr/>
        </p:nvSpPr>
        <p:spPr>
          <a:xfrm>
            <a:off x="23855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F35D57C1-B290-4778-8917-CDF257F2C018}"/>
              </a:ext>
            </a:extLst>
          </p:cNvPr>
          <p:cNvSpPr>
            <a:spLocks/>
          </p:cNvSpPr>
          <p:nvPr/>
        </p:nvSpPr>
        <p:spPr>
          <a:xfrm>
            <a:off x="2439962" y="6409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B607200B-C461-4190-ABBD-5E52C99A0BC1}"/>
              </a:ext>
            </a:extLst>
          </p:cNvPr>
          <p:cNvSpPr>
            <a:spLocks/>
          </p:cNvSpPr>
          <p:nvPr/>
        </p:nvSpPr>
        <p:spPr>
          <a:xfrm>
            <a:off x="2417123" y="5266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65A70946-C15D-472D-8EB0-5F62A87F6B0B}"/>
              </a:ext>
            </a:extLst>
          </p:cNvPr>
          <p:cNvSpPr>
            <a:spLocks/>
          </p:cNvSpPr>
          <p:nvPr/>
        </p:nvSpPr>
        <p:spPr>
          <a:xfrm>
            <a:off x="234843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AD16BC80-69EA-400B-A376-E31EC1EB71E5}"/>
              </a:ext>
            </a:extLst>
          </p:cNvPr>
          <p:cNvSpPr>
            <a:spLocks/>
          </p:cNvSpPr>
          <p:nvPr/>
        </p:nvSpPr>
        <p:spPr>
          <a:xfrm>
            <a:off x="2457221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4F03859B-699E-433D-B24F-81E5FE6462FA}"/>
              </a:ext>
            </a:extLst>
          </p:cNvPr>
          <p:cNvSpPr>
            <a:spLocks/>
          </p:cNvSpPr>
          <p:nvPr/>
        </p:nvSpPr>
        <p:spPr>
          <a:xfrm>
            <a:off x="2397250" y="6453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7BB8070B-9697-4302-80C4-DFA9ECFDDCC5}"/>
              </a:ext>
            </a:extLst>
          </p:cNvPr>
          <p:cNvSpPr>
            <a:spLocks/>
          </p:cNvSpPr>
          <p:nvPr/>
        </p:nvSpPr>
        <p:spPr>
          <a:xfrm>
            <a:off x="2345223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44FE70ED-92BA-4687-A5DB-325E6518B739}"/>
              </a:ext>
            </a:extLst>
          </p:cNvPr>
          <p:cNvSpPr>
            <a:spLocks/>
          </p:cNvSpPr>
          <p:nvPr/>
        </p:nvSpPr>
        <p:spPr>
          <a:xfrm>
            <a:off x="2359502" y="6692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ADB91952-39CB-4451-8B57-C9F01BC3D8A1}"/>
              </a:ext>
            </a:extLst>
          </p:cNvPr>
          <p:cNvSpPr>
            <a:spLocks/>
          </p:cNvSpPr>
          <p:nvPr/>
        </p:nvSpPr>
        <p:spPr>
          <a:xfrm>
            <a:off x="2433279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0A8516A6-33B0-46B4-B7DE-FB2A428B9312}"/>
              </a:ext>
            </a:extLst>
          </p:cNvPr>
          <p:cNvSpPr>
            <a:spLocks/>
          </p:cNvSpPr>
          <p:nvPr/>
        </p:nvSpPr>
        <p:spPr>
          <a:xfrm>
            <a:off x="246477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4915BBE5-CA45-4906-AC54-02F5B0AE9D6C}"/>
              </a:ext>
            </a:extLst>
          </p:cNvPr>
          <p:cNvSpPr>
            <a:spLocks/>
          </p:cNvSpPr>
          <p:nvPr/>
        </p:nvSpPr>
        <p:spPr>
          <a:xfrm>
            <a:off x="2422276" y="57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F34462D6-9AE4-4580-9BE1-370C36201E63}"/>
              </a:ext>
            </a:extLst>
          </p:cNvPr>
          <p:cNvSpPr>
            <a:spLocks/>
          </p:cNvSpPr>
          <p:nvPr/>
        </p:nvSpPr>
        <p:spPr>
          <a:xfrm>
            <a:off x="241825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30F01B85-A57E-4865-9C17-93C2303CDA03}"/>
              </a:ext>
            </a:extLst>
          </p:cNvPr>
          <p:cNvSpPr>
            <a:spLocks/>
          </p:cNvSpPr>
          <p:nvPr/>
        </p:nvSpPr>
        <p:spPr>
          <a:xfrm>
            <a:off x="2392628" y="6110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935A66DF-8183-47C0-A675-7B19E31515FE}"/>
              </a:ext>
            </a:extLst>
          </p:cNvPr>
          <p:cNvSpPr>
            <a:spLocks/>
          </p:cNvSpPr>
          <p:nvPr/>
        </p:nvSpPr>
        <p:spPr>
          <a:xfrm>
            <a:off x="24042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2C929341-D179-4258-B2C6-3079230E311C}"/>
              </a:ext>
            </a:extLst>
          </p:cNvPr>
          <p:cNvSpPr>
            <a:spLocks/>
          </p:cNvSpPr>
          <p:nvPr/>
        </p:nvSpPr>
        <p:spPr>
          <a:xfrm>
            <a:off x="2381105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5DCB2352-4E91-4630-9470-1967B26D2835}"/>
              </a:ext>
            </a:extLst>
          </p:cNvPr>
          <p:cNvSpPr>
            <a:spLocks/>
          </p:cNvSpPr>
          <p:nvPr/>
        </p:nvSpPr>
        <p:spPr>
          <a:xfrm>
            <a:off x="238031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E04BD9A-B3E2-4F98-81AB-2539BA5835D6}"/>
              </a:ext>
            </a:extLst>
          </p:cNvPr>
          <p:cNvSpPr>
            <a:spLocks/>
          </p:cNvSpPr>
          <p:nvPr/>
        </p:nvSpPr>
        <p:spPr>
          <a:xfrm>
            <a:off x="24515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89364583-ADA8-466E-90D1-8E7090109839}"/>
              </a:ext>
            </a:extLst>
          </p:cNvPr>
          <p:cNvSpPr>
            <a:spLocks/>
          </p:cNvSpPr>
          <p:nvPr/>
        </p:nvSpPr>
        <p:spPr>
          <a:xfrm>
            <a:off x="2428661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0FA49D5F-AB1B-41CD-AC0D-4E0385F313E3}"/>
              </a:ext>
            </a:extLst>
          </p:cNvPr>
          <p:cNvSpPr>
            <a:spLocks/>
          </p:cNvSpPr>
          <p:nvPr/>
        </p:nvSpPr>
        <p:spPr>
          <a:xfrm>
            <a:off x="2393250" y="6915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4E6F5C66-C1D9-41E2-80B9-280D317A159B}"/>
              </a:ext>
            </a:extLst>
          </p:cNvPr>
          <p:cNvSpPr>
            <a:spLocks/>
          </p:cNvSpPr>
          <p:nvPr/>
        </p:nvSpPr>
        <p:spPr>
          <a:xfrm>
            <a:off x="2377764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FC9DD760-3CE3-4410-BF26-C101E76FFC73}"/>
              </a:ext>
            </a:extLst>
          </p:cNvPr>
          <p:cNvSpPr>
            <a:spLocks/>
          </p:cNvSpPr>
          <p:nvPr/>
        </p:nvSpPr>
        <p:spPr>
          <a:xfrm>
            <a:off x="237947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EE2B1A0B-86E5-40F0-A35C-444B6A427633}"/>
              </a:ext>
            </a:extLst>
          </p:cNvPr>
          <p:cNvSpPr>
            <a:spLocks/>
          </p:cNvSpPr>
          <p:nvPr/>
        </p:nvSpPr>
        <p:spPr>
          <a:xfrm>
            <a:off x="2460466" y="69342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D35F8051-1A7F-463D-9A31-F12C56A91FF6}"/>
              </a:ext>
            </a:extLst>
          </p:cNvPr>
          <p:cNvSpPr>
            <a:spLocks/>
          </p:cNvSpPr>
          <p:nvPr/>
        </p:nvSpPr>
        <p:spPr>
          <a:xfrm>
            <a:off x="2419190" y="635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BF22FA1B-9DAF-4ADE-8D30-F490594F929A}"/>
              </a:ext>
            </a:extLst>
          </p:cNvPr>
          <p:cNvSpPr>
            <a:spLocks/>
          </p:cNvSpPr>
          <p:nvPr/>
        </p:nvSpPr>
        <p:spPr>
          <a:xfrm>
            <a:off x="23642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DBAB7626-EF6F-4636-AFFC-D61EBE7BFFC6}"/>
              </a:ext>
            </a:extLst>
          </p:cNvPr>
          <p:cNvSpPr>
            <a:spLocks/>
          </p:cNvSpPr>
          <p:nvPr/>
        </p:nvSpPr>
        <p:spPr>
          <a:xfrm>
            <a:off x="2457988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0B762736-5C75-418B-8599-0AC49A2CCD69}"/>
              </a:ext>
            </a:extLst>
          </p:cNvPr>
          <p:cNvSpPr>
            <a:spLocks/>
          </p:cNvSpPr>
          <p:nvPr/>
        </p:nvSpPr>
        <p:spPr>
          <a:xfrm>
            <a:off x="2409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1C5EEFCF-028C-41C2-B7EE-B8EE1D3A7D1E}"/>
              </a:ext>
            </a:extLst>
          </p:cNvPr>
          <p:cNvSpPr>
            <a:spLocks/>
          </p:cNvSpPr>
          <p:nvPr/>
        </p:nvSpPr>
        <p:spPr>
          <a:xfrm>
            <a:off x="23570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0E793C8A-52EE-43E3-B0AC-905DC3206178}"/>
              </a:ext>
            </a:extLst>
          </p:cNvPr>
          <p:cNvSpPr>
            <a:spLocks/>
          </p:cNvSpPr>
          <p:nvPr/>
        </p:nvSpPr>
        <p:spPr>
          <a:xfrm>
            <a:off x="24197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39C5A69D-D93F-47E8-87C1-28639EDEB4E1}"/>
              </a:ext>
            </a:extLst>
          </p:cNvPr>
          <p:cNvSpPr>
            <a:spLocks/>
          </p:cNvSpPr>
          <p:nvPr/>
        </p:nvSpPr>
        <p:spPr>
          <a:xfrm>
            <a:off x="2445451" y="6455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54D1654E-A04C-4A06-8F27-E1638638A2EB}"/>
              </a:ext>
            </a:extLst>
          </p:cNvPr>
          <p:cNvSpPr>
            <a:spLocks/>
          </p:cNvSpPr>
          <p:nvPr/>
        </p:nvSpPr>
        <p:spPr>
          <a:xfrm>
            <a:off x="2365450" y="633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7DA3A11A-2553-4FBC-A380-D55FAA6E91DE}"/>
              </a:ext>
            </a:extLst>
          </p:cNvPr>
          <p:cNvSpPr>
            <a:spLocks/>
          </p:cNvSpPr>
          <p:nvPr/>
        </p:nvSpPr>
        <p:spPr>
          <a:xfrm>
            <a:off x="2361855" y="6820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DCEC64AD-A87B-467F-9F0B-0288F21079BE}"/>
              </a:ext>
            </a:extLst>
          </p:cNvPr>
          <p:cNvSpPr>
            <a:spLocks/>
          </p:cNvSpPr>
          <p:nvPr/>
        </p:nvSpPr>
        <p:spPr>
          <a:xfrm>
            <a:off x="2417464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150F997A-836D-4C6C-AEF2-2FB4C038C7D0}"/>
              </a:ext>
            </a:extLst>
          </p:cNvPr>
          <p:cNvSpPr>
            <a:spLocks/>
          </p:cNvSpPr>
          <p:nvPr/>
        </p:nvSpPr>
        <p:spPr>
          <a:xfrm>
            <a:off x="245185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FEE194F7-0EC5-456E-8ACE-084B20AF8061}"/>
              </a:ext>
            </a:extLst>
          </p:cNvPr>
          <p:cNvSpPr>
            <a:spLocks/>
          </p:cNvSpPr>
          <p:nvPr/>
        </p:nvSpPr>
        <p:spPr>
          <a:xfrm>
            <a:off x="23334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B6E70136-A096-4374-952D-E5BD0410AC07}"/>
              </a:ext>
            </a:extLst>
          </p:cNvPr>
          <p:cNvSpPr>
            <a:spLocks/>
          </p:cNvSpPr>
          <p:nvPr/>
        </p:nvSpPr>
        <p:spPr>
          <a:xfrm>
            <a:off x="24057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6160A790-2136-4D51-A787-2141132BBBB8}"/>
              </a:ext>
            </a:extLst>
          </p:cNvPr>
          <p:cNvSpPr>
            <a:spLocks/>
          </p:cNvSpPr>
          <p:nvPr/>
        </p:nvSpPr>
        <p:spPr>
          <a:xfrm>
            <a:off x="237913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812DECAF-587B-414D-B569-E08A303B603D}"/>
              </a:ext>
            </a:extLst>
          </p:cNvPr>
          <p:cNvSpPr>
            <a:spLocks/>
          </p:cNvSpPr>
          <p:nvPr/>
        </p:nvSpPr>
        <p:spPr>
          <a:xfrm>
            <a:off x="2355469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CED23B9B-B75C-425F-9F47-027EA13E1E3A}"/>
              </a:ext>
            </a:extLst>
          </p:cNvPr>
          <p:cNvSpPr>
            <a:spLocks/>
          </p:cNvSpPr>
          <p:nvPr/>
        </p:nvSpPr>
        <p:spPr>
          <a:xfrm>
            <a:off x="2406414" y="65714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F3EE9614-9C3C-4C25-BA2A-E5F6F79C1C00}"/>
              </a:ext>
            </a:extLst>
          </p:cNvPr>
          <p:cNvSpPr>
            <a:spLocks/>
          </p:cNvSpPr>
          <p:nvPr/>
        </p:nvSpPr>
        <p:spPr>
          <a:xfrm>
            <a:off x="2399033" y="6207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46BB0505-0195-405D-87FB-77B65F3409EE}"/>
              </a:ext>
            </a:extLst>
          </p:cNvPr>
          <p:cNvSpPr>
            <a:spLocks/>
          </p:cNvSpPr>
          <p:nvPr/>
        </p:nvSpPr>
        <p:spPr>
          <a:xfrm>
            <a:off x="2353037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B872BD57-104D-4E9F-B5E0-4E31E536D73E}"/>
              </a:ext>
            </a:extLst>
          </p:cNvPr>
          <p:cNvSpPr>
            <a:spLocks/>
          </p:cNvSpPr>
          <p:nvPr/>
        </p:nvSpPr>
        <p:spPr>
          <a:xfrm>
            <a:off x="2381029" y="5883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588DFE3B-DAF8-470A-BA1C-0406E90EC200}"/>
              </a:ext>
            </a:extLst>
          </p:cNvPr>
          <p:cNvSpPr>
            <a:spLocks/>
          </p:cNvSpPr>
          <p:nvPr/>
        </p:nvSpPr>
        <p:spPr>
          <a:xfrm>
            <a:off x="232811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FCFFB417-6A7C-469D-B9F1-DFD1EE269466}"/>
              </a:ext>
            </a:extLst>
          </p:cNvPr>
          <p:cNvSpPr>
            <a:spLocks/>
          </p:cNvSpPr>
          <p:nvPr/>
        </p:nvSpPr>
        <p:spPr>
          <a:xfrm>
            <a:off x="237438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EB00BCFF-CBC1-47C3-B9AD-404CE2A3DA8C}"/>
              </a:ext>
            </a:extLst>
          </p:cNvPr>
          <p:cNvSpPr>
            <a:spLocks/>
          </p:cNvSpPr>
          <p:nvPr/>
        </p:nvSpPr>
        <p:spPr>
          <a:xfrm>
            <a:off x="2408620" y="5894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F3C0751B-B9D9-43FC-BD39-B35FE453BE46}"/>
              </a:ext>
            </a:extLst>
          </p:cNvPr>
          <p:cNvSpPr>
            <a:spLocks/>
          </p:cNvSpPr>
          <p:nvPr/>
        </p:nvSpPr>
        <p:spPr>
          <a:xfrm>
            <a:off x="235982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7E3BAFB6-E8C2-43AE-B32E-C77E8A16122C}"/>
              </a:ext>
            </a:extLst>
          </p:cNvPr>
          <p:cNvSpPr>
            <a:spLocks/>
          </p:cNvSpPr>
          <p:nvPr/>
        </p:nvSpPr>
        <p:spPr>
          <a:xfrm>
            <a:off x="2454302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18B0B47D-379B-451C-BD50-2AB40F63A5E2}"/>
              </a:ext>
            </a:extLst>
          </p:cNvPr>
          <p:cNvSpPr>
            <a:spLocks/>
          </p:cNvSpPr>
          <p:nvPr/>
        </p:nvSpPr>
        <p:spPr>
          <a:xfrm>
            <a:off x="242844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6CE8F4E8-C953-4E5E-9DA1-D5870D251221}"/>
              </a:ext>
            </a:extLst>
          </p:cNvPr>
          <p:cNvSpPr>
            <a:spLocks/>
          </p:cNvSpPr>
          <p:nvPr/>
        </p:nvSpPr>
        <p:spPr>
          <a:xfrm>
            <a:off x="2431419" y="6818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AB680835-603F-4667-8345-979C3245DF08}"/>
              </a:ext>
            </a:extLst>
          </p:cNvPr>
          <p:cNvSpPr>
            <a:spLocks/>
          </p:cNvSpPr>
          <p:nvPr/>
        </p:nvSpPr>
        <p:spPr>
          <a:xfrm>
            <a:off x="26022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B21ACE0B-F186-4C1D-A312-5ED1D6C3AE38}"/>
              </a:ext>
            </a:extLst>
          </p:cNvPr>
          <p:cNvSpPr>
            <a:spLocks/>
          </p:cNvSpPr>
          <p:nvPr/>
        </p:nvSpPr>
        <p:spPr>
          <a:xfrm>
            <a:off x="2662505" y="5189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06900901-AAC8-49EC-A4CE-9C5CBFC1DDD9}"/>
              </a:ext>
            </a:extLst>
          </p:cNvPr>
          <p:cNvSpPr>
            <a:spLocks/>
          </p:cNvSpPr>
          <p:nvPr/>
        </p:nvSpPr>
        <p:spPr>
          <a:xfrm>
            <a:off x="268449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31ADF92D-C56D-4901-B5C1-75209A41C51A}"/>
              </a:ext>
            </a:extLst>
          </p:cNvPr>
          <p:cNvSpPr>
            <a:spLocks/>
          </p:cNvSpPr>
          <p:nvPr/>
        </p:nvSpPr>
        <p:spPr>
          <a:xfrm>
            <a:off x="261154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7C15BD70-5E64-46AF-953A-716F4EB1D1CF}"/>
              </a:ext>
            </a:extLst>
          </p:cNvPr>
          <p:cNvSpPr>
            <a:spLocks/>
          </p:cNvSpPr>
          <p:nvPr/>
        </p:nvSpPr>
        <p:spPr>
          <a:xfrm>
            <a:off x="268449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23EF697B-9883-4CE2-AF7F-780309EFFBAA}"/>
              </a:ext>
            </a:extLst>
          </p:cNvPr>
          <p:cNvSpPr>
            <a:spLocks/>
          </p:cNvSpPr>
          <p:nvPr/>
        </p:nvSpPr>
        <p:spPr>
          <a:xfrm>
            <a:off x="2681655" y="5954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09B2F714-EF00-41B8-9B77-22EE8E1AAD29}"/>
              </a:ext>
            </a:extLst>
          </p:cNvPr>
          <p:cNvSpPr>
            <a:spLocks/>
          </p:cNvSpPr>
          <p:nvPr/>
        </p:nvSpPr>
        <p:spPr>
          <a:xfrm>
            <a:off x="25917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43DCAD36-177B-42F5-8581-8252C2114C17}"/>
              </a:ext>
            </a:extLst>
          </p:cNvPr>
          <p:cNvSpPr>
            <a:spLocks/>
          </p:cNvSpPr>
          <p:nvPr/>
        </p:nvSpPr>
        <p:spPr>
          <a:xfrm>
            <a:off x="262873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96D8BBC4-770D-4CAF-804E-B1109264DD4F}"/>
              </a:ext>
            </a:extLst>
          </p:cNvPr>
          <p:cNvSpPr>
            <a:spLocks/>
          </p:cNvSpPr>
          <p:nvPr/>
        </p:nvSpPr>
        <p:spPr>
          <a:xfrm>
            <a:off x="2649406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0752C71-54FF-4861-9169-F4E3AE5BA7DE}"/>
              </a:ext>
            </a:extLst>
          </p:cNvPr>
          <p:cNvSpPr>
            <a:spLocks/>
          </p:cNvSpPr>
          <p:nvPr/>
        </p:nvSpPr>
        <p:spPr>
          <a:xfrm>
            <a:off x="264530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7984A9B3-A3F6-4D18-B335-8226C59D9DDE}"/>
              </a:ext>
            </a:extLst>
          </p:cNvPr>
          <p:cNvSpPr>
            <a:spLocks/>
          </p:cNvSpPr>
          <p:nvPr/>
        </p:nvSpPr>
        <p:spPr>
          <a:xfrm>
            <a:off x="255477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1EA4914C-FBCF-4F0F-A83C-7481556EB268}"/>
              </a:ext>
            </a:extLst>
          </p:cNvPr>
          <p:cNvSpPr>
            <a:spLocks/>
          </p:cNvSpPr>
          <p:nvPr/>
        </p:nvSpPr>
        <p:spPr>
          <a:xfrm>
            <a:off x="266431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1EF0B25C-7EB9-4130-BF82-83FE858302FC}"/>
              </a:ext>
            </a:extLst>
          </p:cNvPr>
          <p:cNvSpPr>
            <a:spLocks/>
          </p:cNvSpPr>
          <p:nvPr/>
        </p:nvSpPr>
        <p:spPr>
          <a:xfrm>
            <a:off x="2628356" y="5864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FD57C66-0AD1-4FE0-86F2-6DF72076CF63}"/>
              </a:ext>
            </a:extLst>
          </p:cNvPr>
          <p:cNvSpPr>
            <a:spLocks/>
          </p:cNvSpPr>
          <p:nvPr/>
        </p:nvSpPr>
        <p:spPr>
          <a:xfrm>
            <a:off x="265645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A5957BD4-7DAD-4156-A24F-992AA4C9B69E}"/>
              </a:ext>
            </a:extLst>
          </p:cNvPr>
          <p:cNvSpPr>
            <a:spLocks/>
          </p:cNvSpPr>
          <p:nvPr/>
        </p:nvSpPr>
        <p:spPr>
          <a:xfrm>
            <a:off x="267795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58B97AD7-C635-4748-9245-7E36DA779A16}"/>
              </a:ext>
            </a:extLst>
          </p:cNvPr>
          <p:cNvSpPr>
            <a:spLocks/>
          </p:cNvSpPr>
          <p:nvPr/>
        </p:nvSpPr>
        <p:spPr>
          <a:xfrm>
            <a:off x="262358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807C0B42-B6C2-4C61-872F-DC7D2AD5360E}"/>
              </a:ext>
            </a:extLst>
          </p:cNvPr>
          <p:cNvSpPr>
            <a:spLocks/>
          </p:cNvSpPr>
          <p:nvPr/>
        </p:nvSpPr>
        <p:spPr>
          <a:xfrm>
            <a:off x="2609213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83FEC4AB-B8E8-4DBE-9D7D-A5107D2CE472}"/>
              </a:ext>
            </a:extLst>
          </p:cNvPr>
          <p:cNvSpPr>
            <a:spLocks/>
          </p:cNvSpPr>
          <p:nvPr/>
        </p:nvSpPr>
        <p:spPr>
          <a:xfrm>
            <a:off x="25639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CEB42540-A59D-4C02-89E3-D1EECD36F873}"/>
              </a:ext>
            </a:extLst>
          </p:cNvPr>
          <p:cNvSpPr>
            <a:spLocks/>
          </p:cNvSpPr>
          <p:nvPr/>
        </p:nvSpPr>
        <p:spPr>
          <a:xfrm>
            <a:off x="2625109" y="6349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7D5F4C2-1E26-437E-9DAC-3AD37E303BC4}"/>
              </a:ext>
            </a:extLst>
          </p:cNvPr>
          <p:cNvSpPr>
            <a:spLocks/>
          </p:cNvSpPr>
          <p:nvPr/>
        </p:nvSpPr>
        <p:spPr>
          <a:xfrm>
            <a:off x="263543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954547F6-17A5-4E15-84DF-AAB9AE62F917}"/>
              </a:ext>
            </a:extLst>
          </p:cNvPr>
          <p:cNvSpPr>
            <a:spLocks/>
          </p:cNvSpPr>
          <p:nvPr/>
        </p:nvSpPr>
        <p:spPr>
          <a:xfrm>
            <a:off x="2598917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CF1C50FE-AB39-40CB-B992-DC2C6E5F016E}"/>
              </a:ext>
            </a:extLst>
          </p:cNvPr>
          <p:cNvSpPr>
            <a:spLocks/>
          </p:cNvSpPr>
          <p:nvPr/>
        </p:nvSpPr>
        <p:spPr>
          <a:xfrm>
            <a:off x="261062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D51D5825-F0CF-4A2E-BFDB-2C53282A385F}"/>
              </a:ext>
            </a:extLst>
          </p:cNvPr>
          <p:cNvSpPr>
            <a:spLocks/>
          </p:cNvSpPr>
          <p:nvPr/>
        </p:nvSpPr>
        <p:spPr>
          <a:xfrm>
            <a:off x="2678283" y="539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CF84303C-803C-4A08-8F7C-0C4BC405893E}"/>
              </a:ext>
            </a:extLst>
          </p:cNvPr>
          <p:cNvSpPr>
            <a:spLocks/>
          </p:cNvSpPr>
          <p:nvPr/>
        </p:nvSpPr>
        <p:spPr>
          <a:xfrm>
            <a:off x="257927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C0C95227-D154-4FD3-84D1-D56DA66A0FD2}"/>
              </a:ext>
            </a:extLst>
          </p:cNvPr>
          <p:cNvSpPr>
            <a:spLocks/>
          </p:cNvSpPr>
          <p:nvPr/>
        </p:nvSpPr>
        <p:spPr>
          <a:xfrm>
            <a:off x="255891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CC42427F-2813-4326-9528-8E6BD532388A}"/>
              </a:ext>
            </a:extLst>
          </p:cNvPr>
          <p:cNvSpPr>
            <a:spLocks/>
          </p:cNvSpPr>
          <p:nvPr/>
        </p:nvSpPr>
        <p:spPr>
          <a:xfrm>
            <a:off x="2607864" y="5542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A952E771-8717-4BEF-98D9-E061BC1782E4}"/>
              </a:ext>
            </a:extLst>
          </p:cNvPr>
          <p:cNvSpPr>
            <a:spLocks/>
          </p:cNvSpPr>
          <p:nvPr/>
        </p:nvSpPr>
        <p:spPr>
          <a:xfrm>
            <a:off x="260313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0FF0AD35-C699-4443-ABC6-A1D4559F2A72}"/>
              </a:ext>
            </a:extLst>
          </p:cNvPr>
          <p:cNvSpPr>
            <a:spLocks/>
          </p:cNvSpPr>
          <p:nvPr/>
        </p:nvSpPr>
        <p:spPr>
          <a:xfrm>
            <a:off x="26375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49D0A401-B1B2-4493-B54E-807741ECC04D}"/>
              </a:ext>
            </a:extLst>
          </p:cNvPr>
          <p:cNvSpPr>
            <a:spLocks/>
          </p:cNvSpPr>
          <p:nvPr/>
        </p:nvSpPr>
        <p:spPr>
          <a:xfrm>
            <a:off x="26726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0D61E3CC-EBCB-43AE-9C6B-94C4FE2E61DD}"/>
              </a:ext>
            </a:extLst>
          </p:cNvPr>
          <p:cNvSpPr>
            <a:spLocks/>
          </p:cNvSpPr>
          <p:nvPr/>
        </p:nvSpPr>
        <p:spPr>
          <a:xfrm>
            <a:off x="2600085" y="61658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122B3E9D-226F-4256-B78D-52990A7C42F2}"/>
              </a:ext>
            </a:extLst>
          </p:cNvPr>
          <p:cNvSpPr>
            <a:spLocks/>
          </p:cNvSpPr>
          <p:nvPr/>
        </p:nvSpPr>
        <p:spPr>
          <a:xfrm>
            <a:off x="256538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17D9003C-B82F-4065-995C-028F7BDA7354}"/>
              </a:ext>
            </a:extLst>
          </p:cNvPr>
          <p:cNvSpPr>
            <a:spLocks/>
          </p:cNvSpPr>
          <p:nvPr/>
        </p:nvSpPr>
        <p:spPr>
          <a:xfrm>
            <a:off x="265323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66F85973-FB23-48E6-9F2A-79FE7A5CFB26}"/>
              </a:ext>
            </a:extLst>
          </p:cNvPr>
          <p:cNvSpPr>
            <a:spLocks/>
          </p:cNvSpPr>
          <p:nvPr/>
        </p:nvSpPr>
        <p:spPr>
          <a:xfrm>
            <a:off x="2631034" y="69072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8FDC01D1-E6BC-4A2C-820B-0415978F74C6}"/>
              </a:ext>
            </a:extLst>
          </p:cNvPr>
          <p:cNvSpPr>
            <a:spLocks/>
          </p:cNvSpPr>
          <p:nvPr/>
        </p:nvSpPr>
        <p:spPr>
          <a:xfrm>
            <a:off x="264634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62EA9781-CBEC-4464-ADD6-A7E770BE6EAF}"/>
              </a:ext>
            </a:extLst>
          </p:cNvPr>
          <p:cNvSpPr>
            <a:spLocks/>
          </p:cNvSpPr>
          <p:nvPr/>
        </p:nvSpPr>
        <p:spPr>
          <a:xfrm>
            <a:off x="267066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D116233F-3079-4C7B-B596-72C64FA19483}"/>
              </a:ext>
            </a:extLst>
          </p:cNvPr>
          <p:cNvSpPr>
            <a:spLocks/>
          </p:cNvSpPr>
          <p:nvPr/>
        </p:nvSpPr>
        <p:spPr>
          <a:xfrm>
            <a:off x="2658079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707BD4C8-99BA-4CF6-A7F1-B2B21008165F}"/>
              </a:ext>
            </a:extLst>
          </p:cNvPr>
          <p:cNvSpPr>
            <a:spLocks/>
          </p:cNvSpPr>
          <p:nvPr/>
        </p:nvSpPr>
        <p:spPr>
          <a:xfrm>
            <a:off x="266044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C52C97FB-6144-4395-9E74-DA766EE11954}"/>
              </a:ext>
            </a:extLst>
          </p:cNvPr>
          <p:cNvSpPr>
            <a:spLocks/>
          </p:cNvSpPr>
          <p:nvPr/>
        </p:nvSpPr>
        <p:spPr>
          <a:xfrm>
            <a:off x="2663946" y="55203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5AE84A4F-91FD-49C2-838C-A5F3CDF7A83B}"/>
              </a:ext>
            </a:extLst>
          </p:cNvPr>
          <p:cNvSpPr>
            <a:spLocks/>
          </p:cNvSpPr>
          <p:nvPr/>
        </p:nvSpPr>
        <p:spPr>
          <a:xfrm>
            <a:off x="266780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F8FA34F7-ECAB-4115-B4E5-E5CFE0239337}"/>
              </a:ext>
            </a:extLst>
          </p:cNvPr>
          <p:cNvSpPr>
            <a:spLocks/>
          </p:cNvSpPr>
          <p:nvPr/>
        </p:nvSpPr>
        <p:spPr>
          <a:xfrm>
            <a:off x="260733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5477035C-629B-4F96-8A39-72668E2F8F25}"/>
              </a:ext>
            </a:extLst>
          </p:cNvPr>
          <p:cNvSpPr>
            <a:spLocks/>
          </p:cNvSpPr>
          <p:nvPr/>
        </p:nvSpPr>
        <p:spPr>
          <a:xfrm>
            <a:off x="26404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0838093B-2C68-42E2-895B-84E11782AB8D}"/>
              </a:ext>
            </a:extLst>
          </p:cNvPr>
          <p:cNvSpPr>
            <a:spLocks/>
          </p:cNvSpPr>
          <p:nvPr/>
        </p:nvSpPr>
        <p:spPr>
          <a:xfrm>
            <a:off x="26047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389D6A09-590D-4DC8-833A-B3B9F1322B41}"/>
              </a:ext>
            </a:extLst>
          </p:cNvPr>
          <p:cNvSpPr>
            <a:spLocks/>
          </p:cNvSpPr>
          <p:nvPr/>
        </p:nvSpPr>
        <p:spPr>
          <a:xfrm>
            <a:off x="262521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60F9B7B-39C2-48E3-A286-EE8DFE414B5E}"/>
              </a:ext>
            </a:extLst>
          </p:cNvPr>
          <p:cNvSpPr>
            <a:spLocks/>
          </p:cNvSpPr>
          <p:nvPr/>
        </p:nvSpPr>
        <p:spPr>
          <a:xfrm>
            <a:off x="25896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D84009AD-C281-46DB-9221-6092B6525AFE}"/>
              </a:ext>
            </a:extLst>
          </p:cNvPr>
          <p:cNvSpPr>
            <a:spLocks/>
          </p:cNvSpPr>
          <p:nvPr/>
        </p:nvSpPr>
        <p:spPr>
          <a:xfrm>
            <a:off x="2644855" y="5681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24A6E0A8-2950-44EC-A4FC-237D995B5491}"/>
              </a:ext>
            </a:extLst>
          </p:cNvPr>
          <p:cNvSpPr>
            <a:spLocks/>
          </p:cNvSpPr>
          <p:nvPr/>
        </p:nvSpPr>
        <p:spPr>
          <a:xfrm>
            <a:off x="26095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E2CC496D-FD05-48F6-A3B9-5130C3931D08}"/>
              </a:ext>
            </a:extLst>
          </p:cNvPr>
          <p:cNvSpPr>
            <a:spLocks/>
          </p:cNvSpPr>
          <p:nvPr/>
        </p:nvSpPr>
        <p:spPr>
          <a:xfrm>
            <a:off x="262713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45088D4F-4375-4736-89BB-D73B90279E20}"/>
              </a:ext>
            </a:extLst>
          </p:cNvPr>
          <p:cNvSpPr>
            <a:spLocks/>
          </p:cNvSpPr>
          <p:nvPr/>
        </p:nvSpPr>
        <p:spPr>
          <a:xfrm>
            <a:off x="2615616" y="6058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C631F268-2964-435C-BC4E-38B448B5CA0C}"/>
              </a:ext>
            </a:extLst>
          </p:cNvPr>
          <p:cNvSpPr>
            <a:spLocks/>
          </p:cNvSpPr>
          <p:nvPr/>
        </p:nvSpPr>
        <p:spPr>
          <a:xfrm>
            <a:off x="267058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1B73ED80-EA89-48DC-AD2A-1B2B82BCD1C0}"/>
              </a:ext>
            </a:extLst>
          </p:cNvPr>
          <p:cNvSpPr>
            <a:spLocks/>
          </p:cNvSpPr>
          <p:nvPr/>
        </p:nvSpPr>
        <p:spPr>
          <a:xfrm>
            <a:off x="2614490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B49C587A-AE13-492D-BA72-012E7F58C431}"/>
              </a:ext>
            </a:extLst>
          </p:cNvPr>
          <p:cNvSpPr>
            <a:spLocks/>
          </p:cNvSpPr>
          <p:nvPr/>
        </p:nvSpPr>
        <p:spPr>
          <a:xfrm>
            <a:off x="2660888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04A8A5BD-A505-49E9-8578-D6793A1D88C3}"/>
              </a:ext>
            </a:extLst>
          </p:cNvPr>
          <p:cNvSpPr>
            <a:spLocks/>
          </p:cNvSpPr>
          <p:nvPr/>
        </p:nvSpPr>
        <p:spPr>
          <a:xfrm>
            <a:off x="2639233" y="6257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7BB47D11-5245-4C49-9435-8523115952F3}"/>
              </a:ext>
            </a:extLst>
          </p:cNvPr>
          <p:cNvSpPr>
            <a:spLocks/>
          </p:cNvSpPr>
          <p:nvPr/>
        </p:nvSpPr>
        <p:spPr>
          <a:xfrm>
            <a:off x="2642814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F8BFFBD7-D160-44F9-A8A1-6031146A1944}"/>
              </a:ext>
            </a:extLst>
          </p:cNvPr>
          <p:cNvSpPr>
            <a:spLocks/>
          </p:cNvSpPr>
          <p:nvPr/>
        </p:nvSpPr>
        <p:spPr>
          <a:xfrm>
            <a:off x="2591616" y="66921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391BACB0-48D6-415B-8FAA-50354C79D02C}"/>
              </a:ext>
            </a:extLst>
          </p:cNvPr>
          <p:cNvSpPr>
            <a:spLocks/>
          </p:cNvSpPr>
          <p:nvPr/>
        </p:nvSpPr>
        <p:spPr>
          <a:xfrm>
            <a:off x="2594616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5AE1397D-4778-4001-8496-E7CDE7957546}"/>
              </a:ext>
            </a:extLst>
          </p:cNvPr>
          <p:cNvSpPr>
            <a:spLocks/>
          </p:cNvSpPr>
          <p:nvPr/>
        </p:nvSpPr>
        <p:spPr>
          <a:xfrm>
            <a:off x="2671233" y="54712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6A781C55-3580-4E4E-B30E-44108384BCC1}"/>
              </a:ext>
            </a:extLst>
          </p:cNvPr>
          <p:cNvSpPr>
            <a:spLocks/>
          </p:cNvSpPr>
          <p:nvPr/>
        </p:nvSpPr>
        <p:spPr>
          <a:xfrm>
            <a:off x="2561541" y="574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0427C5CF-9AA8-4A24-97DD-7756B47FE4DF}"/>
              </a:ext>
            </a:extLst>
          </p:cNvPr>
          <p:cNvSpPr>
            <a:spLocks/>
          </p:cNvSpPr>
          <p:nvPr/>
        </p:nvSpPr>
        <p:spPr>
          <a:xfrm>
            <a:off x="264235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A03AC5EB-3898-430F-A5EB-2C3B29FCC2B5}"/>
              </a:ext>
            </a:extLst>
          </p:cNvPr>
          <p:cNvSpPr>
            <a:spLocks/>
          </p:cNvSpPr>
          <p:nvPr/>
        </p:nvSpPr>
        <p:spPr>
          <a:xfrm>
            <a:off x="26011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05A89D83-A59E-47C7-9487-0003688548F6}"/>
              </a:ext>
            </a:extLst>
          </p:cNvPr>
          <p:cNvSpPr>
            <a:spLocks/>
          </p:cNvSpPr>
          <p:nvPr/>
        </p:nvSpPr>
        <p:spPr>
          <a:xfrm>
            <a:off x="257074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E6456E4A-B107-441A-81B7-CA11F58687E5}"/>
              </a:ext>
            </a:extLst>
          </p:cNvPr>
          <p:cNvSpPr>
            <a:spLocks/>
          </p:cNvSpPr>
          <p:nvPr/>
        </p:nvSpPr>
        <p:spPr>
          <a:xfrm>
            <a:off x="2603097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D260C8A8-46A0-46E5-B58F-6A13F6837861}"/>
              </a:ext>
            </a:extLst>
          </p:cNvPr>
          <p:cNvSpPr>
            <a:spLocks/>
          </p:cNvSpPr>
          <p:nvPr/>
        </p:nvSpPr>
        <p:spPr>
          <a:xfrm>
            <a:off x="25915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0E27453B-6EF8-4CEF-9E8E-3C6E8D7D4825}"/>
              </a:ext>
            </a:extLst>
          </p:cNvPr>
          <p:cNvSpPr>
            <a:spLocks/>
          </p:cNvSpPr>
          <p:nvPr/>
        </p:nvSpPr>
        <p:spPr>
          <a:xfrm>
            <a:off x="263299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7C56A0DA-8F5A-46CB-B93C-4FFE622C637E}"/>
              </a:ext>
            </a:extLst>
          </p:cNvPr>
          <p:cNvSpPr>
            <a:spLocks/>
          </p:cNvSpPr>
          <p:nvPr/>
        </p:nvSpPr>
        <p:spPr>
          <a:xfrm>
            <a:off x="25709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85D01B04-38D9-453C-8452-C1391C08BD91}"/>
              </a:ext>
            </a:extLst>
          </p:cNvPr>
          <p:cNvSpPr>
            <a:spLocks/>
          </p:cNvSpPr>
          <p:nvPr/>
        </p:nvSpPr>
        <p:spPr>
          <a:xfrm>
            <a:off x="2564771" y="6915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D47737D4-D973-4050-AF41-80107A238EB8}"/>
              </a:ext>
            </a:extLst>
          </p:cNvPr>
          <p:cNvSpPr>
            <a:spLocks/>
          </p:cNvSpPr>
          <p:nvPr/>
        </p:nvSpPr>
        <p:spPr>
          <a:xfrm>
            <a:off x="256116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6B7E71DC-A056-4378-8231-FB018DAC3D48}"/>
              </a:ext>
            </a:extLst>
          </p:cNvPr>
          <p:cNvSpPr>
            <a:spLocks/>
          </p:cNvSpPr>
          <p:nvPr/>
        </p:nvSpPr>
        <p:spPr>
          <a:xfrm>
            <a:off x="262041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B991F5C9-A214-4B75-93BE-34866187EAC1}"/>
              </a:ext>
            </a:extLst>
          </p:cNvPr>
          <p:cNvSpPr>
            <a:spLocks/>
          </p:cNvSpPr>
          <p:nvPr/>
        </p:nvSpPr>
        <p:spPr>
          <a:xfrm>
            <a:off x="2614370" y="6844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14A1C08C-52AE-4A05-94DD-54CD16311038}"/>
              </a:ext>
            </a:extLst>
          </p:cNvPr>
          <p:cNvSpPr>
            <a:spLocks/>
          </p:cNvSpPr>
          <p:nvPr/>
        </p:nvSpPr>
        <p:spPr>
          <a:xfrm>
            <a:off x="26630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887E3927-13DF-4AC8-A545-4F4CBF7DAA47}"/>
              </a:ext>
            </a:extLst>
          </p:cNvPr>
          <p:cNvSpPr>
            <a:spLocks/>
          </p:cNvSpPr>
          <p:nvPr/>
        </p:nvSpPr>
        <p:spPr>
          <a:xfrm>
            <a:off x="261972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FB8B073B-E1A3-40DC-B0D0-237AB28A65F2}"/>
              </a:ext>
            </a:extLst>
          </p:cNvPr>
          <p:cNvSpPr>
            <a:spLocks/>
          </p:cNvSpPr>
          <p:nvPr/>
        </p:nvSpPr>
        <p:spPr>
          <a:xfrm>
            <a:off x="25857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8191BD7B-BC0A-4516-967D-9F0B9C749593}"/>
              </a:ext>
            </a:extLst>
          </p:cNvPr>
          <p:cNvSpPr>
            <a:spLocks/>
          </p:cNvSpPr>
          <p:nvPr/>
        </p:nvSpPr>
        <p:spPr>
          <a:xfrm>
            <a:off x="26606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F5BAD944-0483-4C36-85D9-6C0DCA81DD78}"/>
              </a:ext>
            </a:extLst>
          </p:cNvPr>
          <p:cNvSpPr>
            <a:spLocks/>
          </p:cNvSpPr>
          <p:nvPr/>
        </p:nvSpPr>
        <p:spPr>
          <a:xfrm>
            <a:off x="2569848" y="6935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B1EAF002-4612-429F-AEB0-5647B67E515C}"/>
              </a:ext>
            </a:extLst>
          </p:cNvPr>
          <p:cNvSpPr>
            <a:spLocks/>
          </p:cNvSpPr>
          <p:nvPr/>
        </p:nvSpPr>
        <p:spPr>
          <a:xfrm>
            <a:off x="268013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0F3DDCD0-4BE5-4840-89AE-7253E829E74D}"/>
              </a:ext>
            </a:extLst>
          </p:cNvPr>
          <p:cNvSpPr>
            <a:spLocks/>
          </p:cNvSpPr>
          <p:nvPr/>
        </p:nvSpPr>
        <p:spPr>
          <a:xfrm>
            <a:off x="2690039" y="65125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EF398847-EFD7-46A5-82E4-2D187A7C7B50}"/>
              </a:ext>
            </a:extLst>
          </p:cNvPr>
          <p:cNvSpPr>
            <a:spLocks/>
          </p:cNvSpPr>
          <p:nvPr/>
        </p:nvSpPr>
        <p:spPr>
          <a:xfrm>
            <a:off x="2640632" y="6336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4BE8849A-136C-42C5-BE34-F5B8477B1EA3}"/>
              </a:ext>
            </a:extLst>
          </p:cNvPr>
          <p:cNvSpPr>
            <a:spLocks/>
          </p:cNvSpPr>
          <p:nvPr/>
        </p:nvSpPr>
        <p:spPr>
          <a:xfrm>
            <a:off x="2551395" y="6414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CFC03053-4AB1-4663-A486-CE0302E45F2D}"/>
              </a:ext>
            </a:extLst>
          </p:cNvPr>
          <p:cNvSpPr>
            <a:spLocks/>
          </p:cNvSpPr>
          <p:nvPr/>
        </p:nvSpPr>
        <p:spPr>
          <a:xfrm>
            <a:off x="258655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4055906A-A9A1-4E10-BA0C-BB9F4111DABB}"/>
              </a:ext>
            </a:extLst>
          </p:cNvPr>
          <p:cNvSpPr>
            <a:spLocks/>
          </p:cNvSpPr>
          <p:nvPr/>
        </p:nvSpPr>
        <p:spPr>
          <a:xfrm>
            <a:off x="267872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11FE39FB-F247-439C-B169-9D72039D4165}"/>
              </a:ext>
            </a:extLst>
          </p:cNvPr>
          <p:cNvSpPr>
            <a:spLocks/>
          </p:cNvSpPr>
          <p:nvPr/>
        </p:nvSpPr>
        <p:spPr>
          <a:xfrm>
            <a:off x="256400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C4372768-950B-4F5F-91B2-3626DA85A62D}"/>
              </a:ext>
            </a:extLst>
          </p:cNvPr>
          <p:cNvSpPr>
            <a:spLocks/>
          </p:cNvSpPr>
          <p:nvPr/>
        </p:nvSpPr>
        <p:spPr>
          <a:xfrm>
            <a:off x="26111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5EEE8DC8-13B3-4D2F-8D85-AC7612BC99AA}"/>
              </a:ext>
            </a:extLst>
          </p:cNvPr>
          <p:cNvSpPr>
            <a:spLocks/>
          </p:cNvSpPr>
          <p:nvPr/>
        </p:nvSpPr>
        <p:spPr>
          <a:xfrm>
            <a:off x="262689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5AA495-F192-4DB1-9821-06C27343049C}"/>
              </a:ext>
            </a:extLst>
          </p:cNvPr>
          <p:cNvSpPr>
            <a:spLocks/>
          </p:cNvSpPr>
          <p:nvPr/>
        </p:nvSpPr>
        <p:spPr>
          <a:xfrm>
            <a:off x="26879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0CC486A-706B-45C0-9C2F-F4E9B442495E}"/>
              </a:ext>
            </a:extLst>
          </p:cNvPr>
          <p:cNvSpPr>
            <a:spLocks/>
          </p:cNvSpPr>
          <p:nvPr/>
        </p:nvSpPr>
        <p:spPr>
          <a:xfrm>
            <a:off x="2635620" y="661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6C224D65-F436-449E-AAC0-B913BBDCB5A2}"/>
              </a:ext>
            </a:extLst>
          </p:cNvPr>
          <p:cNvSpPr>
            <a:spLocks/>
          </p:cNvSpPr>
          <p:nvPr/>
        </p:nvSpPr>
        <p:spPr>
          <a:xfrm>
            <a:off x="260200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83101A84-8E23-4D48-BAA5-DFB21EA224ED}"/>
              </a:ext>
            </a:extLst>
          </p:cNvPr>
          <p:cNvSpPr>
            <a:spLocks/>
          </p:cNvSpPr>
          <p:nvPr/>
        </p:nvSpPr>
        <p:spPr>
          <a:xfrm>
            <a:off x="2654315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1DE4CFC2-A5C8-4CA3-A71C-E3F30DD7AA03}"/>
              </a:ext>
            </a:extLst>
          </p:cNvPr>
          <p:cNvSpPr>
            <a:spLocks/>
          </p:cNvSpPr>
          <p:nvPr/>
        </p:nvSpPr>
        <p:spPr>
          <a:xfrm>
            <a:off x="2553235" y="6532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706E4D9E-AA84-4BFF-A647-34B2EEC206AC}"/>
              </a:ext>
            </a:extLst>
          </p:cNvPr>
          <p:cNvSpPr>
            <a:spLocks/>
          </p:cNvSpPr>
          <p:nvPr/>
        </p:nvSpPr>
        <p:spPr>
          <a:xfrm>
            <a:off x="255928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467E58F0-0EF7-4A57-87C9-7129AA1DDC82}"/>
              </a:ext>
            </a:extLst>
          </p:cNvPr>
          <p:cNvSpPr>
            <a:spLocks/>
          </p:cNvSpPr>
          <p:nvPr/>
        </p:nvSpPr>
        <p:spPr>
          <a:xfrm>
            <a:off x="26253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333F5741-B933-4975-B4B1-79D282BB5065}"/>
              </a:ext>
            </a:extLst>
          </p:cNvPr>
          <p:cNvSpPr>
            <a:spLocks/>
          </p:cNvSpPr>
          <p:nvPr/>
        </p:nvSpPr>
        <p:spPr>
          <a:xfrm>
            <a:off x="2676080" y="5250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5ABA29A8-88F6-45A4-B124-46C75399E295}"/>
              </a:ext>
            </a:extLst>
          </p:cNvPr>
          <p:cNvSpPr>
            <a:spLocks/>
          </p:cNvSpPr>
          <p:nvPr/>
        </p:nvSpPr>
        <p:spPr>
          <a:xfrm>
            <a:off x="26016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47CDB600-9BBD-48E9-9C13-1DDA358418DB}"/>
              </a:ext>
            </a:extLst>
          </p:cNvPr>
          <p:cNvSpPr>
            <a:spLocks/>
          </p:cNvSpPr>
          <p:nvPr/>
        </p:nvSpPr>
        <p:spPr>
          <a:xfrm>
            <a:off x="264079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45E8A6D0-7FA2-4D3B-AC17-67CEEB275BB4}"/>
              </a:ext>
            </a:extLst>
          </p:cNvPr>
          <p:cNvSpPr>
            <a:spLocks/>
          </p:cNvSpPr>
          <p:nvPr/>
        </p:nvSpPr>
        <p:spPr>
          <a:xfrm>
            <a:off x="26514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26D256CA-971B-4932-B3CB-F143561ABE05}"/>
              </a:ext>
            </a:extLst>
          </p:cNvPr>
          <p:cNvSpPr>
            <a:spLocks/>
          </p:cNvSpPr>
          <p:nvPr/>
        </p:nvSpPr>
        <p:spPr>
          <a:xfrm>
            <a:off x="2589307" y="67342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D65EC975-0ED8-409F-971A-AFD80088C355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98CC7C4D-C101-44CF-933C-AF2F333277BB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09C39D79-EAB7-46D4-9CE2-96BEF7649E18}"/>
              </a:ext>
            </a:extLst>
          </p:cNvPr>
          <p:cNvSpPr>
            <a:spLocks/>
          </p:cNvSpPr>
          <p:nvPr/>
        </p:nvSpPr>
        <p:spPr>
          <a:xfrm>
            <a:off x="528439" y="47747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635F5F58-565F-4802-8189-22528DA41762}"/>
              </a:ext>
            </a:extLst>
          </p:cNvPr>
          <p:cNvSpPr>
            <a:spLocks/>
          </p:cNvSpPr>
          <p:nvPr/>
        </p:nvSpPr>
        <p:spPr>
          <a:xfrm>
            <a:off x="1007269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1B84202A-3CEB-4DF1-8414-A2EB5EA18F12}"/>
              </a:ext>
            </a:extLst>
          </p:cNvPr>
          <p:cNvSpPr>
            <a:spLocks/>
          </p:cNvSpPr>
          <p:nvPr/>
        </p:nvSpPr>
        <p:spPr>
          <a:xfrm>
            <a:off x="1250939" y="6251878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FE96E77F-89A1-4B6E-B46C-775FB9446598}"/>
              </a:ext>
            </a:extLst>
          </p:cNvPr>
          <p:cNvSpPr>
            <a:spLocks/>
          </p:cNvSpPr>
          <p:nvPr/>
        </p:nvSpPr>
        <p:spPr>
          <a:xfrm>
            <a:off x="1208765" y="64174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939584C9-EA57-49D7-BD32-7DF835E1A930}"/>
              </a:ext>
            </a:extLst>
          </p:cNvPr>
          <p:cNvSpPr>
            <a:spLocks/>
          </p:cNvSpPr>
          <p:nvPr/>
        </p:nvSpPr>
        <p:spPr>
          <a:xfrm>
            <a:off x="1208765" y="625187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B3B7F106-EEAE-49BC-9B7C-725A85BF546F}"/>
              </a:ext>
            </a:extLst>
          </p:cNvPr>
          <p:cNvSpPr>
            <a:spLocks/>
          </p:cNvSpPr>
          <p:nvPr/>
        </p:nvSpPr>
        <p:spPr>
          <a:xfrm>
            <a:off x="1475865" y="6005684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8F989B2-2829-4BB8-8602-2AAC158C21B1}"/>
              </a:ext>
            </a:extLst>
          </p:cNvPr>
          <p:cNvSpPr>
            <a:spLocks/>
          </p:cNvSpPr>
          <p:nvPr/>
        </p:nvSpPr>
        <p:spPr>
          <a:xfrm>
            <a:off x="1433691" y="622000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49CD10C3-7008-4B0C-840E-E147F5EC2AE9}"/>
              </a:ext>
            </a:extLst>
          </p:cNvPr>
          <p:cNvSpPr>
            <a:spLocks/>
          </p:cNvSpPr>
          <p:nvPr/>
        </p:nvSpPr>
        <p:spPr>
          <a:xfrm>
            <a:off x="1433691" y="600568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C5BDDD3A-C7C3-41B2-88CD-A0C862E7C049}"/>
              </a:ext>
            </a:extLst>
          </p:cNvPr>
          <p:cNvSpPr>
            <a:spLocks/>
          </p:cNvSpPr>
          <p:nvPr/>
        </p:nvSpPr>
        <p:spPr>
          <a:xfrm>
            <a:off x="1700791" y="5846898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48EFA8D1-8CDE-4335-8ACC-83CC48B609F5}"/>
              </a:ext>
            </a:extLst>
          </p:cNvPr>
          <p:cNvSpPr>
            <a:spLocks/>
          </p:cNvSpPr>
          <p:nvPr/>
        </p:nvSpPr>
        <p:spPr>
          <a:xfrm>
            <a:off x="1658617" y="60430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ADD2B6CE-E7F2-4E0E-98C4-C4BCFA5F176E}"/>
              </a:ext>
            </a:extLst>
          </p:cNvPr>
          <p:cNvSpPr>
            <a:spLocks/>
          </p:cNvSpPr>
          <p:nvPr/>
        </p:nvSpPr>
        <p:spPr>
          <a:xfrm>
            <a:off x="1658617" y="584689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2B7DB1EC-4C2F-408C-96BB-521C4FC165ED}"/>
              </a:ext>
            </a:extLst>
          </p:cNvPr>
          <p:cNvSpPr>
            <a:spLocks/>
          </p:cNvSpPr>
          <p:nvPr/>
        </p:nvSpPr>
        <p:spPr>
          <a:xfrm>
            <a:off x="2188131" y="5959041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1D2B7CE1-C0B4-46C6-BCD7-77C6ABB82FC1}"/>
              </a:ext>
            </a:extLst>
          </p:cNvPr>
          <p:cNvSpPr>
            <a:spLocks/>
          </p:cNvSpPr>
          <p:nvPr/>
        </p:nvSpPr>
        <p:spPr>
          <a:xfrm>
            <a:off x="2145957" y="625795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784911AC-BBA6-4631-83CA-4E5B3C150054}"/>
              </a:ext>
            </a:extLst>
          </p:cNvPr>
          <p:cNvSpPr>
            <a:spLocks/>
          </p:cNvSpPr>
          <p:nvPr/>
        </p:nvSpPr>
        <p:spPr>
          <a:xfrm>
            <a:off x="2145957" y="59590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A52F18BA-13B1-4E44-B865-94E738174386}"/>
              </a:ext>
            </a:extLst>
          </p:cNvPr>
          <p:cNvSpPr>
            <a:spLocks/>
          </p:cNvSpPr>
          <p:nvPr/>
        </p:nvSpPr>
        <p:spPr>
          <a:xfrm>
            <a:off x="2413057" y="5811801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CDBE47EF-6FE1-4249-8A15-BA3EC426D93C}"/>
              </a:ext>
            </a:extLst>
          </p:cNvPr>
          <p:cNvSpPr>
            <a:spLocks/>
          </p:cNvSpPr>
          <p:nvPr/>
        </p:nvSpPr>
        <p:spPr>
          <a:xfrm>
            <a:off x="2370883" y="60865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A7E3E08A-5BA5-45CE-BD80-632FAA9E465F}"/>
              </a:ext>
            </a:extLst>
          </p:cNvPr>
          <p:cNvSpPr>
            <a:spLocks/>
          </p:cNvSpPr>
          <p:nvPr/>
        </p:nvSpPr>
        <p:spPr>
          <a:xfrm>
            <a:off x="2370883" y="58118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B587D5A1-8B8B-4231-8C36-F977F6DD6920}"/>
              </a:ext>
            </a:extLst>
          </p:cNvPr>
          <p:cNvSpPr>
            <a:spLocks/>
          </p:cNvSpPr>
          <p:nvPr/>
        </p:nvSpPr>
        <p:spPr>
          <a:xfrm>
            <a:off x="2637983" y="5587679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E5A97734-4E16-41AB-B025-12626A457080}"/>
              </a:ext>
            </a:extLst>
          </p:cNvPr>
          <p:cNvSpPr>
            <a:spLocks/>
          </p:cNvSpPr>
          <p:nvPr/>
        </p:nvSpPr>
        <p:spPr>
          <a:xfrm>
            <a:off x="2595809" y="58592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9BFE9549-C0FB-4004-840B-7FC54FED8327}"/>
              </a:ext>
            </a:extLst>
          </p:cNvPr>
          <p:cNvSpPr>
            <a:spLocks/>
          </p:cNvSpPr>
          <p:nvPr/>
        </p:nvSpPr>
        <p:spPr>
          <a:xfrm>
            <a:off x="2595809" y="558767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996393C7-9B71-44D1-99F8-CCC6DC753FF0}"/>
              </a:ext>
            </a:extLst>
          </p:cNvPr>
          <p:cNvSpPr>
            <a:spLocks/>
          </p:cNvSpPr>
          <p:nvPr/>
        </p:nvSpPr>
        <p:spPr>
          <a:xfrm>
            <a:off x="1171277" y="633369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94E0BEB4-B6EA-47D7-821E-2C8759BF3D58}"/>
              </a:ext>
            </a:extLst>
          </p:cNvPr>
          <p:cNvSpPr>
            <a:spLocks/>
          </p:cNvSpPr>
          <p:nvPr/>
        </p:nvSpPr>
        <p:spPr>
          <a:xfrm>
            <a:off x="1396203" y="611107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A9030B2E-5795-4430-9339-C5A6B245E38F}"/>
              </a:ext>
            </a:extLst>
          </p:cNvPr>
          <p:cNvSpPr>
            <a:spLocks/>
          </p:cNvSpPr>
          <p:nvPr/>
        </p:nvSpPr>
        <p:spPr>
          <a:xfrm>
            <a:off x="1621129" y="594360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DB06DB40-83CE-45E7-9340-8196F85CD764}"/>
              </a:ext>
            </a:extLst>
          </p:cNvPr>
          <p:cNvSpPr>
            <a:spLocks/>
          </p:cNvSpPr>
          <p:nvPr/>
        </p:nvSpPr>
        <p:spPr>
          <a:xfrm>
            <a:off x="2108469" y="6109019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0541AAED-1432-41D6-8DE6-7E5D98BEBD10}"/>
              </a:ext>
            </a:extLst>
          </p:cNvPr>
          <p:cNvSpPr>
            <a:spLocks/>
          </p:cNvSpPr>
          <p:nvPr/>
        </p:nvSpPr>
        <p:spPr>
          <a:xfrm>
            <a:off x="2333395" y="594996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99651F72-B347-43A6-8EAC-EE6DEE95C264}"/>
              </a:ext>
            </a:extLst>
          </p:cNvPr>
          <p:cNvSpPr>
            <a:spLocks/>
          </p:cNvSpPr>
          <p:nvPr/>
        </p:nvSpPr>
        <p:spPr>
          <a:xfrm>
            <a:off x="2558321" y="5722691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FC4247C2-1903-40CE-AE8E-D71278227ABA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CA6536F0-A3AE-42F3-A626-EFFA3802A599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3DD38CE7-729C-47AC-9B35-CCDBB7F986DE}"/>
              </a:ext>
            </a:extLst>
          </p:cNvPr>
          <p:cNvSpPr>
            <a:spLocks/>
          </p:cNvSpPr>
          <p:nvPr/>
        </p:nvSpPr>
        <p:spPr>
          <a:xfrm>
            <a:off x="3925457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06EB308B-E044-4A68-A4DE-B68C4C2190F8}"/>
              </a:ext>
            </a:extLst>
          </p:cNvPr>
          <p:cNvSpPr>
            <a:spLocks/>
          </p:cNvSpPr>
          <p:nvPr/>
        </p:nvSpPr>
        <p:spPr>
          <a:xfrm>
            <a:off x="494347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983A79F3-1AD0-4ABC-B109-5A2586C06884}"/>
              </a:ext>
            </a:extLst>
          </p:cNvPr>
          <p:cNvSpPr>
            <a:spLocks/>
          </p:cNvSpPr>
          <p:nvPr/>
        </p:nvSpPr>
        <p:spPr>
          <a:xfrm>
            <a:off x="4862649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9B6F463B-A4A4-461D-B338-11F93ED4DD9A}"/>
              </a:ext>
            </a:extLst>
          </p:cNvPr>
          <p:cNvSpPr>
            <a:spLocks/>
          </p:cNvSpPr>
          <p:nvPr/>
        </p:nvSpPr>
        <p:spPr>
          <a:xfrm>
            <a:off x="588066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732478D6-5DC7-42C1-BEEE-BDCC20A56197}"/>
              </a:ext>
            </a:extLst>
          </p:cNvPr>
          <p:cNvSpPr>
            <a:spLocks/>
          </p:cNvSpPr>
          <p:nvPr/>
        </p:nvSpPr>
        <p:spPr>
          <a:xfrm>
            <a:off x="5799841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9E75FB69-0497-4F2F-8E8A-EB36ADEC9D00}"/>
              </a:ext>
            </a:extLst>
          </p:cNvPr>
          <p:cNvSpPr>
            <a:spLocks/>
          </p:cNvSpPr>
          <p:nvPr/>
        </p:nvSpPr>
        <p:spPr>
          <a:xfrm>
            <a:off x="4574806" y="7235385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5" name="text_3344">
            <a:extLst>
              <a:ext uri="{FF2B5EF4-FFF2-40B4-BE49-F238E27FC236}">
                <a16:creationId xmlns:a16="http://schemas.microsoft.com/office/drawing/2014/main" id="{57C129EA-2A6C-41BA-8E5A-055BDB203B38}"/>
              </a:ext>
            </a:extLst>
          </p:cNvPr>
          <p:cNvSpPr>
            <a:spLocks/>
          </p:cNvSpPr>
          <p:nvPr/>
        </p:nvSpPr>
        <p:spPr>
          <a:xfrm>
            <a:off x="4355193" y="7368136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3346" name="text_3345">
            <a:extLst>
              <a:ext uri="{FF2B5EF4-FFF2-40B4-BE49-F238E27FC236}">
                <a16:creationId xmlns:a16="http://schemas.microsoft.com/office/drawing/2014/main" id="{2BC84B9B-435F-4341-AA52-E484B69076A5}"/>
              </a:ext>
            </a:extLst>
          </p:cNvPr>
          <p:cNvSpPr>
            <a:spLocks/>
          </p:cNvSpPr>
          <p:nvPr/>
        </p:nvSpPr>
        <p:spPr>
          <a:xfrm>
            <a:off x="4674612" y="7495118"/>
            <a:ext cx="54656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 / 7 / 19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FB1AEDAF-09A8-4A01-A4D1-919A66E3B20B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5CB26108-3CBA-4DEA-BBE3-D5C8EA36E4AB}"/>
              </a:ext>
            </a:extLst>
          </p:cNvPr>
          <p:cNvSpPr>
            <a:spLocks/>
          </p:cNvSpPr>
          <p:nvPr/>
        </p:nvSpPr>
        <p:spPr>
          <a:xfrm>
            <a:off x="3961947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395DEE-2CD7-439D-9B55-AC8C786013EE}"/>
              </a:ext>
            </a:extLst>
          </p:cNvPr>
          <p:cNvSpPr>
            <a:spLocks/>
          </p:cNvSpPr>
          <p:nvPr/>
        </p:nvSpPr>
        <p:spPr>
          <a:xfrm>
            <a:off x="3738224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8368C71E-53EA-4B98-BAFC-D8DAFC6F4DD9}"/>
              </a:ext>
            </a:extLst>
          </p:cNvPr>
          <p:cNvSpPr>
            <a:spLocks/>
          </p:cNvSpPr>
          <p:nvPr/>
        </p:nvSpPr>
        <p:spPr>
          <a:xfrm>
            <a:off x="4006283" y="6025322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0AA41E22-33B6-4AA5-B6A3-8889D631D509}"/>
              </a:ext>
            </a:extLst>
          </p:cNvPr>
          <p:cNvSpPr>
            <a:spLocks/>
          </p:cNvSpPr>
          <p:nvPr/>
        </p:nvSpPr>
        <p:spPr>
          <a:xfrm>
            <a:off x="3961947" y="602532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91EDFF5D-F050-442E-9439-300D4B1E7577}"/>
              </a:ext>
            </a:extLst>
          </p:cNvPr>
          <p:cNvSpPr>
            <a:spLocks/>
          </p:cNvSpPr>
          <p:nvPr/>
        </p:nvSpPr>
        <p:spPr>
          <a:xfrm>
            <a:off x="3738224" y="596787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B13918BF-BE6E-4407-8529-379E5D84B964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DBBFA24E-56C4-494E-BB67-46A6A4597778}"/>
              </a:ext>
            </a:extLst>
          </p:cNvPr>
          <p:cNvSpPr>
            <a:spLocks/>
          </p:cNvSpPr>
          <p:nvPr/>
        </p:nvSpPr>
        <p:spPr>
          <a:xfrm>
            <a:off x="3961947" y="50881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F4CCE7A7-D9EF-4868-8971-7EEAD1C9B7AF}"/>
              </a:ext>
            </a:extLst>
          </p:cNvPr>
          <p:cNvSpPr>
            <a:spLocks/>
          </p:cNvSpPr>
          <p:nvPr/>
        </p:nvSpPr>
        <p:spPr>
          <a:xfrm>
            <a:off x="3738224" y="50306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F4B5F09-6E9C-4FEA-8B4E-ADF6EB6035E9}"/>
              </a:ext>
            </a:extLst>
          </p:cNvPr>
          <p:cNvSpPr>
            <a:spLocks/>
          </p:cNvSpPr>
          <p:nvPr/>
        </p:nvSpPr>
        <p:spPr>
          <a:xfrm rot="-5400000">
            <a:off x="3010694" y="59410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992EBC5A-AB15-4A3A-9FC8-D9A0321BD85F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CC46D4AF-0DFC-49C6-96ED-FD261E572329}"/>
              </a:ext>
            </a:extLst>
          </p:cNvPr>
          <p:cNvSpPr>
            <a:spLocks/>
          </p:cNvSpPr>
          <p:nvPr/>
        </p:nvSpPr>
        <p:spPr>
          <a:xfrm>
            <a:off x="4246478" y="551754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9DEADA3-F79C-46BA-B044-2E6176216F60}"/>
              </a:ext>
            </a:extLst>
          </p:cNvPr>
          <p:cNvSpPr>
            <a:spLocks/>
          </p:cNvSpPr>
          <p:nvPr/>
        </p:nvSpPr>
        <p:spPr>
          <a:xfrm>
            <a:off x="4970387" y="570099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1131E95F-E347-48F2-A690-0EE635C121CB}"/>
              </a:ext>
            </a:extLst>
          </p:cNvPr>
          <p:cNvSpPr>
            <a:spLocks/>
          </p:cNvSpPr>
          <p:nvPr/>
        </p:nvSpPr>
        <p:spPr>
          <a:xfrm>
            <a:off x="3974312" y="539898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BC98F83C-0025-46FE-AC3B-E04D810D794D}"/>
              </a:ext>
            </a:extLst>
          </p:cNvPr>
          <p:cNvSpPr>
            <a:spLocks/>
          </p:cNvSpPr>
          <p:nvPr/>
        </p:nvSpPr>
        <p:spPr>
          <a:xfrm>
            <a:off x="5222772" y="5436831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0D868754-F6E0-4B60-A195-BC368A281611}"/>
              </a:ext>
            </a:extLst>
          </p:cNvPr>
          <p:cNvSpPr>
            <a:spLocks/>
          </p:cNvSpPr>
          <p:nvPr/>
        </p:nvSpPr>
        <p:spPr>
          <a:xfrm>
            <a:off x="4509176" y="5342550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E6012497-8A93-468C-9572-A79F30EB31E8}"/>
              </a:ext>
            </a:extLst>
          </p:cNvPr>
          <p:cNvSpPr>
            <a:spLocks/>
          </p:cNvSpPr>
          <p:nvPr/>
        </p:nvSpPr>
        <p:spPr>
          <a:xfrm>
            <a:off x="4770343" y="6118221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7BE10884-82C6-4A0C-BB0A-73EC40D3A93D}"/>
              </a:ext>
            </a:extLst>
          </p:cNvPr>
          <p:cNvSpPr>
            <a:spLocks/>
          </p:cNvSpPr>
          <p:nvPr/>
        </p:nvSpPr>
        <p:spPr>
          <a:xfrm>
            <a:off x="4682318" y="5875318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4137388B-7A1D-46DE-BE2D-9DCB9C3B1A6B}"/>
              </a:ext>
            </a:extLst>
          </p:cNvPr>
          <p:cNvSpPr>
            <a:spLocks/>
          </p:cNvSpPr>
          <p:nvPr/>
        </p:nvSpPr>
        <p:spPr>
          <a:xfrm>
            <a:off x="4835040" y="597683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212604D2-3DE9-48E2-9D9E-8B9E80B569A9}"/>
              </a:ext>
            </a:extLst>
          </p:cNvPr>
          <p:cNvSpPr>
            <a:spLocks/>
          </p:cNvSpPr>
          <p:nvPr/>
        </p:nvSpPr>
        <p:spPr>
          <a:xfrm>
            <a:off x="4238931" y="5565524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6013ED02-4A2C-4DA5-BE77-DDCB83217542}"/>
              </a:ext>
            </a:extLst>
          </p:cNvPr>
          <p:cNvSpPr>
            <a:spLocks/>
          </p:cNvSpPr>
          <p:nvPr/>
        </p:nvSpPr>
        <p:spPr>
          <a:xfrm>
            <a:off x="4489613" y="550573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B51E8D22-EB08-47BC-8D9B-BB30617374A1}"/>
              </a:ext>
            </a:extLst>
          </p:cNvPr>
          <p:cNvSpPr>
            <a:spLocks/>
          </p:cNvSpPr>
          <p:nvPr/>
        </p:nvSpPr>
        <p:spPr>
          <a:xfrm>
            <a:off x="4554892" y="6005991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B84991BC-8D77-40A5-8E62-D12A276307ED}"/>
              </a:ext>
            </a:extLst>
          </p:cNvPr>
          <p:cNvSpPr>
            <a:spLocks/>
          </p:cNvSpPr>
          <p:nvPr/>
        </p:nvSpPr>
        <p:spPr>
          <a:xfrm>
            <a:off x="4826956" y="5891132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296F43D2-97E3-498D-9958-75A23FB7B2E2}"/>
              </a:ext>
            </a:extLst>
          </p:cNvPr>
          <p:cNvSpPr>
            <a:spLocks/>
          </p:cNvSpPr>
          <p:nvPr/>
        </p:nvSpPr>
        <p:spPr>
          <a:xfrm>
            <a:off x="4499390" y="6491078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33E453DA-3BEE-411D-A82C-051A1F57A3B0}"/>
              </a:ext>
            </a:extLst>
          </p:cNvPr>
          <p:cNvSpPr>
            <a:spLocks/>
          </p:cNvSpPr>
          <p:nvPr/>
        </p:nvSpPr>
        <p:spPr>
          <a:xfrm>
            <a:off x="3974312" y="6096684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B06F1DAC-3334-4C10-89B0-A8EFD6597381}"/>
              </a:ext>
            </a:extLst>
          </p:cNvPr>
          <p:cNvSpPr>
            <a:spLocks/>
          </p:cNvSpPr>
          <p:nvPr/>
        </p:nvSpPr>
        <p:spPr>
          <a:xfrm>
            <a:off x="5183960" y="5415998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1DCB8C4F-4355-4520-B841-63A65C55E22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6A46D2B2-FF6D-47CB-A365-C5D96B060DB8}"/>
              </a:ext>
            </a:extLst>
          </p:cNvPr>
          <p:cNvSpPr>
            <a:spLocks/>
          </p:cNvSpPr>
          <p:nvPr/>
        </p:nvSpPr>
        <p:spPr>
          <a:xfrm>
            <a:off x="5191044" y="5405016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B4C19A57-E03A-43F6-B1E1-7FFC578C0E6C}"/>
              </a:ext>
            </a:extLst>
          </p:cNvPr>
          <p:cNvSpPr>
            <a:spLocks/>
          </p:cNvSpPr>
          <p:nvPr/>
        </p:nvSpPr>
        <p:spPr>
          <a:xfrm>
            <a:off x="5026461" y="534748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8F37B961-DDFE-45F4-B8A5-8A220F5FB71C}"/>
              </a:ext>
            </a:extLst>
          </p:cNvPr>
          <p:cNvSpPr>
            <a:spLocks/>
          </p:cNvSpPr>
          <p:nvPr/>
        </p:nvSpPr>
        <p:spPr>
          <a:xfrm>
            <a:off x="4752765" y="5983086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0D7AD895-FCA9-46B4-9880-D8965F53EFC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F053ACE4-242D-47CE-95E9-F4F5638EBCF0}"/>
              </a:ext>
            </a:extLst>
          </p:cNvPr>
          <p:cNvSpPr>
            <a:spLocks/>
          </p:cNvSpPr>
          <p:nvPr/>
        </p:nvSpPr>
        <p:spPr>
          <a:xfrm>
            <a:off x="4798730" y="6100815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44367DEA-CA2E-4A61-8C9C-BB3676704F04}"/>
              </a:ext>
            </a:extLst>
          </p:cNvPr>
          <p:cNvSpPr>
            <a:spLocks/>
          </p:cNvSpPr>
          <p:nvPr/>
        </p:nvSpPr>
        <p:spPr>
          <a:xfrm>
            <a:off x="4466005" y="6930543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DF8925DD-B82B-439C-BB9E-B18432988B86}"/>
              </a:ext>
            </a:extLst>
          </p:cNvPr>
          <p:cNvSpPr>
            <a:spLocks/>
          </p:cNvSpPr>
          <p:nvPr/>
        </p:nvSpPr>
        <p:spPr>
          <a:xfrm>
            <a:off x="5265789" y="536418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0AFC1919-A86D-478A-9576-48F1827FF2C3}"/>
              </a:ext>
            </a:extLst>
          </p:cNvPr>
          <p:cNvSpPr>
            <a:spLocks/>
          </p:cNvSpPr>
          <p:nvPr/>
        </p:nvSpPr>
        <p:spPr>
          <a:xfrm>
            <a:off x="5080335" y="5503106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CB73AB52-AD2A-4998-B3A5-A97014D8BCDF}"/>
              </a:ext>
            </a:extLst>
          </p:cNvPr>
          <p:cNvSpPr>
            <a:spLocks/>
          </p:cNvSpPr>
          <p:nvPr/>
        </p:nvSpPr>
        <p:spPr>
          <a:xfrm>
            <a:off x="3974312" y="564525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892B9B39-C648-425D-B5FF-616A49A709A1}"/>
              </a:ext>
            </a:extLst>
          </p:cNvPr>
          <p:cNvSpPr>
            <a:spLocks/>
          </p:cNvSpPr>
          <p:nvPr/>
        </p:nvSpPr>
        <p:spPr>
          <a:xfrm>
            <a:off x="4427885" y="61748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E440601D-88DB-44EA-BE73-9C09606D5A6D}"/>
              </a:ext>
            </a:extLst>
          </p:cNvPr>
          <p:cNvSpPr>
            <a:spLocks/>
          </p:cNvSpPr>
          <p:nvPr/>
        </p:nvSpPr>
        <p:spPr>
          <a:xfrm>
            <a:off x="3974312" y="6789980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5E9F56CA-2FD0-4B18-A2D8-DD9F94C73A9E}"/>
              </a:ext>
            </a:extLst>
          </p:cNvPr>
          <p:cNvSpPr>
            <a:spLocks/>
          </p:cNvSpPr>
          <p:nvPr/>
        </p:nvSpPr>
        <p:spPr>
          <a:xfrm>
            <a:off x="5068807" y="553100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3231DA5-0CC2-4185-A0B2-A50AAF41A9A1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C05A26F5-321D-48BA-B06A-9C2FF7E4BC5A}"/>
              </a:ext>
            </a:extLst>
          </p:cNvPr>
          <p:cNvSpPr>
            <a:spLocks/>
          </p:cNvSpPr>
          <p:nvPr/>
        </p:nvSpPr>
        <p:spPr>
          <a:xfrm>
            <a:off x="4292622" y="604719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7980FC22-BF60-4BE8-AD3E-C436E06D5D6B}"/>
              </a:ext>
            </a:extLst>
          </p:cNvPr>
          <p:cNvSpPr>
            <a:spLocks/>
          </p:cNvSpPr>
          <p:nvPr/>
        </p:nvSpPr>
        <p:spPr>
          <a:xfrm>
            <a:off x="4604303" y="686739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4F4D3517-C10F-46FD-BB47-CAAD420F4AF4}"/>
              </a:ext>
            </a:extLst>
          </p:cNvPr>
          <p:cNvSpPr>
            <a:spLocks/>
          </p:cNvSpPr>
          <p:nvPr/>
        </p:nvSpPr>
        <p:spPr>
          <a:xfrm>
            <a:off x="4905473" y="529998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78CE9915-7E57-4B32-AB3B-043170444C5E}"/>
              </a:ext>
            </a:extLst>
          </p:cNvPr>
          <p:cNvSpPr>
            <a:spLocks/>
          </p:cNvSpPr>
          <p:nvPr/>
        </p:nvSpPr>
        <p:spPr>
          <a:xfrm>
            <a:off x="5140613" y="5514397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8BBB36C6-1B47-41DC-8C70-A1081DE91805}"/>
              </a:ext>
            </a:extLst>
          </p:cNvPr>
          <p:cNvSpPr>
            <a:spLocks/>
          </p:cNvSpPr>
          <p:nvPr/>
        </p:nvSpPr>
        <p:spPr>
          <a:xfrm>
            <a:off x="4889733" y="5447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71114BA2-D0B1-4B27-9AAF-CEBC42B1C7BD}"/>
              </a:ext>
            </a:extLst>
          </p:cNvPr>
          <p:cNvSpPr>
            <a:spLocks/>
          </p:cNvSpPr>
          <p:nvPr/>
        </p:nvSpPr>
        <p:spPr>
          <a:xfrm>
            <a:off x="4980475" y="6618932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42F70DDC-90C1-4B80-85C4-26B3E6F2E56D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6123B3DF-48F3-4DBA-9BA8-3EC87501B983}"/>
              </a:ext>
            </a:extLst>
          </p:cNvPr>
          <p:cNvSpPr>
            <a:spLocks/>
          </p:cNvSpPr>
          <p:nvPr/>
        </p:nvSpPr>
        <p:spPr>
          <a:xfrm>
            <a:off x="4917049" y="5403071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8668C980-7F63-4E22-8299-C7128D952EE5}"/>
              </a:ext>
            </a:extLst>
          </p:cNvPr>
          <p:cNvSpPr>
            <a:spLocks/>
          </p:cNvSpPr>
          <p:nvPr/>
        </p:nvSpPr>
        <p:spPr>
          <a:xfrm>
            <a:off x="4731143" y="6215855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2C389B57-E9DC-41D3-85FC-1931ECF6991D}"/>
              </a:ext>
            </a:extLst>
          </p:cNvPr>
          <p:cNvSpPr>
            <a:spLocks/>
          </p:cNvSpPr>
          <p:nvPr/>
        </p:nvSpPr>
        <p:spPr>
          <a:xfrm>
            <a:off x="3974312" y="612563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B79D768A-86FF-4A2A-BB08-58AB00AA2F90}"/>
              </a:ext>
            </a:extLst>
          </p:cNvPr>
          <p:cNvSpPr>
            <a:spLocks/>
          </p:cNvSpPr>
          <p:nvPr/>
        </p:nvSpPr>
        <p:spPr>
          <a:xfrm>
            <a:off x="4302871" y="5981179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EC0D1DF8-5C01-4700-AD56-18A74FDB3070}"/>
              </a:ext>
            </a:extLst>
          </p:cNvPr>
          <p:cNvSpPr>
            <a:spLocks/>
          </p:cNvSpPr>
          <p:nvPr/>
        </p:nvSpPr>
        <p:spPr>
          <a:xfrm>
            <a:off x="4240194" y="6464763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9FD2CF4B-1514-46F9-B371-69096D0B5D13}"/>
              </a:ext>
            </a:extLst>
          </p:cNvPr>
          <p:cNvSpPr>
            <a:spLocks/>
          </p:cNvSpPr>
          <p:nvPr/>
        </p:nvSpPr>
        <p:spPr>
          <a:xfrm>
            <a:off x="5190482" y="5606179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58C41E45-408C-4350-877D-50898E09EB5B}"/>
              </a:ext>
            </a:extLst>
          </p:cNvPr>
          <p:cNvSpPr>
            <a:spLocks/>
          </p:cNvSpPr>
          <p:nvPr/>
        </p:nvSpPr>
        <p:spPr>
          <a:xfrm>
            <a:off x="5167622" y="5442098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41E048E-6612-43D6-9E64-251551AA95E2}"/>
              </a:ext>
            </a:extLst>
          </p:cNvPr>
          <p:cNvSpPr>
            <a:spLocks/>
          </p:cNvSpPr>
          <p:nvPr/>
        </p:nvSpPr>
        <p:spPr>
          <a:xfrm>
            <a:off x="4892475" y="6930543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2CA1DB29-4F3B-4FE2-97AC-185B9B3072BA}"/>
              </a:ext>
            </a:extLst>
          </p:cNvPr>
          <p:cNvSpPr>
            <a:spLocks/>
          </p:cNvSpPr>
          <p:nvPr/>
        </p:nvSpPr>
        <p:spPr>
          <a:xfrm>
            <a:off x="5112544" y="5514550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8FD2EF22-C7BC-4094-AA82-8452031ECD82}"/>
              </a:ext>
            </a:extLst>
          </p:cNvPr>
          <p:cNvSpPr>
            <a:spLocks/>
          </p:cNvSpPr>
          <p:nvPr/>
        </p:nvSpPr>
        <p:spPr>
          <a:xfrm>
            <a:off x="4003460" y="561540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CF5F50DB-9395-4F77-AAEA-FD80FB82BCAF}"/>
              </a:ext>
            </a:extLst>
          </p:cNvPr>
          <p:cNvSpPr>
            <a:spLocks/>
          </p:cNvSpPr>
          <p:nvPr/>
        </p:nvSpPr>
        <p:spPr>
          <a:xfrm>
            <a:off x="5392950" y="5294124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3533ADD-ADEA-44E6-A6E5-13F4D56409BF}"/>
              </a:ext>
            </a:extLst>
          </p:cNvPr>
          <p:cNvSpPr>
            <a:spLocks/>
          </p:cNvSpPr>
          <p:nvPr/>
        </p:nvSpPr>
        <p:spPr>
          <a:xfrm>
            <a:off x="4761470" y="640548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8BE3B77D-974F-43BC-9592-BE31A33488B1}"/>
              </a:ext>
            </a:extLst>
          </p:cNvPr>
          <p:cNvSpPr>
            <a:spLocks/>
          </p:cNvSpPr>
          <p:nvPr/>
        </p:nvSpPr>
        <p:spPr>
          <a:xfrm>
            <a:off x="5113347" y="535333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61FA3DC4-6C16-4915-B26E-C8821E3EDF0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0C3556F-47CB-45CC-A150-8F6B8E290B3B}"/>
              </a:ext>
            </a:extLst>
          </p:cNvPr>
          <p:cNvSpPr>
            <a:spLocks/>
          </p:cNvSpPr>
          <p:nvPr/>
        </p:nvSpPr>
        <p:spPr>
          <a:xfrm>
            <a:off x="4104025" y="6649506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D10330DE-8C0A-438B-B2A7-35BEEBC7FD67}"/>
              </a:ext>
            </a:extLst>
          </p:cNvPr>
          <p:cNvSpPr>
            <a:spLocks/>
          </p:cNvSpPr>
          <p:nvPr/>
        </p:nvSpPr>
        <p:spPr>
          <a:xfrm>
            <a:off x="4457463" y="6210408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43BF3203-C842-4457-9FCF-4FF28CCED415}"/>
              </a:ext>
            </a:extLst>
          </p:cNvPr>
          <p:cNvSpPr>
            <a:spLocks/>
          </p:cNvSpPr>
          <p:nvPr/>
        </p:nvSpPr>
        <p:spPr>
          <a:xfrm>
            <a:off x="4779087" y="6240600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DABA0A4D-0285-4A8A-BF3E-9AFC8D9F6D26}"/>
              </a:ext>
            </a:extLst>
          </p:cNvPr>
          <p:cNvSpPr>
            <a:spLocks/>
          </p:cNvSpPr>
          <p:nvPr/>
        </p:nvSpPr>
        <p:spPr>
          <a:xfrm>
            <a:off x="4303418" y="6930543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CFFF4CDF-35C0-4B5F-BDF7-0478FD4EAC5E}"/>
              </a:ext>
            </a:extLst>
          </p:cNvPr>
          <p:cNvSpPr>
            <a:spLocks/>
          </p:cNvSpPr>
          <p:nvPr/>
        </p:nvSpPr>
        <p:spPr>
          <a:xfrm>
            <a:off x="5400421" y="5376337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39498C14-BCFB-47D7-BC19-C0E7AC192FEE}"/>
              </a:ext>
            </a:extLst>
          </p:cNvPr>
          <p:cNvSpPr>
            <a:spLocks/>
          </p:cNvSpPr>
          <p:nvPr/>
        </p:nvSpPr>
        <p:spPr>
          <a:xfrm>
            <a:off x="4574741" y="693054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AD23AC11-4014-4C6B-9F2D-22E79954F4C2}"/>
              </a:ext>
            </a:extLst>
          </p:cNvPr>
          <p:cNvSpPr>
            <a:spLocks/>
          </p:cNvSpPr>
          <p:nvPr/>
        </p:nvSpPr>
        <p:spPr>
          <a:xfrm>
            <a:off x="4120550" y="639464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A0557877-BCF3-471A-8E4D-53B51B6B53E5}"/>
              </a:ext>
            </a:extLst>
          </p:cNvPr>
          <p:cNvSpPr>
            <a:spLocks/>
          </p:cNvSpPr>
          <p:nvPr/>
        </p:nvSpPr>
        <p:spPr>
          <a:xfrm>
            <a:off x="4876839" y="5393842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1489B0EB-1F9A-452B-9B4E-BD1856F0AEBF}"/>
              </a:ext>
            </a:extLst>
          </p:cNvPr>
          <p:cNvSpPr>
            <a:spLocks/>
          </p:cNvSpPr>
          <p:nvPr/>
        </p:nvSpPr>
        <p:spPr>
          <a:xfrm>
            <a:off x="5191910" y="571052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E596B47-78DC-4AE4-B09B-48D718C9D24B}"/>
              </a:ext>
            </a:extLst>
          </p:cNvPr>
          <p:cNvSpPr>
            <a:spLocks/>
          </p:cNvSpPr>
          <p:nvPr/>
        </p:nvSpPr>
        <p:spPr>
          <a:xfrm>
            <a:off x="4702103" y="6111454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8A552D8E-F18F-468A-B99F-53746C1E0F14}"/>
              </a:ext>
            </a:extLst>
          </p:cNvPr>
          <p:cNvSpPr>
            <a:spLocks/>
          </p:cNvSpPr>
          <p:nvPr/>
        </p:nvSpPr>
        <p:spPr>
          <a:xfrm>
            <a:off x="4744470" y="556629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A7A959E7-AE02-4514-9183-B08DB3B8FEB8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C8A619B-AE04-4243-909C-94F9FC69DCD7}"/>
              </a:ext>
            </a:extLst>
          </p:cNvPr>
          <p:cNvSpPr>
            <a:spLocks/>
          </p:cNvSpPr>
          <p:nvPr/>
        </p:nvSpPr>
        <p:spPr>
          <a:xfrm>
            <a:off x="5313157" y="5516100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85AE7CF9-949C-4D62-A40C-D512EDFB93C8}"/>
              </a:ext>
            </a:extLst>
          </p:cNvPr>
          <p:cNvSpPr>
            <a:spLocks/>
          </p:cNvSpPr>
          <p:nvPr/>
        </p:nvSpPr>
        <p:spPr>
          <a:xfrm>
            <a:off x="4125971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A1BD3ACF-8BE2-49C3-B8EF-B2237307F410}"/>
              </a:ext>
            </a:extLst>
          </p:cNvPr>
          <p:cNvSpPr>
            <a:spLocks/>
          </p:cNvSpPr>
          <p:nvPr/>
        </p:nvSpPr>
        <p:spPr>
          <a:xfrm>
            <a:off x="4654701" y="6930543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2518207C-4D1E-4A65-8F67-E1C29539385B}"/>
              </a:ext>
            </a:extLst>
          </p:cNvPr>
          <p:cNvSpPr>
            <a:spLocks/>
          </p:cNvSpPr>
          <p:nvPr/>
        </p:nvSpPr>
        <p:spPr>
          <a:xfrm>
            <a:off x="4499431" y="5902853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CCE0A7F0-D130-4335-A42A-045699788EBC}"/>
              </a:ext>
            </a:extLst>
          </p:cNvPr>
          <p:cNvSpPr>
            <a:spLocks/>
          </p:cNvSpPr>
          <p:nvPr/>
        </p:nvSpPr>
        <p:spPr>
          <a:xfrm>
            <a:off x="4889630" y="5471817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F32FD92A-09D8-48BE-A3F8-D204BB8D04DC}"/>
              </a:ext>
            </a:extLst>
          </p:cNvPr>
          <p:cNvSpPr>
            <a:spLocks/>
          </p:cNvSpPr>
          <p:nvPr/>
        </p:nvSpPr>
        <p:spPr>
          <a:xfrm>
            <a:off x="5013173" y="5740009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FD5F09AA-D9B0-4280-A008-39738126E2BC}"/>
              </a:ext>
            </a:extLst>
          </p:cNvPr>
          <p:cNvSpPr>
            <a:spLocks/>
          </p:cNvSpPr>
          <p:nvPr/>
        </p:nvSpPr>
        <p:spPr>
          <a:xfrm>
            <a:off x="4262214" y="579633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32498B7C-FB81-4338-9CE2-27BAFEBAFE6F}"/>
              </a:ext>
            </a:extLst>
          </p:cNvPr>
          <p:cNvSpPr>
            <a:spLocks/>
          </p:cNvSpPr>
          <p:nvPr/>
        </p:nvSpPr>
        <p:spPr>
          <a:xfrm>
            <a:off x="5128809" y="551992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478F8DF9-4962-4D8D-B4E3-8B8EC5BA790A}"/>
              </a:ext>
            </a:extLst>
          </p:cNvPr>
          <p:cNvSpPr>
            <a:spLocks/>
          </p:cNvSpPr>
          <p:nvPr/>
        </p:nvSpPr>
        <p:spPr>
          <a:xfrm>
            <a:off x="5144956" y="5658822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0935B88F-9EB8-4601-875C-6182BEBA2AA9}"/>
              </a:ext>
            </a:extLst>
          </p:cNvPr>
          <p:cNvSpPr>
            <a:spLocks/>
          </p:cNvSpPr>
          <p:nvPr/>
        </p:nvSpPr>
        <p:spPr>
          <a:xfrm>
            <a:off x="4815944" y="5665621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13A6E2DC-DC01-46F2-AD18-620E5FB1CA88}"/>
              </a:ext>
            </a:extLst>
          </p:cNvPr>
          <p:cNvSpPr>
            <a:spLocks/>
          </p:cNvSpPr>
          <p:nvPr/>
        </p:nvSpPr>
        <p:spPr>
          <a:xfrm>
            <a:off x="4253839" y="6930543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EA4E02DA-647E-48F2-8798-7081F0409582}"/>
              </a:ext>
            </a:extLst>
          </p:cNvPr>
          <p:cNvSpPr>
            <a:spLocks/>
          </p:cNvSpPr>
          <p:nvPr/>
        </p:nvSpPr>
        <p:spPr>
          <a:xfrm>
            <a:off x="4867343" y="5608393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5DABD615-8C1E-434A-846A-F2985BE720AD}"/>
              </a:ext>
            </a:extLst>
          </p:cNvPr>
          <p:cNvSpPr>
            <a:spLocks/>
          </p:cNvSpPr>
          <p:nvPr/>
        </p:nvSpPr>
        <p:spPr>
          <a:xfrm>
            <a:off x="4641948" y="5927140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633FA2E1-47A8-4FAC-8BFF-6EFB2889416E}"/>
              </a:ext>
            </a:extLst>
          </p:cNvPr>
          <p:cNvSpPr>
            <a:spLocks/>
          </p:cNvSpPr>
          <p:nvPr/>
        </p:nvSpPr>
        <p:spPr>
          <a:xfrm>
            <a:off x="4667918" y="6930543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BF5742C1-5A6B-4740-B77B-26FAB8820345}"/>
              </a:ext>
            </a:extLst>
          </p:cNvPr>
          <p:cNvSpPr>
            <a:spLocks/>
          </p:cNvSpPr>
          <p:nvPr/>
        </p:nvSpPr>
        <p:spPr>
          <a:xfrm>
            <a:off x="4851373" y="672719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F9426772-7F35-4BCD-8674-3C07D9795EF3}"/>
              </a:ext>
            </a:extLst>
          </p:cNvPr>
          <p:cNvSpPr>
            <a:spLocks/>
          </p:cNvSpPr>
          <p:nvPr/>
        </p:nvSpPr>
        <p:spPr>
          <a:xfrm>
            <a:off x="4176802" y="6702556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D4132DC1-0969-4999-AF1A-D298673FE2D8}"/>
              </a:ext>
            </a:extLst>
          </p:cNvPr>
          <p:cNvSpPr>
            <a:spLocks/>
          </p:cNvSpPr>
          <p:nvPr/>
        </p:nvSpPr>
        <p:spPr>
          <a:xfrm>
            <a:off x="4143699" y="6687183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19919852-06BC-403A-8D68-F500E236D900}"/>
              </a:ext>
            </a:extLst>
          </p:cNvPr>
          <p:cNvSpPr>
            <a:spLocks/>
          </p:cNvSpPr>
          <p:nvPr/>
        </p:nvSpPr>
        <p:spPr>
          <a:xfrm>
            <a:off x="4615460" y="5420377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F0BE1146-E85A-40BE-A4D1-1AF3BB28573A}"/>
              </a:ext>
            </a:extLst>
          </p:cNvPr>
          <p:cNvSpPr>
            <a:spLocks/>
          </p:cNvSpPr>
          <p:nvPr/>
        </p:nvSpPr>
        <p:spPr>
          <a:xfrm>
            <a:off x="5531410" y="641594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4B856917-0D1F-449C-AD8D-64E80FD5DF55}"/>
              </a:ext>
            </a:extLst>
          </p:cNvPr>
          <p:cNvSpPr>
            <a:spLocks/>
          </p:cNvSpPr>
          <p:nvPr/>
        </p:nvSpPr>
        <p:spPr>
          <a:xfrm>
            <a:off x="4274826" y="5511560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C3F4FD7C-B7BC-4D58-9AF7-0E49479DDF50}"/>
              </a:ext>
            </a:extLst>
          </p:cNvPr>
          <p:cNvSpPr>
            <a:spLocks/>
          </p:cNvSpPr>
          <p:nvPr/>
        </p:nvSpPr>
        <p:spPr>
          <a:xfrm>
            <a:off x="3974312" y="6177711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459474BA-6EA3-4338-9FD5-0BD596EB8B8F}"/>
              </a:ext>
            </a:extLst>
          </p:cNvPr>
          <p:cNvSpPr>
            <a:spLocks/>
          </p:cNvSpPr>
          <p:nvPr/>
        </p:nvSpPr>
        <p:spPr>
          <a:xfrm>
            <a:off x="4622960" y="6550844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1F45115-EAAF-44F8-A391-799A694C5248}"/>
              </a:ext>
            </a:extLst>
          </p:cNvPr>
          <p:cNvSpPr>
            <a:spLocks/>
          </p:cNvSpPr>
          <p:nvPr/>
        </p:nvSpPr>
        <p:spPr>
          <a:xfrm>
            <a:off x="4756055" y="5659022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AC1A8042-57B7-4449-A827-A7EB1E6AE902}"/>
              </a:ext>
            </a:extLst>
          </p:cNvPr>
          <p:cNvSpPr>
            <a:spLocks/>
          </p:cNvSpPr>
          <p:nvPr/>
        </p:nvSpPr>
        <p:spPr>
          <a:xfrm>
            <a:off x="4886328" y="5492867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2D7280E9-138F-4685-8C8C-AE083078744D}"/>
              </a:ext>
            </a:extLst>
          </p:cNvPr>
          <p:cNvSpPr>
            <a:spLocks/>
          </p:cNvSpPr>
          <p:nvPr/>
        </p:nvSpPr>
        <p:spPr>
          <a:xfrm>
            <a:off x="5177593" y="5479556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935C7B47-BDA7-4DA4-8A2B-CC43F396FA20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9BD1D116-8857-4984-87B6-5AC98509C8FC}"/>
              </a:ext>
            </a:extLst>
          </p:cNvPr>
          <p:cNvSpPr>
            <a:spLocks/>
          </p:cNvSpPr>
          <p:nvPr/>
        </p:nvSpPr>
        <p:spPr>
          <a:xfrm>
            <a:off x="4447925" y="542410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9BE4BC49-E6B7-4E78-A68B-A09532BBBCD3}"/>
              </a:ext>
            </a:extLst>
          </p:cNvPr>
          <p:cNvSpPr>
            <a:spLocks/>
          </p:cNvSpPr>
          <p:nvPr/>
        </p:nvSpPr>
        <p:spPr>
          <a:xfrm>
            <a:off x="5009364" y="57314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B365BB37-268A-4E9B-9804-D7BCC3E7F27F}"/>
              </a:ext>
            </a:extLst>
          </p:cNvPr>
          <p:cNvSpPr>
            <a:spLocks/>
          </p:cNvSpPr>
          <p:nvPr/>
        </p:nvSpPr>
        <p:spPr>
          <a:xfrm>
            <a:off x="5354725" y="55376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341EAA17-5B57-435F-9A70-72D8E39CBA1E}"/>
              </a:ext>
            </a:extLst>
          </p:cNvPr>
          <p:cNvSpPr>
            <a:spLocks/>
          </p:cNvSpPr>
          <p:nvPr/>
        </p:nvSpPr>
        <p:spPr>
          <a:xfrm>
            <a:off x="4821734" y="6125181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C0380CA-3F01-4022-B86E-89CC0B07ED0C}"/>
              </a:ext>
            </a:extLst>
          </p:cNvPr>
          <p:cNvSpPr>
            <a:spLocks/>
          </p:cNvSpPr>
          <p:nvPr/>
        </p:nvSpPr>
        <p:spPr>
          <a:xfrm>
            <a:off x="4118340" y="624045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F8F6BAFF-BC17-4AFD-817F-2837C48734B2}"/>
              </a:ext>
            </a:extLst>
          </p:cNvPr>
          <p:cNvSpPr>
            <a:spLocks/>
          </p:cNvSpPr>
          <p:nvPr/>
        </p:nvSpPr>
        <p:spPr>
          <a:xfrm>
            <a:off x="4505111" y="6930543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4AB8A68C-46D8-4686-953F-96EF69ED9BFC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42F9256F-08B1-4EEC-82C6-7DD616042F13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DD011EA9-B765-4DB4-8951-F94D4EA864A2}"/>
              </a:ext>
            </a:extLst>
          </p:cNvPr>
          <p:cNvSpPr>
            <a:spLocks/>
          </p:cNvSpPr>
          <p:nvPr/>
        </p:nvSpPr>
        <p:spPr>
          <a:xfrm>
            <a:off x="3527453" y="4774729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9DACB340-16E5-4877-9C88-1A177852DF35}"/>
              </a:ext>
            </a:extLst>
          </p:cNvPr>
          <p:cNvSpPr>
            <a:spLocks/>
          </p:cNvSpPr>
          <p:nvPr/>
        </p:nvSpPr>
        <p:spPr>
          <a:xfrm>
            <a:off x="4006283" y="4797303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29CEC7CF-6F91-44EE-9E28-71A01B060364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351C042F-BF7B-464F-9A31-E5627E0AE13C}"/>
              </a:ext>
            </a:extLst>
          </p:cNvPr>
          <p:cNvSpPr>
            <a:spLocks/>
          </p:cNvSpPr>
          <p:nvPr/>
        </p:nvSpPr>
        <p:spPr>
          <a:xfrm>
            <a:off x="5989252" y="69551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9EF0E342-1D47-4A1B-ADD2-F090D3A088C3}"/>
              </a:ext>
            </a:extLst>
          </p:cNvPr>
          <p:cNvSpPr>
            <a:spLocks/>
          </p:cNvSpPr>
          <p:nvPr/>
        </p:nvSpPr>
        <p:spPr>
          <a:xfrm>
            <a:off x="5989252" y="6947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69256DA5-0409-4564-8099-F8175FBDE01E}"/>
              </a:ext>
            </a:extLst>
          </p:cNvPr>
          <p:cNvSpPr>
            <a:spLocks/>
          </p:cNvSpPr>
          <p:nvPr/>
        </p:nvSpPr>
        <p:spPr>
          <a:xfrm>
            <a:off x="5989252" y="6940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368F3692-05E4-4252-95C4-EDAE150B0752}"/>
              </a:ext>
            </a:extLst>
          </p:cNvPr>
          <p:cNvSpPr>
            <a:spLocks/>
          </p:cNvSpPr>
          <p:nvPr/>
        </p:nvSpPr>
        <p:spPr>
          <a:xfrm>
            <a:off x="5989252" y="69332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6DC785B5-A68B-4428-8FF7-D5AF77E31665}"/>
              </a:ext>
            </a:extLst>
          </p:cNvPr>
          <p:cNvSpPr>
            <a:spLocks/>
          </p:cNvSpPr>
          <p:nvPr/>
        </p:nvSpPr>
        <p:spPr>
          <a:xfrm>
            <a:off x="5989252" y="69259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9D96A08A-DA99-45C7-8638-1C09F76F7D5C}"/>
              </a:ext>
            </a:extLst>
          </p:cNvPr>
          <p:cNvSpPr>
            <a:spLocks/>
          </p:cNvSpPr>
          <p:nvPr/>
        </p:nvSpPr>
        <p:spPr>
          <a:xfrm>
            <a:off x="5989252" y="69185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2A7E03B8-4D95-4985-9354-D84C819E9366}"/>
              </a:ext>
            </a:extLst>
          </p:cNvPr>
          <p:cNvSpPr>
            <a:spLocks/>
          </p:cNvSpPr>
          <p:nvPr/>
        </p:nvSpPr>
        <p:spPr>
          <a:xfrm>
            <a:off x="5989252" y="6911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455BD2EC-E5F1-4957-BEEB-172C90375BB0}"/>
              </a:ext>
            </a:extLst>
          </p:cNvPr>
          <p:cNvSpPr>
            <a:spLocks/>
          </p:cNvSpPr>
          <p:nvPr/>
        </p:nvSpPr>
        <p:spPr>
          <a:xfrm>
            <a:off x="5989252" y="6903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BA80EAEE-3A2E-4F51-AE5E-5DF16BE0DFA4}"/>
              </a:ext>
            </a:extLst>
          </p:cNvPr>
          <p:cNvSpPr>
            <a:spLocks/>
          </p:cNvSpPr>
          <p:nvPr/>
        </p:nvSpPr>
        <p:spPr>
          <a:xfrm>
            <a:off x="5989252" y="68966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A6D6170C-F88E-4FED-AC6B-F50F90FE60E6}"/>
              </a:ext>
            </a:extLst>
          </p:cNvPr>
          <p:cNvSpPr>
            <a:spLocks/>
          </p:cNvSpPr>
          <p:nvPr/>
        </p:nvSpPr>
        <p:spPr>
          <a:xfrm>
            <a:off x="5989252" y="68892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EF79013D-E08E-407E-ADD9-BBA3C1FF4C21}"/>
              </a:ext>
            </a:extLst>
          </p:cNvPr>
          <p:cNvSpPr>
            <a:spLocks/>
          </p:cNvSpPr>
          <p:nvPr/>
        </p:nvSpPr>
        <p:spPr>
          <a:xfrm>
            <a:off x="5989252" y="68819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7F799090-D872-4D0D-AFB2-B506403D1C1B}"/>
              </a:ext>
            </a:extLst>
          </p:cNvPr>
          <p:cNvSpPr>
            <a:spLocks/>
          </p:cNvSpPr>
          <p:nvPr/>
        </p:nvSpPr>
        <p:spPr>
          <a:xfrm>
            <a:off x="5989252" y="6874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1315E6FB-22C5-4638-8002-BA58C0767812}"/>
              </a:ext>
            </a:extLst>
          </p:cNvPr>
          <p:cNvSpPr>
            <a:spLocks/>
          </p:cNvSpPr>
          <p:nvPr/>
        </p:nvSpPr>
        <p:spPr>
          <a:xfrm>
            <a:off x="5989252" y="6867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2D7FE3B2-92CA-49EC-86E1-2BAFBD59E916}"/>
              </a:ext>
            </a:extLst>
          </p:cNvPr>
          <p:cNvSpPr>
            <a:spLocks/>
          </p:cNvSpPr>
          <p:nvPr/>
        </p:nvSpPr>
        <p:spPr>
          <a:xfrm>
            <a:off x="5989252" y="68600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531D105A-6AA0-4D92-926B-4034165162C3}"/>
              </a:ext>
            </a:extLst>
          </p:cNvPr>
          <p:cNvSpPr>
            <a:spLocks/>
          </p:cNvSpPr>
          <p:nvPr/>
        </p:nvSpPr>
        <p:spPr>
          <a:xfrm>
            <a:off x="5989252" y="68526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5E5AD226-DA22-490A-9C93-B4C6ED16E815}"/>
              </a:ext>
            </a:extLst>
          </p:cNvPr>
          <p:cNvSpPr>
            <a:spLocks/>
          </p:cNvSpPr>
          <p:nvPr/>
        </p:nvSpPr>
        <p:spPr>
          <a:xfrm>
            <a:off x="5989252" y="68453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0FCDAD49-94EB-49D8-BE23-99A4D31BA297}"/>
              </a:ext>
            </a:extLst>
          </p:cNvPr>
          <p:cNvSpPr>
            <a:spLocks/>
          </p:cNvSpPr>
          <p:nvPr/>
        </p:nvSpPr>
        <p:spPr>
          <a:xfrm>
            <a:off x="5989252" y="6838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82BDBFF5-91AE-4785-98DF-0347C6DF356C}"/>
              </a:ext>
            </a:extLst>
          </p:cNvPr>
          <p:cNvSpPr>
            <a:spLocks/>
          </p:cNvSpPr>
          <p:nvPr/>
        </p:nvSpPr>
        <p:spPr>
          <a:xfrm>
            <a:off x="5989252" y="6830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94EBDB24-7A0A-4FD1-8F03-5D00B104E5F7}"/>
              </a:ext>
            </a:extLst>
          </p:cNvPr>
          <p:cNvSpPr>
            <a:spLocks/>
          </p:cNvSpPr>
          <p:nvPr/>
        </p:nvSpPr>
        <p:spPr>
          <a:xfrm>
            <a:off x="5989252" y="6823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4EA5CAA4-C4DF-4235-A6E9-B5F097DB51D4}"/>
              </a:ext>
            </a:extLst>
          </p:cNvPr>
          <p:cNvSpPr>
            <a:spLocks/>
          </p:cNvSpPr>
          <p:nvPr/>
        </p:nvSpPr>
        <p:spPr>
          <a:xfrm>
            <a:off x="5989252" y="68160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2E98BA7-6961-4DD1-81CD-FABA7F2B6A51}"/>
              </a:ext>
            </a:extLst>
          </p:cNvPr>
          <p:cNvSpPr>
            <a:spLocks/>
          </p:cNvSpPr>
          <p:nvPr/>
        </p:nvSpPr>
        <p:spPr>
          <a:xfrm>
            <a:off x="5989252" y="68087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1B768E9F-A96D-4B77-8B15-8A6F06FD89B0}"/>
              </a:ext>
            </a:extLst>
          </p:cNvPr>
          <p:cNvSpPr>
            <a:spLocks/>
          </p:cNvSpPr>
          <p:nvPr/>
        </p:nvSpPr>
        <p:spPr>
          <a:xfrm>
            <a:off x="5989252" y="6801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BF46A2D3-CCD2-4236-ABC5-DD14661B0597}"/>
              </a:ext>
            </a:extLst>
          </p:cNvPr>
          <p:cNvSpPr>
            <a:spLocks/>
          </p:cNvSpPr>
          <p:nvPr/>
        </p:nvSpPr>
        <p:spPr>
          <a:xfrm>
            <a:off x="5989252" y="6794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8FAE3F48-3C18-45D3-98DE-9E7A8E51FE02}"/>
              </a:ext>
            </a:extLst>
          </p:cNvPr>
          <p:cNvSpPr>
            <a:spLocks/>
          </p:cNvSpPr>
          <p:nvPr/>
        </p:nvSpPr>
        <p:spPr>
          <a:xfrm>
            <a:off x="5989252" y="6786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3E2B2F86-A8ED-485C-9286-A03E66398FCB}"/>
              </a:ext>
            </a:extLst>
          </p:cNvPr>
          <p:cNvSpPr>
            <a:spLocks/>
          </p:cNvSpPr>
          <p:nvPr/>
        </p:nvSpPr>
        <p:spPr>
          <a:xfrm>
            <a:off x="5989252" y="67794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D6FCE3F-F046-4F03-9957-226FA37D533A}"/>
              </a:ext>
            </a:extLst>
          </p:cNvPr>
          <p:cNvSpPr>
            <a:spLocks/>
          </p:cNvSpPr>
          <p:nvPr/>
        </p:nvSpPr>
        <p:spPr>
          <a:xfrm>
            <a:off x="5989252" y="67721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EAEABEC9-F151-4FBE-B7FF-35DE43B46F2B}"/>
              </a:ext>
            </a:extLst>
          </p:cNvPr>
          <p:cNvSpPr>
            <a:spLocks/>
          </p:cNvSpPr>
          <p:nvPr/>
        </p:nvSpPr>
        <p:spPr>
          <a:xfrm>
            <a:off x="5989252" y="6764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D8DFD9DA-5525-4953-BEB1-27B26D26207D}"/>
              </a:ext>
            </a:extLst>
          </p:cNvPr>
          <p:cNvSpPr>
            <a:spLocks/>
          </p:cNvSpPr>
          <p:nvPr/>
        </p:nvSpPr>
        <p:spPr>
          <a:xfrm>
            <a:off x="5989252" y="6757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452603FC-6DBF-4725-A38C-89384A9FF5ED}"/>
              </a:ext>
            </a:extLst>
          </p:cNvPr>
          <p:cNvSpPr>
            <a:spLocks/>
          </p:cNvSpPr>
          <p:nvPr/>
        </p:nvSpPr>
        <p:spPr>
          <a:xfrm>
            <a:off x="5989252" y="6750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185DB5B0-123D-40F8-B22E-0628F02379FE}"/>
              </a:ext>
            </a:extLst>
          </p:cNvPr>
          <p:cNvSpPr>
            <a:spLocks/>
          </p:cNvSpPr>
          <p:nvPr/>
        </p:nvSpPr>
        <p:spPr>
          <a:xfrm>
            <a:off x="5989252" y="67428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BA322BA0-5A41-4EAB-B2BD-6E61BB4A12D1}"/>
              </a:ext>
            </a:extLst>
          </p:cNvPr>
          <p:cNvSpPr>
            <a:spLocks/>
          </p:cNvSpPr>
          <p:nvPr/>
        </p:nvSpPr>
        <p:spPr>
          <a:xfrm>
            <a:off x="5989252" y="67355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E5FB2BF3-7CEF-4D4F-9461-99E7A7B1DA28}"/>
              </a:ext>
            </a:extLst>
          </p:cNvPr>
          <p:cNvSpPr>
            <a:spLocks/>
          </p:cNvSpPr>
          <p:nvPr/>
        </p:nvSpPr>
        <p:spPr>
          <a:xfrm>
            <a:off x="5989252" y="67282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A3590235-09F4-4251-94AE-F651F0E304F1}"/>
              </a:ext>
            </a:extLst>
          </p:cNvPr>
          <p:cNvSpPr>
            <a:spLocks/>
          </p:cNvSpPr>
          <p:nvPr/>
        </p:nvSpPr>
        <p:spPr>
          <a:xfrm>
            <a:off x="5989252" y="6720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6633F88F-B28E-4E6B-B8C5-9F92D930C908}"/>
              </a:ext>
            </a:extLst>
          </p:cNvPr>
          <p:cNvSpPr>
            <a:spLocks/>
          </p:cNvSpPr>
          <p:nvPr/>
        </p:nvSpPr>
        <p:spPr>
          <a:xfrm>
            <a:off x="5989252" y="6713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F881CA82-6053-4FC9-B694-F5139615858C}"/>
              </a:ext>
            </a:extLst>
          </p:cNvPr>
          <p:cNvSpPr>
            <a:spLocks/>
          </p:cNvSpPr>
          <p:nvPr/>
        </p:nvSpPr>
        <p:spPr>
          <a:xfrm>
            <a:off x="5989252" y="6706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6590B728-5221-47FD-85BB-8A42364D7237}"/>
              </a:ext>
            </a:extLst>
          </p:cNvPr>
          <p:cNvSpPr>
            <a:spLocks/>
          </p:cNvSpPr>
          <p:nvPr/>
        </p:nvSpPr>
        <p:spPr>
          <a:xfrm>
            <a:off x="5989252" y="66989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778FBDFB-0C86-498B-A96D-52DBCBD68D88}"/>
              </a:ext>
            </a:extLst>
          </p:cNvPr>
          <p:cNvSpPr>
            <a:spLocks/>
          </p:cNvSpPr>
          <p:nvPr/>
        </p:nvSpPr>
        <p:spPr>
          <a:xfrm>
            <a:off x="5989252" y="66916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7F07EAA3-FAED-4EB2-9B75-825B353960F5}"/>
              </a:ext>
            </a:extLst>
          </p:cNvPr>
          <p:cNvSpPr>
            <a:spLocks/>
          </p:cNvSpPr>
          <p:nvPr/>
        </p:nvSpPr>
        <p:spPr>
          <a:xfrm>
            <a:off x="5989252" y="6684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777E5FA4-1540-4765-ADAA-FCAD405AABD2}"/>
              </a:ext>
            </a:extLst>
          </p:cNvPr>
          <p:cNvSpPr>
            <a:spLocks/>
          </p:cNvSpPr>
          <p:nvPr/>
        </p:nvSpPr>
        <p:spPr>
          <a:xfrm>
            <a:off x="5989252" y="6676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F21C5FD4-7EA8-4531-ACC5-BF3CE4DE1CB9}"/>
              </a:ext>
            </a:extLst>
          </p:cNvPr>
          <p:cNvSpPr>
            <a:spLocks/>
          </p:cNvSpPr>
          <p:nvPr/>
        </p:nvSpPr>
        <p:spPr>
          <a:xfrm>
            <a:off x="5989252" y="6669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EC70ECB4-5E9D-47FB-BEED-B668F0C1CB52}"/>
              </a:ext>
            </a:extLst>
          </p:cNvPr>
          <p:cNvSpPr>
            <a:spLocks/>
          </p:cNvSpPr>
          <p:nvPr/>
        </p:nvSpPr>
        <p:spPr>
          <a:xfrm>
            <a:off x="5989252" y="66623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99458D87-8034-4740-9DC0-C91ECF43E894}"/>
              </a:ext>
            </a:extLst>
          </p:cNvPr>
          <p:cNvSpPr>
            <a:spLocks/>
          </p:cNvSpPr>
          <p:nvPr/>
        </p:nvSpPr>
        <p:spPr>
          <a:xfrm>
            <a:off x="5989252" y="66549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1B619CBB-04F0-433A-B618-B6F6A97565E5}"/>
              </a:ext>
            </a:extLst>
          </p:cNvPr>
          <p:cNvSpPr>
            <a:spLocks/>
          </p:cNvSpPr>
          <p:nvPr/>
        </p:nvSpPr>
        <p:spPr>
          <a:xfrm>
            <a:off x="5989252" y="6647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B0EDA9CB-9A82-4321-BCF5-E6DDF90BBEA7}"/>
              </a:ext>
            </a:extLst>
          </p:cNvPr>
          <p:cNvSpPr>
            <a:spLocks/>
          </p:cNvSpPr>
          <p:nvPr/>
        </p:nvSpPr>
        <p:spPr>
          <a:xfrm>
            <a:off x="5989252" y="6640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28FD2A66-3437-43AC-BCD8-0408B6379F06}"/>
              </a:ext>
            </a:extLst>
          </p:cNvPr>
          <p:cNvSpPr>
            <a:spLocks/>
          </p:cNvSpPr>
          <p:nvPr/>
        </p:nvSpPr>
        <p:spPr>
          <a:xfrm>
            <a:off x="5989252" y="6633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A4D76EC9-77D9-468E-BAC7-E76947E699F8}"/>
              </a:ext>
            </a:extLst>
          </p:cNvPr>
          <p:cNvSpPr>
            <a:spLocks/>
          </p:cNvSpPr>
          <p:nvPr/>
        </p:nvSpPr>
        <p:spPr>
          <a:xfrm>
            <a:off x="5989252" y="66257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BB90E730-8285-4695-AD9B-F503B9181F5C}"/>
              </a:ext>
            </a:extLst>
          </p:cNvPr>
          <p:cNvSpPr>
            <a:spLocks/>
          </p:cNvSpPr>
          <p:nvPr/>
        </p:nvSpPr>
        <p:spPr>
          <a:xfrm>
            <a:off x="5989252" y="66183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9825CBC0-D65B-4EA6-B7AD-E983CADC3778}"/>
              </a:ext>
            </a:extLst>
          </p:cNvPr>
          <p:cNvSpPr>
            <a:spLocks/>
          </p:cNvSpPr>
          <p:nvPr/>
        </p:nvSpPr>
        <p:spPr>
          <a:xfrm>
            <a:off x="5989252" y="66110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AE7C2B19-AFFF-4AAD-B032-BC0FDD5B52BA}"/>
              </a:ext>
            </a:extLst>
          </p:cNvPr>
          <p:cNvSpPr>
            <a:spLocks/>
          </p:cNvSpPr>
          <p:nvPr/>
        </p:nvSpPr>
        <p:spPr>
          <a:xfrm>
            <a:off x="5989252" y="6603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0CFA559C-1CB4-423E-901F-7E213C835470}"/>
              </a:ext>
            </a:extLst>
          </p:cNvPr>
          <p:cNvSpPr>
            <a:spLocks/>
          </p:cNvSpPr>
          <p:nvPr/>
        </p:nvSpPr>
        <p:spPr>
          <a:xfrm>
            <a:off x="5989252" y="6596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B6290D4C-0205-467C-BBA1-50C2733A5CFA}"/>
              </a:ext>
            </a:extLst>
          </p:cNvPr>
          <p:cNvSpPr>
            <a:spLocks/>
          </p:cNvSpPr>
          <p:nvPr/>
        </p:nvSpPr>
        <p:spPr>
          <a:xfrm>
            <a:off x="5989252" y="65891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7F1EDB8A-265E-4DEC-8C90-CB9D9847F6D3}"/>
              </a:ext>
            </a:extLst>
          </p:cNvPr>
          <p:cNvSpPr>
            <a:spLocks/>
          </p:cNvSpPr>
          <p:nvPr/>
        </p:nvSpPr>
        <p:spPr>
          <a:xfrm>
            <a:off x="5989252" y="65817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8BBB88E8-D490-48A4-8D63-F56CEF110CE0}"/>
              </a:ext>
            </a:extLst>
          </p:cNvPr>
          <p:cNvSpPr>
            <a:spLocks/>
          </p:cNvSpPr>
          <p:nvPr/>
        </p:nvSpPr>
        <p:spPr>
          <a:xfrm>
            <a:off x="5989252" y="65744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744288D1-EC7C-40BF-8AA0-A33380BC63B6}"/>
              </a:ext>
            </a:extLst>
          </p:cNvPr>
          <p:cNvSpPr>
            <a:spLocks/>
          </p:cNvSpPr>
          <p:nvPr/>
        </p:nvSpPr>
        <p:spPr>
          <a:xfrm>
            <a:off x="5989252" y="6567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64DAE34B-0434-45D4-BFE7-4C5D50F0A794}"/>
              </a:ext>
            </a:extLst>
          </p:cNvPr>
          <p:cNvSpPr>
            <a:spLocks/>
          </p:cNvSpPr>
          <p:nvPr/>
        </p:nvSpPr>
        <p:spPr>
          <a:xfrm>
            <a:off x="5989252" y="6559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3D15FECD-0AB6-4B0C-9304-D05AF20B4C7E}"/>
              </a:ext>
            </a:extLst>
          </p:cNvPr>
          <p:cNvSpPr>
            <a:spLocks/>
          </p:cNvSpPr>
          <p:nvPr/>
        </p:nvSpPr>
        <p:spPr>
          <a:xfrm>
            <a:off x="5989252" y="6552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F45C5406-4ED4-45F4-BE37-7FF0CBB3E389}"/>
              </a:ext>
            </a:extLst>
          </p:cNvPr>
          <p:cNvSpPr>
            <a:spLocks/>
          </p:cNvSpPr>
          <p:nvPr/>
        </p:nvSpPr>
        <p:spPr>
          <a:xfrm>
            <a:off x="5989252" y="65451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DB9635DD-0DDE-444F-9323-688D9C3EE0EE}"/>
              </a:ext>
            </a:extLst>
          </p:cNvPr>
          <p:cNvSpPr>
            <a:spLocks/>
          </p:cNvSpPr>
          <p:nvPr/>
        </p:nvSpPr>
        <p:spPr>
          <a:xfrm>
            <a:off x="5989252" y="65378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A64CA89-A442-4D51-9AE0-8774F72BFA50}"/>
              </a:ext>
            </a:extLst>
          </p:cNvPr>
          <p:cNvSpPr>
            <a:spLocks/>
          </p:cNvSpPr>
          <p:nvPr/>
        </p:nvSpPr>
        <p:spPr>
          <a:xfrm>
            <a:off x="5989252" y="6530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3FE3571E-6589-4402-86DD-231B2BDD423C}"/>
              </a:ext>
            </a:extLst>
          </p:cNvPr>
          <p:cNvSpPr>
            <a:spLocks/>
          </p:cNvSpPr>
          <p:nvPr/>
        </p:nvSpPr>
        <p:spPr>
          <a:xfrm>
            <a:off x="5989252" y="6523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9958D45D-0D49-486C-9ED7-3F15F235E920}"/>
              </a:ext>
            </a:extLst>
          </p:cNvPr>
          <p:cNvSpPr>
            <a:spLocks/>
          </p:cNvSpPr>
          <p:nvPr/>
        </p:nvSpPr>
        <p:spPr>
          <a:xfrm>
            <a:off x="5989252" y="6515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3E56D162-E598-41E3-9C56-8205CD6382E4}"/>
              </a:ext>
            </a:extLst>
          </p:cNvPr>
          <p:cNvSpPr>
            <a:spLocks/>
          </p:cNvSpPr>
          <p:nvPr/>
        </p:nvSpPr>
        <p:spPr>
          <a:xfrm>
            <a:off x="5989252" y="65085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12C826F2-745B-4E85-A47F-7D8493D5368B}"/>
              </a:ext>
            </a:extLst>
          </p:cNvPr>
          <p:cNvSpPr>
            <a:spLocks/>
          </p:cNvSpPr>
          <p:nvPr/>
        </p:nvSpPr>
        <p:spPr>
          <a:xfrm>
            <a:off x="5989252" y="65012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5C2EE86-7D65-4F18-96BB-A92F06E46949}"/>
              </a:ext>
            </a:extLst>
          </p:cNvPr>
          <p:cNvSpPr>
            <a:spLocks/>
          </p:cNvSpPr>
          <p:nvPr/>
        </p:nvSpPr>
        <p:spPr>
          <a:xfrm>
            <a:off x="5989252" y="6493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704B0323-496C-41C5-8B76-C89B094993FA}"/>
              </a:ext>
            </a:extLst>
          </p:cNvPr>
          <p:cNvSpPr>
            <a:spLocks/>
          </p:cNvSpPr>
          <p:nvPr/>
        </p:nvSpPr>
        <p:spPr>
          <a:xfrm>
            <a:off x="5989252" y="6486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30F57292-82C2-44C8-BEE4-9E2CCE3983C3}"/>
              </a:ext>
            </a:extLst>
          </p:cNvPr>
          <p:cNvSpPr>
            <a:spLocks/>
          </p:cNvSpPr>
          <p:nvPr/>
        </p:nvSpPr>
        <p:spPr>
          <a:xfrm>
            <a:off x="5989252" y="6479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D1C035-3956-47D4-A544-07D27D0A858B}"/>
              </a:ext>
            </a:extLst>
          </p:cNvPr>
          <p:cNvSpPr>
            <a:spLocks/>
          </p:cNvSpPr>
          <p:nvPr/>
        </p:nvSpPr>
        <p:spPr>
          <a:xfrm>
            <a:off x="5989252" y="64719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3173C2E9-31BD-472A-8DFF-3019FBE14A03}"/>
              </a:ext>
            </a:extLst>
          </p:cNvPr>
          <p:cNvSpPr>
            <a:spLocks/>
          </p:cNvSpPr>
          <p:nvPr/>
        </p:nvSpPr>
        <p:spPr>
          <a:xfrm>
            <a:off x="5989252" y="64646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64075706-F5C8-44E0-816F-CD3B4693B7FF}"/>
              </a:ext>
            </a:extLst>
          </p:cNvPr>
          <p:cNvSpPr>
            <a:spLocks/>
          </p:cNvSpPr>
          <p:nvPr/>
        </p:nvSpPr>
        <p:spPr>
          <a:xfrm>
            <a:off x="5989252" y="64573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655DD95E-A5B6-4EFE-83CE-3977B1234899}"/>
              </a:ext>
            </a:extLst>
          </p:cNvPr>
          <p:cNvSpPr>
            <a:spLocks/>
          </p:cNvSpPr>
          <p:nvPr/>
        </p:nvSpPr>
        <p:spPr>
          <a:xfrm>
            <a:off x="5989252" y="6449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6AA109FC-73C4-4064-A4C6-78047C8A7790}"/>
              </a:ext>
            </a:extLst>
          </p:cNvPr>
          <p:cNvSpPr>
            <a:spLocks/>
          </p:cNvSpPr>
          <p:nvPr/>
        </p:nvSpPr>
        <p:spPr>
          <a:xfrm>
            <a:off x="5989252" y="6442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7EAEF178-9E7F-4A8B-8F81-48726992D830}"/>
              </a:ext>
            </a:extLst>
          </p:cNvPr>
          <p:cNvSpPr>
            <a:spLocks/>
          </p:cNvSpPr>
          <p:nvPr/>
        </p:nvSpPr>
        <p:spPr>
          <a:xfrm>
            <a:off x="5989252" y="6435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0ED5B4D4-60AB-4B2A-A516-012CDF75089A}"/>
              </a:ext>
            </a:extLst>
          </p:cNvPr>
          <p:cNvSpPr>
            <a:spLocks/>
          </p:cNvSpPr>
          <p:nvPr/>
        </p:nvSpPr>
        <p:spPr>
          <a:xfrm>
            <a:off x="5989252" y="64280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0F585585-3615-4B51-85EF-BAFD44E32798}"/>
              </a:ext>
            </a:extLst>
          </p:cNvPr>
          <p:cNvSpPr>
            <a:spLocks/>
          </p:cNvSpPr>
          <p:nvPr/>
        </p:nvSpPr>
        <p:spPr>
          <a:xfrm>
            <a:off x="5989252" y="64207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E2A1A8B6-3162-482F-A4BE-E181BBBB50C2}"/>
              </a:ext>
            </a:extLst>
          </p:cNvPr>
          <p:cNvSpPr>
            <a:spLocks/>
          </p:cNvSpPr>
          <p:nvPr/>
        </p:nvSpPr>
        <p:spPr>
          <a:xfrm>
            <a:off x="5989252" y="6413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E61B5247-7724-44AD-A2F1-18C1BA80B90D}"/>
              </a:ext>
            </a:extLst>
          </p:cNvPr>
          <p:cNvSpPr>
            <a:spLocks/>
          </p:cNvSpPr>
          <p:nvPr/>
        </p:nvSpPr>
        <p:spPr>
          <a:xfrm>
            <a:off x="5989252" y="6406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BB6C7D92-5432-4585-A19F-888482D44924}"/>
              </a:ext>
            </a:extLst>
          </p:cNvPr>
          <p:cNvSpPr>
            <a:spLocks/>
          </p:cNvSpPr>
          <p:nvPr/>
        </p:nvSpPr>
        <p:spPr>
          <a:xfrm>
            <a:off x="5989252" y="6398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F15195A0-6714-4D14-8A68-49D1EE45140C}"/>
              </a:ext>
            </a:extLst>
          </p:cNvPr>
          <p:cNvSpPr>
            <a:spLocks/>
          </p:cNvSpPr>
          <p:nvPr/>
        </p:nvSpPr>
        <p:spPr>
          <a:xfrm>
            <a:off x="5989252" y="63914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6BC08737-C6A7-4DA0-80AD-209BC4CC05AF}"/>
              </a:ext>
            </a:extLst>
          </p:cNvPr>
          <p:cNvSpPr>
            <a:spLocks/>
          </p:cNvSpPr>
          <p:nvPr/>
        </p:nvSpPr>
        <p:spPr>
          <a:xfrm>
            <a:off x="5989252" y="63840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FDBC75AD-2530-4E48-A84E-876C6F1E20AE}"/>
              </a:ext>
            </a:extLst>
          </p:cNvPr>
          <p:cNvSpPr>
            <a:spLocks/>
          </p:cNvSpPr>
          <p:nvPr/>
        </p:nvSpPr>
        <p:spPr>
          <a:xfrm>
            <a:off x="5989252" y="6376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62627745-4E7D-4B44-92CC-FE490E9C0E88}"/>
              </a:ext>
            </a:extLst>
          </p:cNvPr>
          <p:cNvSpPr>
            <a:spLocks/>
          </p:cNvSpPr>
          <p:nvPr/>
        </p:nvSpPr>
        <p:spPr>
          <a:xfrm>
            <a:off x="5989252" y="6369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18F6ECD9-8DD7-4EBE-8D2E-6C6AF5C2DE93}"/>
              </a:ext>
            </a:extLst>
          </p:cNvPr>
          <p:cNvSpPr>
            <a:spLocks/>
          </p:cNvSpPr>
          <p:nvPr/>
        </p:nvSpPr>
        <p:spPr>
          <a:xfrm>
            <a:off x="5989252" y="6362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FAD0F3D9-9CBF-41A8-BE6D-920402A6AC14}"/>
              </a:ext>
            </a:extLst>
          </p:cNvPr>
          <p:cNvSpPr>
            <a:spLocks/>
          </p:cNvSpPr>
          <p:nvPr/>
        </p:nvSpPr>
        <p:spPr>
          <a:xfrm>
            <a:off x="5989252" y="63548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1FF94CE3-A5E3-45AB-980E-334140B397D1}"/>
              </a:ext>
            </a:extLst>
          </p:cNvPr>
          <p:cNvSpPr>
            <a:spLocks/>
          </p:cNvSpPr>
          <p:nvPr/>
        </p:nvSpPr>
        <p:spPr>
          <a:xfrm>
            <a:off x="5989252" y="63474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D09418EA-229F-4ADA-93A2-0953FF52D0B8}"/>
              </a:ext>
            </a:extLst>
          </p:cNvPr>
          <p:cNvSpPr>
            <a:spLocks/>
          </p:cNvSpPr>
          <p:nvPr/>
        </p:nvSpPr>
        <p:spPr>
          <a:xfrm>
            <a:off x="5989252" y="63401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ED442EDE-F676-45A8-A57D-C8AE9FA64719}"/>
              </a:ext>
            </a:extLst>
          </p:cNvPr>
          <p:cNvSpPr>
            <a:spLocks/>
          </p:cNvSpPr>
          <p:nvPr/>
        </p:nvSpPr>
        <p:spPr>
          <a:xfrm>
            <a:off x="5989252" y="6332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59EFA8AC-887A-41E0-87CF-116A7798E917}"/>
              </a:ext>
            </a:extLst>
          </p:cNvPr>
          <p:cNvSpPr>
            <a:spLocks/>
          </p:cNvSpPr>
          <p:nvPr/>
        </p:nvSpPr>
        <p:spPr>
          <a:xfrm>
            <a:off x="5989252" y="6325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41B122EC-25ED-4EFC-ABFF-A7CAD7B5130D}"/>
              </a:ext>
            </a:extLst>
          </p:cNvPr>
          <p:cNvSpPr>
            <a:spLocks/>
          </p:cNvSpPr>
          <p:nvPr/>
        </p:nvSpPr>
        <p:spPr>
          <a:xfrm>
            <a:off x="5989252" y="6318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7F1544E0-787B-41AE-940F-A55FBCC8B3C6}"/>
              </a:ext>
            </a:extLst>
          </p:cNvPr>
          <p:cNvSpPr>
            <a:spLocks/>
          </p:cNvSpPr>
          <p:nvPr/>
        </p:nvSpPr>
        <p:spPr>
          <a:xfrm>
            <a:off x="5989252" y="63108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63A73DEC-D02B-4A80-B916-808FCA78179C}"/>
              </a:ext>
            </a:extLst>
          </p:cNvPr>
          <p:cNvSpPr>
            <a:spLocks/>
          </p:cNvSpPr>
          <p:nvPr/>
        </p:nvSpPr>
        <p:spPr>
          <a:xfrm>
            <a:off x="5989252" y="63035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C8778833-09BA-4270-8D13-B045274E77D0}"/>
              </a:ext>
            </a:extLst>
          </p:cNvPr>
          <p:cNvSpPr>
            <a:spLocks/>
          </p:cNvSpPr>
          <p:nvPr/>
        </p:nvSpPr>
        <p:spPr>
          <a:xfrm>
            <a:off x="5989252" y="6296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AA39FB7C-BCE6-4F76-9FE6-2206F906FAAC}"/>
              </a:ext>
            </a:extLst>
          </p:cNvPr>
          <p:cNvSpPr>
            <a:spLocks/>
          </p:cNvSpPr>
          <p:nvPr/>
        </p:nvSpPr>
        <p:spPr>
          <a:xfrm>
            <a:off x="5989252" y="6288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583A73AC-89E6-4179-AA20-621BF702A192}"/>
              </a:ext>
            </a:extLst>
          </p:cNvPr>
          <p:cNvSpPr>
            <a:spLocks/>
          </p:cNvSpPr>
          <p:nvPr/>
        </p:nvSpPr>
        <p:spPr>
          <a:xfrm>
            <a:off x="5989252" y="6281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6CC3F269-2B9A-46E7-9559-8AED85966A6A}"/>
              </a:ext>
            </a:extLst>
          </p:cNvPr>
          <p:cNvSpPr>
            <a:spLocks/>
          </p:cNvSpPr>
          <p:nvPr/>
        </p:nvSpPr>
        <p:spPr>
          <a:xfrm>
            <a:off x="5989252" y="62742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1E8AD8FC-1951-4543-91DE-F44D4BEA5C15}"/>
              </a:ext>
            </a:extLst>
          </p:cNvPr>
          <p:cNvSpPr>
            <a:spLocks/>
          </p:cNvSpPr>
          <p:nvPr/>
        </p:nvSpPr>
        <p:spPr>
          <a:xfrm>
            <a:off x="5989252" y="62669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45354249-3BD3-4822-99D8-22E040B32A8E}"/>
              </a:ext>
            </a:extLst>
          </p:cNvPr>
          <p:cNvSpPr>
            <a:spLocks/>
          </p:cNvSpPr>
          <p:nvPr/>
        </p:nvSpPr>
        <p:spPr>
          <a:xfrm>
            <a:off x="5989252" y="6259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06793C32-5B34-43C8-8EE0-465A28D79D48}"/>
              </a:ext>
            </a:extLst>
          </p:cNvPr>
          <p:cNvSpPr>
            <a:spLocks/>
          </p:cNvSpPr>
          <p:nvPr/>
        </p:nvSpPr>
        <p:spPr>
          <a:xfrm>
            <a:off x="5989252" y="6252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FF09D44-1247-4312-B1F8-4018F5F2F48D}"/>
              </a:ext>
            </a:extLst>
          </p:cNvPr>
          <p:cNvSpPr>
            <a:spLocks/>
          </p:cNvSpPr>
          <p:nvPr/>
        </p:nvSpPr>
        <p:spPr>
          <a:xfrm>
            <a:off x="5989252" y="6244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A25DE9B9-7646-4128-ABA3-FF5F0E83D9D8}"/>
              </a:ext>
            </a:extLst>
          </p:cNvPr>
          <p:cNvSpPr>
            <a:spLocks/>
          </p:cNvSpPr>
          <p:nvPr/>
        </p:nvSpPr>
        <p:spPr>
          <a:xfrm>
            <a:off x="5989252" y="62376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AE5FFE48-8C68-446B-9C14-E4E598E1DD32}"/>
              </a:ext>
            </a:extLst>
          </p:cNvPr>
          <p:cNvSpPr>
            <a:spLocks/>
          </p:cNvSpPr>
          <p:nvPr/>
        </p:nvSpPr>
        <p:spPr>
          <a:xfrm>
            <a:off x="5989252" y="62303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87FB3945-1D79-4B5F-B897-CDD00973F8C0}"/>
              </a:ext>
            </a:extLst>
          </p:cNvPr>
          <p:cNvSpPr>
            <a:spLocks/>
          </p:cNvSpPr>
          <p:nvPr/>
        </p:nvSpPr>
        <p:spPr>
          <a:xfrm>
            <a:off x="5989252" y="62230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721647EA-74FA-479B-9335-84F3AE469072}"/>
              </a:ext>
            </a:extLst>
          </p:cNvPr>
          <p:cNvSpPr>
            <a:spLocks/>
          </p:cNvSpPr>
          <p:nvPr/>
        </p:nvSpPr>
        <p:spPr>
          <a:xfrm>
            <a:off x="5989252" y="6215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FAB61DC0-7509-40A4-8E92-BB6A37D879DE}"/>
              </a:ext>
            </a:extLst>
          </p:cNvPr>
          <p:cNvSpPr>
            <a:spLocks/>
          </p:cNvSpPr>
          <p:nvPr/>
        </p:nvSpPr>
        <p:spPr>
          <a:xfrm>
            <a:off x="5989252" y="6208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692E9DD8-4FC7-4C6E-8710-03249A25F715}"/>
              </a:ext>
            </a:extLst>
          </p:cNvPr>
          <p:cNvSpPr>
            <a:spLocks/>
          </p:cNvSpPr>
          <p:nvPr/>
        </p:nvSpPr>
        <p:spPr>
          <a:xfrm>
            <a:off x="5989252" y="6201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C2D0C527-98C3-4773-A9AB-05E71A5D2AAC}"/>
              </a:ext>
            </a:extLst>
          </p:cNvPr>
          <p:cNvSpPr>
            <a:spLocks/>
          </p:cNvSpPr>
          <p:nvPr/>
        </p:nvSpPr>
        <p:spPr>
          <a:xfrm>
            <a:off x="5989252" y="61937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302F84A1-F653-44E4-BD25-E37B2EB1DF85}"/>
              </a:ext>
            </a:extLst>
          </p:cNvPr>
          <p:cNvSpPr>
            <a:spLocks/>
          </p:cNvSpPr>
          <p:nvPr/>
        </p:nvSpPr>
        <p:spPr>
          <a:xfrm>
            <a:off x="5989252" y="61864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008838C4-CED0-4E1F-9DC3-2547BB00695D}"/>
              </a:ext>
            </a:extLst>
          </p:cNvPr>
          <p:cNvSpPr>
            <a:spLocks/>
          </p:cNvSpPr>
          <p:nvPr/>
        </p:nvSpPr>
        <p:spPr>
          <a:xfrm>
            <a:off x="5989252" y="6179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EE137C19-C534-4E8A-80BE-831D7CDB1301}"/>
              </a:ext>
            </a:extLst>
          </p:cNvPr>
          <p:cNvSpPr>
            <a:spLocks/>
          </p:cNvSpPr>
          <p:nvPr/>
        </p:nvSpPr>
        <p:spPr>
          <a:xfrm>
            <a:off x="5989252" y="6171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51B73698-6951-4A55-8DC5-CDE9709F629F}"/>
              </a:ext>
            </a:extLst>
          </p:cNvPr>
          <p:cNvSpPr>
            <a:spLocks/>
          </p:cNvSpPr>
          <p:nvPr/>
        </p:nvSpPr>
        <p:spPr>
          <a:xfrm>
            <a:off x="5989252" y="6164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6C4B62DC-BD3B-4D6A-A47C-2554004C9106}"/>
              </a:ext>
            </a:extLst>
          </p:cNvPr>
          <p:cNvSpPr>
            <a:spLocks/>
          </p:cNvSpPr>
          <p:nvPr/>
        </p:nvSpPr>
        <p:spPr>
          <a:xfrm>
            <a:off x="5989252" y="61571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F4BA4370-ECE5-43C6-A6FF-93750A7F8E15}"/>
              </a:ext>
            </a:extLst>
          </p:cNvPr>
          <p:cNvSpPr>
            <a:spLocks/>
          </p:cNvSpPr>
          <p:nvPr/>
        </p:nvSpPr>
        <p:spPr>
          <a:xfrm>
            <a:off x="5989252" y="61497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684BBF12-16F8-44AB-88D3-AE78159BDBB0}"/>
              </a:ext>
            </a:extLst>
          </p:cNvPr>
          <p:cNvSpPr>
            <a:spLocks/>
          </p:cNvSpPr>
          <p:nvPr/>
        </p:nvSpPr>
        <p:spPr>
          <a:xfrm>
            <a:off x="5989252" y="6142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A9798633-C344-4C05-A359-BA040669E31B}"/>
              </a:ext>
            </a:extLst>
          </p:cNvPr>
          <p:cNvSpPr>
            <a:spLocks/>
          </p:cNvSpPr>
          <p:nvPr/>
        </p:nvSpPr>
        <p:spPr>
          <a:xfrm>
            <a:off x="5989252" y="6135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9F876387-0F2E-4FD7-8661-8C38FE9B837D}"/>
              </a:ext>
            </a:extLst>
          </p:cNvPr>
          <p:cNvSpPr>
            <a:spLocks/>
          </p:cNvSpPr>
          <p:nvPr/>
        </p:nvSpPr>
        <p:spPr>
          <a:xfrm>
            <a:off x="5989252" y="6127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7BD0938D-604A-40A3-A2A5-78146BDC4B34}"/>
              </a:ext>
            </a:extLst>
          </p:cNvPr>
          <p:cNvSpPr>
            <a:spLocks/>
          </p:cNvSpPr>
          <p:nvPr/>
        </p:nvSpPr>
        <p:spPr>
          <a:xfrm>
            <a:off x="5989252" y="61205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CEA82DDF-06B4-45F8-827E-9354E8C7650D}"/>
              </a:ext>
            </a:extLst>
          </p:cNvPr>
          <p:cNvSpPr>
            <a:spLocks/>
          </p:cNvSpPr>
          <p:nvPr/>
        </p:nvSpPr>
        <p:spPr>
          <a:xfrm>
            <a:off x="5989252" y="61131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29B9A990-0C81-4835-A329-399DA9577D03}"/>
              </a:ext>
            </a:extLst>
          </p:cNvPr>
          <p:cNvSpPr>
            <a:spLocks/>
          </p:cNvSpPr>
          <p:nvPr/>
        </p:nvSpPr>
        <p:spPr>
          <a:xfrm>
            <a:off x="5989252" y="61058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03C1E21E-638B-47A7-BE48-1A8B41602B88}"/>
              </a:ext>
            </a:extLst>
          </p:cNvPr>
          <p:cNvSpPr>
            <a:spLocks/>
          </p:cNvSpPr>
          <p:nvPr/>
        </p:nvSpPr>
        <p:spPr>
          <a:xfrm>
            <a:off x="5989252" y="6098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EE226E0F-8DDD-482B-B5F9-138010FEA681}"/>
              </a:ext>
            </a:extLst>
          </p:cNvPr>
          <p:cNvSpPr>
            <a:spLocks/>
          </p:cNvSpPr>
          <p:nvPr/>
        </p:nvSpPr>
        <p:spPr>
          <a:xfrm>
            <a:off x="5989252" y="6091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1BD858FF-8753-42FD-8A64-1907202A65F2}"/>
              </a:ext>
            </a:extLst>
          </p:cNvPr>
          <p:cNvSpPr>
            <a:spLocks/>
          </p:cNvSpPr>
          <p:nvPr/>
        </p:nvSpPr>
        <p:spPr>
          <a:xfrm>
            <a:off x="5989252" y="6083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C6BD58FF-88B7-4B69-A2AF-4083C74AE885}"/>
              </a:ext>
            </a:extLst>
          </p:cNvPr>
          <p:cNvSpPr>
            <a:spLocks/>
          </p:cNvSpPr>
          <p:nvPr/>
        </p:nvSpPr>
        <p:spPr>
          <a:xfrm>
            <a:off x="5989252" y="60765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04B22945-739B-4094-8CBF-461639C1354E}"/>
              </a:ext>
            </a:extLst>
          </p:cNvPr>
          <p:cNvSpPr>
            <a:spLocks/>
          </p:cNvSpPr>
          <p:nvPr/>
        </p:nvSpPr>
        <p:spPr>
          <a:xfrm>
            <a:off x="5989252" y="60692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BE10ECE2-E3AD-48A4-927E-CB1D3338C6A8}"/>
              </a:ext>
            </a:extLst>
          </p:cNvPr>
          <p:cNvSpPr>
            <a:spLocks/>
          </p:cNvSpPr>
          <p:nvPr/>
        </p:nvSpPr>
        <p:spPr>
          <a:xfrm>
            <a:off x="5989252" y="6061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ECC98779-88F0-4DD3-ACE7-A6ECE5C83E69}"/>
              </a:ext>
            </a:extLst>
          </p:cNvPr>
          <p:cNvSpPr>
            <a:spLocks/>
          </p:cNvSpPr>
          <p:nvPr/>
        </p:nvSpPr>
        <p:spPr>
          <a:xfrm>
            <a:off x="5989252" y="6054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E725EF53-D0BB-4AC9-8790-C4044C26306D}"/>
              </a:ext>
            </a:extLst>
          </p:cNvPr>
          <p:cNvSpPr>
            <a:spLocks/>
          </p:cNvSpPr>
          <p:nvPr/>
        </p:nvSpPr>
        <p:spPr>
          <a:xfrm>
            <a:off x="5989252" y="6047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2E29F9BE-E2F0-4AE8-AD23-F8DA18B6E2D5}"/>
              </a:ext>
            </a:extLst>
          </p:cNvPr>
          <p:cNvSpPr>
            <a:spLocks/>
          </p:cNvSpPr>
          <p:nvPr/>
        </p:nvSpPr>
        <p:spPr>
          <a:xfrm>
            <a:off x="5989252" y="60399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1435E963-1369-4ED3-9A0E-6E902BDEA08C}"/>
              </a:ext>
            </a:extLst>
          </p:cNvPr>
          <p:cNvSpPr>
            <a:spLocks/>
          </p:cNvSpPr>
          <p:nvPr/>
        </p:nvSpPr>
        <p:spPr>
          <a:xfrm>
            <a:off x="5989252" y="60326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33A47E9B-2AD7-4242-AB60-2B675F56A7A3}"/>
              </a:ext>
            </a:extLst>
          </p:cNvPr>
          <p:cNvSpPr>
            <a:spLocks/>
          </p:cNvSpPr>
          <p:nvPr/>
        </p:nvSpPr>
        <p:spPr>
          <a:xfrm>
            <a:off x="5989252" y="6025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27324CD7-8906-465E-9A24-B66F3686ADFE}"/>
              </a:ext>
            </a:extLst>
          </p:cNvPr>
          <p:cNvSpPr>
            <a:spLocks/>
          </p:cNvSpPr>
          <p:nvPr/>
        </p:nvSpPr>
        <p:spPr>
          <a:xfrm>
            <a:off x="5989252" y="6018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859D9702-A4C0-498E-B1AD-ED8905BD7A9F}"/>
              </a:ext>
            </a:extLst>
          </p:cNvPr>
          <p:cNvSpPr>
            <a:spLocks/>
          </p:cNvSpPr>
          <p:nvPr/>
        </p:nvSpPr>
        <p:spPr>
          <a:xfrm>
            <a:off x="5989252" y="6010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99890129-EB09-4FFE-A4A1-67A4AF732237}"/>
              </a:ext>
            </a:extLst>
          </p:cNvPr>
          <p:cNvSpPr>
            <a:spLocks/>
          </p:cNvSpPr>
          <p:nvPr/>
        </p:nvSpPr>
        <p:spPr>
          <a:xfrm>
            <a:off x="5989252" y="60033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9436A6C1-FA53-4A33-88C5-33A933F58CE8}"/>
              </a:ext>
            </a:extLst>
          </p:cNvPr>
          <p:cNvSpPr>
            <a:spLocks/>
          </p:cNvSpPr>
          <p:nvPr/>
        </p:nvSpPr>
        <p:spPr>
          <a:xfrm>
            <a:off x="5989252" y="59960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845900BE-C3D1-4FCA-AD18-CD87FEF49789}"/>
              </a:ext>
            </a:extLst>
          </p:cNvPr>
          <p:cNvSpPr>
            <a:spLocks/>
          </p:cNvSpPr>
          <p:nvPr/>
        </p:nvSpPr>
        <p:spPr>
          <a:xfrm>
            <a:off x="5989252" y="59887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AC3C80EC-0831-4A34-AB77-99235D524ECF}"/>
              </a:ext>
            </a:extLst>
          </p:cNvPr>
          <p:cNvSpPr>
            <a:spLocks/>
          </p:cNvSpPr>
          <p:nvPr/>
        </p:nvSpPr>
        <p:spPr>
          <a:xfrm>
            <a:off x="5989252" y="5981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BE19612F-BDAE-4FEF-9E24-9717642CF0B3}"/>
              </a:ext>
            </a:extLst>
          </p:cNvPr>
          <p:cNvSpPr>
            <a:spLocks/>
          </p:cNvSpPr>
          <p:nvPr/>
        </p:nvSpPr>
        <p:spPr>
          <a:xfrm>
            <a:off x="5989252" y="5974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4AFF7EB8-A07D-4224-B6B7-F30F13AD4F32}"/>
              </a:ext>
            </a:extLst>
          </p:cNvPr>
          <p:cNvSpPr>
            <a:spLocks/>
          </p:cNvSpPr>
          <p:nvPr/>
        </p:nvSpPr>
        <p:spPr>
          <a:xfrm>
            <a:off x="5989252" y="5966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58EFF108-DB94-436A-8A5B-2A630556EE0C}"/>
              </a:ext>
            </a:extLst>
          </p:cNvPr>
          <p:cNvSpPr>
            <a:spLocks/>
          </p:cNvSpPr>
          <p:nvPr/>
        </p:nvSpPr>
        <p:spPr>
          <a:xfrm>
            <a:off x="5989252" y="59594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B00456BA-14B2-4AD0-B8AD-C6E4F5576B1E}"/>
              </a:ext>
            </a:extLst>
          </p:cNvPr>
          <p:cNvSpPr>
            <a:spLocks/>
          </p:cNvSpPr>
          <p:nvPr/>
        </p:nvSpPr>
        <p:spPr>
          <a:xfrm>
            <a:off x="5989252" y="59521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BA466765-5B52-42A5-8CBD-38F7C2021EB6}"/>
              </a:ext>
            </a:extLst>
          </p:cNvPr>
          <p:cNvSpPr>
            <a:spLocks/>
          </p:cNvSpPr>
          <p:nvPr/>
        </p:nvSpPr>
        <p:spPr>
          <a:xfrm>
            <a:off x="5989252" y="5944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93886C73-3CBA-40FE-B131-A8EEF2B38857}"/>
              </a:ext>
            </a:extLst>
          </p:cNvPr>
          <p:cNvSpPr>
            <a:spLocks/>
          </p:cNvSpPr>
          <p:nvPr/>
        </p:nvSpPr>
        <p:spPr>
          <a:xfrm>
            <a:off x="5989252" y="5937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68451BC1-C646-438A-9195-781149E9BF60}"/>
              </a:ext>
            </a:extLst>
          </p:cNvPr>
          <p:cNvSpPr>
            <a:spLocks/>
          </p:cNvSpPr>
          <p:nvPr/>
        </p:nvSpPr>
        <p:spPr>
          <a:xfrm>
            <a:off x="5989252" y="5930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BDBBDACB-846C-4395-9A33-F67B5FC6B08D}"/>
              </a:ext>
            </a:extLst>
          </p:cNvPr>
          <p:cNvSpPr>
            <a:spLocks/>
          </p:cNvSpPr>
          <p:nvPr/>
        </p:nvSpPr>
        <p:spPr>
          <a:xfrm>
            <a:off x="5989252" y="59228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C507A532-C05B-46EE-88AD-1C5280C1E325}"/>
              </a:ext>
            </a:extLst>
          </p:cNvPr>
          <p:cNvSpPr>
            <a:spLocks/>
          </p:cNvSpPr>
          <p:nvPr/>
        </p:nvSpPr>
        <p:spPr>
          <a:xfrm>
            <a:off x="5989252" y="59154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404FC118-7104-4EA0-BAB7-A4C6BF3272B1}"/>
              </a:ext>
            </a:extLst>
          </p:cNvPr>
          <p:cNvSpPr>
            <a:spLocks/>
          </p:cNvSpPr>
          <p:nvPr/>
        </p:nvSpPr>
        <p:spPr>
          <a:xfrm>
            <a:off x="5989252" y="5908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531495FC-9B74-4FBD-89F2-E46C3EF9E145}"/>
              </a:ext>
            </a:extLst>
          </p:cNvPr>
          <p:cNvSpPr>
            <a:spLocks/>
          </p:cNvSpPr>
          <p:nvPr/>
        </p:nvSpPr>
        <p:spPr>
          <a:xfrm>
            <a:off x="5989252" y="5900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F1C63E1F-934D-42E6-9BA9-2722B5FFA5C2}"/>
              </a:ext>
            </a:extLst>
          </p:cNvPr>
          <p:cNvSpPr>
            <a:spLocks/>
          </p:cNvSpPr>
          <p:nvPr/>
        </p:nvSpPr>
        <p:spPr>
          <a:xfrm>
            <a:off x="5989252" y="5893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63799B4-3939-4B0C-92AF-7E113742D241}"/>
              </a:ext>
            </a:extLst>
          </p:cNvPr>
          <p:cNvSpPr>
            <a:spLocks/>
          </p:cNvSpPr>
          <p:nvPr/>
        </p:nvSpPr>
        <p:spPr>
          <a:xfrm>
            <a:off x="5989252" y="58862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A76BDE77-4D86-4360-8943-7EA003B59A17}"/>
              </a:ext>
            </a:extLst>
          </p:cNvPr>
          <p:cNvSpPr>
            <a:spLocks/>
          </p:cNvSpPr>
          <p:nvPr/>
        </p:nvSpPr>
        <p:spPr>
          <a:xfrm>
            <a:off x="5989252" y="58788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D82720BA-9E6F-44CE-BA8E-4D7AFE3EF6D9}"/>
              </a:ext>
            </a:extLst>
          </p:cNvPr>
          <p:cNvSpPr>
            <a:spLocks/>
          </p:cNvSpPr>
          <p:nvPr/>
        </p:nvSpPr>
        <p:spPr>
          <a:xfrm>
            <a:off x="5989252" y="58715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77179152-7EB1-439E-97F3-527D6A0A78A6}"/>
              </a:ext>
            </a:extLst>
          </p:cNvPr>
          <p:cNvSpPr>
            <a:spLocks/>
          </p:cNvSpPr>
          <p:nvPr/>
        </p:nvSpPr>
        <p:spPr>
          <a:xfrm>
            <a:off x="5989252" y="5864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9BD9B391-7E4A-4C86-BE16-2E7B725199F3}"/>
              </a:ext>
            </a:extLst>
          </p:cNvPr>
          <p:cNvSpPr>
            <a:spLocks/>
          </p:cNvSpPr>
          <p:nvPr/>
        </p:nvSpPr>
        <p:spPr>
          <a:xfrm>
            <a:off x="5989252" y="5856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AC92BD71-76B8-4455-9BD4-D18E044977AC}"/>
              </a:ext>
            </a:extLst>
          </p:cNvPr>
          <p:cNvSpPr>
            <a:spLocks/>
          </p:cNvSpPr>
          <p:nvPr/>
        </p:nvSpPr>
        <p:spPr>
          <a:xfrm>
            <a:off x="5989252" y="5849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BA7842FC-1C2D-478A-8626-38E975DBE4C6}"/>
              </a:ext>
            </a:extLst>
          </p:cNvPr>
          <p:cNvSpPr>
            <a:spLocks/>
          </p:cNvSpPr>
          <p:nvPr/>
        </p:nvSpPr>
        <p:spPr>
          <a:xfrm>
            <a:off x="5989252" y="58422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4CD7C486-3A73-42CE-9C72-63851B8B2AEC}"/>
              </a:ext>
            </a:extLst>
          </p:cNvPr>
          <p:cNvSpPr>
            <a:spLocks/>
          </p:cNvSpPr>
          <p:nvPr/>
        </p:nvSpPr>
        <p:spPr>
          <a:xfrm>
            <a:off x="5989252" y="58349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E27D6C0D-CF6B-4805-B9A4-359561812195}"/>
              </a:ext>
            </a:extLst>
          </p:cNvPr>
          <p:cNvSpPr>
            <a:spLocks/>
          </p:cNvSpPr>
          <p:nvPr/>
        </p:nvSpPr>
        <p:spPr>
          <a:xfrm>
            <a:off x="5989252" y="5827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6BB144C8-C3A1-4C05-8AB9-D86B9E5B31AE}"/>
              </a:ext>
            </a:extLst>
          </p:cNvPr>
          <p:cNvSpPr>
            <a:spLocks/>
          </p:cNvSpPr>
          <p:nvPr/>
        </p:nvSpPr>
        <p:spPr>
          <a:xfrm>
            <a:off x="5989252" y="5820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CDEE69FC-6CB6-498F-AEBA-7BA4781C8C2F}"/>
              </a:ext>
            </a:extLst>
          </p:cNvPr>
          <p:cNvSpPr>
            <a:spLocks/>
          </p:cNvSpPr>
          <p:nvPr/>
        </p:nvSpPr>
        <p:spPr>
          <a:xfrm>
            <a:off x="5989252" y="5812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6EBD687E-7C01-4D4A-A4B0-797B7E18D8A1}"/>
              </a:ext>
            </a:extLst>
          </p:cNvPr>
          <p:cNvSpPr>
            <a:spLocks/>
          </p:cNvSpPr>
          <p:nvPr/>
        </p:nvSpPr>
        <p:spPr>
          <a:xfrm>
            <a:off x="5989252" y="58056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55C70B08-3828-4405-96C4-C9151050763F}"/>
              </a:ext>
            </a:extLst>
          </p:cNvPr>
          <p:cNvSpPr>
            <a:spLocks/>
          </p:cNvSpPr>
          <p:nvPr/>
        </p:nvSpPr>
        <p:spPr>
          <a:xfrm>
            <a:off x="5989252" y="57983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F02E6D22-1894-49F5-8950-C81BD09F4E5E}"/>
              </a:ext>
            </a:extLst>
          </p:cNvPr>
          <p:cNvSpPr>
            <a:spLocks/>
          </p:cNvSpPr>
          <p:nvPr/>
        </p:nvSpPr>
        <p:spPr>
          <a:xfrm>
            <a:off x="5989252" y="5791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8A9C911A-2110-459E-A414-4EDABB6C7A0B}"/>
              </a:ext>
            </a:extLst>
          </p:cNvPr>
          <p:cNvSpPr>
            <a:spLocks/>
          </p:cNvSpPr>
          <p:nvPr/>
        </p:nvSpPr>
        <p:spPr>
          <a:xfrm>
            <a:off x="5989252" y="5783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17B3980F-2A9A-45CC-A9EB-DEBCB003F4E7}"/>
              </a:ext>
            </a:extLst>
          </p:cNvPr>
          <p:cNvSpPr>
            <a:spLocks/>
          </p:cNvSpPr>
          <p:nvPr/>
        </p:nvSpPr>
        <p:spPr>
          <a:xfrm>
            <a:off x="5989252" y="5776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AEF896C8-294A-42AC-941E-A859787F1D5A}"/>
              </a:ext>
            </a:extLst>
          </p:cNvPr>
          <p:cNvSpPr>
            <a:spLocks/>
          </p:cNvSpPr>
          <p:nvPr/>
        </p:nvSpPr>
        <p:spPr>
          <a:xfrm>
            <a:off x="5989252" y="57690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99E5E9-BE9A-494B-A6F4-8FDCC5AC06C7}"/>
              </a:ext>
            </a:extLst>
          </p:cNvPr>
          <p:cNvSpPr>
            <a:spLocks/>
          </p:cNvSpPr>
          <p:nvPr/>
        </p:nvSpPr>
        <p:spPr>
          <a:xfrm>
            <a:off x="5989252" y="57617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EE1B94CB-4CD8-4F9F-9C23-B664A7B42C38}"/>
              </a:ext>
            </a:extLst>
          </p:cNvPr>
          <p:cNvSpPr>
            <a:spLocks/>
          </p:cNvSpPr>
          <p:nvPr/>
        </p:nvSpPr>
        <p:spPr>
          <a:xfrm>
            <a:off x="5989252" y="57544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CA47738F-39F7-4265-B47D-7398A70EE449}"/>
              </a:ext>
            </a:extLst>
          </p:cNvPr>
          <p:cNvSpPr>
            <a:spLocks/>
          </p:cNvSpPr>
          <p:nvPr/>
        </p:nvSpPr>
        <p:spPr>
          <a:xfrm>
            <a:off x="5989252" y="5747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ADA4A2CC-EF3E-4C67-AD75-2E343703C93E}"/>
              </a:ext>
            </a:extLst>
          </p:cNvPr>
          <p:cNvSpPr>
            <a:spLocks/>
          </p:cNvSpPr>
          <p:nvPr/>
        </p:nvSpPr>
        <p:spPr>
          <a:xfrm>
            <a:off x="5989252" y="5739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F8F230C6-B221-42F8-9B55-CACC6B675899}"/>
              </a:ext>
            </a:extLst>
          </p:cNvPr>
          <p:cNvSpPr>
            <a:spLocks/>
          </p:cNvSpPr>
          <p:nvPr/>
        </p:nvSpPr>
        <p:spPr>
          <a:xfrm>
            <a:off x="5989252" y="5732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6401FD17-6AD4-437D-86C9-0140CB58D6BA}"/>
              </a:ext>
            </a:extLst>
          </p:cNvPr>
          <p:cNvSpPr>
            <a:spLocks/>
          </p:cNvSpPr>
          <p:nvPr/>
        </p:nvSpPr>
        <p:spPr>
          <a:xfrm>
            <a:off x="5989252" y="57251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FDAE9CC0-0DCD-4A46-A4C2-FECD170FDE3F}"/>
              </a:ext>
            </a:extLst>
          </p:cNvPr>
          <p:cNvSpPr>
            <a:spLocks/>
          </p:cNvSpPr>
          <p:nvPr/>
        </p:nvSpPr>
        <p:spPr>
          <a:xfrm>
            <a:off x="5989252" y="57178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9DBC757E-E581-4377-ADEF-356D5A6C9360}"/>
              </a:ext>
            </a:extLst>
          </p:cNvPr>
          <p:cNvSpPr>
            <a:spLocks/>
          </p:cNvSpPr>
          <p:nvPr/>
        </p:nvSpPr>
        <p:spPr>
          <a:xfrm>
            <a:off x="5989252" y="5710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42DE60AA-B204-42CC-AC5E-089F1F07FCEA}"/>
              </a:ext>
            </a:extLst>
          </p:cNvPr>
          <p:cNvSpPr>
            <a:spLocks/>
          </p:cNvSpPr>
          <p:nvPr/>
        </p:nvSpPr>
        <p:spPr>
          <a:xfrm>
            <a:off x="5989252" y="5703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61A353D0-DCC3-41E1-81E5-642EAC246BDC}"/>
              </a:ext>
            </a:extLst>
          </p:cNvPr>
          <p:cNvSpPr>
            <a:spLocks/>
          </p:cNvSpPr>
          <p:nvPr/>
        </p:nvSpPr>
        <p:spPr>
          <a:xfrm>
            <a:off x="5989252" y="5695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8B790155-C7BF-4635-B4A8-0CAA8C6D8D61}"/>
              </a:ext>
            </a:extLst>
          </p:cNvPr>
          <p:cNvSpPr>
            <a:spLocks/>
          </p:cNvSpPr>
          <p:nvPr/>
        </p:nvSpPr>
        <p:spPr>
          <a:xfrm>
            <a:off x="5989252" y="56885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052C134A-D653-428E-BD8C-78E7F80D2D81}"/>
              </a:ext>
            </a:extLst>
          </p:cNvPr>
          <p:cNvSpPr>
            <a:spLocks/>
          </p:cNvSpPr>
          <p:nvPr/>
        </p:nvSpPr>
        <p:spPr>
          <a:xfrm>
            <a:off x="5989252" y="56811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C3FF928E-1D0B-4B2F-82EA-5296DD4FC5A0}"/>
              </a:ext>
            </a:extLst>
          </p:cNvPr>
          <p:cNvSpPr>
            <a:spLocks/>
          </p:cNvSpPr>
          <p:nvPr/>
        </p:nvSpPr>
        <p:spPr>
          <a:xfrm>
            <a:off x="5989252" y="5673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41F15709-A3C3-40EA-A6EA-2B01734B85E6}"/>
              </a:ext>
            </a:extLst>
          </p:cNvPr>
          <p:cNvSpPr>
            <a:spLocks/>
          </p:cNvSpPr>
          <p:nvPr/>
        </p:nvSpPr>
        <p:spPr>
          <a:xfrm>
            <a:off x="5989252" y="5666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5996CCDD-C5B4-44C9-96E1-3D24AA6DAC78}"/>
              </a:ext>
            </a:extLst>
          </p:cNvPr>
          <p:cNvSpPr>
            <a:spLocks/>
          </p:cNvSpPr>
          <p:nvPr/>
        </p:nvSpPr>
        <p:spPr>
          <a:xfrm>
            <a:off x="5989252" y="5659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B72AA88D-BD81-40C3-B25B-092F2B20DF4D}"/>
              </a:ext>
            </a:extLst>
          </p:cNvPr>
          <p:cNvSpPr>
            <a:spLocks/>
          </p:cNvSpPr>
          <p:nvPr/>
        </p:nvSpPr>
        <p:spPr>
          <a:xfrm>
            <a:off x="5989252" y="56519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ACF92F72-6F7E-49F4-BD92-521E3979506E}"/>
              </a:ext>
            </a:extLst>
          </p:cNvPr>
          <p:cNvSpPr>
            <a:spLocks/>
          </p:cNvSpPr>
          <p:nvPr/>
        </p:nvSpPr>
        <p:spPr>
          <a:xfrm>
            <a:off x="5989252" y="56445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121EC852-2E7B-4048-99BF-2918A78067D5}"/>
              </a:ext>
            </a:extLst>
          </p:cNvPr>
          <p:cNvSpPr>
            <a:spLocks/>
          </p:cNvSpPr>
          <p:nvPr/>
        </p:nvSpPr>
        <p:spPr>
          <a:xfrm>
            <a:off x="5989252" y="56372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EAD9B522-4B1B-4913-8FE0-31E8BD12D479}"/>
              </a:ext>
            </a:extLst>
          </p:cNvPr>
          <p:cNvSpPr>
            <a:spLocks/>
          </p:cNvSpPr>
          <p:nvPr/>
        </p:nvSpPr>
        <p:spPr>
          <a:xfrm>
            <a:off x="5989252" y="5629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989709CE-5E24-4AFA-886B-0473C4DDF733}"/>
              </a:ext>
            </a:extLst>
          </p:cNvPr>
          <p:cNvSpPr>
            <a:spLocks/>
          </p:cNvSpPr>
          <p:nvPr/>
        </p:nvSpPr>
        <p:spPr>
          <a:xfrm>
            <a:off x="5989252" y="5622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57D1F304-2127-44E3-A049-690C873ADA49}"/>
              </a:ext>
            </a:extLst>
          </p:cNvPr>
          <p:cNvSpPr>
            <a:spLocks/>
          </p:cNvSpPr>
          <p:nvPr/>
        </p:nvSpPr>
        <p:spPr>
          <a:xfrm>
            <a:off x="5989252" y="5615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E7B7DBB3-600C-48C1-970C-B9021B232CFB}"/>
              </a:ext>
            </a:extLst>
          </p:cNvPr>
          <p:cNvSpPr>
            <a:spLocks/>
          </p:cNvSpPr>
          <p:nvPr/>
        </p:nvSpPr>
        <p:spPr>
          <a:xfrm>
            <a:off x="5989252" y="56079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20449CF0-C1D6-4911-8059-4D1285349F8E}"/>
              </a:ext>
            </a:extLst>
          </p:cNvPr>
          <p:cNvSpPr>
            <a:spLocks/>
          </p:cNvSpPr>
          <p:nvPr/>
        </p:nvSpPr>
        <p:spPr>
          <a:xfrm>
            <a:off x="5989252" y="56006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9F3C0B5F-ED53-4962-998E-B0EE30D6E28B}"/>
              </a:ext>
            </a:extLst>
          </p:cNvPr>
          <p:cNvSpPr>
            <a:spLocks/>
          </p:cNvSpPr>
          <p:nvPr/>
        </p:nvSpPr>
        <p:spPr>
          <a:xfrm>
            <a:off x="5989252" y="5593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2E5D7D8D-B867-4EEB-B37B-B59942FD9806}"/>
              </a:ext>
            </a:extLst>
          </p:cNvPr>
          <p:cNvSpPr>
            <a:spLocks/>
          </p:cNvSpPr>
          <p:nvPr/>
        </p:nvSpPr>
        <p:spPr>
          <a:xfrm>
            <a:off x="5989252" y="5586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9477EA7B-B06C-4823-A7E2-437C3743BFFA}"/>
              </a:ext>
            </a:extLst>
          </p:cNvPr>
          <p:cNvSpPr>
            <a:spLocks/>
          </p:cNvSpPr>
          <p:nvPr/>
        </p:nvSpPr>
        <p:spPr>
          <a:xfrm>
            <a:off x="5989252" y="5578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BCC6E682-A680-4479-A305-0F92A817B5E1}"/>
              </a:ext>
            </a:extLst>
          </p:cNvPr>
          <p:cNvSpPr>
            <a:spLocks/>
          </p:cNvSpPr>
          <p:nvPr/>
        </p:nvSpPr>
        <p:spPr>
          <a:xfrm>
            <a:off x="5989252" y="55713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950A989C-0F12-40F4-BD19-329C1399BA5D}"/>
              </a:ext>
            </a:extLst>
          </p:cNvPr>
          <p:cNvSpPr>
            <a:spLocks/>
          </p:cNvSpPr>
          <p:nvPr/>
        </p:nvSpPr>
        <p:spPr>
          <a:xfrm>
            <a:off x="5989252" y="55640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42E00322-4987-4C85-815F-B43D18A41184}"/>
              </a:ext>
            </a:extLst>
          </p:cNvPr>
          <p:cNvSpPr>
            <a:spLocks/>
          </p:cNvSpPr>
          <p:nvPr/>
        </p:nvSpPr>
        <p:spPr>
          <a:xfrm>
            <a:off x="5989252" y="5556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05565C64-CDC6-4176-9612-7D84B284DC9D}"/>
              </a:ext>
            </a:extLst>
          </p:cNvPr>
          <p:cNvSpPr>
            <a:spLocks/>
          </p:cNvSpPr>
          <p:nvPr/>
        </p:nvSpPr>
        <p:spPr>
          <a:xfrm>
            <a:off x="5989252" y="5549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838DDBF3-D2FD-4642-A334-23D65878DC4E}"/>
              </a:ext>
            </a:extLst>
          </p:cNvPr>
          <p:cNvSpPr>
            <a:spLocks/>
          </p:cNvSpPr>
          <p:nvPr/>
        </p:nvSpPr>
        <p:spPr>
          <a:xfrm>
            <a:off x="5989252" y="5542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52ABEB3C-F8CB-40EA-830A-B960AA6C9D4E}"/>
              </a:ext>
            </a:extLst>
          </p:cNvPr>
          <p:cNvSpPr>
            <a:spLocks/>
          </p:cNvSpPr>
          <p:nvPr/>
        </p:nvSpPr>
        <p:spPr>
          <a:xfrm>
            <a:off x="5989252" y="55347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7DDA54A2-B0D3-46C7-9609-DC94D9587FB9}"/>
              </a:ext>
            </a:extLst>
          </p:cNvPr>
          <p:cNvSpPr>
            <a:spLocks/>
          </p:cNvSpPr>
          <p:nvPr/>
        </p:nvSpPr>
        <p:spPr>
          <a:xfrm>
            <a:off x="5989252" y="55274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23F372D2-879A-4A9E-8116-4B7D560267C4}"/>
              </a:ext>
            </a:extLst>
          </p:cNvPr>
          <p:cNvSpPr>
            <a:spLocks/>
          </p:cNvSpPr>
          <p:nvPr/>
        </p:nvSpPr>
        <p:spPr>
          <a:xfrm>
            <a:off x="5989252" y="55201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F659DB0C-6003-4772-853C-B5BBCC19FCCF}"/>
              </a:ext>
            </a:extLst>
          </p:cNvPr>
          <p:cNvSpPr>
            <a:spLocks/>
          </p:cNvSpPr>
          <p:nvPr/>
        </p:nvSpPr>
        <p:spPr>
          <a:xfrm>
            <a:off x="5989252" y="5512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F2033653-0973-4781-8C5A-36D31BBEF47C}"/>
              </a:ext>
            </a:extLst>
          </p:cNvPr>
          <p:cNvSpPr>
            <a:spLocks/>
          </p:cNvSpPr>
          <p:nvPr/>
        </p:nvSpPr>
        <p:spPr>
          <a:xfrm>
            <a:off x="5989252" y="5505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43935194-3B7F-461B-B062-1412BE4772B7}"/>
              </a:ext>
            </a:extLst>
          </p:cNvPr>
          <p:cNvSpPr>
            <a:spLocks/>
          </p:cNvSpPr>
          <p:nvPr/>
        </p:nvSpPr>
        <p:spPr>
          <a:xfrm>
            <a:off x="5989252" y="5498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80DE6D4-E241-46FB-8E0C-A7C18ACBBE17}"/>
              </a:ext>
            </a:extLst>
          </p:cNvPr>
          <p:cNvSpPr>
            <a:spLocks/>
          </p:cNvSpPr>
          <p:nvPr/>
        </p:nvSpPr>
        <p:spPr>
          <a:xfrm>
            <a:off x="5989252" y="54908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87BED7FC-3332-4FD9-9043-AE6CE93FFD4B}"/>
              </a:ext>
            </a:extLst>
          </p:cNvPr>
          <p:cNvSpPr>
            <a:spLocks/>
          </p:cNvSpPr>
          <p:nvPr/>
        </p:nvSpPr>
        <p:spPr>
          <a:xfrm>
            <a:off x="5989252" y="54835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4538D832-9EE7-49F5-BD5A-26B4BF49C7FD}"/>
              </a:ext>
            </a:extLst>
          </p:cNvPr>
          <p:cNvSpPr>
            <a:spLocks/>
          </p:cNvSpPr>
          <p:nvPr/>
        </p:nvSpPr>
        <p:spPr>
          <a:xfrm>
            <a:off x="5989252" y="5476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EE4B2D39-801E-46D2-87E3-478D94B9DCF8}"/>
              </a:ext>
            </a:extLst>
          </p:cNvPr>
          <p:cNvSpPr>
            <a:spLocks/>
          </p:cNvSpPr>
          <p:nvPr/>
        </p:nvSpPr>
        <p:spPr>
          <a:xfrm>
            <a:off x="5989252" y="5468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F376A2B0-B247-42AA-99B1-1830D0FAAE87}"/>
              </a:ext>
            </a:extLst>
          </p:cNvPr>
          <p:cNvSpPr>
            <a:spLocks/>
          </p:cNvSpPr>
          <p:nvPr/>
        </p:nvSpPr>
        <p:spPr>
          <a:xfrm>
            <a:off x="5989252" y="5461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A9DFBA63-ABC2-4693-9FC0-A83BB87AAD3C}"/>
              </a:ext>
            </a:extLst>
          </p:cNvPr>
          <p:cNvSpPr>
            <a:spLocks/>
          </p:cNvSpPr>
          <p:nvPr/>
        </p:nvSpPr>
        <p:spPr>
          <a:xfrm>
            <a:off x="5989252" y="54542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C34DF27A-E084-4DFB-98BF-E6349DF632F7}"/>
              </a:ext>
            </a:extLst>
          </p:cNvPr>
          <p:cNvSpPr>
            <a:spLocks/>
          </p:cNvSpPr>
          <p:nvPr/>
        </p:nvSpPr>
        <p:spPr>
          <a:xfrm>
            <a:off x="5989252" y="54468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32A22E51-B61E-48FB-A613-A7F53C053328}"/>
              </a:ext>
            </a:extLst>
          </p:cNvPr>
          <p:cNvSpPr>
            <a:spLocks/>
          </p:cNvSpPr>
          <p:nvPr/>
        </p:nvSpPr>
        <p:spPr>
          <a:xfrm>
            <a:off x="5989252" y="5439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FA4C9975-4B56-4395-9464-62556E312B24}"/>
              </a:ext>
            </a:extLst>
          </p:cNvPr>
          <p:cNvSpPr>
            <a:spLocks/>
          </p:cNvSpPr>
          <p:nvPr/>
        </p:nvSpPr>
        <p:spPr>
          <a:xfrm>
            <a:off x="5989252" y="5432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57D7999F-AC6E-48F3-A4D5-CD5EC59B97F9}"/>
              </a:ext>
            </a:extLst>
          </p:cNvPr>
          <p:cNvSpPr>
            <a:spLocks/>
          </p:cNvSpPr>
          <p:nvPr/>
        </p:nvSpPr>
        <p:spPr>
          <a:xfrm>
            <a:off x="5989252" y="5424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BD97D16C-8E44-4152-BE35-77423899E448}"/>
              </a:ext>
            </a:extLst>
          </p:cNvPr>
          <p:cNvSpPr>
            <a:spLocks/>
          </p:cNvSpPr>
          <p:nvPr/>
        </p:nvSpPr>
        <p:spPr>
          <a:xfrm>
            <a:off x="5989252" y="54176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CA2DD251-3DAA-4EE1-947D-A71F4F7F41B0}"/>
              </a:ext>
            </a:extLst>
          </p:cNvPr>
          <p:cNvSpPr>
            <a:spLocks/>
          </p:cNvSpPr>
          <p:nvPr/>
        </p:nvSpPr>
        <p:spPr>
          <a:xfrm>
            <a:off x="5989252" y="54102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9E20E834-49BA-4876-8FAF-AEB6340A912E}"/>
              </a:ext>
            </a:extLst>
          </p:cNvPr>
          <p:cNvSpPr>
            <a:spLocks/>
          </p:cNvSpPr>
          <p:nvPr/>
        </p:nvSpPr>
        <p:spPr>
          <a:xfrm>
            <a:off x="5989252" y="54029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30389101-B20F-482B-AD5C-259FF8E37BC6}"/>
              </a:ext>
            </a:extLst>
          </p:cNvPr>
          <p:cNvSpPr>
            <a:spLocks/>
          </p:cNvSpPr>
          <p:nvPr/>
        </p:nvSpPr>
        <p:spPr>
          <a:xfrm>
            <a:off x="5989252" y="5395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522DF3A0-2819-4327-8E60-387B438453B0}"/>
              </a:ext>
            </a:extLst>
          </p:cNvPr>
          <p:cNvSpPr>
            <a:spLocks/>
          </p:cNvSpPr>
          <p:nvPr/>
        </p:nvSpPr>
        <p:spPr>
          <a:xfrm>
            <a:off x="5989252" y="5388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FBA906F8-D78A-4C2A-89E6-AE457BE9FD2E}"/>
              </a:ext>
            </a:extLst>
          </p:cNvPr>
          <p:cNvSpPr>
            <a:spLocks/>
          </p:cNvSpPr>
          <p:nvPr/>
        </p:nvSpPr>
        <p:spPr>
          <a:xfrm>
            <a:off x="5989252" y="5381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71A49503-080D-4F06-A2CF-A0EF54C5044B}"/>
              </a:ext>
            </a:extLst>
          </p:cNvPr>
          <p:cNvSpPr>
            <a:spLocks/>
          </p:cNvSpPr>
          <p:nvPr/>
        </p:nvSpPr>
        <p:spPr>
          <a:xfrm>
            <a:off x="5989252" y="53736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84629B3D-C1CB-4AE3-8A16-4A5CA205CECA}"/>
              </a:ext>
            </a:extLst>
          </p:cNvPr>
          <p:cNvSpPr>
            <a:spLocks/>
          </p:cNvSpPr>
          <p:nvPr/>
        </p:nvSpPr>
        <p:spPr>
          <a:xfrm>
            <a:off x="5989252" y="53663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31C68CFC-13F5-42F2-A995-7A57F4F2C121}"/>
              </a:ext>
            </a:extLst>
          </p:cNvPr>
          <p:cNvSpPr>
            <a:spLocks/>
          </p:cNvSpPr>
          <p:nvPr/>
        </p:nvSpPr>
        <p:spPr>
          <a:xfrm>
            <a:off x="5989252" y="5359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C921E0AB-4DFC-4C06-893E-9F0FB736EA58}"/>
              </a:ext>
            </a:extLst>
          </p:cNvPr>
          <p:cNvSpPr>
            <a:spLocks/>
          </p:cNvSpPr>
          <p:nvPr/>
        </p:nvSpPr>
        <p:spPr>
          <a:xfrm>
            <a:off x="5989252" y="5351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457E2D9-39C0-4468-BC2C-88572B2ED842}"/>
              </a:ext>
            </a:extLst>
          </p:cNvPr>
          <p:cNvSpPr>
            <a:spLocks/>
          </p:cNvSpPr>
          <p:nvPr/>
        </p:nvSpPr>
        <p:spPr>
          <a:xfrm>
            <a:off x="5989252" y="5344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0ED96E1E-0B3C-4E6D-B2B0-24FBCD1FF5E5}"/>
              </a:ext>
            </a:extLst>
          </p:cNvPr>
          <p:cNvSpPr>
            <a:spLocks/>
          </p:cNvSpPr>
          <p:nvPr/>
        </p:nvSpPr>
        <p:spPr>
          <a:xfrm>
            <a:off x="5989252" y="53370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F937DD2A-CD80-4148-964A-F39C22C5AE28}"/>
              </a:ext>
            </a:extLst>
          </p:cNvPr>
          <p:cNvSpPr>
            <a:spLocks/>
          </p:cNvSpPr>
          <p:nvPr/>
        </p:nvSpPr>
        <p:spPr>
          <a:xfrm>
            <a:off x="5989252" y="53297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4CDD9F9F-99FC-4215-9E8A-760BC266E8C3}"/>
              </a:ext>
            </a:extLst>
          </p:cNvPr>
          <p:cNvSpPr>
            <a:spLocks/>
          </p:cNvSpPr>
          <p:nvPr/>
        </p:nvSpPr>
        <p:spPr>
          <a:xfrm>
            <a:off x="5989252" y="5322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04209311-0A19-44A6-A71B-35F0F3BB52EA}"/>
              </a:ext>
            </a:extLst>
          </p:cNvPr>
          <p:cNvSpPr>
            <a:spLocks/>
          </p:cNvSpPr>
          <p:nvPr/>
        </p:nvSpPr>
        <p:spPr>
          <a:xfrm>
            <a:off x="5989252" y="5315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A95E8CB5-81ED-4A8A-8A1F-ACC878205A16}"/>
              </a:ext>
            </a:extLst>
          </p:cNvPr>
          <p:cNvSpPr>
            <a:spLocks/>
          </p:cNvSpPr>
          <p:nvPr/>
        </p:nvSpPr>
        <p:spPr>
          <a:xfrm>
            <a:off x="5989252" y="5307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3BDEE8FA-4526-41E4-8CAF-4FF1F3072179}"/>
              </a:ext>
            </a:extLst>
          </p:cNvPr>
          <p:cNvSpPr>
            <a:spLocks/>
          </p:cNvSpPr>
          <p:nvPr/>
        </p:nvSpPr>
        <p:spPr>
          <a:xfrm>
            <a:off x="5989252" y="53004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B1BD9FAD-A6ED-444B-8A6B-50DEAA7B426E}"/>
              </a:ext>
            </a:extLst>
          </p:cNvPr>
          <p:cNvSpPr>
            <a:spLocks/>
          </p:cNvSpPr>
          <p:nvPr/>
        </p:nvSpPr>
        <p:spPr>
          <a:xfrm>
            <a:off x="5989252" y="52931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B35E484B-1C6F-4C57-9C45-D4AC362C49A3}"/>
              </a:ext>
            </a:extLst>
          </p:cNvPr>
          <p:cNvSpPr>
            <a:spLocks/>
          </p:cNvSpPr>
          <p:nvPr/>
        </p:nvSpPr>
        <p:spPr>
          <a:xfrm>
            <a:off x="5989252" y="52858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0B072B7B-754A-4ADB-B82E-A260D28ECEFD}"/>
              </a:ext>
            </a:extLst>
          </p:cNvPr>
          <p:cNvSpPr>
            <a:spLocks/>
          </p:cNvSpPr>
          <p:nvPr/>
        </p:nvSpPr>
        <p:spPr>
          <a:xfrm>
            <a:off x="5989252" y="5278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453CA86A-3D8F-47DB-8A88-845D3FE70370}"/>
              </a:ext>
            </a:extLst>
          </p:cNvPr>
          <p:cNvSpPr>
            <a:spLocks/>
          </p:cNvSpPr>
          <p:nvPr/>
        </p:nvSpPr>
        <p:spPr>
          <a:xfrm>
            <a:off x="5989252" y="5271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E51552B6-F267-44C5-B9F4-0E810CFA5918}"/>
              </a:ext>
            </a:extLst>
          </p:cNvPr>
          <p:cNvSpPr>
            <a:spLocks/>
          </p:cNvSpPr>
          <p:nvPr/>
        </p:nvSpPr>
        <p:spPr>
          <a:xfrm>
            <a:off x="5989252" y="5263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A09BBDC-A374-4E0C-8F50-371863C9E50A}"/>
              </a:ext>
            </a:extLst>
          </p:cNvPr>
          <p:cNvSpPr>
            <a:spLocks/>
          </p:cNvSpPr>
          <p:nvPr/>
        </p:nvSpPr>
        <p:spPr>
          <a:xfrm>
            <a:off x="5989252" y="52565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03CC471-5EDE-4217-8D49-FE65EAC4F65B}"/>
              </a:ext>
            </a:extLst>
          </p:cNvPr>
          <p:cNvSpPr>
            <a:spLocks/>
          </p:cNvSpPr>
          <p:nvPr/>
        </p:nvSpPr>
        <p:spPr>
          <a:xfrm>
            <a:off x="5989252" y="52492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B838BC64-B3F3-44D5-B807-495EF8BA090C}"/>
              </a:ext>
            </a:extLst>
          </p:cNvPr>
          <p:cNvSpPr>
            <a:spLocks/>
          </p:cNvSpPr>
          <p:nvPr/>
        </p:nvSpPr>
        <p:spPr>
          <a:xfrm>
            <a:off x="5989252" y="5241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A6BFDD0D-8CA2-4547-AA6B-63D08A5EDA77}"/>
              </a:ext>
            </a:extLst>
          </p:cNvPr>
          <p:cNvSpPr>
            <a:spLocks/>
          </p:cNvSpPr>
          <p:nvPr/>
        </p:nvSpPr>
        <p:spPr>
          <a:xfrm>
            <a:off x="5989252" y="5234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5DBB9DD1-62D3-40D2-8BCA-400972BB15CC}"/>
              </a:ext>
            </a:extLst>
          </p:cNvPr>
          <p:cNvSpPr>
            <a:spLocks/>
          </p:cNvSpPr>
          <p:nvPr/>
        </p:nvSpPr>
        <p:spPr>
          <a:xfrm>
            <a:off x="5989252" y="5227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112B6269-C8CE-4396-99C8-EF377061D792}"/>
              </a:ext>
            </a:extLst>
          </p:cNvPr>
          <p:cNvSpPr>
            <a:spLocks/>
          </p:cNvSpPr>
          <p:nvPr/>
        </p:nvSpPr>
        <p:spPr>
          <a:xfrm>
            <a:off x="5989252" y="521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CD5C2CE5-675F-4544-B564-D2DAAEACDB1E}"/>
              </a:ext>
            </a:extLst>
          </p:cNvPr>
          <p:cNvSpPr>
            <a:spLocks/>
          </p:cNvSpPr>
          <p:nvPr/>
        </p:nvSpPr>
        <p:spPr>
          <a:xfrm>
            <a:off x="5989252" y="52126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746A46C6-656A-4785-8F3A-03B376C6CB53}"/>
              </a:ext>
            </a:extLst>
          </p:cNvPr>
          <p:cNvSpPr>
            <a:spLocks/>
          </p:cNvSpPr>
          <p:nvPr/>
        </p:nvSpPr>
        <p:spPr>
          <a:xfrm>
            <a:off x="5989252" y="5205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5AE8EFC7-350C-4325-AA11-F94A4D07BC37}"/>
              </a:ext>
            </a:extLst>
          </p:cNvPr>
          <p:cNvSpPr>
            <a:spLocks/>
          </p:cNvSpPr>
          <p:nvPr/>
        </p:nvSpPr>
        <p:spPr>
          <a:xfrm>
            <a:off x="5989252" y="5197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1D83F4D2-7E79-4B87-89CA-108D8A2F1871}"/>
              </a:ext>
            </a:extLst>
          </p:cNvPr>
          <p:cNvSpPr>
            <a:spLocks/>
          </p:cNvSpPr>
          <p:nvPr/>
        </p:nvSpPr>
        <p:spPr>
          <a:xfrm>
            <a:off x="5989252" y="5190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77E1932E-6388-4BA0-A5ED-7C75287D34A8}"/>
              </a:ext>
            </a:extLst>
          </p:cNvPr>
          <p:cNvSpPr>
            <a:spLocks/>
          </p:cNvSpPr>
          <p:nvPr/>
        </p:nvSpPr>
        <p:spPr>
          <a:xfrm>
            <a:off x="5989252" y="518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61689117-7FD5-4300-AAF3-E2379DDEAAC4}"/>
              </a:ext>
            </a:extLst>
          </p:cNvPr>
          <p:cNvSpPr>
            <a:spLocks/>
          </p:cNvSpPr>
          <p:nvPr/>
        </p:nvSpPr>
        <p:spPr>
          <a:xfrm>
            <a:off x="5989252" y="51759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8E02B101-E641-4C0C-A9D3-658641D9F8F3}"/>
              </a:ext>
            </a:extLst>
          </p:cNvPr>
          <p:cNvSpPr>
            <a:spLocks/>
          </p:cNvSpPr>
          <p:nvPr/>
        </p:nvSpPr>
        <p:spPr>
          <a:xfrm>
            <a:off x="5989252" y="51686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80B4C9AF-19E7-40D5-ADAF-DC9942005AD8}"/>
              </a:ext>
            </a:extLst>
          </p:cNvPr>
          <p:cNvSpPr>
            <a:spLocks/>
          </p:cNvSpPr>
          <p:nvPr/>
        </p:nvSpPr>
        <p:spPr>
          <a:xfrm>
            <a:off x="5989252" y="5161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9BC00794-2A48-4493-9E6C-ED73F1EA9434}"/>
              </a:ext>
            </a:extLst>
          </p:cNvPr>
          <p:cNvSpPr>
            <a:spLocks/>
          </p:cNvSpPr>
          <p:nvPr/>
        </p:nvSpPr>
        <p:spPr>
          <a:xfrm>
            <a:off x="5989252" y="5154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118DF6DD-81C4-4DF8-930E-9AE1A7A06E99}"/>
              </a:ext>
            </a:extLst>
          </p:cNvPr>
          <p:cNvSpPr>
            <a:spLocks/>
          </p:cNvSpPr>
          <p:nvPr/>
        </p:nvSpPr>
        <p:spPr>
          <a:xfrm>
            <a:off x="5989252" y="5146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6F3F513E-A521-4A28-AED4-DBA92C283902}"/>
              </a:ext>
            </a:extLst>
          </p:cNvPr>
          <p:cNvSpPr>
            <a:spLocks/>
          </p:cNvSpPr>
          <p:nvPr/>
        </p:nvSpPr>
        <p:spPr>
          <a:xfrm>
            <a:off x="5989252" y="513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D14A6137-8FE2-455A-BD9C-05E1AE7E6630}"/>
              </a:ext>
            </a:extLst>
          </p:cNvPr>
          <p:cNvSpPr>
            <a:spLocks/>
          </p:cNvSpPr>
          <p:nvPr/>
        </p:nvSpPr>
        <p:spPr>
          <a:xfrm>
            <a:off x="5989252" y="51320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6D09A5B3-7646-4BCD-A990-1DC8A9AB75FF}"/>
              </a:ext>
            </a:extLst>
          </p:cNvPr>
          <p:cNvSpPr>
            <a:spLocks/>
          </p:cNvSpPr>
          <p:nvPr/>
        </p:nvSpPr>
        <p:spPr>
          <a:xfrm>
            <a:off x="5989252" y="5124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CECAD6DF-D1EB-486C-895C-005656632CEC}"/>
              </a:ext>
            </a:extLst>
          </p:cNvPr>
          <p:cNvSpPr>
            <a:spLocks/>
          </p:cNvSpPr>
          <p:nvPr/>
        </p:nvSpPr>
        <p:spPr>
          <a:xfrm>
            <a:off x="5989252" y="5117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BA462F90-F2E4-44B9-A6AE-C0D004BB8272}"/>
              </a:ext>
            </a:extLst>
          </p:cNvPr>
          <p:cNvSpPr>
            <a:spLocks/>
          </p:cNvSpPr>
          <p:nvPr/>
        </p:nvSpPr>
        <p:spPr>
          <a:xfrm>
            <a:off x="5989252" y="5110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A12F2609-CC98-46F5-A885-A2F14513B100}"/>
              </a:ext>
            </a:extLst>
          </p:cNvPr>
          <p:cNvSpPr>
            <a:spLocks/>
          </p:cNvSpPr>
          <p:nvPr/>
        </p:nvSpPr>
        <p:spPr>
          <a:xfrm>
            <a:off x="5989252" y="510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0B876C32-FEEB-4F99-8F45-6621CC5668F9}"/>
              </a:ext>
            </a:extLst>
          </p:cNvPr>
          <p:cNvSpPr>
            <a:spLocks/>
          </p:cNvSpPr>
          <p:nvPr/>
        </p:nvSpPr>
        <p:spPr>
          <a:xfrm>
            <a:off x="5989252" y="50954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49E70389-2C4C-4BC9-A533-2CBD7147B45F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EE2E08E9-07DA-441E-9CCF-39CFDC0B4F7C}"/>
              </a:ext>
            </a:extLst>
          </p:cNvPr>
          <p:cNvSpPr>
            <a:spLocks/>
          </p:cNvSpPr>
          <p:nvPr/>
        </p:nvSpPr>
        <p:spPr>
          <a:xfrm>
            <a:off x="6079739" y="6962514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9C3C37A8-3C68-4867-AA21-7D832037B84F}"/>
              </a:ext>
            </a:extLst>
          </p:cNvPr>
          <p:cNvSpPr>
            <a:spLocks/>
          </p:cNvSpPr>
          <p:nvPr/>
        </p:nvSpPr>
        <p:spPr>
          <a:xfrm>
            <a:off x="6177279" y="6905862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2ABDE090-9955-481C-BC1A-0A2356FC2382}"/>
              </a:ext>
            </a:extLst>
          </p:cNvPr>
          <p:cNvSpPr>
            <a:spLocks/>
          </p:cNvSpPr>
          <p:nvPr/>
        </p:nvSpPr>
        <p:spPr>
          <a:xfrm>
            <a:off x="6079739" y="6337719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ED962CDD-45E7-4D74-9E3C-C4BC34DE50BB}"/>
              </a:ext>
            </a:extLst>
          </p:cNvPr>
          <p:cNvSpPr>
            <a:spLocks/>
          </p:cNvSpPr>
          <p:nvPr/>
        </p:nvSpPr>
        <p:spPr>
          <a:xfrm>
            <a:off x="6177279" y="628106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A02ED049-94CC-4D08-A06D-2523F02DDB0C}"/>
              </a:ext>
            </a:extLst>
          </p:cNvPr>
          <p:cNvSpPr>
            <a:spLocks/>
          </p:cNvSpPr>
          <p:nvPr/>
        </p:nvSpPr>
        <p:spPr>
          <a:xfrm>
            <a:off x="6079739" y="571292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FA8120F4-90ED-4C7E-A0C2-C12F98AD986A}"/>
              </a:ext>
            </a:extLst>
          </p:cNvPr>
          <p:cNvSpPr>
            <a:spLocks/>
          </p:cNvSpPr>
          <p:nvPr/>
        </p:nvSpPr>
        <p:spPr>
          <a:xfrm>
            <a:off x="6177279" y="5656273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0DFBF401-C3E8-46E3-A1C5-8E6B1DAE3D81}"/>
              </a:ext>
            </a:extLst>
          </p:cNvPr>
          <p:cNvSpPr>
            <a:spLocks/>
          </p:cNvSpPr>
          <p:nvPr/>
        </p:nvSpPr>
        <p:spPr>
          <a:xfrm>
            <a:off x="6079739" y="50881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893B10E4-1B88-458E-8755-23253E4477F7}"/>
              </a:ext>
            </a:extLst>
          </p:cNvPr>
          <p:cNvSpPr>
            <a:spLocks/>
          </p:cNvSpPr>
          <p:nvPr/>
        </p:nvSpPr>
        <p:spPr>
          <a:xfrm>
            <a:off x="6177279" y="50314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A889EE5D-C0AB-4965-9001-61E6E83A0A56}"/>
              </a:ext>
            </a:extLst>
          </p:cNvPr>
          <p:cNvSpPr>
            <a:spLocks/>
          </p:cNvSpPr>
          <p:nvPr/>
        </p:nvSpPr>
        <p:spPr>
          <a:xfrm rot="-5400000">
            <a:off x="6009664" y="594440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43D12A1D-3458-473B-82BF-21F4C3E048DF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A15F34AA-C5A4-4754-8738-648D840E5FF0}"/>
              </a:ext>
            </a:extLst>
          </p:cNvPr>
          <p:cNvSpPr>
            <a:spLocks/>
          </p:cNvSpPr>
          <p:nvPr/>
        </p:nvSpPr>
        <p:spPr>
          <a:xfrm>
            <a:off x="742323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C5344302-CF60-4D8F-9A23-398004334552}"/>
              </a:ext>
            </a:extLst>
          </p:cNvPr>
          <p:cNvSpPr>
            <a:spLocks/>
          </p:cNvSpPr>
          <p:nvPr/>
        </p:nvSpPr>
        <p:spPr>
          <a:xfrm>
            <a:off x="706313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9B3200B9-C5D9-474E-AF2C-577DFF6812D5}"/>
              </a:ext>
            </a:extLst>
          </p:cNvPr>
          <p:cNvSpPr>
            <a:spLocks/>
          </p:cNvSpPr>
          <p:nvPr/>
        </p:nvSpPr>
        <p:spPr>
          <a:xfrm>
            <a:off x="7187181" y="7226153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5243E74F-D75A-4A8D-9600-4BC3F337337A}"/>
              </a:ext>
            </a:extLst>
          </p:cNvPr>
          <p:cNvSpPr>
            <a:spLocks/>
          </p:cNvSpPr>
          <p:nvPr/>
        </p:nvSpPr>
        <p:spPr>
          <a:xfrm>
            <a:off x="846174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FD0E0D6C-6EF8-49E2-A2AC-6C1822D54240}"/>
              </a:ext>
            </a:extLst>
          </p:cNvPr>
          <p:cNvSpPr>
            <a:spLocks/>
          </p:cNvSpPr>
          <p:nvPr/>
        </p:nvSpPr>
        <p:spPr>
          <a:xfrm>
            <a:off x="810164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7C16736C-2051-4B91-BA8A-CA29AC1B54D6}"/>
              </a:ext>
            </a:extLst>
          </p:cNvPr>
          <p:cNvSpPr>
            <a:spLocks/>
          </p:cNvSpPr>
          <p:nvPr/>
        </p:nvSpPr>
        <p:spPr>
          <a:xfrm>
            <a:off x="8320839" y="7226153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150A242-9F44-4D2F-961B-D67AF1DA7D85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260A5046-190B-4629-98D1-2EE8A6DAF02B}"/>
              </a:ext>
            </a:extLst>
          </p:cNvPr>
          <p:cNvSpPr>
            <a:spLocks/>
          </p:cNvSpPr>
          <p:nvPr/>
        </p:nvSpPr>
        <p:spPr>
          <a:xfrm>
            <a:off x="6960961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D23EA749-51C4-4626-B599-F61E8D00E83A}"/>
              </a:ext>
            </a:extLst>
          </p:cNvPr>
          <p:cNvSpPr>
            <a:spLocks/>
          </p:cNvSpPr>
          <p:nvPr/>
        </p:nvSpPr>
        <p:spPr>
          <a:xfrm>
            <a:off x="6737238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F109C65A-9968-49CF-B65A-B160E7D4AAB1}"/>
              </a:ext>
            </a:extLst>
          </p:cNvPr>
          <p:cNvSpPr>
            <a:spLocks/>
          </p:cNvSpPr>
          <p:nvPr/>
        </p:nvSpPr>
        <p:spPr>
          <a:xfrm>
            <a:off x="7005297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282F1021-28A0-44AC-8308-5831992418F7}"/>
              </a:ext>
            </a:extLst>
          </p:cNvPr>
          <p:cNvSpPr>
            <a:spLocks/>
          </p:cNvSpPr>
          <p:nvPr/>
        </p:nvSpPr>
        <p:spPr>
          <a:xfrm>
            <a:off x="6960961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F2D1045F-E21F-46A8-B964-24877DBADCF6}"/>
              </a:ext>
            </a:extLst>
          </p:cNvPr>
          <p:cNvSpPr>
            <a:spLocks/>
          </p:cNvSpPr>
          <p:nvPr/>
        </p:nvSpPr>
        <p:spPr>
          <a:xfrm>
            <a:off x="6737238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47B65C8-3BA1-4EB7-A9A2-3B16DD60C1DF}"/>
              </a:ext>
            </a:extLst>
          </p:cNvPr>
          <p:cNvSpPr>
            <a:spLocks/>
          </p:cNvSpPr>
          <p:nvPr/>
        </p:nvSpPr>
        <p:spPr>
          <a:xfrm>
            <a:off x="7005297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167E5577-A50B-4834-A809-3713C6F2AFF2}"/>
              </a:ext>
            </a:extLst>
          </p:cNvPr>
          <p:cNvSpPr>
            <a:spLocks/>
          </p:cNvSpPr>
          <p:nvPr/>
        </p:nvSpPr>
        <p:spPr>
          <a:xfrm>
            <a:off x="6960961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A669DF54-6513-4D86-B22F-13C141C19E75}"/>
              </a:ext>
            </a:extLst>
          </p:cNvPr>
          <p:cNvSpPr>
            <a:spLocks/>
          </p:cNvSpPr>
          <p:nvPr/>
        </p:nvSpPr>
        <p:spPr>
          <a:xfrm>
            <a:off x="6737238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0126B74A-AFDF-4632-9C3C-F44BA263C56A}"/>
              </a:ext>
            </a:extLst>
          </p:cNvPr>
          <p:cNvSpPr>
            <a:spLocks/>
          </p:cNvSpPr>
          <p:nvPr/>
        </p:nvSpPr>
        <p:spPr>
          <a:xfrm rot="-5400000">
            <a:off x="6468030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1EA28DB6-EA8A-43FA-AFAD-7436D993F28A}"/>
              </a:ext>
            </a:extLst>
          </p:cNvPr>
          <p:cNvSpPr>
            <a:spLocks/>
          </p:cNvSpPr>
          <p:nvPr/>
        </p:nvSpPr>
        <p:spPr>
          <a:xfrm>
            <a:off x="70762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402B5ADF-2C82-4EC2-97FC-44C895923D57}"/>
              </a:ext>
            </a:extLst>
          </p:cNvPr>
          <p:cNvSpPr>
            <a:spLocks/>
          </p:cNvSpPr>
          <p:nvPr/>
        </p:nvSpPr>
        <p:spPr>
          <a:xfrm>
            <a:off x="732951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24F0F220-BD8B-48D6-B052-1C1115E497C5}"/>
              </a:ext>
            </a:extLst>
          </p:cNvPr>
          <p:cNvSpPr>
            <a:spLocks/>
          </p:cNvSpPr>
          <p:nvPr/>
        </p:nvSpPr>
        <p:spPr>
          <a:xfrm>
            <a:off x="758281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78E49190-DD72-4345-B28D-FC9307AFD9C1}"/>
              </a:ext>
            </a:extLst>
          </p:cNvPr>
          <p:cNvSpPr>
            <a:spLocks/>
          </p:cNvSpPr>
          <p:nvPr/>
        </p:nvSpPr>
        <p:spPr>
          <a:xfrm>
            <a:off x="811473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EF76E2AE-F8A4-4240-9C7C-F13169EFF1E9}"/>
              </a:ext>
            </a:extLst>
          </p:cNvPr>
          <p:cNvSpPr>
            <a:spLocks/>
          </p:cNvSpPr>
          <p:nvPr/>
        </p:nvSpPr>
        <p:spPr>
          <a:xfrm>
            <a:off x="836802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8164F486-69D8-4603-B76E-484EBCCD01F3}"/>
              </a:ext>
            </a:extLst>
          </p:cNvPr>
          <p:cNvSpPr>
            <a:spLocks/>
          </p:cNvSpPr>
          <p:nvPr/>
        </p:nvSpPr>
        <p:spPr>
          <a:xfrm>
            <a:off x="86213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237B819E-1E66-46D2-8E89-E4784287AB50}"/>
              </a:ext>
            </a:extLst>
          </p:cNvPr>
          <p:cNvSpPr>
            <a:spLocks/>
          </p:cNvSpPr>
          <p:nvPr/>
        </p:nvSpPr>
        <p:spPr>
          <a:xfrm>
            <a:off x="720663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75B80129-5EE6-42CE-9357-A944291ADCE5}"/>
              </a:ext>
            </a:extLst>
          </p:cNvPr>
          <p:cNvSpPr>
            <a:spLocks/>
          </p:cNvSpPr>
          <p:nvPr/>
        </p:nvSpPr>
        <p:spPr>
          <a:xfrm>
            <a:off x="7173870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1C41CEAA-F260-4F2E-897B-08171283153E}"/>
              </a:ext>
            </a:extLst>
          </p:cNvPr>
          <p:cNvSpPr>
            <a:spLocks/>
          </p:cNvSpPr>
          <p:nvPr/>
        </p:nvSpPr>
        <p:spPr>
          <a:xfrm>
            <a:off x="709603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D3390C00-8D7C-4C0E-9F9B-D7D6F9626B05}"/>
              </a:ext>
            </a:extLst>
          </p:cNvPr>
          <p:cNvSpPr>
            <a:spLocks/>
          </p:cNvSpPr>
          <p:nvPr/>
        </p:nvSpPr>
        <p:spPr>
          <a:xfrm>
            <a:off x="7130990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BFA07101-093E-48DC-BE79-ACD45635B7EB}"/>
              </a:ext>
            </a:extLst>
          </p:cNvPr>
          <p:cNvSpPr>
            <a:spLocks/>
          </p:cNvSpPr>
          <p:nvPr/>
        </p:nvSpPr>
        <p:spPr>
          <a:xfrm>
            <a:off x="712319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F83AD2FD-ECB2-4A82-AA8F-5B5FEC39E0B2}"/>
              </a:ext>
            </a:extLst>
          </p:cNvPr>
          <p:cNvSpPr>
            <a:spLocks/>
          </p:cNvSpPr>
          <p:nvPr/>
        </p:nvSpPr>
        <p:spPr>
          <a:xfrm>
            <a:off x="7116190" y="56367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D4A2D50-D8DB-4D75-8555-61BA13D11214}"/>
              </a:ext>
            </a:extLst>
          </p:cNvPr>
          <p:cNvSpPr>
            <a:spLocks/>
          </p:cNvSpPr>
          <p:nvPr/>
        </p:nvSpPr>
        <p:spPr>
          <a:xfrm>
            <a:off x="7161996" y="64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EEDFF623-C12D-40B8-9C91-B083E4AAC72A}"/>
              </a:ext>
            </a:extLst>
          </p:cNvPr>
          <p:cNvSpPr>
            <a:spLocks/>
          </p:cNvSpPr>
          <p:nvPr/>
        </p:nvSpPr>
        <p:spPr>
          <a:xfrm>
            <a:off x="7125613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D4C3110E-0E4E-4890-B73F-747CF6621073}"/>
              </a:ext>
            </a:extLst>
          </p:cNvPr>
          <p:cNvSpPr>
            <a:spLocks/>
          </p:cNvSpPr>
          <p:nvPr/>
        </p:nvSpPr>
        <p:spPr>
          <a:xfrm>
            <a:off x="7194704" y="6672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1AC48ED-4BB1-4EA6-8C79-0CEE0BEA6586}"/>
              </a:ext>
            </a:extLst>
          </p:cNvPr>
          <p:cNvSpPr>
            <a:spLocks/>
          </p:cNvSpPr>
          <p:nvPr/>
        </p:nvSpPr>
        <p:spPr>
          <a:xfrm>
            <a:off x="7146081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60813D54-3199-48C1-8CBB-027E08C53413}"/>
              </a:ext>
            </a:extLst>
          </p:cNvPr>
          <p:cNvSpPr>
            <a:spLocks/>
          </p:cNvSpPr>
          <p:nvPr/>
        </p:nvSpPr>
        <p:spPr>
          <a:xfrm>
            <a:off x="712539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25DAAECF-A6BF-49C3-9F3D-DF786609027F}"/>
              </a:ext>
            </a:extLst>
          </p:cNvPr>
          <p:cNvSpPr>
            <a:spLocks/>
          </p:cNvSpPr>
          <p:nvPr/>
        </p:nvSpPr>
        <p:spPr>
          <a:xfrm>
            <a:off x="7198433" y="60185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AEAEC2F-1283-4632-B32C-71CD5B235F0B}"/>
              </a:ext>
            </a:extLst>
          </p:cNvPr>
          <p:cNvSpPr>
            <a:spLocks/>
          </p:cNvSpPr>
          <p:nvPr/>
        </p:nvSpPr>
        <p:spPr>
          <a:xfrm>
            <a:off x="7188829" y="6719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C215AE9B-CAFC-45D3-B7D4-6B201D9BF644}"/>
              </a:ext>
            </a:extLst>
          </p:cNvPr>
          <p:cNvSpPr>
            <a:spLocks/>
          </p:cNvSpPr>
          <p:nvPr/>
        </p:nvSpPr>
        <p:spPr>
          <a:xfrm>
            <a:off x="720504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6FC2C391-0CBA-4F9D-BEB3-54779AA6AFC0}"/>
              </a:ext>
            </a:extLst>
          </p:cNvPr>
          <p:cNvSpPr>
            <a:spLocks/>
          </p:cNvSpPr>
          <p:nvPr/>
        </p:nvSpPr>
        <p:spPr>
          <a:xfrm>
            <a:off x="713778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43DEECD2-D323-480D-9743-294F65B54BF1}"/>
              </a:ext>
            </a:extLst>
          </p:cNvPr>
          <p:cNvSpPr>
            <a:spLocks/>
          </p:cNvSpPr>
          <p:nvPr/>
        </p:nvSpPr>
        <p:spPr>
          <a:xfrm>
            <a:off x="717554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0AA9ACF4-7FE9-48A0-8D21-4E0589BE5F5D}"/>
              </a:ext>
            </a:extLst>
          </p:cNvPr>
          <p:cNvSpPr>
            <a:spLocks/>
          </p:cNvSpPr>
          <p:nvPr/>
        </p:nvSpPr>
        <p:spPr>
          <a:xfrm>
            <a:off x="7125899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4B829586-07A3-41AB-84FC-152EDAD6B600}"/>
              </a:ext>
            </a:extLst>
          </p:cNvPr>
          <p:cNvSpPr>
            <a:spLocks/>
          </p:cNvSpPr>
          <p:nvPr/>
        </p:nvSpPr>
        <p:spPr>
          <a:xfrm>
            <a:off x="7212768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1506FB31-2B29-4AD5-B15A-86128A5ED8A7}"/>
              </a:ext>
            </a:extLst>
          </p:cNvPr>
          <p:cNvSpPr>
            <a:spLocks/>
          </p:cNvSpPr>
          <p:nvPr/>
        </p:nvSpPr>
        <p:spPr>
          <a:xfrm>
            <a:off x="7180388" y="64496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5C0C3382-148D-4FB5-A54B-8B6ED6E810E6}"/>
              </a:ext>
            </a:extLst>
          </p:cNvPr>
          <p:cNvSpPr>
            <a:spLocks/>
          </p:cNvSpPr>
          <p:nvPr/>
        </p:nvSpPr>
        <p:spPr>
          <a:xfrm>
            <a:off x="72127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A4C2B752-5936-4064-BCA0-BE764CF7C213}"/>
              </a:ext>
            </a:extLst>
          </p:cNvPr>
          <p:cNvSpPr>
            <a:spLocks/>
          </p:cNvSpPr>
          <p:nvPr/>
        </p:nvSpPr>
        <p:spPr>
          <a:xfrm>
            <a:off x="710667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BEE0DBCB-8BBA-4063-8E6A-C1DD24868F13}"/>
              </a:ext>
            </a:extLst>
          </p:cNvPr>
          <p:cNvSpPr>
            <a:spLocks/>
          </p:cNvSpPr>
          <p:nvPr/>
        </p:nvSpPr>
        <p:spPr>
          <a:xfrm>
            <a:off x="7118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E267815C-82DF-4A0E-9106-DA7DDC92E2A6}"/>
              </a:ext>
            </a:extLst>
          </p:cNvPr>
          <p:cNvSpPr>
            <a:spLocks/>
          </p:cNvSpPr>
          <p:nvPr/>
        </p:nvSpPr>
        <p:spPr>
          <a:xfrm>
            <a:off x="717496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9268B839-6D91-4B46-AFA3-412BC2A79B6E}"/>
              </a:ext>
            </a:extLst>
          </p:cNvPr>
          <p:cNvSpPr>
            <a:spLocks/>
          </p:cNvSpPr>
          <p:nvPr/>
        </p:nvSpPr>
        <p:spPr>
          <a:xfrm>
            <a:off x="7134526" y="553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759F5767-77CD-46B2-A2E6-54F9D6F80239}"/>
              </a:ext>
            </a:extLst>
          </p:cNvPr>
          <p:cNvSpPr>
            <a:spLocks/>
          </p:cNvSpPr>
          <p:nvPr/>
        </p:nvSpPr>
        <p:spPr>
          <a:xfrm>
            <a:off x="718560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AB51913F-EC30-4723-8CC0-7E72C3A82646}"/>
              </a:ext>
            </a:extLst>
          </p:cNvPr>
          <p:cNvSpPr>
            <a:spLocks/>
          </p:cNvSpPr>
          <p:nvPr/>
        </p:nvSpPr>
        <p:spPr>
          <a:xfrm>
            <a:off x="7096253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1E6128D7-3D7D-4387-BCB6-80C812F11959}"/>
              </a:ext>
            </a:extLst>
          </p:cNvPr>
          <p:cNvSpPr>
            <a:spLocks/>
          </p:cNvSpPr>
          <p:nvPr/>
        </p:nvSpPr>
        <p:spPr>
          <a:xfrm>
            <a:off x="710815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372AE77F-DC59-42FE-A9D2-704239BC53FA}"/>
              </a:ext>
            </a:extLst>
          </p:cNvPr>
          <p:cNvSpPr>
            <a:spLocks/>
          </p:cNvSpPr>
          <p:nvPr/>
        </p:nvSpPr>
        <p:spPr>
          <a:xfrm>
            <a:off x="7133891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5417465B-49E2-4D21-BF7E-F7B1682C4D24}"/>
              </a:ext>
            </a:extLst>
          </p:cNvPr>
          <p:cNvSpPr>
            <a:spLocks/>
          </p:cNvSpPr>
          <p:nvPr/>
        </p:nvSpPr>
        <p:spPr>
          <a:xfrm>
            <a:off x="710713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AC3641BE-9723-4E86-844A-C2B0BACD6F9C}"/>
              </a:ext>
            </a:extLst>
          </p:cNvPr>
          <p:cNvSpPr>
            <a:spLocks/>
          </p:cNvSpPr>
          <p:nvPr/>
        </p:nvSpPr>
        <p:spPr>
          <a:xfrm>
            <a:off x="7206883" y="68678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0CB1E60B-D9AD-4C9A-A08C-2A03A021A668}"/>
              </a:ext>
            </a:extLst>
          </p:cNvPr>
          <p:cNvSpPr>
            <a:spLocks/>
          </p:cNvSpPr>
          <p:nvPr/>
        </p:nvSpPr>
        <p:spPr>
          <a:xfrm>
            <a:off x="7202580" y="68184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3397E413-236E-4E33-8E18-F11C45B3861E}"/>
              </a:ext>
            </a:extLst>
          </p:cNvPr>
          <p:cNvSpPr>
            <a:spLocks/>
          </p:cNvSpPr>
          <p:nvPr/>
        </p:nvSpPr>
        <p:spPr>
          <a:xfrm>
            <a:off x="7175146" y="6565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AA33275C-9EBD-4607-92BE-9EC4B2781BC7}"/>
              </a:ext>
            </a:extLst>
          </p:cNvPr>
          <p:cNvSpPr>
            <a:spLocks/>
          </p:cNvSpPr>
          <p:nvPr/>
        </p:nvSpPr>
        <p:spPr>
          <a:xfrm>
            <a:off x="718252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74C139DE-AEF6-478B-AC5F-CF46B286E7E0}"/>
              </a:ext>
            </a:extLst>
          </p:cNvPr>
          <p:cNvSpPr>
            <a:spLocks/>
          </p:cNvSpPr>
          <p:nvPr/>
        </p:nvSpPr>
        <p:spPr>
          <a:xfrm>
            <a:off x="715828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E3C78EE7-922B-4813-BAB7-FD464EA8C344}"/>
              </a:ext>
            </a:extLst>
          </p:cNvPr>
          <p:cNvSpPr>
            <a:spLocks/>
          </p:cNvSpPr>
          <p:nvPr/>
        </p:nvSpPr>
        <p:spPr>
          <a:xfrm>
            <a:off x="712247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4FD99462-B11B-4B7D-B515-425711F59D0B}"/>
              </a:ext>
            </a:extLst>
          </p:cNvPr>
          <p:cNvSpPr>
            <a:spLocks/>
          </p:cNvSpPr>
          <p:nvPr/>
        </p:nvSpPr>
        <p:spPr>
          <a:xfrm>
            <a:off x="710381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4D07E52D-E465-4198-8059-7D7E72AD5F2F}"/>
              </a:ext>
            </a:extLst>
          </p:cNvPr>
          <p:cNvSpPr>
            <a:spLocks/>
          </p:cNvSpPr>
          <p:nvPr/>
        </p:nvSpPr>
        <p:spPr>
          <a:xfrm>
            <a:off x="7211252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E0143CEC-1E3F-4C33-8DF7-173A1D9D5EB4}"/>
              </a:ext>
            </a:extLst>
          </p:cNvPr>
          <p:cNvSpPr>
            <a:spLocks/>
          </p:cNvSpPr>
          <p:nvPr/>
        </p:nvSpPr>
        <p:spPr>
          <a:xfrm>
            <a:off x="712080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2E1D97FA-267F-4A5B-A5D0-1E7A4F32DE1D}"/>
              </a:ext>
            </a:extLst>
          </p:cNvPr>
          <p:cNvSpPr>
            <a:spLocks/>
          </p:cNvSpPr>
          <p:nvPr/>
        </p:nvSpPr>
        <p:spPr>
          <a:xfrm>
            <a:off x="719002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393C4AFD-2DC6-4830-ADF1-20EB2A03F19C}"/>
              </a:ext>
            </a:extLst>
          </p:cNvPr>
          <p:cNvSpPr>
            <a:spLocks/>
          </p:cNvSpPr>
          <p:nvPr/>
        </p:nvSpPr>
        <p:spPr>
          <a:xfrm>
            <a:off x="7115788" y="6551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8B18AAA9-DE0E-49F8-88B0-1F00A0B2A924}"/>
              </a:ext>
            </a:extLst>
          </p:cNvPr>
          <p:cNvSpPr>
            <a:spLocks/>
          </p:cNvSpPr>
          <p:nvPr/>
        </p:nvSpPr>
        <p:spPr>
          <a:xfrm>
            <a:off x="7203184" y="678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35421EF-84F7-46AE-A241-D921154E9013}"/>
              </a:ext>
            </a:extLst>
          </p:cNvPr>
          <p:cNvSpPr>
            <a:spLocks/>
          </p:cNvSpPr>
          <p:nvPr/>
        </p:nvSpPr>
        <p:spPr>
          <a:xfrm>
            <a:off x="7182200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29DDF608-B405-49DE-98B6-C30FE159EC33}"/>
              </a:ext>
            </a:extLst>
          </p:cNvPr>
          <p:cNvSpPr>
            <a:spLocks/>
          </p:cNvSpPr>
          <p:nvPr/>
        </p:nvSpPr>
        <p:spPr>
          <a:xfrm>
            <a:off x="7188142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B341C5FF-A633-4F3D-9AD0-64D750CFEBD0}"/>
              </a:ext>
            </a:extLst>
          </p:cNvPr>
          <p:cNvSpPr>
            <a:spLocks/>
          </p:cNvSpPr>
          <p:nvPr/>
        </p:nvSpPr>
        <p:spPr>
          <a:xfrm>
            <a:off x="716922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847B79D6-76DF-4AE8-8CF8-9B84303EAE17}"/>
              </a:ext>
            </a:extLst>
          </p:cNvPr>
          <p:cNvSpPr>
            <a:spLocks/>
          </p:cNvSpPr>
          <p:nvPr/>
        </p:nvSpPr>
        <p:spPr>
          <a:xfrm>
            <a:off x="7126595" y="6301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1E36D114-5420-423F-A3E7-0DBA30202066}"/>
              </a:ext>
            </a:extLst>
          </p:cNvPr>
          <p:cNvSpPr>
            <a:spLocks/>
          </p:cNvSpPr>
          <p:nvPr/>
        </p:nvSpPr>
        <p:spPr>
          <a:xfrm>
            <a:off x="714045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5BE6BCF6-6422-4171-B456-782D0A2857EB}"/>
              </a:ext>
            </a:extLst>
          </p:cNvPr>
          <p:cNvSpPr>
            <a:spLocks/>
          </p:cNvSpPr>
          <p:nvPr/>
        </p:nvSpPr>
        <p:spPr>
          <a:xfrm>
            <a:off x="716669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4F082B38-6B7F-4890-BC4C-FDDE85AA1995}"/>
              </a:ext>
            </a:extLst>
          </p:cNvPr>
          <p:cNvSpPr>
            <a:spLocks/>
          </p:cNvSpPr>
          <p:nvPr/>
        </p:nvSpPr>
        <p:spPr>
          <a:xfrm>
            <a:off x="7129408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201C3027-E44B-487F-AA78-1F2A91D204A6}"/>
              </a:ext>
            </a:extLst>
          </p:cNvPr>
          <p:cNvSpPr>
            <a:spLocks/>
          </p:cNvSpPr>
          <p:nvPr/>
        </p:nvSpPr>
        <p:spPr>
          <a:xfrm>
            <a:off x="7198679" y="6329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F04054ED-1A10-4D8D-818F-0254FCEC405F}"/>
              </a:ext>
            </a:extLst>
          </p:cNvPr>
          <p:cNvSpPr>
            <a:spLocks/>
          </p:cNvSpPr>
          <p:nvPr/>
        </p:nvSpPr>
        <p:spPr>
          <a:xfrm>
            <a:off x="714861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270070A5-EA40-4E02-AC84-FC3FC8BF696E}"/>
              </a:ext>
            </a:extLst>
          </p:cNvPr>
          <p:cNvSpPr>
            <a:spLocks/>
          </p:cNvSpPr>
          <p:nvPr/>
        </p:nvSpPr>
        <p:spPr>
          <a:xfrm>
            <a:off x="715974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3407194E-1BB6-4339-86ED-07285B318EF6}"/>
              </a:ext>
            </a:extLst>
          </p:cNvPr>
          <p:cNvSpPr>
            <a:spLocks/>
          </p:cNvSpPr>
          <p:nvPr/>
        </p:nvSpPr>
        <p:spPr>
          <a:xfrm>
            <a:off x="7092765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89627A23-0BE1-4940-94C6-F5F475B6778D}"/>
              </a:ext>
            </a:extLst>
          </p:cNvPr>
          <p:cNvSpPr>
            <a:spLocks/>
          </p:cNvSpPr>
          <p:nvPr/>
        </p:nvSpPr>
        <p:spPr>
          <a:xfrm>
            <a:off x="713151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92E28982-DC4B-47B7-88D2-0F218C8E360C}"/>
              </a:ext>
            </a:extLst>
          </p:cNvPr>
          <p:cNvSpPr>
            <a:spLocks/>
          </p:cNvSpPr>
          <p:nvPr/>
        </p:nvSpPr>
        <p:spPr>
          <a:xfrm>
            <a:off x="7140436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CFAF63B2-3583-4D44-926E-457450D04729}"/>
              </a:ext>
            </a:extLst>
          </p:cNvPr>
          <p:cNvSpPr>
            <a:spLocks/>
          </p:cNvSpPr>
          <p:nvPr/>
        </p:nvSpPr>
        <p:spPr>
          <a:xfrm>
            <a:off x="711626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AF2A35B0-DF0C-43BD-B94F-361EDEA614C1}"/>
              </a:ext>
            </a:extLst>
          </p:cNvPr>
          <p:cNvSpPr>
            <a:spLocks/>
          </p:cNvSpPr>
          <p:nvPr/>
        </p:nvSpPr>
        <p:spPr>
          <a:xfrm>
            <a:off x="711065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018FEA26-3CA8-4671-8F78-FAFAC03F7262}"/>
              </a:ext>
            </a:extLst>
          </p:cNvPr>
          <p:cNvSpPr>
            <a:spLocks/>
          </p:cNvSpPr>
          <p:nvPr/>
        </p:nvSpPr>
        <p:spPr>
          <a:xfrm>
            <a:off x="7209922" y="6623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C7616403-E39E-49E7-9BBA-E63F1AC5D159}"/>
              </a:ext>
            </a:extLst>
          </p:cNvPr>
          <p:cNvSpPr>
            <a:spLocks/>
          </p:cNvSpPr>
          <p:nvPr/>
        </p:nvSpPr>
        <p:spPr>
          <a:xfrm>
            <a:off x="7101051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B1136AAB-5B9C-4237-AC80-AC91FB94F309}"/>
              </a:ext>
            </a:extLst>
          </p:cNvPr>
          <p:cNvSpPr>
            <a:spLocks/>
          </p:cNvSpPr>
          <p:nvPr/>
        </p:nvSpPr>
        <p:spPr>
          <a:xfrm>
            <a:off x="7102351" y="5706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4D604AB8-80A3-47FE-9B7B-92A139A26C64}"/>
              </a:ext>
            </a:extLst>
          </p:cNvPr>
          <p:cNvSpPr>
            <a:spLocks/>
          </p:cNvSpPr>
          <p:nvPr/>
        </p:nvSpPr>
        <p:spPr>
          <a:xfrm>
            <a:off x="718504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E94D2255-F577-4696-8FCA-95E66919EE67}"/>
              </a:ext>
            </a:extLst>
          </p:cNvPr>
          <p:cNvSpPr>
            <a:spLocks/>
          </p:cNvSpPr>
          <p:nvPr/>
        </p:nvSpPr>
        <p:spPr>
          <a:xfrm>
            <a:off x="7100764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7D06C3B8-FC51-44E8-9279-411696D03DCB}"/>
              </a:ext>
            </a:extLst>
          </p:cNvPr>
          <p:cNvSpPr>
            <a:spLocks/>
          </p:cNvSpPr>
          <p:nvPr/>
        </p:nvSpPr>
        <p:spPr>
          <a:xfrm>
            <a:off x="717496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5301C241-6D03-47F5-BB70-9EB31B26D4E7}"/>
              </a:ext>
            </a:extLst>
          </p:cNvPr>
          <p:cNvSpPr>
            <a:spLocks/>
          </p:cNvSpPr>
          <p:nvPr/>
        </p:nvSpPr>
        <p:spPr>
          <a:xfrm>
            <a:off x="709585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C32D8F55-207B-49B9-96D8-AA7528C7852B}"/>
              </a:ext>
            </a:extLst>
          </p:cNvPr>
          <p:cNvSpPr>
            <a:spLocks/>
          </p:cNvSpPr>
          <p:nvPr/>
        </p:nvSpPr>
        <p:spPr>
          <a:xfrm>
            <a:off x="7168499" y="6834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D45D2372-2FAB-4281-B021-DED9476DAA12}"/>
              </a:ext>
            </a:extLst>
          </p:cNvPr>
          <p:cNvSpPr>
            <a:spLocks/>
          </p:cNvSpPr>
          <p:nvPr/>
        </p:nvSpPr>
        <p:spPr>
          <a:xfrm>
            <a:off x="7163122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A720B69F-E549-43E8-8FC4-E80FEBBA7D23}"/>
              </a:ext>
            </a:extLst>
          </p:cNvPr>
          <p:cNvSpPr>
            <a:spLocks/>
          </p:cNvSpPr>
          <p:nvPr/>
        </p:nvSpPr>
        <p:spPr>
          <a:xfrm>
            <a:off x="71884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015C0BD6-3600-48B4-BB47-2E10937F0397}"/>
              </a:ext>
            </a:extLst>
          </p:cNvPr>
          <p:cNvSpPr>
            <a:spLocks/>
          </p:cNvSpPr>
          <p:nvPr/>
        </p:nvSpPr>
        <p:spPr>
          <a:xfrm>
            <a:off x="715117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223AFC84-450A-4AB5-9BAB-66CF382A57F6}"/>
              </a:ext>
            </a:extLst>
          </p:cNvPr>
          <p:cNvSpPr>
            <a:spLocks/>
          </p:cNvSpPr>
          <p:nvPr/>
        </p:nvSpPr>
        <p:spPr>
          <a:xfrm>
            <a:off x="7111564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57EA1EF0-0D4B-4601-BC83-78A7F15728CE}"/>
              </a:ext>
            </a:extLst>
          </p:cNvPr>
          <p:cNvSpPr>
            <a:spLocks/>
          </p:cNvSpPr>
          <p:nvPr/>
        </p:nvSpPr>
        <p:spPr>
          <a:xfrm>
            <a:off x="7204089" y="6767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A93DE1C-7EF2-4194-8196-A6FE7AAFFDA1}"/>
              </a:ext>
            </a:extLst>
          </p:cNvPr>
          <p:cNvSpPr>
            <a:spLocks/>
          </p:cNvSpPr>
          <p:nvPr/>
        </p:nvSpPr>
        <p:spPr>
          <a:xfrm>
            <a:off x="7098481" y="59802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A3B8283D-BD50-4BDE-A755-BB8F243B0172}"/>
              </a:ext>
            </a:extLst>
          </p:cNvPr>
          <p:cNvSpPr>
            <a:spLocks/>
          </p:cNvSpPr>
          <p:nvPr/>
        </p:nvSpPr>
        <p:spPr>
          <a:xfrm>
            <a:off x="718866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CADE8565-FF3A-4C4F-BB01-0279D977AE0B}"/>
              </a:ext>
            </a:extLst>
          </p:cNvPr>
          <p:cNvSpPr>
            <a:spLocks/>
          </p:cNvSpPr>
          <p:nvPr/>
        </p:nvSpPr>
        <p:spPr>
          <a:xfrm>
            <a:off x="7094522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72B98929-6356-4CE7-A90D-46C83EFA7B01}"/>
              </a:ext>
            </a:extLst>
          </p:cNvPr>
          <p:cNvSpPr>
            <a:spLocks/>
          </p:cNvSpPr>
          <p:nvPr/>
        </p:nvSpPr>
        <p:spPr>
          <a:xfrm>
            <a:off x="716239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DB87F316-0FCC-45CE-8E40-5979D9142EB6}"/>
              </a:ext>
            </a:extLst>
          </p:cNvPr>
          <p:cNvSpPr>
            <a:spLocks/>
          </p:cNvSpPr>
          <p:nvPr/>
        </p:nvSpPr>
        <p:spPr>
          <a:xfrm>
            <a:off x="70974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34C59835-3836-4951-8D36-74E55D386F6C}"/>
              </a:ext>
            </a:extLst>
          </p:cNvPr>
          <p:cNvSpPr>
            <a:spLocks/>
          </p:cNvSpPr>
          <p:nvPr/>
        </p:nvSpPr>
        <p:spPr>
          <a:xfrm>
            <a:off x="7189093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5CA9B0C1-152F-4E50-B70B-3E24595EB24A}"/>
              </a:ext>
            </a:extLst>
          </p:cNvPr>
          <p:cNvSpPr>
            <a:spLocks/>
          </p:cNvSpPr>
          <p:nvPr/>
        </p:nvSpPr>
        <p:spPr>
          <a:xfrm>
            <a:off x="7195410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A09640C8-62EE-4FD1-B286-FB03D2B27BF4}"/>
              </a:ext>
            </a:extLst>
          </p:cNvPr>
          <p:cNvSpPr>
            <a:spLocks/>
          </p:cNvSpPr>
          <p:nvPr/>
        </p:nvSpPr>
        <p:spPr>
          <a:xfrm>
            <a:off x="7170269" y="67840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BB05B61-E94E-4187-A381-850363F8EEA4}"/>
              </a:ext>
            </a:extLst>
          </p:cNvPr>
          <p:cNvSpPr>
            <a:spLocks/>
          </p:cNvSpPr>
          <p:nvPr/>
        </p:nvSpPr>
        <p:spPr>
          <a:xfrm>
            <a:off x="712355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7662DECC-5BF4-4D5E-A965-41744401DBB3}"/>
              </a:ext>
            </a:extLst>
          </p:cNvPr>
          <p:cNvSpPr>
            <a:spLocks/>
          </p:cNvSpPr>
          <p:nvPr/>
        </p:nvSpPr>
        <p:spPr>
          <a:xfrm>
            <a:off x="720909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ACE8F064-614C-4159-83FC-91BABAF9D996}"/>
              </a:ext>
            </a:extLst>
          </p:cNvPr>
          <p:cNvSpPr>
            <a:spLocks/>
          </p:cNvSpPr>
          <p:nvPr/>
        </p:nvSpPr>
        <p:spPr>
          <a:xfrm>
            <a:off x="7185218" y="66692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2902EF14-C40F-47F4-904F-B4ADCBE135C8}"/>
              </a:ext>
            </a:extLst>
          </p:cNvPr>
          <p:cNvSpPr>
            <a:spLocks/>
          </p:cNvSpPr>
          <p:nvPr/>
        </p:nvSpPr>
        <p:spPr>
          <a:xfrm>
            <a:off x="715087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5F765AB9-8893-4634-BA28-10A33407AE5B}"/>
              </a:ext>
            </a:extLst>
          </p:cNvPr>
          <p:cNvSpPr>
            <a:spLocks/>
          </p:cNvSpPr>
          <p:nvPr/>
        </p:nvSpPr>
        <p:spPr>
          <a:xfrm>
            <a:off x="7209037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6C018E3C-5154-48CC-BAF1-A1C0377BCF2C}"/>
              </a:ext>
            </a:extLst>
          </p:cNvPr>
          <p:cNvSpPr>
            <a:spLocks/>
          </p:cNvSpPr>
          <p:nvPr/>
        </p:nvSpPr>
        <p:spPr>
          <a:xfrm>
            <a:off x="715965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A806B07F-F482-4884-BF04-E3F450E8A393}"/>
              </a:ext>
            </a:extLst>
          </p:cNvPr>
          <p:cNvSpPr>
            <a:spLocks/>
          </p:cNvSpPr>
          <p:nvPr/>
        </p:nvSpPr>
        <p:spPr>
          <a:xfrm>
            <a:off x="7138642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BA40A67D-2D90-4844-9F19-471984439E37}"/>
              </a:ext>
            </a:extLst>
          </p:cNvPr>
          <p:cNvSpPr>
            <a:spLocks/>
          </p:cNvSpPr>
          <p:nvPr/>
        </p:nvSpPr>
        <p:spPr>
          <a:xfrm>
            <a:off x="716304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9A5DFF60-5E4F-481C-9B95-4DA3D0BE4568}"/>
              </a:ext>
            </a:extLst>
          </p:cNvPr>
          <p:cNvSpPr>
            <a:spLocks/>
          </p:cNvSpPr>
          <p:nvPr/>
        </p:nvSpPr>
        <p:spPr>
          <a:xfrm>
            <a:off x="7106716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59D86D9D-5A48-40C1-AD02-267509D74280}"/>
              </a:ext>
            </a:extLst>
          </p:cNvPr>
          <p:cNvSpPr>
            <a:spLocks/>
          </p:cNvSpPr>
          <p:nvPr/>
        </p:nvSpPr>
        <p:spPr>
          <a:xfrm>
            <a:off x="7122376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6DF58397-8EE2-4EC0-A691-2CF32A457E11}"/>
              </a:ext>
            </a:extLst>
          </p:cNvPr>
          <p:cNvSpPr>
            <a:spLocks/>
          </p:cNvSpPr>
          <p:nvPr/>
        </p:nvSpPr>
        <p:spPr>
          <a:xfrm>
            <a:off x="7209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EBA38DD6-E68E-4593-BA45-1CC51C8045FA}"/>
              </a:ext>
            </a:extLst>
          </p:cNvPr>
          <p:cNvSpPr>
            <a:spLocks/>
          </p:cNvSpPr>
          <p:nvPr/>
        </p:nvSpPr>
        <p:spPr>
          <a:xfrm>
            <a:off x="712089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C988D18C-B6CB-49B7-ADC3-0BFDF5EC3F96}"/>
              </a:ext>
            </a:extLst>
          </p:cNvPr>
          <p:cNvSpPr>
            <a:spLocks/>
          </p:cNvSpPr>
          <p:nvPr/>
        </p:nvSpPr>
        <p:spPr>
          <a:xfrm>
            <a:off x="715441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7CE636D4-5BC8-43D9-B81F-FAF540F32C63}"/>
              </a:ext>
            </a:extLst>
          </p:cNvPr>
          <p:cNvSpPr>
            <a:spLocks/>
          </p:cNvSpPr>
          <p:nvPr/>
        </p:nvSpPr>
        <p:spPr>
          <a:xfrm>
            <a:off x="71810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390238F0-F036-46E8-A9E9-60A323E1C5E2}"/>
              </a:ext>
            </a:extLst>
          </p:cNvPr>
          <p:cNvSpPr>
            <a:spLocks/>
          </p:cNvSpPr>
          <p:nvPr/>
        </p:nvSpPr>
        <p:spPr>
          <a:xfrm>
            <a:off x="7140324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B9B54C8D-2FA5-4B8B-9FAD-15530266F831}"/>
              </a:ext>
            </a:extLst>
          </p:cNvPr>
          <p:cNvSpPr>
            <a:spLocks/>
          </p:cNvSpPr>
          <p:nvPr/>
        </p:nvSpPr>
        <p:spPr>
          <a:xfrm>
            <a:off x="7157183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757915F3-FEAD-42DC-86A2-1A61C8BDEB72}"/>
              </a:ext>
            </a:extLst>
          </p:cNvPr>
          <p:cNvSpPr>
            <a:spLocks/>
          </p:cNvSpPr>
          <p:nvPr/>
        </p:nvSpPr>
        <p:spPr>
          <a:xfrm>
            <a:off x="7168014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68146BAB-2E8F-4A59-B97E-4C9ED77639B6}"/>
              </a:ext>
            </a:extLst>
          </p:cNvPr>
          <p:cNvSpPr>
            <a:spLocks/>
          </p:cNvSpPr>
          <p:nvPr/>
        </p:nvSpPr>
        <p:spPr>
          <a:xfrm>
            <a:off x="73570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33511FF3-114E-478B-A34D-301486B09F6C}"/>
              </a:ext>
            </a:extLst>
          </p:cNvPr>
          <p:cNvSpPr>
            <a:spLocks/>
          </p:cNvSpPr>
          <p:nvPr/>
        </p:nvSpPr>
        <p:spPr>
          <a:xfrm>
            <a:off x="7422922" y="55554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45A36C0B-4E02-43F0-806B-A1C54778D26E}"/>
              </a:ext>
            </a:extLst>
          </p:cNvPr>
          <p:cNvSpPr>
            <a:spLocks/>
          </p:cNvSpPr>
          <p:nvPr/>
        </p:nvSpPr>
        <p:spPr>
          <a:xfrm>
            <a:off x="741369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F871F905-C4F5-4392-B858-745ABE15A912}"/>
              </a:ext>
            </a:extLst>
          </p:cNvPr>
          <p:cNvSpPr>
            <a:spLocks/>
          </p:cNvSpPr>
          <p:nvPr/>
        </p:nvSpPr>
        <p:spPr>
          <a:xfrm>
            <a:off x="741521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8432E419-9B04-4112-9420-9922BFE348D9}"/>
              </a:ext>
            </a:extLst>
          </p:cNvPr>
          <p:cNvSpPr>
            <a:spLocks/>
          </p:cNvSpPr>
          <p:nvPr/>
        </p:nvSpPr>
        <p:spPr>
          <a:xfrm>
            <a:off x="739262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A24C1760-F35B-4E02-A252-F26B5F94D6B7}"/>
              </a:ext>
            </a:extLst>
          </p:cNvPr>
          <p:cNvSpPr>
            <a:spLocks/>
          </p:cNvSpPr>
          <p:nvPr/>
        </p:nvSpPr>
        <p:spPr>
          <a:xfrm>
            <a:off x="7426115" y="591968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BF59B79D-8450-41A9-8F7D-02CFF927E16F}"/>
              </a:ext>
            </a:extLst>
          </p:cNvPr>
          <p:cNvSpPr>
            <a:spLocks/>
          </p:cNvSpPr>
          <p:nvPr/>
        </p:nvSpPr>
        <p:spPr>
          <a:xfrm>
            <a:off x="735541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1CE16FBA-00FB-403E-BAE5-E12FA7A34E2D}"/>
              </a:ext>
            </a:extLst>
          </p:cNvPr>
          <p:cNvSpPr>
            <a:spLocks/>
          </p:cNvSpPr>
          <p:nvPr/>
        </p:nvSpPr>
        <p:spPr>
          <a:xfrm>
            <a:off x="7391806" y="62079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0329F80A-7FEC-4391-BC84-FEA74E7A5621}"/>
              </a:ext>
            </a:extLst>
          </p:cNvPr>
          <p:cNvSpPr>
            <a:spLocks/>
          </p:cNvSpPr>
          <p:nvPr/>
        </p:nvSpPr>
        <p:spPr>
          <a:xfrm>
            <a:off x="74591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2030DC47-6F81-4844-BAAF-09F34753A5B5}"/>
              </a:ext>
            </a:extLst>
          </p:cNvPr>
          <p:cNvSpPr>
            <a:spLocks/>
          </p:cNvSpPr>
          <p:nvPr/>
        </p:nvSpPr>
        <p:spPr>
          <a:xfrm>
            <a:off x="739138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5F9C82FD-E09F-4F2E-A7A8-C471E5376D25}"/>
              </a:ext>
            </a:extLst>
          </p:cNvPr>
          <p:cNvSpPr>
            <a:spLocks/>
          </p:cNvSpPr>
          <p:nvPr/>
        </p:nvSpPr>
        <p:spPr>
          <a:xfrm>
            <a:off x="739944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98423C7D-F38F-40FB-BEB9-4874A396C6BD}"/>
              </a:ext>
            </a:extLst>
          </p:cNvPr>
          <p:cNvSpPr>
            <a:spLocks/>
          </p:cNvSpPr>
          <p:nvPr/>
        </p:nvSpPr>
        <p:spPr>
          <a:xfrm>
            <a:off x="7353061" y="57290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25D2B01F-6E82-4729-970D-5B1048C5BE96}"/>
              </a:ext>
            </a:extLst>
          </p:cNvPr>
          <p:cNvSpPr>
            <a:spLocks/>
          </p:cNvSpPr>
          <p:nvPr/>
        </p:nvSpPr>
        <p:spPr>
          <a:xfrm>
            <a:off x="73686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AAF698E4-9C58-448A-804E-E968D30F0421}"/>
              </a:ext>
            </a:extLst>
          </p:cNvPr>
          <p:cNvSpPr>
            <a:spLocks/>
          </p:cNvSpPr>
          <p:nvPr/>
        </p:nvSpPr>
        <p:spPr>
          <a:xfrm>
            <a:off x="7418693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B39D363A-9AD9-46A3-99C3-7DC7B58C1455}"/>
              </a:ext>
            </a:extLst>
          </p:cNvPr>
          <p:cNvSpPr>
            <a:spLocks/>
          </p:cNvSpPr>
          <p:nvPr/>
        </p:nvSpPr>
        <p:spPr>
          <a:xfrm>
            <a:off x="74496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6AF6F24E-1B85-45C7-BDF8-1695A1459FB9}"/>
              </a:ext>
            </a:extLst>
          </p:cNvPr>
          <p:cNvSpPr>
            <a:spLocks/>
          </p:cNvSpPr>
          <p:nvPr/>
        </p:nvSpPr>
        <p:spPr>
          <a:xfrm>
            <a:off x="743884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F1E36CCE-EF93-42B0-A154-58965C608F41}"/>
              </a:ext>
            </a:extLst>
          </p:cNvPr>
          <p:cNvSpPr>
            <a:spLocks/>
          </p:cNvSpPr>
          <p:nvPr/>
        </p:nvSpPr>
        <p:spPr>
          <a:xfrm>
            <a:off x="741206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0F444A72-41B2-4F75-8805-94A8F27A4022}"/>
              </a:ext>
            </a:extLst>
          </p:cNvPr>
          <p:cNvSpPr>
            <a:spLocks/>
          </p:cNvSpPr>
          <p:nvPr/>
        </p:nvSpPr>
        <p:spPr>
          <a:xfrm>
            <a:off x="73716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44AB8278-184D-4545-AEA6-21271B4C37D0}"/>
              </a:ext>
            </a:extLst>
          </p:cNvPr>
          <p:cNvSpPr>
            <a:spLocks/>
          </p:cNvSpPr>
          <p:nvPr/>
        </p:nvSpPr>
        <p:spPr>
          <a:xfrm>
            <a:off x="7410151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CB1BAB4C-8969-42CE-933A-8E18ACA44B70}"/>
              </a:ext>
            </a:extLst>
          </p:cNvPr>
          <p:cNvSpPr>
            <a:spLocks/>
          </p:cNvSpPr>
          <p:nvPr/>
        </p:nvSpPr>
        <p:spPr>
          <a:xfrm>
            <a:off x="741898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E8609049-C481-436A-AC18-100A2CE86E73}"/>
              </a:ext>
            </a:extLst>
          </p:cNvPr>
          <p:cNvSpPr>
            <a:spLocks/>
          </p:cNvSpPr>
          <p:nvPr/>
        </p:nvSpPr>
        <p:spPr>
          <a:xfrm>
            <a:off x="737342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316C28BD-DA35-461A-BECA-1B797E989C48}"/>
              </a:ext>
            </a:extLst>
          </p:cNvPr>
          <p:cNvSpPr>
            <a:spLocks/>
          </p:cNvSpPr>
          <p:nvPr/>
        </p:nvSpPr>
        <p:spPr>
          <a:xfrm>
            <a:off x="74057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614063DC-4AF0-456C-8BCD-105111282E13}"/>
              </a:ext>
            </a:extLst>
          </p:cNvPr>
          <p:cNvSpPr>
            <a:spLocks/>
          </p:cNvSpPr>
          <p:nvPr/>
        </p:nvSpPr>
        <p:spPr>
          <a:xfrm>
            <a:off x="73679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0C040065-AA72-4458-851B-A538B3C51AAA}"/>
              </a:ext>
            </a:extLst>
          </p:cNvPr>
          <p:cNvSpPr>
            <a:spLocks/>
          </p:cNvSpPr>
          <p:nvPr/>
        </p:nvSpPr>
        <p:spPr>
          <a:xfrm>
            <a:off x="741380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63C54C1F-126D-4A0B-A2DC-EF3FEC99724C}"/>
              </a:ext>
            </a:extLst>
          </p:cNvPr>
          <p:cNvSpPr>
            <a:spLocks/>
          </p:cNvSpPr>
          <p:nvPr/>
        </p:nvSpPr>
        <p:spPr>
          <a:xfrm>
            <a:off x="737446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286FAFC2-5060-43A1-9E98-AFC22AC2B396}"/>
              </a:ext>
            </a:extLst>
          </p:cNvPr>
          <p:cNvSpPr>
            <a:spLocks/>
          </p:cNvSpPr>
          <p:nvPr/>
        </p:nvSpPr>
        <p:spPr>
          <a:xfrm>
            <a:off x="735475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FBA5BDCD-8A26-49DB-B867-4B1D9EDACD31}"/>
              </a:ext>
            </a:extLst>
          </p:cNvPr>
          <p:cNvSpPr>
            <a:spLocks/>
          </p:cNvSpPr>
          <p:nvPr/>
        </p:nvSpPr>
        <p:spPr>
          <a:xfrm>
            <a:off x="7403374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39245170-CEC4-4373-B6CF-C6881FC8BEDF}"/>
              </a:ext>
            </a:extLst>
          </p:cNvPr>
          <p:cNvSpPr>
            <a:spLocks/>
          </p:cNvSpPr>
          <p:nvPr/>
        </p:nvSpPr>
        <p:spPr>
          <a:xfrm>
            <a:off x="741324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6E34A1E5-A228-472B-BC2D-3FD95EB6F050}"/>
              </a:ext>
            </a:extLst>
          </p:cNvPr>
          <p:cNvSpPr>
            <a:spLocks/>
          </p:cNvSpPr>
          <p:nvPr/>
        </p:nvSpPr>
        <p:spPr>
          <a:xfrm>
            <a:off x="746318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39163777-6FF2-4AA5-8DC4-5C968EC5D805}"/>
              </a:ext>
            </a:extLst>
          </p:cNvPr>
          <p:cNvSpPr>
            <a:spLocks/>
          </p:cNvSpPr>
          <p:nvPr/>
        </p:nvSpPr>
        <p:spPr>
          <a:xfrm>
            <a:off x="745399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1327D6B5-2450-4CD9-9135-1D6C2EBEFC7C}"/>
              </a:ext>
            </a:extLst>
          </p:cNvPr>
          <p:cNvSpPr>
            <a:spLocks/>
          </p:cNvSpPr>
          <p:nvPr/>
        </p:nvSpPr>
        <p:spPr>
          <a:xfrm>
            <a:off x="73919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9E146F3A-A8A2-45CC-8784-6CE9A96D425B}"/>
              </a:ext>
            </a:extLst>
          </p:cNvPr>
          <p:cNvSpPr>
            <a:spLocks/>
          </p:cNvSpPr>
          <p:nvPr/>
        </p:nvSpPr>
        <p:spPr>
          <a:xfrm>
            <a:off x="74008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62942D3-1F2C-459C-98B8-93E6D863089B}"/>
              </a:ext>
            </a:extLst>
          </p:cNvPr>
          <p:cNvSpPr>
            <a:spLocks/>
          </p:cNvSpPr>
          <p:nvPr/>
        </p:nvSpPr>
        <p:spPr>
          <a:xfrm>
            <a:off x="741904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CC8A69B7-DA17-4E3D-8FF5-A83B7AA34F31}"/>
              </a:ext>
            </a:extLst>
          </p:cNvPr>
          <p:cNvSpPr>
            <a:spLocks/>
          </p:cNvSpPr>
          <p:nvPr/>
        </p:nvSpPr>
        <p:spPr>
          <a:xfrm>
            <a:off x="73828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A7FEE6D7-7731-4D16-AAB1-BA35A7729A86}"/>
              </a:ext>
            </a:extLst>
          </p:cNvPr>
          <p:cNvSpPr>
            <a:spLocks/>
          </p:cNvSpPr>
          <p:nvPr/>
        </p:nvSpPr>
        <p:spPr>
          <a:xfrm>
            <a:off x="736183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69DB11EF-F791-4ECB-B668-88C00C1FC56C}"/>
              </a:ext>
            </a:extLst>
          </p:cNvPr>
          <p:cNvSpPr>
            <a:spLocks/>
          </p:cNvSpPr>
          <p:nvPr/>
        </p:nvSpPr>
        <p:spPr>
          <a:xfrm>
            <a:off x="7419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A7ECC9D4-2080-4D79-8CCC-3CCCF48FA211}"/>
              </a:ext>
            </a:extLst>
          </p:cNvPr>
          <p:cNvSpPr>
            <a:spLocks/>
          </p:cNvSpPr>
          <p:nvPr/>
        </p:nvSpPr>
        <p:spPr>
          <a:xfrm>
            <a:off x="743225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9ED6D711-1504-4F51-9BDA-5A775B08DA38}"/>
              </a:ext>
            </a:extLst>
          </p:cNvPr>
          <p:cNvSpPr>
            <a:spLocks/>
          </p:cNvSpPr>
          <p:nvPr/>
        </p:nvSpPr>
        <p:spPr>
          <a:xfrm>
            <a:off x="7413666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447109EC-A10F-4C74-97B5-D94C7E4DEABC}"/>
              </a:ext>
            </a:extLst>
          </p:cNvPr>
          <p:cNvSpPr>
            <a:spLocks/>
          </p:cNvSpPr>
          <p:nvPr/>
        </p:nvSpPr>
        <p:spPr>
          <a:xfrm>
            <a:off x="746618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1FA8224F-86AB-4C5D-A2A6-B2CA8DC6D127}"/>
              </a:ext>
            </a:extLst>
          </p:cNvPr>
          <p:cNvSpPr>
            <a:spLocks/>
          </p:cNvSpPr>
          <p:nvPr/>
        </p:nvSpPr>
        <p:spPr>
          <a:xfrm>
            <a:off x="73747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0549011F-E6D4-45BF-84BF-ACB91502E43F}"/>
              </a:ext>
            </a:extLst>
          </p:cNvPr>
          <p:cNvSpPr>
            <a:spLocks/>
          </p:cNvSpPr>
          <p:nvPr/>
        </p:nvSpPr>
        <p:spPr>
          <a:xfrm>
            <a:off x="7452458" y="63132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78A0C689-6FE2-4C32-AD79-4AB63ED2D741}"/>
              </a:ext>
            </a:extLst>
          </p:cNvPr>
          <p:cNvSpPr>
            <a:spLocks/>
          </p:cNvSpPr>
          <p:nvPr/>
        </p:nvSpPr>
        <p:spPr>
          <a:xfrm>
            <a:off x="740170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F98BA1BE-FEE4-42AD-ABDF-5C4BD8471030}"/>
              </a:ext>
            </a:extLst>
          </p:cNvPr>
          <p:cNvSpPr>
            <a:spLocks/>
          </p:cNvSpPr>
          <p:nvPr/>
        </p:nvSpPr>
        <p:spPr>
          <a:xfrm>
            <a:off x="73654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4240CA3B-225F-4834-9624-6D6293FE692E}"/>
              </a:ext>
            </a:extLst>
          </p:cNvPr>
          <p:cNvSpPr>
            <a:spLocks/>
          </p:cNvSpPr>
          <p:nvPr/>
        </p:nvSpPr>
        <p:spPr>
          <a:xfrm>
            <a:off x="740884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0F9A434A-29F4-4A02-9A31-2A6D32161037}"/>
              </a:ext>
            </a:extLst>
          </p:cNvPr>
          <p:cNvSpPr>
            <a:spLocks/>
          </p:cNvSpPr>
          <p:nvPr/>
        </p:nvSpPr>
        <p:spPr>
          <a:xfrm>
            <a:off x="74132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09BA713B-3DD9-40C6-8A13-26E211CD6595}"/>
              </a:ext>
            </a:extLst>
          </p:cNvPr>
          <p:cNvSpPr>
            <a:spLocks/>
          </p:cNvSpPr>
          <p:nvPr/>
        </p:nvSpPr>
        <p:spPr>
          <a:xfrm>
            <a:off x="73659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E4551111-99DB-4397-8AF0-466047B05866}"/>
              </a:ext>
            </a:extLst>
          </p:cNvPr>
          <p:cNvSpPr>
            <a:spLocks/>
          </p:cNvSpPr>
          <p:nvPr/>
        </p:nvSpPr>
        <p:spPr>
          <a:xfrm>
            <a:off x="73849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248FD0B8-611F-4C92-9FAC-386AC8CCB369}"/>
              </a:ext>
            </a:extLst>
          </p:cNvPr>
          <p:cNvSpPr>
            <a:spLocks/>
          </p:cNvSpPr>
          <p:nvPr/>
        </p:nvSpPr>
        <p:spPr>
          <a:xfrm>
            <a:off x="735775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C244479F-FF6B-43FB-B01E-3A2299B1F158}"/>
              </a:ext>
            </a:extLst>
          </p:cNvPr>
          <p:cNvSpPr>
            <a:spLocks/>
          </p:cNvSpPr>
          <p:nvPr/>
        </p:nvSpPr>
        <p:spPr>
          <a:xfrm>
            <a:off x="7410450" y="52419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DDA51A25-85E4-4765-AB03-B71DF4449827}"/>
              </a:ext>
            </a:extLst>
          </p:cNvPr>
          <p:cNvSpPr>
            <a:spLocks/>
          </p:cNvSpPr>
          <p:nvPr/>
        </p:nvSpPr>
        <p:spPr>
          <a:xfrm>
            <a:off x="740241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35383D0F-7A1C-4A3B-BD28-986A8DC02B8D}"/>
              </a:ext>
            </a:extLst>
          </p:cNvPr>
          <p:cNvSpPr>
            <a:spLocks/>
          </p:cNvSpPr>
          <p:nvPr/>
        </p:nvSpPr>
        <p:spPr>
          <a:xfrm>
            <a:off x="735793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2852E2C5-76B7-4F5E-A7B4-81742CE904F5}"/>
              </a:ext>
            </a:extLst>
          </p:cNvPr>
          <p:cNvSpPr>
            <a:spLocks/>
          </p:cNvSpPr>
          <p:nvPr/>
        </p:nvSpPr>
        <p:spPr>
          <a:xfrm>
            <a:off x="742816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5F8BAF9D-7A24-4B41-99CF-0BC2897E1076}"/>
              </a:ext>
            </a:extLst>
          </p:cNvPr>
          <p:cNvSpPr>
            <a:spLocks/>
          </p:cNvSpPr>
          <p:nvPr/>
        </p:nvSpPr>
        <p:spPr>
          <a:xfrm>
            <a:off x="74176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328DF716-45EF-48A3-8F4E-FF921678BD08}"/>
              </a:ext>
            </a:extLst>
          </p:cNvPr>
          <p:cNvSpPr>
            <a:spLocks/>
          </p:cNvSpPr>
          <p:nvPr/>
        </p:nvSpPr>
        <p:spPr>
          <a:xfrm>
            <a:off x="738419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B8266C24-24BA-4E08-BB59-A36BADA3E77E}"/>
              </a:ext>
            </a:extLst>
          </p:cNvPr>
          <p:cNvSpPr>
            <a:spLocks/>
          </p:cNvSpPr>
          <p:nvPr/>
        </p:nvSpPr>
        <p:spPr>
          <a:xfrm>
            <a:off x="74353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1F7EEEA3-5EB5-4BB4-9B22-1A5CE667D740}"/>
              </a:ext>
            </a:extLst>
          </p:cNvPr>
          <p:cNvSpPr>
            <a:spLocks/>
          </p:cNvSpPr>
          <p:nvPr/>
        </p:nvSpPr>
        <p:spPr>
          <a:xfrm>
            <a:off x="74225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11E9588B-2DE8-486C-A87E-7D06F71BF569}"/>
              </a:ext>
            </a:extLst>
          </p:cNvPr>
          <p:cNvSpPr>
            <a:spLocks/>
          </p:cNvSpPr>
          <p:nvPr/>
        </p:nvSpPr>
        <p:spPr>
          <a:xfrm>
            <a:off x="7447128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4B44D3BE-DD72-40C4-8A1D-295D0332E684}"/>
              </a:ext>
            </a:extLst>
          </p:cNvPr>
          <p:cNvSpPr>
            <a:spLocks/>
          </p:cNvSpPr>
          <p:nvPr/>
        </p:nvSpPr>
        <p:spPr>
          <a:xfrm>
            <a:off x="74019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D0F8098-9BB9-491C-9E88-BDBA6EB816DF}"/>
              </a:ext>
            </a:extLst>
          </p:cNvPr>
          <p:cNvSpPr>
            <a:spLocks/>
          </p:cNvSpPr>
          <p:nvPr/>
        </p:nvSpPr>
        <p:spPr>
          <a:xfrm>
            <a:off x="7387491" y="59926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93B2DE4A-A797-42E2-AB25-EE4DB0B00AEB}"/>
              </a:ext>
            </a:extLst>
          </p:cNvPr>
          <p:cNvSpPr>
            <a:spLocks/>
          </p:cNvSpPr>
          <p:nvPr/>
        </p:nvSpPr>
        <p:spPr>
          <a:xfrm>
            <a:off x="73904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CEB12E18-5066-4DA7-BE91-1EDE582416B7}"/>
              </a:ext>
            </a:extLst>
          </p:cNvPr>
          <p:cNvSpPr>
            <a:spLocks/>
          </p:cNvSpPr>
          <p:nvPr/>
        </p:nvSpPr>
        <p:spPr>
          <a:xfrm>
            <a:off x="739692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7CBF30BC-A6B0-47A6-ADC7-D8F2F6D7D702}"/>
              </a:ext>
            </a:extLst>
          </p:cNvPr>
          <p:cNvSpPr>
            <a:spLocks/>
          </p:cNvSpPr>
          <p:nvPr/>
        </p:nvSpPr>
        <p:spPr>
          <a:xfrm>
            <a:off x="74198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79DCC79D-A91B-423B-A911-615F7F1E8D3F}"/>
              </a:ext>
            </a:extLst>
          </p:cNvPr>
          <p:cNvSpPr>
            <a:spLocks/>
          </p:cNvSpPr>
          <p:nvPr/>
        </p:nvSpPr>
        <p:spPr>
          <a:xfrm>
            <a:off x="74311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6C4BFF53-3730-42DA-9D99-DA0F1674CD20}"/>
              </a:ext>
            </a:extLst>
          </p:cNvPr>
          <p:cNvSpPr>
            <a:spLocks/>
          </p:cNvSpPr>
          <p:nvPr/>
        </p:nvSpPr>
        <p:spPr>
          <a:xfrm>
            <a:off x="739511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7062787D-1767-45F4-912F-96A2984DD636}"/>
              </a:ext>
            </a:extLst>
          </p:cNvPr>
          <p:cNvSpPr>
            <a:spLocks/>
          </p:cNvSpPr>
          <p:nvPr/>
        </p:nvSpPr>
        <p:spPr>
          <a:xfrm>
            <a:off x="744963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FA24DE80-5E68-458C-A9B6-4B5B00F13566}"/>
              </a:ext>
            </a:extLst>
          </p:cNvPr>
          <p:cNvSpPr>
            <a:spLocks/>
          </p:cNvSpPr>
          <p:nvPr/>
        </p:nvSpPr>
        <p:spPr>
          <a:xfrm>
            <a:off x="742717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CA981DFE-4A54-4128-B7E3-411AFF080111}"/>
              </a:ext>
            </a:extLst>
          </p:cNvPr>
          <p:cNvSpPr>
            <a:spLocks/>
          </p:cNvSpPr>
          <p:nvPr/>
        </p:nvSpPr>
        <p:spPr>
          <a:xfrm>
            <a:off x="745731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95E5D629-D65A-4815-AB54-780D96A22AFF}"/>
              </a:ext>
            </a:extLst>
          </p:cNvPr>
          <p:cNvSpPr>
            <a:spLocks/>
          </p:cNvSpPr>
          <p:nvPr/>
        </p:nvSpPr>
        <p:spPr>
          <a:xfrm>
            <a:off x="745086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8EC2A644-8ACA-46E3-9616-6D41A4034FE6}"/>
              </a:ext>
            </a:extLst>
          </p:cNvPr>
          <p:cNvSpPr>
            <a:spLocks/>
          </p:cNvSpPr>
          <p:nvPr/>
        </p:nvSpPr>
        <p:spPr>
          <a:xfrm>
            <a:off x="7445652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E3D39AEE-74F1-4968-A141-D120E0693853}"/>
              </a:ext>
            </a:extLst>
          </p:cNvPr>
          <p:cNvSpPr>
            <a:spLocks/>
          </p:cNvSpPr>
          <p:nvPr/>
        </p:nvSpPr>
        <p:spPr>
          <a:xfrm>
            <a:off x="73502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8DED603E-AE31-40E5-BE77-9384E1991D0D}"/>
              </a:ext>
            </a:extLst>
          </p:cNvPr>
          <p:cNvSpPr>
            <a:spLocks/>
          </p:cNvSpPr>
          <p:nvPr/>
        </p:nvSpPr>
        <p:spPr>
          <a:xfrm>
            <a:off x="746508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0345033C-40D8-450E-A817-1DC5478A6FF1}"/>
              </a:ext>
            </a:extLst>
          </p:cNvPr>
          <p:cNvSpPr>
            <a:spLocks/>
          </p:cNvSpPr>
          <p:nvPr/>
        </p:nvSpPr>
        <p:spPr>
          <a:xfrm>
            <a:off x="740920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C169A8B3-890C-42B6-8624-8EA621265AF9}"/>
              </a:ext>
            </a:extLst>
          </p:cNvPr>
          <p:cNvSpPr>
            <a:spLocks/>
          </p:cNvSpPr>
          <p:nvPr/>
        </p:nvSpPr>
        <p:spPr>
          <a:xfrm>
            <a:off x="744331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2C81B85D-5592-4D9A-BCB4-510990260B8C}"/>
              </a:ext>
            </a:extLst>
          </p:cNvPr>
          <p:cNvSpPr>
            <a:spLocks/>
          </p:cNvSpPr>
          <p:nvPr/>
        </p:nvSpPr>
        <p:spPr>
          <a:xfrm>
            <a:off x="739626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B200AE3A-3672-468B-8E81-C46CB2381F9E}"/>
              </a:ext>
            </a:extLst>
          </p:cNvPr>
          <p:cNvSpPr>
            <a:spLocks/>
          </p:cNvSpPr>
          <p:nvPr/>
        </p:nvSpPr>
        <p:spPr>
          <a:xfrm>
            <a:off x="7352270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AE02EB96-46A5-4F29-969B-FC67115613C8}"/>
              </a:ext>
            </a:extLst>
          </p:cNvPr>
          <p:cNvSpPr>
            <a:spLocks/>
          </p:cNvSpPr>
          <p:nvPr/>
        </p:nvSpPr>
        <p:spPr>
          <a:xfrm>
            <a:off x="740032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24F64EA0-B08B-4F2D-B515-AEFC51C96CE2}"/>
              </a:ext>
            </a:extLst>
          </p:cNvPr>
          <p:cNvSpPr>
            <a:spLocks/>
          </p:cNvSpPr>
          <p:nvPr/>
        </p:nvSpPr>
        <p:spPr>
          <a:xfrm>
            <a:off x="736192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21BAFF9-8ACF-405B-9298-22A644F5E53D}"/>
              </a:ext>
            </a:extLst>
          </p:cNvPr>
          <p:cNvSpPr>
            <a:spLocks/>
          </p:cNvSpPr>
          <p:nvPr/>
        </p:nvSpPr>
        <p:spPr>
          <a:xfrm>
            <a:off x="738231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CEF7648A-B210-43E0-9DEB-27B0FADE7A0A}"/>
              </a:ext>
            </a:extLst>
          </p:cNvPr>
          <p:cNvSpPr>
            <a:spLocks/>
          </p:cNvSpPr>
          <p:nvPr/>
        </p:nvSpPr>
        <p:spPr>
          <a:xfrm>
            <a:off x="742396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9204E106-F947-4810-8CE7-567605FE3BBE}"/>
              </a:ext>
            </a:extLst>
          </p:cNvPr>
          <p:cNvSpPr>
            <a:spLocks/>
          </p:cNvSpPr>
          <p:nvPr/>
        </p:nvSpPr>
        <p:spPr>
          <a:xfrm>
            <a:off x="7386592" y="5294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9B057EDD-939F-48D0-90DB-74E53726843D}"/>
              </a:ext>
            </a:extLst>
          </p:cNvPr>
          <p:cNvSpPr>
            <a:spLocks/>
          </p:cNvSpPr>
          <p:nvPr/>
        </p:nvSpPr>
        <p:spPr>
          <a:xfrm>
            <a:off x="74469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1A3090C1-9B12-43CC-A7D5-8EDD053856D1}"/>
              </a:ext>
            </a:extLst>
          </p:cNvPr>
          <p:cNvSpPr>
            <a:spLocks/>
          </p:cNvSpPr>
          <p:nvPr/>
        </p:nvSpPr>
        <p:spPr>
          <a:xfrm>
            <a:off x="74616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94EE27DF-EC0F-4663-842D-0E29731BC93B}"/>
              </a:ext>
            </a:extLst>
          </p:cNvPr>
          <p:cNvSpPr>
            <a:spLocks/>
          </p:cNvSpPr>
          <p:nvPr/>
        </p:nvSpPr>
        <p:spPr>
          <a:xfrm>
            <a:off x="7409240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5414F5C4-53A3-4F04-8A04-E85298B165AB}"/>
              </a:ext>
            </a:extLst>
          </p:cNvPr>
          <p:cNvSpPr>
            <a:spLocks/>
          </p:cNvSpPr>
          <p:nvPr/>
        </p:nvSpPr>
        <p:spPr>
          <a:xfrm>
            <a:off x="739224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106F95DA-2FD0-47F3-991A-1577515D5168}"/>
              </a:ext>
            </a:extLst>
          </p:cNvPr>
          <p:cNvSpPr>
            <a:spLocks/>
          </p:cNvSpPr>
          <p:nvPr/>
        </p:nvSpPr>
        <p:spPr>
          <a:xfrm>
            <a:off x="739528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6339560D-858A-426F-8339-42FDFBD53594}"/>
              </a:ext>
            </a:extLst>
          </p:cNvPr>
          <p:cNvSpPr>
            <a:spLocks/>
          </p:cNvSpPr>
          <p:nvPr/>
        </p:nvSpPr>
        <p:spPr>
          <a:xfrm>
            <a:off x="73889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1DBCDEE9-EB12-47E2-9757-0B18CFE55ACD}"/>
              </a:ext>
            </a:extLst>
          </p:cNvPr>
          <p:cNvSpPr>
            <a:spLocks/>
          </p:cNvSpPr>
          <p:nvPr/>
        </p:nvSpPr>
        <p:spPr>
          <a:xfrm>
            <a:off x="745832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3E9DBB8D-E58C-407D-AE59-FCEAC08C72DC}"/>
              </a:ext>
            </a:extLst>
          </p:cNvPr>
          <p:cNvSpPr>
            <a:spLocks/>
          </p:cNvSpPr>
          <p:nvPr/>
        </p:nvSpPr>
        <p:spPr>
          <a:xfrm>
            <a:off x="73683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BFA8F4A-DCBA-4850-B1FB-539FF2B30A8D}"/>
              </a:ext>
            </a:extLst>
          </p:cNvPr>
          <p:cNvSpPr>
            <a:spLocks/>
          </p:cNvSpPr>
          <p:nvPr/>
        </p:nvSpPr>
        <p:spPr>
          <a:xfrm>
            <a:off x="73881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E8788255-3791-41BC-91E6-7BE019181379}"/>
              </a:ext>
            </a:extLst>
          </p:cNvPr>
          <p:cNvSpPr>
            <a:spLocks/>
          </p:cNvSpPr>
          <p:nvPr/>
        </p:nvSpPr>
        <p:spPr>
          <a:xfrm>
            <a:off x="739493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C65A2A0C-2AD0-4232-ACC8-C7A0154E813A}"/>
              </a:ext>
            </a:extLst>
          </p:cNvPr>
          <p:cNvSpPr>
            <a:spLocks/>
          </p:cNvSpPr>
          <p:nvPr/>
        </p:nvSpPr>
        <p:spPr>
          <a:xfrm>
            <a:off x="743212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D707BF98-F143-4DEE-A02C-B1C053B15879}"/>
              </a:ext>
            </a:extLst>
          </p:cNvPr>
          <p:cNvSpPr>
            <a:spLocks/>
          </p:cNvSpPr>
          <p:nvPr/>
        </p:nvSpPr>
        <p:spPr>
          <a:xfrm>
            <a:off x="739818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B951B131-DC70-425E-AAE4-1BF5DAAAC513}"/>
              </a:ext>
            </a:extLst>
          </p:cNvPr>
          <p:cNvSpPr>
            <a:spLocks/>
          </p:cNvSpPr>
          <p:nvPr/>
        </p:nvSpPr>
        <p:spPr>
          <a:xfrm>
            <a:off x="7435819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9F2B0690-E241-4535-813D-9248EEC37E4B}"/>
              </a:ext>
            </a:extLst>
          </p:cNvPr>
          <p:cNvSpPr>
            <a:spLocks/>
          </p:cNvSpPr>
          <p:nvPr/>
        </p:nvSpPr>
        <p:spPr>
          <a:xfrm>
            <a:off x="741987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A13E14CD-660F-45DF-B02A-7170342AD2E1}"/>
              </a:ext>
            </a:extLst>
          </p:cNvPr>
          <p:cNvSpPr>
            <a:spLocks/>
          </p:cNvSpPr>
          <p:nvPr/>
        </p:nvSpPr>
        <p:spPr>
          <a:xfrm>
            <a:off x="76921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4984BADC-9F11-4B66-8669-2FE9DA7E8115}"/>
              </a:ext>
            </a:extLst>
          </p:cNvPr>
          <p:cNvSpPr>
            <a:spLocks/>
          </p:cNvSpPr>
          <p:nvPr/>
        </p:nvSpPr>
        <p:spPr>
          <a:xfrm>
            <a:off x="7692103" y="54485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381DA61F-695A-4B99-8BED-3D623B7FEF6F}"/>
              </a:ext>
            </a:extLst>
          </p:cNvPr>
          <p:cNvSpPr>
            <a:spLocks/>
          </p:cNvSpPr>
          <p:nvPr/>
        </p:nvSpPr>
        <p:spPr>
          <a:xfrm>
            <a:off x="76856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837B4651-F36C-4525-8884-DC33587AC6D3}"/>
              </a:ext>
            </a:extLst>
          </p:cNvPr>
          <p:cNvSpPr>
            <a:spLocks/>
          </p:cNvSpPr>
          <p:nvPr/>
        </p:nvSpPr>
        <p:spPr>
          <a:xfrm>
            <a:off x="76975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2DE778F7-CBC1-4B48-8052-D6FF712E977C}"/>
              </a:ext>
            </a:extLst>
          </p:cNvPr>
          <p:cNvSpPr>
            <a:spLocks/>
          </p:cNvSpPr>
          <p:nvPr/>
        </p:nvSpPr>
        <p:spPr>
          <a:xfrm>
            <a:off x="7646365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2A340BA-FAD5-402A-B2C0-E03F7DC2D014}"/>
              </a:ext>
            </a:extLst>
          </p:cNvPr>
          <p:cNvSpPr>
            <a:spLocks/>
          </p:cNvSpPr>
          <p:nvPr/>
        </p:nvSpPr>
        <p:spPr>
          <a:xfrm>
            <a:off x="7709070" y="60221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C99BD18E-2714-4DA5-AD15-87141676F9F8}"/>
              </a:ext>
            </a:extLst>
          </p:cNvPr>
          <p:cNvSpPr>
            <a:spLocks/>
          </p:cNvSpPr>
          <p:nvPr/>
        </p:nvSpPr>
        <p:spPr>
          <a:xfrm>
            <a:off x="76662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996B2AC2-4A24-4AE1-92B3-B1293C41DCEB}"/>
              </a:ext>
            </a:extLst>
          </p:cNvPr>
          <p:cNvSpPr>
            <a:spLocks/>
          </p:cNvSpPr>
          <p:nvPr/>
        </p:nvSpPr>
        <p:spPr>
          <a:xfrm>
            <a:off x="76102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A1331947-555B-4C58-91A5-D2C0BC741BCE}"/>
              </a:ext>
            </a:extLst>
          </p:cNvPr>
          <p:cNvSpPr>
            <a:spLocks/>
          </p:cNvSpPr>
          <p:nvPr/>
        </p:nvSpPr>
        <p:spPr>
          <a:xfrm>
            <a:off x="759974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BB6C238B-52DF-4668-9CC4-5DE593C3C0CA}"/>
              </a:ext>
            </a:extLst>
          </p:cNvPr>
          <p:cNvSpPr>
            <a:spLocks/>
          </p:cNvSpPr>
          <p:nvPr/>
        </p:nvSpPr>
        <p:spPr>
          <a:xfrm>
            <a:off x="76938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D77F3E5B-6F72-4EFF-832C-6DC2760E1417}"/>
              </a:ext>
            </a:extLst>
          </p:cNvPr>
          <p:cNvSpPr>
            <a:spLocks/>
          </p:cNvSpPr>
          <p:nvPr/>
        </p:nvSpPr>
        <p:spPr>
          <a:xfrm>
            <a:off x="76654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6AFFB711-8AD1-4DB1-B945-530D0B181FC7}"/>
              </a:ext>
            </a:extLst>
          </p:cNvPr>
          <p:cNvSpPr>
            <a:spLocks/>
          </p:cNvSpPr>
          <p:nvPr/>
        </p:nvSpPr>
        <p:spPr>
          <a:xfrm>
            <a:off x="762786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36E4E6BE-C195-49EA-94DF-708B1C4E4D18}"/>
              </a:ext>
            </a:extLst>
          </p:cNvPr>
          <p:cNvSpPr>
            <a:spLocks/>
          </p:cNvSpPr>
          <p:nvPr/>
        </p:nvSpPr>
        <p:spPr>
          <a:xfrm>
            <a:off x="7662268" y="5323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C4BB8F8A-6ADE-49C4-A901-5857FE0457E0}"/>
              </a:ext>
            </a:extLst>
          </p:cNvPr>
          <p:cNvSpPr>
            <a:spLocks/>
          </p:cNvSpPr>
          <p:nvPr/>
        </p:nvSpPr>
        <p:spPr>
          <a:xfrm>
            <a:off x="7667120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9F637060-61B2-4B83-BEAA-2D51422D65C0}"/>
              </a:ext>
            </a:extLst>
          </p:cNvPr>
          <p:cNvSpPr>
            <a:spLocks/>
          </p:cNvSpPr>
          <p:nvPr/>
        </p:nvSpPr>
        <p:spPr>
          <a:xfrm>
            <a:off x="76021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A33800C9-7BA2-4B53-A7E5-7896F5988B2D}"/>
              </a:ext>
            </a:extLst>
          </p:cNvPr>
          <p:cNvSpPr>
            <a:spLocks/>
          </p:cNvSpPr>
          <p:nvPr/>
        </p:nvSpPr>
        <p:spPr>
          <a:xfrm>
            <a:off x="76883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4C2CEDE2-2810-4B4C-8E1D-18E30CDBDBDC}"/>
              </a:ext>
            </a:extLst>
          </p:cNvPr>
          <p:cNvSpPr>
            <a:spLocks/>
          </p:cNvSpPr>
          <p:nvPr/>
        </p:nvSpPr>
        <p:spPr>
          <a:xfrm>
            <a:off x="77089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638C455F-8B22-415A-A0F7-1B54C98F342F}"/>
              </a:ext>
            </a:extLst>
          </p:cNvPr>
          <p:cNvSpPr>
            <a:spLocks/>
          </p:cNvSpPr>
          <p:nvPr/>
        </p:nvSpPr>
        <p:spPr>
          <a:xfrm>
            <a:off x="764981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F20C2478-737A-4226-9085-E950158B6BF3}"/>
              </a:ext>
            </a:extLst>
          </p:cNvPr>
          <p:cNvSpPr>
            <a:spLocks/>
          </p:cNvSpPr>
          <p:nvPr/>
        </p:nvSpPr>
        <p:spPr>
          <a:xfrm>
            <a:off x="7673342" y="54979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74E8C461-BB23-458A-8C7D-4117D9204784}"/>
              </a:ext>
            </a:extLst>
          </p:cNvPr>
          <p:cNvSpPr>
            <a:spLocks/>
          </p:cNvSpPr>
          <p:nvPr/>
        </p:nvSpPr>
        <p:spPr>
          <a:xfrm>
            <a:off x="769356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2DF8D585-43EF-418F-859D-C86248850308}"/>
              </a:ext>
            </a:extLst>
          </p:cNvPr>
          <p:cNvSpPr>
            <a:spLocks/>
          </p:cNvSpPr>
          <p:nvPr/>
        </p:nvSpPr>
        <p:spPr>
          <a:xfrm>
            <a:off x="7622079" y="67237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2C32DBEE-6143-4BF8-8B14-4136F52E3A37}"/>
              </a:ext>
            </a:extLst>
          </p:cNvPr>
          <p:cNvSpPr>
            <a:spLocks/>
          </p:cNvSpPr>
          <p:nvPr/>
        </p:nvSpPr>
        <p:spPr>
          <a:xfrm>
            <a:off x="766800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806412EE-3238-442C-AA42-5FA41AAE0E4A}"/>
              </a:ext>
            </a:extLst>
          </p:cNvPr>
          <p:cNvSpPr>
            <a:spLocks/>
          </p:cNvSpPr>
          <p:nvPr/>
        </p:nvSpPr>
        <p:spPr>
          <a:xfrm>
            <a:off x="77173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4D11E69F-DCE2-42AF-852F-AF0909614EA8}"/>
              </a:ext>
            </a:extLst>
          </p:cNvPr>
          <p:cNvSpPr>
            <a:spLocks/>
          </p:cNvSpPr>
          <p:nvPr/>
        </p:nvSpPr>
        <p:spPr>
          <a:xfrm>
            <a:off x="7624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C4EE34B1-A21A-4ABA-A01C-381FF7F56B36}"/>
              </a:ext>
            </a:extLst>
          </p:cNvPr>
          <p:cNvSpPr>
            <a:spLocks/>
          </p:cNvSpPr>
          <p:nvPr/>
        </p:nvSpPr>
        <p:spPr>
          <a:xfrm>
            <a:off x="76567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FAF9BC93-95E5-487B-B362-C0758C1CB5B1}"/>
              </a:ext>
            </a:extLst>
          </p:cNvPr>
          <p:cNvSpPr>
            <a:spLocks/>
          </p:cNvSpPr>
          <p:nvPr/>
        </p:nvSpPr>
        <p:spPr>
          <a:xfrm>
            <a:off x="763310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70E365A6-F3DA-4E06-AEE8-697C9EB2DB1F}"/>
              </a:ext>
            </a:extLst>
          </p:cNvPr>
          <p:cNvSpPr>
            <a:spLocks/>
          </p:cNvSpPr>
          <p:nvPr/>
        </p:nvSpPr>
        <p:spPr>
          <a:xfrm>
            <a:off x="76626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26438A0B-4DBF-4F1A-AF74-042381B208B2}"/>
              </a:ext>
            </a:extLst>
          </p:cNvPr>
          <p:cNvSpPr>
            <a:spLocks/>
          </p:cNvSpPr>
          <p:nvPr/>
        </p:nvSpPr>
        <p:spPr>
          <a:xfrm>
            <a:off x="76875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B7AF5DAA-F933-4CA7-9752-29B84DDD6846}"/>
              </a:ext>
            </a:extLst>
          </p:cNvPr>
          <p:cNvSpPr>
            <a:spLocks/>
          </p:cNvSpPr>
          <p:nvPr/>
        </p:nvSpPr>
        <p:spPr>
          <a:xfrm>
            <a:off x="76753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13A6CF47-F492-4A3B-B903-76FE6B937D6A}"/>
              </a:ext>
            </a:extLst>
          </p:cNvPr>
          <p:cNvSpPr>
            <a:spLocks/>
          </p:cNvSpPr>
          <p:nvPr/>
        </p:nvSpPr>
        <p:spPr>
          <a:xfrm>
            <a:off x="764551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E635C0C2-CD8C-422C-B06A-E2F145975C4F}"/>
              </a:ext>
            </a:extLst>
          </p:cNvPr>
          <p:cNvSpPr>
            <a:spLocks/>
          </p:cNvSpPr>
          <p:nvPr/>
        </p:nvSpPr>
        <p:spPr>
          <a:xfrm>
            <a:off x="765846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6C3F3E2E-F8BC-49F0-BCEA-3554AE81788C}"/>
              </a:ext>
            </a:extLst>
          </p:cNvPr>
          <p:cNvSpPr>
            <a:spLocks/>
          </p:cNvSpPr>
          <p:nvPr/>
        </p:nvSpPr>
        <p:spPr>
          <a:xfrm>
            <a:off x="76116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D99F3298-EBC7-4718-B21A-F1898126FD19}"/>
              </a:ext>
            </a:extLst>
          </p:cNvPr>
          <p:cNvSpPr>
            <a:spLocks/>
          </p:cNvSpPr>
          <p:nvPr/>
        </p:nvSpPr>
        <p:spPr>
          <a:xfrm>
            <a:off x="7705091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686EB929-F944-4FF9-BB7A-D7F84744ECDC}"/>
              </a:ext>
            </a:extLst>
          </p:cNvPr>
          <p:cNvSpPr>
            <a:spLocks/>
          </p:cNvSpPr>
          <p:nvPr/>
        </p:nvSpPr>
        <p:spPr>
          <a:xfrm>
            <a:off x="76054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47CFA42A-93C1-485C-8067-7672DD0B88DC}"/>
              </a:ext>
            </a:extLst>
          </p:cNvPr>
          <p:cNvSpPr>
            <a:spLocks/>
          </p:cNvSpPr>
          <p:nvPr/>
        </p:nvSpPr>
        <p:spPr>
          <a:xfrm>
            <a:off x="766091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FC4432C1-0BCA-4B3C-9D42-C29AF67EACE1}"/>
              </a:ext>
            </a:extLst>
          </p:cNvPr>
          <p:cNvSpPr>
            <a:spLocks/>
          </p:cNvSpPr>
          <p:nvPr/>
        </p:nvSpPr>
        <p:spPr>
          <a:xfrm>
            <a:off x="763411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9097A7B3-6989-4229-BC85-1F9CD86373BC}"/>
              </a:ext>
            </a:extLst>
          </p:cNvPr>
          <p:cNvSpPr>
            <a:spLocks/>
          </p:cNvSpPr>
          <p:nvPr/>
        </p:nvSpPr>
        <p:spPr>
          <a:xfrm>
            <a:off x="76407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29B1C1C8-9EED-4AD6-B41F-AD85C5BDF98E}"/>
              </a:ext>
            </a:extLst>
          </p:cNvPr>
          <p:cNvSpPr>
            <a:spLocks/>
          </p:cNvSpPr>
          <p:nvPr/>
        </p:nvSpPr>
        <p:spPr>
          <a:xfrm>
            <a:off x="766471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2510881D-F6A6-4683-8C18-2F5FFAFC1C7E}"/>
              </a:ext>
            </a:extLst>
          </p:cNvPr>
          <p:cNvSpPr>
            <a:spLocks/>
          </p:cNvSpPr>
          <p:nvPr/>
        </p:nvSpPr>
        <p:spPr>
          <a:xfrm>
            <a:off x="7604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DF9B0372-B931-4626-9004-2B9FD253EF6D}"/>
              </a:ext>
            </a:extLst>
          </p:cNvPr>
          <p:cNvSpPr>
            <a:spLocks/>
          </p:cNvSpPr>
          <p:nvPr/>
        </p:nvSpPr>
        <p:spPr>
          <a:xfrm>
            <a:off x="77170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3A591637-57E9-4514-BC2C-A0F31B73C252}"/>
              </a:ext>
            </a:extLst>
          </p:cNvPr>
          <p:cNvSpPr>
            <a:spLocks/>
          </p:cNvSpPr>
          <p:nvPr/>
        </p:nvSpPr>
        <p:spPr>
          <a:xfrm>
            <a:off x="768652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D738688C-405E-4604-BB8D-B4DB0008EAE1}"/>
              </a:ext>
            </a:extLst>
          </p:cNvPr>
          <p:cNvSpPr>
            <a:spLocks/>
          </p:cNvSpPr>
          <p:nvPr/>
        </p:nvSpPr>
        <p:spPr>
          <a:xfrm>
            <a:off x="76829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565676CA-2ABE-4454-98B7-7693D57CD3F8}"/>
              </a:ext>
            </a:extLst>
          </p:cNvPr>
          <p:cNvSpPr>
            <a:spLocks/>
          </p:cNvSpPr>
          <p:nvPr/>
        </p:nvSpPr>
        <p:spPr>
          <a:xfrm>
            <a:off x="771611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2DA7FB30-E307-4E2E-90CD-78DA0C472AF4}"/>
              </a:ext>
            </a:extLst>
          </p:cNvPr>
          <p:cNvSpPr>
            <a:spLocks/>
          </p:cNvSpPr>
          <p:nvPr/>
        </p:nvSpPr>
        <p:spPr>
          <a:xfrm>
            <a:off x="76688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73A3DD2-4461-436F-B9BD-F3328F6AB22D}"/>
              </a:ext>
            </a:extLst>
          </p:cNvPr>
          <p:cNvSpPr>
            <a:spLocks/>
          </p:cNvSpPr>
          <p:nvPr/>
        </p:nvSpPr>
        <p:spPr>
          <a:xfrm>
            <a:off x="7691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A332E5B8-813D-4D1D-AB00-AF6753B739DC}"/>
              </a:ext>
            </a:extLst>
          </p:cNvPr>
          <p:cNvSpPr>
            <a:spLocks/>
          </p:cNvSpPr>
          <p:nvPr/>
        </p:nvSpPr>
        <p:spPr>
          <a:xfrm>
            <a:off x="76384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D5CE52CC-2AB6-4353-9C3E-F88BA52B55B5}"/>
              </a:ext>
            </a:extLst>
          </p:cNvPr>
          <p:cNvSpPr>
            <a:spLocks/>
          </p:cNvSpPr>
          <p:nvPr/>
        </p:nvSpPr>
        <p:spPr>
          <a:xfrm>
            <a:off x="762070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683FF2E7-C37F-4722-89B2-57F7A45A79DC}"/>
              </a:ext>
            </a:extLst>
          </p:cNvPr>
          <p:cNvSpPr>
            <a:spLocks/>
          </p:cNvSpPr>
          <p:nvPr/>
        </p:nvSpPr>
        <p:spPr>
          <a:xfrm>
            <a:off x="7666953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E8733AC6-EC25-4FD2-9B1B-04C13DFB056E}"/>
              </a:ext>
            </a:extLst>
          </p:cNvPr>
          <p:cNvSpPr>
            <a:spLocks/>
          </p:cNvSpPr>
          <p:nvPr/>
        </p:nvSpPr>
        <p:spPr>
          <a:xfrm>
            <a:off x="76000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ED078E65-0A60-4E0D-9E31-318CE1659248}"/>
              </a:ext>
            </a:extLst>
          </p:cNvPr>
          <p:cNvSpPr>
            <a:spLocks/>
          </p:cNvSpPr>
          <p:nvPr/>
        </p:nvSpPr>
        <p:spPr>
          <a:xfrm>
            <a:off x="764239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95768AB-7EBE-4AC1-B9BF-CF505F563386}"/>
              </a:ext>
            </a:extLst>
          </p:cNvPr>
          <p:cNvSpPr>
            <a:spLocks/>
          </p:cNvSpPr>
          <p:nvPr/>
        </p:nvSpPr>
        <p:spPr>
          <a:xfrm>
            <a:off x="76492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E5B4712B-6995-4784-8599-561F75271052}"/>
              </a:ext>
            </a:extLst>
          </p:cNvPr>
          <p:cNvSpPr>
            <a:spLocks/>
          </p:cNvSpPr>
          <p:nvPr/>
        </p:nvSpPr>
        <p:spPr>
          <a:xfrm>
            <a:off x="767932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5EA6A1EF-6719-405D-8C77-74C37FCB96EF}"/>
              </a:ext>
            </a:extLst>
          </p:cNvPr>
          <p:cNvSpPr>
            <a:spLocks/>
          </p:cNvSpPr>
          <p:nvPr/>
        </p:nvSpPr>
        <p:spPr>
          <a:xfrm>
            <a:off x="770214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0FD70902-FD45-48C1-99D5-BB51A0B27163}"/>
              </a:ext>
            </a:extLst>
          </p:cNvPr>
          <p:cNvSpPr>
            <a:spLocks/>
          </p:cNvSpPr>
          <p:nvPr/>
        </p:nvSpPr>
        <p:spPr>
          <a:xfrm>
            <a:off x="76636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0E6C5150-2C48-4654-96BE-ED4BC0936698}"/>
              </a:ext>
            </a:extLst>
          </p:cNvPr>
          <p:cNvSpPr>
            <a:spLocks/>
          </p:cNvSpPr>
          <p:nvPr/>
        </p:nvSpPr>
        <p:spPr>
          <a:xfrm>
            <a:off x="7698113" y="54291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7E025565-F867-416C-8CBF-AD55D57DD5DA}"/>
              </a:ext>
            </a:extLst>
          </p:cNvPr>
          <p:cNvSpPr>
            <a:spLocks/>
          </p:cNvSpPr>
          <p:nvPr/>
        </p:nvSpPr>
        <p:spPr>
          <a:xfrm>
            <a:off x="7600576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208C3427-1B75-40AA-BF21-56F30CE1BD64}"/>
              </a:ext>
            </a:extLst>
          </p:cNvPr>
          <p:cNvSpPr>
            <a:spLocks/>
          </p:cNvSpPr>
          <p:nvPr/>
        </p:nvSpPr>
        <p:spPr>
          <a:xfrm>
            <a:off x="760257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A7B1BE7B-C4DB-43A2-913F-5417ADC7AB8C}"/>
              </a:ext>
            </a:extLst>
          </p:cNvPr>
          <p:cNvSpPr>
            <a:spLocks/>
          </p:cNvSpPr>
          <p:nvPr/>
        </p:nvSpPr>
        <p:spPr>
          <a:xfrm>
            <a:off x="76290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A773BE17-65B8-4672-B02B-BDB5160D5CB8}"/>
              </a:ext>
            </a:extLst>
          </p:cNvPr>
          <p:cNvSpPr>
            <a:spLocks/>
          </p:cNvSpPr>
          <p:nvPr/>
        </p:nvSpPr>
        <p:spPr>
          <a:xfrm>
            <a:off x="7664365" y="59132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F0D34615-850F-4CD4-9D6A-C6D6A53B7198}"/>
              </a:ext>
            </a:extLst>
          </p:cNvPr>
          <p:cNvSpPr>
            <a:spLocks/>
          </p:cNvSpPr>
          <p:nvPr/>
        </p:nvSpPr>
        <p:spPr>
          <a:xfrm>
            <a:off x="762323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EC5AB9C4-1F7A-4D84-8D6D-D099FC735F1C}"/>
              </a:ext>
            </a:extLst>
          </p:cNvPr>
          <p:cNvSpPr>
            <a:spLocks/>
          </p:cNvSpPr>
          <p:nvPr/>
        </p:nvSpPr>
        <p:spPr>
          <a:xfrm>
            <a:off x="76541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E6E3EAFC-C29E-4941-8388-883C73B15060}"/>
              </a:ext>
            </a:extLst>
          </p:cNvPr>
          <p:cNvSpPr>
            <a:spLocks/>
          </p:cNvSpPr>
          <p:nvPr/>
        </p:nvSpPr>
        <p:spPr>
          <a:xfrm>
            <a:off x="76697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F366E0A4-22E0-4D6D-B0A9-EF7A8DB3D2BE}"/>
              </a:ext>
            </a:extLst>
          </p:cNvPr>
          <p:cNvSpPr>
            <a:spLocks/>
          </p:cNvSpPr>
          <p:nvPr/>
        </p:nvSpPr>
        <p:spPr>
          <a:xfrm>
            <a:off x="76706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55393385-082D-4876-9030-A750CB6AB4F2}"/>
              </a:ext>
            </a:extLst>
          </p:cNvPr>
          <p:cNvSpPr>
            <a:spLocks/>
          </p:cNvSpPr>
          <p:nvPr/>
        </p:nvSpPr>
        <p:spPr>
          <a:xfrm>
            <a:off x="763370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BE843754-7852-4ED0-A32D-D506F931CC25}"/>
              </a:ext>
            </a:extLst>
          </p:cNvPr>
          <p:cNvSpPr>
            <a:spLocks/>
          </p:cNvSpPr>
          <p:nvPr/>
        </p:nvSpPr>
        <p:spPr>
          <a:xfrm>
            <a:off x="7686742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9C6E03BA-255E-48A5-9254-B0D53078E604}"/>
              </a:ext>
            </a:extLst>
          </p:cNvPr>
          <p:cNvSpPr>
            <a:spLocks/>
          </p:cNvSpPr>
          <p:nvPr/>
        </p:nvSpPr>
        <p:spPr>
          <a:xfrm>
            <a:off x="767478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562C6009-4ED9-4960-A3EF-6EB81D4817FB}"/>
              </a:ext>
            </a:extLst>
          </p:cNvPr>
          <p:cNvSpPr>
            <a:spLocks/>
          </p:cNvSpPr>
          <p:nvPr/>
        </p:nvSpPr>
        <p:spPr>
          <a:xfrm>
            <a:off x="76899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09FA89E9-E008-4472-A83A-06D473A71F61}"/>
              </a:ext>
            </a:extLst>
          </p:cNvPr>
          <p:cNvSpPr>
            <a:spLocks/>
          </p:cNvSpPr>
          <p:nvPr/>
        </p:nvSpPr>
        <p:spPr>
          <a:xfrm>
            <a:off x="7640232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20EB0CCE-10CA-437C-BB22-2DB8061A879F}"/>
              </a:ext>
            </a:extLst>
          </p:cNvPr>
          <p:cNvSpPr>
            <a:spLocks/>
          </p:cNvSpPr>
          <p:nvPr/>
        </p:nvSpPr>
        <p:spPr>
          <a:xfrm>
            <a:off x="767370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AF946C90-2D35-423B-B76F-306202A7B2BC}"/>
              </a:ext>
            </a:extLst>
          </p:cNvPr>
          <p:cNvSpPr>
            <a:spLocks/>
          </p:cNvSpPr>
          <p:nvPr/>
        </p:nvSpPr>
        <p:spPr>
          <a:xfrm>
            <a:off x="77044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B71A2FC-C80C-435C-8134-1E5F5E76F9B2}"/>
              </a:ext>
            </a:extLst>
          </p:cNvPr>
          <p:cNvSpPr>
            <a:spLocks/>
          </p:cNvSpPr>
          <p:nvPr/>
        </p:nvSpPr>
        <p:spPr>
          <a:xfrm>
            <a:off x="765809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5B509B13-4C14-4892-8818-2C329AEA1854}"/>
              </a:ext>
            </a:extLst>
          </p:cNvPr>
          <p:cNvSpPr>
            <a:spLocks/>
          </p:cNvSpPr>
          <p:nvPr/>
        </p:nvSpPr>
        <p:spPr>
          <a:xfrm>
            <a:off x="76042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F77D829D-9478-446B-A62E-E09850CAF663}"/>
              </a:ext>
            </a:extLst>
          </p:cNvPr>
          <p:cNvSpPr>
            <a:spLocks/>
          </p:cNvSpPr>
          <p:nvPr/>
        </p:nvSpPr>
        <p:spPr>
          <a:xfrm>
            <a:off x="76841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E2CBBF61-C95D-4D5E-B723-5D59933410F1}"/>
              </a:ext>
            </a:extLst>
          </p:cNvPr>
          <p:cNvSpPr>
            <a:spLocks/>
          </p:cNvSpPr>
          <p:nvPr/>
        </p:nvSpPr>
        <p:spPr>
          <a:xfrm>
            <a:off x="76283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D1DDA7A2-2D97-4FEF-AC6E-6435832430B7}"/>
              </a:ext>
            </a:extLst>
          </p:cNvPr>
          <p:cNvSpPr>
            <a:spLocks/>
          </p:cNvSpPr>
          <p:nvPr/>
        </p:nvSpPr>
        <p:spPr>
          <a:xfrm>
            <a:off x="7711049" y="61588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1EDFEF43-8BF5-4C13-B2CC-5805B1F5E7D2}"/>
              </a:ext>
            </a:extLst>
          </p:cNvPr>
          <p:cNvSpPr>
            <a:spLocks/>
          </p:cNvSpPr>
          <p:nvPr/>
        </p:nvSpPr>
        <p:spPr>
          <a:xfrm>
            <a:off x="763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566D789D-9729-4553-9291-E3167C485DD7}"/>
              </a:ext>
            </a:extLst>
          </p:cNvPr>
          <p:cNvSpPr>
            <a:spLocks/>
          </p:cNvSpPr>
          <p:nvPr/>
        </p:nvSpPr>
        <p:spPr>
          <a:xfrm>
            <a:off x="759843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C30A03E1-8195-4062-AC2F-8040692F2B54}"/>
              </a:ext>
            </a:extLst>
          </p:cNvPr>
          <p:cNvSpPr>
            <a:spLocks/>
          </p:cNvSpPr>
          <p:nvPr/>
        </p:nvSpPr>
        <p:spPr>
          <a:xfrm>
            <a:off x="769633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252EDB3C-4AF5-48D2-8E78-D5E67FDEF1FD}"/>
              </a:ext>
            </a:extLst>
          </p:cNvPr>
          <p:cNvSpPr>
            <a:spLocks/>
          </p:cNvSpPr>
          <p:nvPr/>
        </p:nvSpPr>
        <p:spPr>
          <a:xfrm>
            <a:off x="765877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96562A7D-05B0-4E9B-82A6-E8AD12E35FD9}"/>
              </a:ext>
            </a:extLst>
          </p:cNvPr>
          <p:cNvSpPr>
            <a:spLocks/>
          </p:cNvSpPr>
          <p:nvPr/>
        </p:nvSpPr>
        <p:spPr>
          <a:xfrm>
            <a:off x="7696188" y="56418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715E4F11-2679-4F3A-8106-C73F4C1966DB}"/>
              </a:ext>
            </a:extLst>
          </p:cNvPr>
          <p:cNvSpPr>
            <a:spLocks/>
          </p:cNvSpPr>
          <p:nvPr/>
        </p:nvSpPr>
        <p:spPr>
          <a:xfrm>
            <a:off x="76203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E1FCD7D7-3B7A-4825-BC2C-8F5438CDAE00}"/>
              </a:ext>
            </a:extLst>
          </p:cNvPr>
          <p:cNvSpPr>
            <a:spLocks/>
          </p:cNvSpPr>
          <p:nvPr/>
        </p:nvSpPr>
        <p:spPr>
          <a:xfrm>
            <a:off x="76342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00FBCBF5-39D5-4943-8DD2-C4EF913FD6AC}"/>
              </a:ext>
            </a:extLst>
          </p:cNvPr>
          <p:cNvSpPr>
            <a:spLocks/>
          </p:cNvSpPr>
          <p:nvPr/>
        </p:nvSpPr>
        <p:spPr>
          <a:xfrm>
            <a:off x="7607611" y="65911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63A6EA99-3147-4418-9062-C58259A6B8D7}"/>
              </a:ext>
            </a:extLst>
          </p:cNvPr>
          <p:cNvSpPr>
            <a:spLocks/>
          </p:cNvSpPr>
          <p:nvPr/>
        </p:nvSpPr>
        <p:spPr>
          <a:xfrm>
            <a:off x="76602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03A0F31-6DF7-49A5-B25C-2C428256BA34}"/>
              </a:ext>
            </a:extLst>
          </p:cNvPr>
          <p:cNvSpPr>
            <a:spLocks/>
          </p:cNvSpPr>
          <p:nvPr/>
        </p:nvSpPr>
        <p:spPr>
          <a:xfrm>
            <a:off x="770086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260958A9-0DB9-471A-863D-554017022236}"/>
              </a:ext>
            </a:extLst>
          </p:cNvPr>
          <p:cNvSpPr>
            <a:spLocks/>
          </p:cNvSpPr>
          <p:nvPr/>
        </p:nvSpPr>
        <p:spPr>
          <a:xfrm>
            <a:off x="767622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7C104BF5-398A-4068-9073-AFDE745FC082}"/>
              </a:ext>
            </a:extLst>
          </p:cNvPr>
          <p:cNvSpPr>
            <a:spLocks/>
          </p:cNvSpPr>
          <p:nvPr/>
        </p:nvSpPr>
        <p:spPr>
          <a:xfrm>
            <a:off x="761367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76351046-BC2A-426A-8582-514ADC6C3400}"/>
              </a:ext>
            </a:extLst>
          </p:cNvPr>
          <p:cNvSpPr>
            <a:spLocks/>
          </p:cNvSpPr>
          <p:nvPr/>
        </p:nvSpPr>
        <p:spPr>
          <a:xfrm>
            <a:off x="76073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65F1D2D5-3F43-429C-AA87-62D296776B50}"/>
              </a:ext>
            </a:extLst>
          </p:cNvPr>
          <p:cNvSpPr>
            <a:spLocks/>
          </p:cNvSpPr>
          <p:nvPr/>
        </p:nvSpPr>
        <p:spPr>
          <a:xfrm>
            <a:off x="76548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BF52755A-4D57-41AE-B5C2-B0B954F80BB7}"/>
              </a:ext>
            </a:extLst>
          </p:cNvPr>
          <p:cNvSpPr>
            <a:spLocks/>
          </p:cNvSpPr>
          <p:nvPr/>
        </p:nvSpPr>
        <p:spPr>
          <a:xfrm>
            <a:off x="7634422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04617C02-376D-4B1F-8CC3-183BAF1E54B7}"/>
              </a:ext>
            </a:extLst>
          </p:cNvPr>
          <p:cNvSpPr>
            <a:spLocks/>
          </p:cNvSpPr>
          <p:nvPr/>
        </p:nvSpPr>
        <p:spPr>
          <a:xfrm>
            <a:off x="76462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F7FDF8A1-9B11-4FB6-86CA-674DC0ED8A01}"/>
              </a:ext>
            </a:extLst>
          </p:cNvPr>
          <p:cNvSpPr>
            <a:spLocks/>
          </p:cNvSpPr>
          <p:nvPr/>
        </p:nvSpPr>
        <p:spPr>
          <a:xfrm>
            <a:off x="76867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91743280-B139-4F82-9C65-4A48D3C42E5C}"/>
              </a:ext>
            </a:extLst>
          </p:cNvPr>
          <p:cNvSpPr>
            <a:spLocks/>
          </p:cNvSpPr>
          <p:nvPr/>
        </p:nvSpPr>
        <p:spPr>
          <a:xfrm>
            <a:off x="76356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F7526BE4-031C-4673-9018-7C2A7F138E85}"/>
              </a:ext>
            </a:extLst>
          </p:cNvPr>
          <p:cNvSpPr>
            <a:spLocks/>
          </p:cNvSpPr>
          <p:nvPr/>
        </p:nvSpPr>
        <p:spPr>
          <a:xfrm>
            <a:off x="764019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38BCDE94-8C18-470D-9DA9-AD146380A1D3}"/>
              </a:ext>
            </a:extLst>
          </p:cNvPr>
          <p:cNvSpPr>
            <a:spLocks/>
          </p:cNvSpPr>
          <p:nvPr/>
        </p:nvSpPr>
        <p:spPr>
          <a:xfrm>
            <a:off x="819279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B5BD7FD3-F1A9-491F-9A46-E66AF84B9E11}"/>
              </a:ext>
            </a:extLst>
          </p:cNvPr>
          <p:cNvSpPr>
            <a:spLocks/>
          </p:cNvSpPr>
          <p:nvPr/>
        </p:nvSpPr>
        <p:spPr>
          <a:xfrm>
            <a:off x="8201496" y="53372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FD59E786-D10C-4763-B430-40CCE5DDC778}"/>
              </a:ext>
            </a:extLst>
          </p:cNvPr>
          <p:cNvSpPr>
            <a:spLocks/>
          </p:cNvSpPr>
          <p:nvPr/>
        </p:nvSpPr>
        <p:spPr>
          <a:xfrm>
            <a:off x="817647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9D89E78B-6763-458D-919C-7BB89FC9628F}"/>
              </a:ext>
            </a:extLst>
          </p:cNvPr>
          <p:cNvSpPr>
            <a:spLocks/>
          </p:cNvSpPr>
          <p:nvPr/>
        </p:nvSpPr>
        <p:spPr>
          <a:xfrm>
            <a:off x="817510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4E88644B-17B3-4347-9C7A-F5E0986CE3FC}"/>
              </a:ext>
            </a:extLst>
          </p:cNvPr>
          <p:cNvSpPr>
            <a:spLocks/>
          </p:cNvSpPr>
          <p:nvPr/>
        </p:nvSpPr>
        <p:spPr>
          <a:xfrm>
            <a:off x="817575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A0ED638E-CCAD-4ECF-A288-E28FEBE1F3ED}"/>
              </a:ext>
            </a:extLst>
          </p:cNvPr>
          <p:cNvSpPr>
            <a:spLocks/>
          </p:cNvSpPr>
          <p:nvPr/>
        </p:nvSpPr>
        <p:spPr>
          <a:xfrm>
            <a:off x="8222161" y="53533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B839DE28-5507-43C2-8A96-2CB333FE65B9}"/>
              </a:ext>
            </a:extLst>
          </p:cNvPr>
          <p:cNvSpPr>
            <a:spLocks/>
          </p:cNvSpPr>
          <p:nvPr/>
        </p:nvSpPr>
        <p:spPr>
          <a:xfrm>
            <a:off x="8187281" y="54712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39ADA545-8C33-4D74-AD22-4F61D5A8806D}"/>
              </a:ext>
            </a:extLst>
          </p:cNvPr>
          <p:cNvSpPr>
            <a:spLocks/>
          </p:cNvSpPr>
          <p:nvPr/>
        </p:nvSpPr>
        <p:spPr>
          <a:xfrm>
            <a:off x="81976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8A6558BA-A0AD-4FA2-BD2D-DF1F26394549}"/>
              </a:ext>
            </a:extLst>
          </p:cNvPr>
          <p:cNvSpPr>
            <a:spLocks/>
          </p:cNvSpPr>
          <p:nvPr/>
        </p:nvSpPr>
        <p:spPr>
          <a:xfrm>
            <a:off x="8137852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41AFB46-4576-4331-BCDD-320C127A226C}"/>
              </a:ext>
            </a:extLst>
          </p:cNvPr>
          <p:cNvSpPr>
            <a:spLocks/>
          </p:cNvSpPr>
          <p:nvPr/>
        </p:nvSpPr>
        <p:spPr>
          <a:xfrm>
            <a:off x="824527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D81E1224-0D16-4267-9853-8AB312241660}"/>
              </a:ext>
            </a:extLst>
          </p:cNvPr>
          <p:cNvSpPr>
            <a:spLocks/>
          </p:cNvSpPr>
          <p:nvPr/>
        </p:nvSpPr>
        <p:spPr>
          <a:xfrm>
            <a:off x="8229907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A0EC7279-6751-49C1-8F58-20B51F891745}"/>
              </a:ext>
            </a:extLst>
          </p:cNvPr>
          <p:cNvSpPr>
            <a:spLocks/>
          </p:cNvSpPr>
          <p:nvPr/>
        </p:nvSpPr>
        <p:spPr>
          <a:xfrm>
            <a:off x="815076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5317913B-1C16-4F94-879D-0E8BB5AFC15F}"/>
              </a:ext>
            </a:extLst>
          </p:cNvPr>
          <p:cNvSpPr>
            <a:spLocks/>
          </p:cNvSpPr>
          <p:nvPr/>
        </p:nvSpPr>
        <p:spPr>
          <a:xfrm>
            <a:off x="8178267" y="6257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47C10E96-B8F8-4EB1-91ED-5A6BB1CF1BDA}"/>
              </a:ext>
            </a:extLst>
          </p:cNvPr>
          <p:cNvSpPr>
            <a:spLocks/>
          </p:cNvSpPr>
          <p:nvPr/>
        </p:nvSpPr>
        <p:spPr>
          <a:xfrm>
            <a:off x="824935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0840DDE7-275B-4509-BC1D-828A1F5035F0}"/>
              </a:ext>
            </a:extLst>
          </p:cNvPr>
          <p:cNvSpPr>
            <a:spLocks/>
          </p:cNvSpPr>
          <p:nvPr/>
        </p:nvSpPr>
        <p:spPr>
          <a:xfrm>
            <a:off x="81343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EA7DBB8F-97AE-4557-8614-679164507D5B}"/>
              </a:ext>
            </a:extLst>
          </p:cNvPr>
          <p:cNvSpPr>
            <a:spLocks/>
          </p:cNvSpPr>
          <p:nvPr/>
        </p:nvSpPr>
        <p:spPr>
          <a:xfrm>
            <a:off x="819183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DF9F1D73-945F-4103-BE18-F2A70A6B2C13}"/>
              </a:ext>
            </a:extLst>
          </p:cNvPr>
          <p:cNvSpPr>
            <a:spLocks/>
          </p:cNvSpPr>
          <p:nvPr/>
        </p:nvSpPr>
        <p:spPr>
          <a:xfrm>
            <a:off x="8197820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2A35FBFF-7DB1-4030-B371-306B671A7AD0}"/>
              </a:ext>
            </a:extLst>
          </p:cNvPr>
          <p:cNvSpPr>
            <a:spLocks/>
          </p:cNvSpPr>
          <p:nvPr/>
        </p:nvSpPr>
        <p:spPr>
          <a:xfrm>
            <a:off x="819024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CC38221B-5E44-4799-9214-03410A182FFD}"/>
              </a:ext>
            </a:extLst>
          </p:cNvPr>
          <p:cNvSpPr>
            <a:spLocks/>
          </p:cNvSpPr>
          <p:nvPr/>
        </p:nvSpPr>
        <p:spPr>
          <a:xfrm>
            <a:off x="8250071" y="6325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AE392E72-DE72-4C7F-B4C7-7BD86C2E2015}"/>
              </a:ext>
            </a:extLst>
          </p:cNvPr>
          <p:cNvSpPr>
            <a:spLocks/>
          </p:cNvSpPr>
          <p:nvPr/>
        </p:nvSpPr>
        <p:spPr>
          <a:xfrm>
            <a:off x="823323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B164B506-221C-45F8-8AB8-AAEAED337ED8}"/>
              </a:ext>
            </a:extLst>
          </p:cNvPr>
          <p:cNvSpPr>
            <a:spLocks/>
          </p:cNvSpPr>
          <p:nvPr/>
        </p:nvSpPr>
        <p:spPr>
          <a:xfrm>
            <a:off x="814306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0B389B6B-49DF-4D2F-A01D-0140749C7408}"/>
              </a:ext>
            </a:extLst>
          </p:cNvPr>
          <p:cNvSpPr>
            <a:spLocks/>
          </p:cNvSpPr>
          <p:nvPr/>
        </p:nvSpPr>
        <p:spPr>
          <a:xfrm>
            <a:off x="815642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26501964-C4F0-434F-9795-F958CE05B9B8}"/>
              </a:ext>
            </a:extLst>
          </p:cNvPr>
          <p:cNvSpPr>
            <a:spLocks/>
          </p:cNvSpPr>
          <p:nvPr/>
        </p:nvSpPr>
        <p:spPr>
          <a:xfrm>
            <a:off x="8169955" y="5397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EB368FFC-1A27-4CCB-8500-B81498ECB018}"/>
              </a:ext>
            </a:extLst>
          </p:cNvPr>
          <p:cNvSpPr>
            <a:spLocks/>
          </p:cNvSpPr>
          <p:nvPr/>
        </p:nvSpPr>
        <p:spPr>
          <a:xfrm>
            <a:off x="819177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2A7C07A7-5E1B-4694-A333-F27C69703790}"/>
              </a:ext>
            </a:extLst>
          </p:cNvPr>
          <p:cNvSpPr>
            <a:spLocks/>
          </p:cNvSpPr>
          <p:nvPr/>
        </p:nvSpPr>
        <p:spPr>
          <a:xfrm>
            <a:off x="822781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2E95A3CB-09A2-43C9-90B4-CBF386CC9770}"/>
              </a:ext>
            </a:extLst>
          </p:cNvPr>
          <p:cNvSpPr>
            <a:spLocks/>
          </p:cNvSpPr>
          <p:nvPr/>
        </p:nvSpPr>
        <p:spPr>
          <a:xfrm>
            <a:off x="8206325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8D1B58B3-CBB8-4BA5-95B5-DC2F6B3C2C07}"/>
              </a:ext>
            </a:extLst>
          </p:cNvPr>
          <p:cNvSpPr>
            <a:spLocks/>
          </p:cNvSpPr>
          <p:nvPr/>
        </p:nvSpPr>
        <p:spPr>
          <a:xfrm>
            <a:off x="823448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346CEBA5-9944-448B-A2E7-6BF44C4C97B5}"/>
              </a:ext>
            </a:extLst>
          </p:cNvPr>
          <p:cNvSpPr>
            <a:spLocks/>
          </p:cNvSpPr>
          <p:nvPr/>
        </p:nvSpPr>
        <p:spPr>
          <a:xfrm>
            <a:off x="81588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E949510F-B643-46FB-A652-01A720DC2EA1}"/>
              </a:ext>
            </a:extLst>
          </p:cNvPr>
          <p:cNvSpPr>
            <a:spLocks/>
          </p:cNvSpPr>
          <p:nvPr/>
        </p:nvSpPr>
        <p:spPr>
          <a:xfrm>
            <a:off x="8199881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565ADE8E-026C-4929-A433-8AE437876DA7}"/>
              </a:ext>
            </a:extLst>
          </p:cNvPr>
          <p:cNvSpPr>
            <a:spLocks/>
          </p:cNvSpPr>
          <p:nvPr/>
        </p:nvSpPr>
        <p:spPr>
          <a:xfrm>
            <a:off x="820054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669143D5-AE8A-4299-914F-B2A1E97BFB94}"/>
              </a:ext>
            </a:extLst>
          </p:cNvPr>
          <p:cNvSpPr>
            <a:spLocks/>
          </p:cNvSpPr>
          <p:nvPr/>
        </p:nvSpPr>
        <p:spPr>
          <a:xfrm>
            <a:off x="8133630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6A10EEE8-7258-40E3-96B7-9AF56CAAFB5C}"/>
              </a:ext>
            </a:extLst>
          </p:cNvPr>
          <p:cNvSpPr>
            <a:spLocks/>
          </p:cNvSpPr>
          <p:nvPr/>
        </p:nvSpPr>
        <p:spPr>
          <a:xfrm>
            <a:off x="8137211" y="6281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4CD3FF87-CFAB-422D-909E-234AD022ECD6}"/>
              </a:ext>
            </a:extLst>
          </p:cNvPr>
          <p:cNvSpPr>
            <a:spLocks/>
          </p:cNvSpPr>
          <p:nvPr/>
        </p:nvSpPr>
        <p:spPr>
          <a:xfrm>
            <a:off x="8168103" y="69132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9F480482-9C55-43FE-9D7D-6234894BBFF4}"/>
              </a:ext>
            </a:extLst>
          </p:cNvPr>
          <p:cNvSpPr>
            <a:spLocks/>
          </p:cNvSpPr>
          <p:nvPr/>
        </p:nvSpPr>
        <p:spPr>
          <a:xfrm>
            <a:off x="81547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88B6BDBC-696C-4208-8A8E-C141D4B23639}"/>
              </a:ext>
            </a:extLst>
          </p:cNvPr>
          <p:cNvSpPr>
            <a:spLocks/>
          </p:cNvSpPr>
          <p:nvPr/>
        </p:nvSpPr>
        <p:spPr>
          <a:xfrm>
            <a:off x="818393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94ACBD62-A709-4C19-A636-302E9022C907}"/>
              </a:ext>
            </a:extLst>
          </p:cNvPr>
          <p:cNvSpPr>
            <a:spLocks/>
          </p:cNvSpPr>
          <p:nvPr/>
        </p:nvSpPr>
        <p:spPr>
          <a:xfrm>
            <a:off x="81679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3C87C04D-34F6-4869-8CA8-62C9139DE62E}"/>
              </a:ext>
            </a:extLst>
          </p:cNvPr>
          <p:cNvSpPr>
            <a:spLocks/>
          </p:cNvSpPr>
          <p:nvPr/>
        </p:nvSpPr>
        <p:spPr>
          <a:xfrm>
            <a:off x="822094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BB8A2EA4-371E-484B-8CF3-324962D23A1B}"/>
              </a:ext>
            </a:extLst>
          </p:cNvPr>
          <p:cNvSpPr>
            <a:spLocks/>
          </p:cNvSpPr>
          <p:nvPr/>
        </p:nvSpPr>
        <p:spPr>
          <a:xfrm>
            <a:off x="821780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3950C924-632E-422F-BF55-A4A276C6EFC0}"/>
              </a:ext>
            </a:extLst>
          </p:cNvPr>
          <p:cNvSpPr>
            <a:spLocks/>
          </p:cNvSpPr>
          <p:nvPr/>
        </p:nvSpPr>
        <p:spPr>
          <a:xfrm>
            <a:off x="813108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D67F098E-735B-4FC8-AD3F-1BE0FC3B59DB}"/>
              </a:ext>
            </a:extLst>
          </p:cNvPr>
          <p:cNvSpPr>
            <a:spLocks/>
          </p:cNvSpPr>
          <p:nvPr/>
        </p:nvSpPr>
        <p:spPr>
          <a:xfrm>
            <a:off x="81787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E1E96E12-A222-4C87-B2EE-4B48A2CB4EC5}"/>
              </a:ext>
            </a:extLst>
          </p:cNvPr>
          <p:cNvSpPr>
            <a:spLocks/>
          </p:cNvSpPr>
          <p:nvPr/>
        </p:nvSpPr>
        <p:spPr>
          <a:xfrm>
            <a:off x="819157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2C2170A2-1651-41CE-BF73-E2937333384E}"/>
              </a:ext>
            </a:extLst>
          </p:cNvPr>
          <p:cNvSpPr>
            <a:spLocks/>
          </p:cNvSpPr>
          <p:nvPr/>
        </p:nvSpPr>
        <p:spPr>
          <a:xfrm>
            <a:off x="819409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A83B625E-24DB-45DF-BF20-3FE1D211465E}"/>
              </a:ext>
            </a:extLst>
          </p:cNvPr>
          <p:cNvSpPr>
            <a:spLocks/>
          </p:cNvSpPr>
          <p:nvPr/>
        </p:nvSpPr>
        <p:spPr>
          <a:xfrm>
            <a:off x="818902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2F4A18C7-9C09-4527-8D37-EBD581AC5E7A}"/>
              </a:ext>
            </a:extLst>
          </p:cNvPr>
          <p:cNvSpPr>
            <a:spLocks/>
          </p:cNvSpPr>
          <p:nvPr/>
        </p:nvSpPr>
        <p:spPr>
          <a:xfrm>
            <a:off x="822760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A16DBB7A-E668-45A1-BF15-AE84DD941652}"/>
              </a:ext>
            </a:extLst>
          </p:cNvPr>
          <p:cNvSpPr>
            <a:spLocks/>
          </p:cNvSpPr>
          <p:nvPr/>
        </p:nvSpPr>
        <p:spPr>
          <a:xfrm>
            <a:off x="8141758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9E464EA4-B3A7-44F2-8A9F-E491DD3E277A}"/>
              </a:ext>
            </a:extLst>
          </p:cNvPr>
          <p:cNvSpPr>
            <a:spLocks/>
          </p:cNvSpPr>
          <p:nvPr/>
        </p:nvSpPr>
        <p:spPr>
          <a:xfrm>
            <a:off x="814092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F4EA762F-1B46-4A4A-ABA6-252374AA13D1}"/>
              </a:ext>
            </a:extLst>
          </p:cNvPr>
          <p:cNvSpPr>
            <a:spLocks/>
          </p:cNvSpPr>
          <p:nvPr/>
        </p:nvSpPr>
        <p:spPr>
          <a:xfrm>
            <a:off x="815676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EC14105E-D9C8-43F8-945C-5EE5AB541F58}"/>
              </a:ext>
            </a:extLst>
          </p:cNvPr>
          <p:cNvSpPr>
            <a:spLocks/>
          </p:cNvSpPr>
          <p:nvPr/>
        </p:nvSpPr>
        <p:spPr>
          <a:xfrm>
            <a:off x="8201727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C1029F0D-0E76-490B-AE48-A8AF62F5B155}"/>
              </a:ext>
            </a:extLst>
          </p:cNvPr>
          <p:cNvSpPr>
            <a:spLocks/>
          </p:cNvSpPr>
          <p:nvPr/>
        </p:nvSpPr>
        <p:spPr>
          <a:xfrm>
            <a:off x="818061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1CEF41A0-DF2B-4F22-8368-B9ACBA7D32E2}"/>
              </a:ext>
            </a:extLst>
          </p:cNvPr>
          <p:cNvSpPr>
            <a:spLocks/>
          </p:cNvSpPr>
          <p:nvPr/>
        </p:nvSpPr>
        <p:spPr>
          <a:xfrm>
            <a:off x="822947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F41D852E-83F1-4F7B-BAC9-1D9D9192956F}"/>
              </a:ext>
            </a:extLst>
          </p:cNvPr>
          <p:cNvSpPr>
            <a:spLocks/>
          </p:cNvSpPr>
          <p:nvPr/>
        </p:nvSpPr>
        <p:spPr>
          <a:xfrm>
            <a:off x="823211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E94A859A-BCB3-4FDA-A1E9-259F9CC26017}"/>
              </a:ext>
            </a:extLst>
          </p:cNvPr>
          <p:cNvSpPr>
            <a:spLocks/>
          </p:cNvSpPr>
          <p:nvPr/>
        </p:nvSpPr>
        <p:spPr>
          <a:xfrm>
            <a:off x="816598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AC859A1-2702-43E8-829A-F03C816261E3}"/>
              </a:ext>
            </a:extLst>
          </p:cNvPr>
          <p:cNvSpPr>
            <a:spLocks/>
          </p:cNvSpPr>
          <p:nvPr/>
        </p:nvSpPr>
        <p:spPr>
          <a:xfrm>
            <a:off x="81719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2B477096-509C-40D8-A3AB-60F5A8C41952}"/>
              </a:ext>
            </a:extLst>
          </p:cNvPr>
          <p:cNvSpPr>
            <a:spLocks/>
          </p:cNvSpPr>
          <p:nvPr/>
        </p:nvSpPr>
        <p:spPr>
          <a:xfrm>
            <a:off x="8159359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61B985AA-6591-4321-B29D-AFE26AB3C27E}"/>
              </a:ext>
            </a:extLst>
          </p:cNvPr>
          <p:cNvSpPr>
            <a:spLocks/>
          </p:cNvSpPr>
          <p:nvPr/>
        </p:nvSpPr>
        <p:spPr>
          <a:xfrm>
            <a:off x="8198132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95361C8D-ECFC-42CB-BD59-778F09BB9108}"/>
              </a:ext>
            </a:extLst>
          </p:cNvPr>
          <p:cNvSpPr>
            <a:spLocks/>
          </p:cNvSpPr>
          <p:nvPr/>
        </p:nvSpPr>
        <p:spPr>
          <a:xfrm>
            <a:off x="8215198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12D5AB98-0B3A-4AA2-AF69-51F74FFA133D}"/>
              </a:ext>
            </a:extLst>
          </p:cNvPr>
          <p:cNvSpPr>
            <a:spLocks/>
          </p:cNvSpPr>
          <p:nvPr/>
        </p:nvSpPr>
        <p:spPr>
          <a:xfrm>
            <a:off x="81929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3723402D-0ED0-40DD-8778-28D8F8799D25}"/>
              </a:ext>
            </a:extLst>
          </p:cNvPr>
          <p:cNvSpPr>
            <a:spLocks/>
          </p:cNvSpPr>
          <p:nvPr/>
        </p:nvSpPr>
        <p:spPr>
          <a:xfrm>
            <a:off x="824282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3CF81B4E-275B-42E9-A802-89B5C01E8A3D}"/>
              </a:ext>
            </a:extLst>
          </p:cNvPr>
          <p:cNvSpPr>
            <a:spLocks/>
          </p:cNvSpPr>
          <p:nvPr/>
        </p:nvSpPr>
        <p:spPr>
          <a:xfrm>
            <a:off x="824804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D1191CB0-D179-4E8B-AC09-960F7216B5A3}"/>
              </a:ext>
            </a:extLst>
          </p:cNvPr>
          <p:cNvSpPr>
            <a:spLocks/>
          </p:cNvSpPr>
          <p:nvPr/>
        </p:nvSpPr>
        <p:spPr>
          <a:xfrm>
            <a:off x="820035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D138935D-9691-4F89-A32C-837FDDA02C29}"/>
              </a:ext>
            </a:extLst>
          </p:cNvPr>
          <p:cNvSpPr>
            <a:spLocks/>
          </p:cNvSpPr>
          <p:nvPr/>
        </p:nvSpPr>
        <p:spPr>
          <a:xfrm>
            <a:off x="8188048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A9AD3F21-5CA3-4F52-A692-992F41887DAD}"/>
              </a:ext>
            </a:extLst>
          </p:cNvPr>
          <p:cNvSpPr>
            <a:spLocks/>
          </p:cNvSpPr>
          <p:nvPr/>
        </p:nvSpPr>
        <p:spPr>
          <a:xfrm>
            <a:off x="820206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42ACEFF8-F31D-4448-8659-F079BAE4C2C1}"/>
              </a:ext>
            </a:extLst>
          </p:cNvPr>
          <p:cNvSpPr>
            <a:spLocks/>
          </p:cNvSpPr>
          <p:nvPr/>
        </p:nvSpPr>
        <p:spPr>
          <a:xfrm>
            <a:off x="820632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2B34C54B-822A-4250-B23B-7A16D39E86C0}"/>
              </a:ext>
            </a:extLst>
          </p:cNvPr>
          <p:cNvSpPr>
            <a:spLocks/>
          </p:cNvSpPr>
          <p:nvPr/>
        </p:nvSpPr>
        <p:spPr>
          <a:xfrm>
            <a:off x="8155557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E6541F80-5BEB-4BDA-BF37-C380A427E82B}"/>
              </a:ext>
            </a:extLst>
          </p:cNvPr>
          <p:cNvSpPr>
            <a:spLocks/>
          </p:cNvSpPr>
          <p:nvPr/>
        </p:nvSpPr>
        <p:spPr>
          <a:xfrm>
            <a:off x="821456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CB5BB420-ACF2-458F-BC0C-34F3CC0C6851}"/>
              </a:ext>
            </a:extLst>
          </p:cNvPr>
          <p:cNvSpPr>
            <a:spLocks/>
          </p:cNvSpPr>
          <p:nvPr/>
        </p:nvSpPr>
        <p:spPr>
          <a:xfrm>
            <a:off x="8237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CFD2FFCE-CD7F-49BC-BB19-5C7D62444159}"/>
              </a:ext>
            </a:extLst>
          </p:cNvPr>
          <p:cNvSpPr>
            <a:spLocks/>
          </p:cNvSpPr>
          <p:nvPr/>
        </p:nvSpPr>
        <p:spPr>
          <a:xfrm>
            <a:off x="81600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88D468D4-A72D-4869-9707-EB80EDF46838}"/>
              </a:ext>
            </a:extLst>
          </p:cNvPr>
          <p:cNvSpPr>
            <a:spLocks/>
          </p:cNvSpPr>
          <p:nvPr/>
        </p:nvSpPr>
        <p:spPr>
          <a:xfrm>
            <a:off x="8132032" y="67553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92A6F3A5-E6C2-45E3-804D-8437BF56ABCC}"/>
              </a:ext>
            </a:extLst>
          </p:cNvPr>
          <p:cNvSpPr>
            <a:spLocks/>
          </p:cNvSpPr>
          <p:nvPr/>
        </p:nvSpPr>
        <p:spPr>
          <a:xfrm>
            <a:off x="82186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EB29F3B0-FD91-475A-9A65-528E78D44296}"/>
              </a:ext>
            </a:extLst>
          </p:cNvPr>
          <p:cNvSpPr>
            <a:spLocks/>
          </p:cNvSpPr>
          <p:nvPr/>
        </p:nvSpPr>
        <p:spPr>
          <a:xfrm>
            <a:off x="815498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E825475E-B919-4214-95DE-D34AB5D3F663}"/>
              </a:ext>
            </a:extLst>
          </p:cNvPr>
          <p:cNvSpPr>
            <a:spLocks/>
          </p:cNvSpPr>
          <p:nvPr/>
        </p:nvSpPr>
        <p:spPr>
          <a:xfrm>
            <a:off x="817428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3EB00FB0-50CA-4767-A523-166B91096596}"/>
              </a:ext>
            </a:extLst>
          </p:cNvPr>
          <p:cNvSpPr>
            <a:spLocks/>
          </p:cNvSpPr>
          <p:nvPr/>
        </p:nvSpPr>
        <p:spPr>
          <a:xfrm>
            <a:off x="815865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54F91E6D-BF56-4D32-8934-B3F1CE09EDC7}"/>
              </a:ext>
            </a:extLst>
          </p:cNvPr>
          <p:cNvSpPr>
            <a:spLocks/>
          </p:cNvSpPr>
          <p:nvPr/>
        </p:nvSpPr>
        <p:spPr>
          <a:xfrm>
            <a:off x="81458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18C1E38E-4B6B-4DA5-9CCE-9E2D0439B2AB}"/>
              </a:ext>
            </a:extLst>
          </p:cNvPr>
          <p:cNvSpPr>
            <a:spLocks/>
          </p:cNvSpPr>
          <p:nvPr/>
        </p:nvSpPr>
        <p:spPr>
          <a:xfrm>
            <a:off x="820512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19B7000F-769E-4429-9D0F-923133F5A75F}"/>
              </a:ext>
            </a:extLst>
          </p:cNvPr>
          <p:cNvSpPr>
            <a:spLocks/>
          </p:cNvSpPr>
          <p:nvPr/>
        </p:nvSpPr>
        <p:spPr>
          <a:xfrm>
            <a:off x="8226146" y="6797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EC57E275-9F74-4D89-81A3-7A237144A800}"/>
              </a:ext>
            </a:extLst>
          </p:cNvPr>
          <p:cNvSpPr>
            <a:spLocks/>
          </p:cNvSpPr>
          <p:nvPr/>
        </p:nvSpPr>
        <p:spPr>
          <a:xfrm>
            <a:off x="8146029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6EDE7D75-C212-4D00-B118-7C66D723E8BF}"/>
              </a:ext>
            </a:extLst>
          </p:cNvPr>
          <p:cNvSpPr>
            <a:spLocks/>
          </p:cNvSpPr>
          <p:nvPr/>
        </p:nvSpPr>
        <p:spPr>
          <a:xfrm>
            <a:off x="8165209" y="68858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8A92464D-ED15-45EA-860D-B504404312A6}"/>
              </a:ext>
            </a:extLst>
          </p:cNvPr>
          <p:cNvSpPr>
            <a:spLocks/>
          </p:cNvSpPr>
          <p:nvPr/>
        </p:nvSpPr>
        <p:spPr>
          <a:xfrm>
            <a:off x="822726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5E839F19-7E74-41BB-A5A8-C789E25A13E5}"/>
              </a:ext>
            </a:extLst>
          </p:cNvPr>
          <p:cNvSpPr>
            <a:spLocks/>
          </p:cNvSpPr>
          <p:nvPr/>
        </p:nvSpPr>
        <p:spPr>
          <a:xfrm>
            <a:off x="817697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42F048B4-648C-4BB5-ABBE-EE8B66077465}"/>
              </a:ext>
            </a:extLst>
          </p:cNvPr>
          <p:cNvSpPr>
            <a:spLocks/>
          </p:cNvSpPr>
          <p:nvPr/>
        </p:nvSpPr>
        <p:spPr>
          <a:xfrm>
            <a:off x="8174316" y="542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0A0E560A-7902-424D-8061-F506F9C901F5}"/>
              </a:ext>
            </a:extLst>
          </p:cNvPr>
          <p:cNvSpPr>
            <a:spLocks/>
          </p:cNvSpPr>
          <p:nvPr/>
        </p:nvSpPr>
        <p:spPr>
          <a:xfrm>
            <a:off x="81473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7BBBDC41-4157-43D8-9B9D-EC643E561B95}"/>
              </a:ext>
            </a:extLst>
          </p:cNvPr>
          <p:cNvSpPr>
            <a:spLocks/>
          </p:cNvSpPr>
          <p:nvPr/>
        </p:nvSpPr>
        <p:spPr>
          <a:xfrm>
            <a:off x="8249157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890191F4-54B3-4493-B50B-34F7EDFC69FD}"/>
              </a:ext>
            </a:extLst>
          </p:cNvPr>
          <p:cNvSpPr>
            <a:spLocks/>
          </p:cNvSpPr>
          <p:nvPr/>
        </p:nvSpPr>
        <p:spPr>
          <a:xfrm>
            <a:off x="821213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F3DA0EE4-C105-4EF9-8B64-B8EFEDBB1395}"/>
              </a:ext>
            </a:extLst>
          </p:cNvPr>
          <p:cNvSpPr>
            <a:spLocks/>
          </p:cNvSpPr>
          <p:nvPr/>
        </p:nvSpPr>
        <p:spPr>
          <a:xfrm>
            <a:off x="8176591" y="645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2964BCC8-1F82-4AF2-8307-0F1DF0A93903}"/>
              </a:ext>
            </a:extLst>
          </p:cNvPr>
          <p:cNvSpPr>
            <a:spLocks/>
          </p:cNvSpPr>
          <p:nvPr/>
        </p:nvSpPr>
        <p:spPr>
          <a:xfrm>
            <a:off x="814972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A4B5BEF0-A7F9-4B8A-AB02-7100A0EEF650}"/>
              </a:ext>
            </a:extLst>
          </p:cNvPr>
          <p:cNvSpPr>
            <a:spLocks/>
          </p:cNvSpPr>
          <p:nvPr/>
        </p:nvSpPr>
        <p:spPr>
          <a:xfrm>
            <a:off x="821048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FF5EE062-1B9A-4897-A215-BAAE58DBB74D}"/>
              </a:ext>
            </a:extLst>
          </p:cNvPr>
          <p:cNvSpPr>
            <a:spLocks/>
          </p:cNvSpPr>
          <p:nvPr/>
        </p:nvSpPr>
        <p:spPr>
          <a:xfrm>
            <a:off x="8181320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8AB43F2F-4A23-4455-99AB-0C7413EC085F}"/>
              </a:ext>
            </a:extLst>
          </p:cNvPr>
          <p:cNvSpPr>
            <a:spLocks/>
          </p:cNvSpPr>
          <p:nvPr/>
        </p:nvSpPr>
        <p:spPr>
          <a:xfrm>
            <a:off x="81783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96C4C66C-3690-4554-98EE-87425C3BC59F}"/>
              </a:ext>
            </a:extLst>
          </p:cNvPr>
          <p:cNvSpPr>
            <a:spLocks/>
          </p:cNvSpPr>
          <p:nvPr/>
        </p:nvSpPr>
        <p:spPr>
          <a:xfrm>
            <a:off x="8162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8EE015BB-C2C7-40DE-930C-B9843433975D}"/>
              </a:ext>
            </a:extLst>
          </p:cNvPr>
          <p:cNvSpPr>
            <a:spLocks/>
          </p:cNvSpPr>
          <p:nvPr/>
        </p:nvSpPr>
        <p:spPr>
          <a:xfrm>
            <a:off x="818581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0185D6A3-D799-4D24-82E8-70986132C6F0}"/>
              </a:ext>
            </a:extLst>
          </p:cNvPr>
          <p:cNvSpPr>
            <a:spLocks/>
          </p:cNvSpPr>
          <p:nvPr/>
        </p:nvSpPr>
        <p:spPr>
          <a:xfrm>
            <a:off x="817476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D9A0B4AF-1FA3-460C-8801-D03B7C2B49E8}"/>
              </a:ext>
            </a:extLst>
          </p:cNvPr>
          <p:cNvSpPr>
            <a:spLocks/>
          </p:cNvSpPr>
          <p:nvPr/>
        </p:nvSpPr>
        <p:spPr>
          <a:xfrm>
            <a:off x="818430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D5A469EC-4CF6-48DB-9438-674E71FB9A03}"/>
              </a:ext>
            </a:extLst>
          </p:cNvPr>
          <p:cNvSpPr>
            <a:spLocks/>
          </p:cNvSpPr>
          <p:nvPr/>
        </p:nvSpPr>
        <p:spPr>
          <a:xfrm>
            <a:off x="824425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82CD5674-AADB-49FB-AE89-033579877FF7}"/>
              </a:ext>
            </a:extLst>
          </p:cNvPr>
          <p:cNvSpPr>
            <a:spLocks/>
          </p:cNvSpPr>
          <p:nvPr/>
        </p:nvSpPr>
        <p:spPr>
          <a:xfrm>
            <a:off x="8140607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B89D351C-4947-4747-BF5B-954AC5C4BBD6}"/>
              </a:ext>
            </a:extLst>
          </p:cNvPr>
          <p:cNvSpPr>
            <a:spLocks/>
          </p:cNvSpPr>
          <p:nvPr/>
        </p:nvSpPr>
        <p:spPr>
          <a:xfrm>
            <a:off x="84067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0766B7C2-CD96-41B2-91E4-1AC90D0961ED}"/>
              </a:ext>
            </a:extLst>
          </p:cNvPr>
          <p:cNvSpPr>
            <a:spLocks/>
          </p:cNvSpPr>
          <p:nvPr/>
        </p:nvSpPr>
        <p:spPr>
          <a:xfrm>
            <a:off x="844961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4B8082C5-48DE-40F2-8F27-4D58CA89A292}"/>
              </a:ext>
            </a:extLst>
          </p:cNvPr>
          <p:cNvSpPr>
            <a:spLocks/>
          </p:cNvSpPr>
          <p:nvPr/>
        </p:nvSpPr>
        <p:spPr>
          <a:xfrm>
            <a:off x="84523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863EA992-96A4-44D8-82ED-E1939E5064FE}"/>
              </a:ext>
            </a:extLst>
          </p:cNvPr>
          <p:cNvSpPr>
            <a:spLocks/>
          </p:cNvSpPr>
          <p:nvPr/>
        </p:nvSpPr>
        <p:spPr>
          <a:xfrm>
            <a:off x="84330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C7A29203-40AF-4B61-8FCC-D9BF7B85C527}"/>
              </a:ext>
            </a:extLst>
          </p:cNvPr>
          <p:cNvSpPr>
            <a:spLocks/>
          </p:cNvSpPr>
          <p:nvPr/>
        </p:nvSpPr>
        <p:spPr>
          <a:xfrm>
            <a:off x="84138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30558A28-9CA4-486B-B07F-50A13A6C0468}"/>
              </a:ext>
            </a:extLst>
          </p:cNvPr>
          <p:cNvSpPr>
            <a:spLocks/>
          </p:cNvSpPr>
          <p:nvPr/>
        </p:nvSpPr>
        <p:spPr>
          <a:xfrm>
            <a:off x="844028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B150D080-DA88-4C2B-BBBB-F7F8806D0A0F}"/>
              </a:ext>
            </a:extLst>
          </p:cNvPr>
          <p:cNvSpPr>
            <a:spLocks/>
          </p:cNvSpPr>
          <p:nvPr/>
        </p:nvSpPr>
        <p:spPr>
          <a:xfrm>
            <a:off x="841179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6714B446-2C8C-429C-87F5-2D2E624E01E7}"/>
              </a:ext>
            </a:extLst>
          </p:cNvPr>
          <p:cNvSpPr>
            <a:spLocks/>
          </p:cNvSpPr>
          <p:nvPr/>
        </p:nvSpPr>
        <p:spPr>
          <a:xfrm>
            <a:off x="842591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D9C76B3D-9022-458A-9AF4-5243C0ED33D1}"/>
              </a:ext>
            </a:extLst>
          </p:cNvPr>
          <p:cNvSpPr>
            <a:spLocks/>
          </p:cNvSpPr>
          <p:nvPr/>
        </p:nvSpPr>
        <p:spPr>
          <a:xfrm>
            <a:off x="8504757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A02BBCC6-143F-4E78-8193-F282E6EFA546}"/>
              </a:ext>
            </a:extLst>
          </p:cNvPr>
          <p:cNvSpPr>
            <a:spLocks/>
          </p:cNvSpPr>
          <p:nvPr/>
        </p:nvSpPr>
        <p:spPr>
          <a:xfrm>
            <a:off x="84915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70AD9CF6-AF3A-490B-9BE3-3E0D0C02FF34}"/>
              </a:ext>
            </a:extLst>
          </p:cNvPr>
          <p:cNvSpPr>
            <a:spLocks/>
          </p:cNvSpPr>
          <p:nvPr/>
        </p:nvSpPr>
        <p:spPr>
          <a:xfrm>
            <a:off x="845934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611F3519-9AC0-4732-B6DB-5D0940F94135}"/>
              </a:ext>
            </a:extLst>
          </p:cNvPr>
          <p:cNvSpPr>
            <a:spLocks/>
          </p:cNvSpPr>
          <p:nvPr/>
        </p:nvSpPr>
        <p:spPr>
          <a:xfrm>
            <a:off x="84192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5EB76403-4BD6-434A-A163-EACA52D1B19C}"/>
              </a:ext>
            </a:extLst>
          </p:cNvPr>
          <p:cNvSpPr>
            <a:spLocks/>
          </p:cNvSpPr>
          <p:nvPr/>
        </p:nvSpPr>
        <p:spPr>
          <a:xfrm>
            <a:off x="8400957" y="64535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054C8790-E359-446A-B172-310B82999D1A}"/>
              </a:ext>
            </a:extLst>
          </p:cNvPr>
          <p:cNvSpPr>
            <a:spLocks/>
          </p:cNvSpPr>
          <p:nvPr/>
        </p:nvSpPr>
        <p:spPr>
          <a:xfrm>
            <a:off x="841226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C581C5E8-4E08-492E-9D0B-73AC6DDFFB3F}"/>
              </a:ext>
            </a:extLst>
          </p:cNvPr>
          <p:cNvSpPr>
            <a:spLocks/>
          </p:cNvSpPr>
          <p:nvPr/>
        </p:nvSpPr>
        <p:spPr>
          <a:xfrm>
            <a:off x="84240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D232C372-B8F4-409B-8C99-3C0C75F2B122}"/>
              </a:ext>
            </a:extLst>
          </p:cNvPr>
          <p:cNvSpPr>
            <a:spLocks/>
          </p:cNvSpPr>
          <p:nvPr/>
        </p:nvSpPr>
        <p:spPr>
          <a:xfrm>
            <a:off x="842041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64BE1245-1CD5-4C9F-80F6-82C55A65F593}"/>
              </a:ext>
            </a:extLst>
          </p:cNvPr>
          <p:cNvSpPr>
            <a:spLocks/>
          </p:cNvSpPr>
          <p:nvPr/>
        </p:nvSpPr>
        <p:spPr>
          <a:xfrm>
            <a:off x="83962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9C26C6E4-5C24-4DC1-B054-7BA0641C92B4}"/>
              </a:ext>
            </a:extLst>
          </p:cNvPr>
          <p:cNvSpPr>
            <a:spLocks/>
          </p:cNvSpPr>
          <p:nvPr/>
        </p:nvSpPr>
        <p:spPr>
          <a:xfrm>
            <a:off x="84562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4228383-6243-44AB-9D37-24E017034ACD}"/>
              </a:ext>
            </a:extLst>
          </p:cNvPr>
          <p:cNvSpPr>
            <a:spLocks/>
          </p:cNvSpPr>
          <p:nvPr/>
        </p:nvSpPr>
        <p:spPr>
          <a:xfrm>
            <a:off x="8490500" y="6591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1DB8FF85-A61F-4086-B051-B0E9C9780FB6}"/>
              </a:ext>
            </a:extLst>
          </p:cNvPr>
          <p:cNvSpPr>
            <a:spLocks/>
          </p:cNvSpPr>
          <p:nvPr/>
        </p:nvSpPr>
        <p:spPr>
          <a:xfrm>
            <a:off x="8401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7775E6B2-65D7-440B-B003-52A8A88B3956}"/>
              </a:ext>
            </a:extLst>
          </p:cNvPr>
          <p:cNvSpPr>
            <a:spLocks/>
          </p:cNvSpPr>
          <p:nvPr/>
        </p:nvSpPr>
        <p:spPr>
          <a:xfrm>
            <a:off x="84681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3F06B92-1AEC-4799-B5D9-2F0C75B20D96}"/>
              </a:ext>
            </a:extLst>
          </p:cNvPr>
          <p:cNvSpPr>
            <a:spLocks/>
          </p:cNvSpPr>
          <p:nvPr/>
        </p:nvSpPr>
        <p:spPr>
          <a:xfrm>
            <a:off x="84790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375B70E8-2166-411E-9DA3-32060C1AAE01}"/>
              </a:ext>
            </a:extLst>
          </p:cNvPr>
          <p:cNvSpPr>
            <a:spLocks/>
          </p:cNvSpPr>
          <p:nvPr/>
        </p:nvSpPr>
        <p:spPr>
          <a:xfrm>
            <a:off x="8428386" y="53975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2BF0D6DE-3CF8-4358-8D4E-58CFF229C592}"/>
              </a:ext>
            </a:extLst>
          </p:cNvPr>
          <p:cNvSpPr>
            <a:spLocks/>
          </p:cNvSpPr>
          <p:nvPr/>
        </p:nvSpPr>
        <p:spPr>
          <a:xfrm>
            <a:off x="848666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BFB46F18-F652-4277-96BC-C0637A14BAC9}"/>
              </a:ext>
            </a:extLst>
          </p:cNvPr>
          <p:cNvSpPr>
            <a:spLocks/>
          </p:cNvSpPr>
          <p:nvPr/>
        </p:nvSpPr>
        <p:spPr>
          <a:xfrm>
            <a:off x="844629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EAD0899A-0621-43F3-96C7-092C991F8145}"/>
              </a:ext>
            </a:extLst>
          </p:cNvPr>
          <p:cNvSpPr>
            <a:spLocks/>
          </p:cNvSpPr>
          <p:nvPr/>
        </p:nvSpPr>
        <p:spPr>
          <a:xfrm>
            <a:off x="844905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8ACCF81A-B1A8-421D-AC54-341D3C6B4A3B}"/>
              </a:ext>
            </a:extLst>
          </p:cNvPr>
          <p:cNvSpPr>
            <a:spLocks/>
          </p:cNvSpPr>
          <p:nvPr/>
        </p:nvSpPr>
        <p:spPr>
          <a:xfrm>
            <a:off x="849646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C2D9D29E-8A3A-4B19-9A49-7FB5C45E13EA}"/>
              </a:ext>
            </a:extLst>
          </p:cNvPr>
          <p:cNvSpPr>
            <a:spLocks/>
          </p:cNvSpPr>
          <p:nvPr/>
        </p:nvSpPr>
        <p:spPr>
          <a:xfrm>
            <a:off x="84847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8BB3A6EC-59B5-4102-A013-FF707F824997}"/>
              </a:ext>
            </a:extLst>
          </p:cNvPr>
          <p:cNvSpPr>
            <a:spLocks/>
          </p:cNvSpPr>
          <p:nvPr/>
        </p:nvSpPr>
        <p:spPr>
          <a:xfrm>
            <a:off x="847057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9F81C0E-9E8D-4129-B749-760291264DA3}"/>
              </a:ext>
            </a:extLst>
          </p:cNvPr>
          <p:cNvSpPr>
            <a:spLocks/>
          </p:cNvSpPr>
          <p:nvPr/>
        </p:nvSpPr>
        <p:spPr>
          <a:xfrm>
            <a:off x="843243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EC87F408-69DF-4ABC-8714-EB07B7F71280}"/>
              </a:ext>
            </a:extLst>
          </p:cNvPr>
          <p:cNvSpPr>
            <a:spLocks/>
          </p:cNvSpPr>
          <p:nvPr/>
        </p:nvSpPr>
        <p:spPr>
          <a:xfrm>
            <a:off x="847821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62D0308B-4125-4B1C-B888-3583978A1180}"/>
              </a:ext>
            </a:extLst>
          </p:cNvPr>
          <p:cNvSpPr>
            <a:spLocks/>
          </p:cNvSpPr>
          <p:nvPr/>
        </p:nvSpPr>
        <p:spPr>
          <a:xfrm>
            <a:off x="848125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9D706B9D-1D51-4602-852E-DD7965E2A276}"/>
              </a:ext>
            </a:extLst>
          </p:cNvPr>
          <p:cNvSpPr>
            <a:spLocks/>
          </p:cNvSpPr>
          <p:nvPr/>
        </p:nvSpPr>
        <p:spPr>
          <a:xfrm>
            <a:off x="8437165" y="69026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AC418DB8-B641-41D9-BBAC-F3310AB476C9}"/>
              </a:ext>
            </a:extLst>
          </p:cNvPr>
          <p:cNvSpPr>
            <a:spLocks/>
          </p:cNvSpPr>
          <p:nvPr/>
        </p:nvSpPr>
        <p:spPr>
          <a:xfrm>
            <a:off x="83932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0735545F-44CF-4615-9627-CC790E9940CE}"/>
              </a:ext>
            </a:extLst>
          </p:cNvPr>
          <p:cNvSpPr>
            <a:spLocks/>
          </p:cNvSpPr>
          <p:nvPr/>
        </p:nvSpPr>
        <p:spPr>
          <a:xfrm>
            <a:off x="84234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DDCB89F0-71AD-4F2D-9C4D-AF2CF577F98C}"/>
              </a:ext>
            </a:extLst>
          </p:cNvPr>
          <p:cNvSpPr>
            <a:spLocks/>
          </p:cNvSpPr>
          <p:nvPr/>
        </p:nvSpPr>
        <p:spPr>
          <a:xfrm>
            <a:off x="840467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83AB0A62-155A-4D6B-A7E4-DBBB148E8C4C}"/>
              </a:ext>
            </a:extLst>
          </p:cNvPr>
          <p:cNvSpPr>
            <a:spLocks/>
          </p:cNvSpPr>
          <p:nvPr/>
        </p:nvSpPr>
        <p:spPr>
          <a:xfrm>
            <a:off x="842416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45F57125-EE44-41CB-8582-785D2C7D3653}"/>
              </a:ext>
            </a:extLst>
          </p:cNvPr>
          <p:cNvSpPr>
            <a:spLocks/>
          </p:cNvSpPr>
          <p:nvPr/>
        </p:nvSpPr>
        <p:spPr>
          <a:xfrm>
            <a:off x="839513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13323CA7-6556-4443-B831-118FE4E14452}"/>
              </a:ext>
            </a:extLst>
          </p:cNvPr>
          <p:cNvSpPr>
            <a:spLocks/>
          </p:cNvSpPr>
          <p:nvPr/>
        </p:nvSpPr>
        <p:spPr>
          <a:xfrm>
            <a:off x="849294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C0E3AD6A-35FE-45AF-AFDF-9F0158E58590}"/>
              </a:ext>
            </a:extLst>
          </p:cNvPr>
          <p:cNvSpPr>
            <a:spLocks/>
          </p:cNvSpPr>
          <p:nvPr/>
        </p:nvSpPr>
        <p:spPr>
          <a:xfrm>
            <a:off x="84701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D958C1CA-7128-4057-8404-DB83175D44F4}"/>
              </a:ext>
            </a:extLst>
          </p:cNvPr>
          <p:cNvSpPr>
            <a:spLocks/>
          </p:cNvSpPr>
          <p:nvPr/>
        </p:nvSpPr>
        <p:spPr>
          <a:xfrm>
            <a:off x="8491206" y="54712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B760A0B1-FCC7-4CEB-B02D-BD675BB1F664}"/>
              </a:ext>
            </a:extLst>
          </p:cNvPr>
          <p:cNvSpPr>
            <a:spLocks/>
          </p:cNvSpPr>
          <p:nvPr/>
        </p:nvSpPr>
        <p:spPr>
          <a:xfrm>
            <a:off x="839248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A35F320C-BA56-46E4-92C8-7B2B6F81147D}"/>
              </a:ext>
            </a:extLst>
          </p:cNvPr>
          <p:cNvSpPr>
            <a:spLocks/>
          </p:cNvSpPr>
          <p:nvPr/>
        </p:nvSpPr>
        <p:spPr>
          <a:xfrm>
            <a:off x="84809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9FC0548-4648-4CC3-9D05-AA76E58CAA1F}"/>
              </a:ext>
            </a:extLst>
          </p:cNvPr>
          <p:cNvSpPr>
            <a:spLocks/>
          </p:cNvSpPr>
          <p:nvPr/>
        </p:nvSpPr>
        <p:spPr>
          <a:xfrm>
            <a:off x="848709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0DFAEEA0-D9EA-402E-943A-F1C076667C25}"/>
              </a:ext>
            </a:extLst>
          </p:cNvPr>
          <p:cNvSpPr>
            <a:spLocks/>
          </p:cNvSpPr>
          <p:nvPr/>
        </p:nvSpPr>
        <p:spPr>
          <a:xfrm>
            <a:off x="8389781" y="5681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D6BE98C1-CE4A-4261-9109-6222650DC50F}"/>
              </a:ext>
            </a:extLst>
          </p:cNvPr>
          <p:cNvSpPr>
            <a:spLocks/>
          </p:cNvSpPr>
          <p:nvPr/>
        </p:nvSpPr>
        <p:spPr>
          <a:xfrm>
            <a:off x="84384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37350B78-AA56-4914-B298-8340FC8DBA36}"/>
              </a:ext>
            </a:extLst>
          </p:cNvPr>
          <p:cNvSpPr>
            <a:spLocks/>
          </p:cNvSpPr>
          <p:nvPr/>
        </p:nvSpPr>
        <p:spPr>
          <a:xfrm>
            <a:off x="84684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11A23F3B-C015-4347-8089-9B88A6C5D7F0}"/>
              </a:ext>
            </a:extLst>
          </p:cNvPr>
          <p:cNvSpPr>
            <a:spLocks/>
          </p:cNvSpPr>
          <p:nvPr/>
        </p:nvSpPr>
        <p:spPr>
          <a:xfrm>
            <a:off x="8407814" y="68087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6CCE2AC3-D773-4CF1-A65A-68B97D029196}"/>
              </a:ext>
            </a:extLst>
          </p:cNvPr>
          <p:cNvSpPr>
            <a:spLocks/>
          </p:cNvSpPr>
          <p:nvPr/>
        </p:nvSpPr>
        <p:spPr>
          <a:xfrm>
            <a:off x="844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E843DFF-49F4-44DA-B913-90F62B18FA2C}"/>
              </a:ext>
            </a:extLst>
          </p:cNvPr>
          <p:cNvSpPr>
            <a:spLocks/>
          </p:cNvSpPr>
          <p:nvPr/>
        </p:nvSpPr>
        <p:spPr>
          <a:xfrm>
            <a:off x="8488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43807B3F-27EB-499D-85E9-A8854F45BE94}"/>
              </a:ext>
            </a:extLst>
          </p:cNvPr>
          <p:cNvSpPr>
            <a:spLocks/>
          </p:cNvSpPr>
          <p:nvPr/>
        </p:nvSpPr>
        <p:spPr>
          <a:xfrm>
            <a:off x="843315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D2BDEEE7-FF63-4B4B-A226-A1D81FB67B24}"/>
              </a:ext>
            </a:extLst>
          </p:cNvPr>
          <p:cNvSpPr>
            <a:spLocks/>
          </p:cNvSpPr>
          <p:nvPr/>
        </p:nvSpPr>
        <p:spPr>
          <a:xfrm>
            <a:off x="839798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28B0957-8006-40BF-B429-0D219D228F85}"/>
              </a:ext>
            </a:extLst>
          </p:cNvPr>
          <p:cNvSpPr>
            <a:spLocks/>
          </p:cNvSpPr>
          <p:nvPr/>
        </p:nvSpPr>
        <p:spPr>
          <a:xfrm>
            <a:off x="848277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031B888A-419E-48C5-97CC-5DA6AA370B29}"/>
              </a:ext>
            </a:extLst>
          </p:cNvPr>
          <p:cNvSpPr>
            <a:spLocks/>
          </p:cNvSpPr>
          <p:nvPr/>
        </p:nvSpPr>
        <p:spPr>
          <a:xfrm>
            <a:off x="841305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FE65282C-E83D-426A-B2F5-D405AAAE4228}"/>
              </a:ext>
            </a:extLst>
          </p:cNvPr>
          <p:cNvSpPr>
            <a:spLocks/>
          </p:cNvSpPr>
          <p:nvPr/>
        </p:nvSpPr>
        <p:spPr>
          <a:xfrm>
            <a:off x="8435453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FDF9FB0F-73DC-4680-B1D6-D6CA8987E634}"/>
              </a:ext>
            </a:extLst>
          </p:cNvPr>
          <p:cNvSpPr>
            <a:spLocks/>
          </p:cNvSpPr>
          <p:nvPr/>
        </p:nvSpPr>
        <p:spPr>
          <a:xfrm>
            <a:off x="844759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C9592CEB-740A-4BDB-ABB6-D30803E5AD47}"/>
              </a:ext>
            </a:extLst>
          </p:cNvPr>
          <p:cNvSpPr>
            <a:spLocks/>
          </p:cNvSpPr>
          <p:nvPr/>
        </p:nvSpPr>
        <p:spPr>
          <a:xfrm>
            <a:off x="838481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C743D724-544B-4EAF-A225-85DE8BD9A843}"/>
              </a:ext>
            </a:extLst>
          </p:cNvPr>
          <p:cNvSpPr>
            <a:spLocks/>
          </p:cNvSpPr>
          <p:nvPr/>
        </p:nvSpPr>
        <p:spPr>
          <a:xfrm>
            <a:off x="84853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B2AFAB7B-6C20-4188-A2A2-291A95619D9B}"/>
              </a:ext>
            </a:extLst>
          </p:cNvPr>
          <p:cNvSpPr>
            <a:spLocks/>
          </p:cNvSpPr>
          <p:nvPr/>
        </p:nvSpPr>
        <p:spPr>
          <a:xfrm>
            <a:off x="849788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1A1E24F3-6D07-47E5-8AB7-8EDA59B986FB}"/>
              </a:ext>
            </a:extLst>
          </p:cNvPr>
          <p:cNvSpPr>
            <a:spLocks/>
          </p:cNvSpPr>
          <p:nvPr/>
        </p:nvSpPr>
        <p:spPr>
          <a:xfrm>
            <a:off x="84184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2ED1B5EB-58A9-4EA1-8784-1663B5893EF7}"/>
              </a:ext>
            </a:extLst>
          </p:cNvPr>
          <p:cNvSpPr>
            <a:spLocks/>
          </p:cNvSpPr>
          <p:nvPr/>
        </p:nvSpPr>
        <p:spPr>
          <a:xfrm>
            <a:off x="846135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08F730C4-54BC-4DB7-A8E2-E507034B82EB}"/>
              </a:ext>
            </a:extLst>
          </p:cNvPr>
          <p:cNvSpPr>
            <a:spLocks/>
          </p:cNvSpPr>
          <p:nvPr/>
        </p:nvSpPr>
        <p:spPr>
          <a:xfrm>
            <a:off x="842514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26D014C5-4CC6-47BA-8723-B64D11E799BA}"/>
              </a:ext>
            </a:extLst>
          </p:cNvPr>
          <p:cNvSpPr>
            <a:spLocks/>
          </p:cNvSpPr>
          <p:nvPr/>
        </p:nvSpPr>
        <p:spPr>
          <a:xfrm>
            <a:off x="843754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4AD83548-360F-45FE-A20B-44A74B3790DD}"/>
              </a:ext>
            </a:extLst>
          </p:cNvPr>
          <p:cNvSpPr>
            <a:spLocks/>
          </p:cNvSpPr>
          <p:nvPr/>
        </p:nvSpPr>
        <p:spPr>
          <a:xfrm>
            <a:off x="849928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F6A4C4B-229B-48D4-8360-DB0C8FF2F8C7}"/>
              </a:ext>
            </a:extLst>
          </p:cNvPr>
          <p:cNvSpPr>
            <a:spLocks/>
          </p:cNvSpPr>
          <p:nvPr/>
        </p:nvSpPr>
        <p:spPr>
          <a:xfrm>
            <a:off x="844382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2A1017CD-7AE9-468B-80A4-F1610A79A815}"/>
              </a:ext>
            </a:extLst>
          </p:cNvPr>
          <p:cNvSpPr>
            <a:spLocks/>
          </p:cNvSpPr>
          <p:nvPr/>
        </p:nvSpPr>
        <p:spPr>
          <a:xfrm>
            <a:off x="84976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BCB1C8E6-76B6-4BC8-AE7E-3094DF45FD7D}"/>
              </a:ext>
            </a:extLst>
          </p:cNvPr>
          <p:cNvSpPr>
            <a:spLocks/>
          </p:cNvSpPr>
          <p:nvPr/>
        </p:nvSpPr>
        <p:spPr>
          <a:xfrm>
            <a:off x="84361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B4CA57BF-C6B3-42C4-A21C-BEAD85E46AE3}"/>
              </a:ext>
            </a:extLst>
          </p:cNvPr>
          <p:cNvSpPr>
            <a:spLocks/>
          </p:cNvSpPr>
          <p:nvPr/>
        </p:nvSpPr>
        <p:spPr>
          <a:xfrm>
            <a:off x="847682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C2ED5ADB-1B26-4129-B814-0A8DB4ECD405}"/>
              </a:ext>
            </a:extLst>
          </p:cNvPr>
          <p:cNvSpPr>
            <a:spLocks/>
          </p:cNvSpPr>
          <p:nvPr/>
        </p:nvSpPr>
        <p:spPr>
          <a:xfrm>
            <a:off x="84602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6875BB38-136E-404A-97FE-964ECD402B18}"/>
              </a:ext>
            </a:extLst>
          </p:cNvPr>
          <p:cNvSpPr>
            <a:spLocks/>
          </p:cNvSpPr>
          <p:nvPr/>
        </p:nvSpPr>
        <p:spPr>
          <a:xfrm>
            <a:off x="84554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A7EAB87A-CC1E-4AAA-89EF-5195B76FECC7}"/>
              </a:ext>
            </a:extLst>
          </p:cNvPr>
          <p:cNvSpPr>
            <a:spLocks/>
          </p:cNvSpPr>
          <p:nvPr/>
        </p:nvSpPr>
        <p:spPr>
          <a:xfrm>
            <a:off x="83889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A4FE2604-5F6B-4006-9D1C-7A4ED95D0749}"/>
              </a:ext>
            </a:extLst>
          </p:cNvPr>
          <p:cNvSpPr>
            <a:spLocks/>
          </p:cNvSpPr>
          <p:nvPr/>
        </p:nvSpPr>
        <p:spPr>
          <a:xfrm>
            <a:off x="841054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B741DA27-B44D-4C0B-80D3-A17D0F2502E4}"/>
              </a:ext>
            </a:extLst>
          </p:cNvPr>
          <p:cNvSpPr>
            <a:spLocks/>
          </p:cNvSpPr>
          <p:nvPr/>
        </p:nvSpPr>
        <p:spPr>
          <a:xfrm>
            <a:off x="850371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F5047E51-C085-4AF0-84E2-D14A5B3BB11D}"/>
              </a:ext>
            </a:extLst>
          </p:cNvPr>
          <p:cNvSpPr>
            <a:spLocks/>
          </p:cNvSpPr>
          <p:nvPr/>
        </p:nvSpPr>
        <p:spPr>
          <a:xfrm>
            <a:off x="84743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1E43771C-96A8-424D-800A-D61E74CE79FE}"/>
              </a:ext>
            </a:extLst>
          </p:cNvPr>
          <p:cNvSpPr>
            <a:spLocks/>
          </p:cNvSpPr>
          <p:nvPr/>
        </p:nvSpPr>
        <p:spPr>
          <a:xfrm>
            <a:off x="8471443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10C656B6-A379-4106-8CDF-7B440E04AF48}"/>
              </a:ext>
            </a:extLst>
          </p:cNvPr>
          <p:cNvSpPr>
            <a:spLocks/>
          </p:cNvSpPr>
          <p:nvPr/>
        </p:nvSpPr>
        <p:spPr>
          <a:xfrm>
            <a:off x="84149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6724FCDB-7C50-4DFB-8B55-325A51EF7465}"/>
              </a:ext>
            </a:extLst>
          </p:cNvPr>
          <p:cNvSpPr>
            <a:spLocks/>
          </p:cNvSpPr>
          <p:nvPr/>
        </p:nvSpPr>
        <p:spPr>
          <a:xfrm>
            <a:off x="846415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F8CF0109-859A-40F3-86CE-DD9A8F14E382}"/>
              </a:ext>
            </a:extLst>
          </p:cNvPr>
          <p:cNvSpPr>
            <a:spLocks/>
          </p:cNvSpPr>
          <p:nvPr/>
        </p:nvSpPr>
        <p:spPr>
          <a:xfrm>
            <a:off x="8430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E559BECC-EA82-4D52-816D-8EEC8CC10F61}"/>
              </a:ext>
            </a:extLst>
          </p:cNvPr>
          <p:cNvSpPr>
            <a:spLocks/>
          </p:cNvSpPr>
          <p:nvPr/>
        </p:nvSpPr>
        <p:spPr>
          <a:xfrm>
            <a:off x="838842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32211204-BE5B-48DC-9543-928C2BDCF6BE}"/>
              </a:ext>
            </a:extLst>
          </p:cNvPr>
          <p:cNvSpPr>
            <a:spLocks/>
          </p:cNvSpPr>
          <p:nvPr/>
        </p:nvSpPr>
        <p:spPr>
          <a:xfrm>
            <a:off x="84010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E81A50E8-4B8B-4A3C-AF70-B2829D33319F}"/>
              </a:ext>
            </a:extLst>
          </p:cNvPr>
          <p:cNvSpPr>
            <a:spLocks/>
          </p:cNvSpPr>
          <p:nvPr/>
        </p:nvSpPr>
        <p:spPr>
          <a:xfrm>
            <a:off x="847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2876BB22-94E7-401B-B073-8483C27D91F5}"/>
              </a:ext>
            </a:extLst>
          </p:cNvPr>
          <p:cNvSpPr>
            <a:spLocks/>
          </p:cNvSpPr>
          <p:nvPr/>
        </p:nvSpPr>
        <p:spPr>
          <a:xfrm>
            <a:off x="849317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2EFC4BA6-F8AB-4731-9FC0-33EE0D594034}"/>
              </a:ext>
            </a:extLst>
          </p:cNvPr>
          <p:cNvSpPr>
            <a:spLocks/>
          </p:cNvSpPr>
          <p:nvPr/>
        </p:nvSpPr>
        <p:spPr>
          <a:xfrm>
            <a:off x="844451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D8C45BF5-E843-4231-A923-0E68474FD651}"/>
              </a:ext>
            </a:extLst>
          </p:cNvPr>
          <p:cNvSpPr>
            <a:spLocks/>
          </p:cNvSpPr>
          <p:nvPr/>
        </p:nvSpPr>
        <p:spPr>
          <a:xfrm>
            <a:off x="8456689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D33742E2-4269-4939-911A-C17BB91D71AC}"/>
              </a:ext>
            </a:extLst>
          </p:cNvPr>
          <p:cNvSpPr>
            <a:spLocks/>
          </p:cNvSpPr>
          <p:nvPr/>
        </p:nvSpPr>
        <p:spPr>
          <a:xfrm>
            <a:off x="842463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4816189D-6A01-49A9-B01A-0794D95504BA}"/>
              </a:ext>
            </a:extLst>
          </p:cNvPr>
          <p:cNvSpPr>
            <a:spLocks/>
          </p:cNvSpPr>
          <p:nvPr/>
        </p:nvSpPr>
        <p:spPr>
          <a:xfrm>
            <a:off x="839786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D6EE9EEC-FC51-416E-BE07-479E74C9E9A0}"/>
              </a:ext>
            </a:extLst>
          </p:cNvPr>
          <p:cNvSpPr>
            <a:spLocks/>
          </p:cNvSpPr>
          <p:nvPr/>
        </p:nvSpPr>
        <p:spPr>
          <a:xfrm>
            <a:off x="8410324" y="5883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5F6F26B6-8E1F-40FF-9A1B-96598ECB142A}"/>
              </a:ext>
            </a:extLst>
          </p:cNvPr>
          <p:cNvSpPr>
            <a:spLocks/>
          </p:cNvSpPr>
          <p:nvPr/>
        </p:nvSpPr>
        <p:spPr>
          <a:xfrm>
            <a:off x="839468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712BB853-9745-44EE-8656-12740CBD0725}"/>
              </a:ext>
            </a:extLst>
          </p:cNvPr>
          <p:cNvSpPr>
            <a:spLocks/>
          </p:cNvSpPr>
          <p:nvPr/>
        </p:nvSpPr>
        <p:spPr>
          <a:xfrm>
            <a:off x="84186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CACF2C4C-CDD7-4157-A58F-7884AED9DDD8}"/>
              </a:ext>
            </a:extLst>
          </p:cNvPr>
          <p:cNvSpPr>
            <a:spLocks/>
          </p:cNvSpPr>
          <p:nvPr/>
        </p:nvSpPr>
        <p:spPr>
          <a:xfrm>
            <a:off x="84073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F471A8AC-0FA8-4C50-BAF5-9C548BC201A4}"/>
              </a:ext>
            </a:extLst>
          </p:cNvPr>
          <p:cNvSpPr>
            <a:spLocks/>
          </p:cNvSpPr>
          <p:nvPr/>
        </p:nvSpPr>
        <p:spPr>
          <a:xfrm>
            <a:off x="84293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60204D40-A98C-490E-8138-C2A029FA47BC}"/>
              </a:ext>
            </a:extLst>
          </p:cNvPr>
          <p:cNvSpPr>
            <a:spLocks/>
          </p:cNvSpPr>
          <p:nvPr/>
        </p:nvSpPr>
        <p:spPr>
          <a:xfrm>
            <a:off x="847449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A06EADFC-9EAA-4BA6-8B13-289B532485FF}"/>
              </a:ext>
            </a:extLst>
          </p:cNvPr>
          <p:cNvSpPr>
            <a:spLocks/>
          </p:cNvSpPr>
          <p:nvPr/>
        </p:nvSpPr>
        <p:spPr>
          <a:xfrm>
            <a:off x="84293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11E9D579-EB42-4776-87D0-FAFC3D389201}"/>
              </a:ext>
            </a:extLst>
          </p:cNvPr>
          <p:cNvSpPr>
            <a:spLocks/>
          </p:cNvSpPr>
          <p:nvPr/>
        </p:nvSpPr>
        <p:spPr>
          <a:xfrm>
            <a:off x="848371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6428A871-E3A7-4065-A760-543B5EDEED54}"/>
              </a:ext>
            </a:extLst>
          </p:cNvPr>
          <p:cNvSpPr>
            <a:spLocks/>
          </p:cNvSpPr>
          <p:nvPr/>
        </p:nvSpPr>
        <p:spPr>
          <a:xfrm>
            <a:off x="86668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09ACAF45-E330-4E9B-AB7E-8C74967B3C69}"/>
              </a:ext>
            </a:extLst>
          </p:cNvPr>
          <p:cNvSpPr>
            <a:spLocks/>
          </p:cNvSpPr>
          <p:nvPr/>
        </p:nvSpPr>
        <p:spPr>
          <a:xfrm>
            <a:off x="86378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85906D2E-58BA-49A0-8FE6-4646A3C1927B}"/>
              </a:ext>
            </a:extLst>
          </p:cNvPr>
          <p:cNvSpPr>
            <a:spLocks/>
          </p:cNvSpPr>
          <p:nvPr/>
        </p:nvSpPr>
        <p:spPr>
          <a:xfrm>
            <a:off x="866850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AAF806B5-0A28-4536-A96C-BEEFEFD0BBE0}"/>
              </a:ext>
            </a:extLst>
          </p:cNvPr>
          <p:cNvSpPr>
            <a:spLocks/>
          </p:cNvSpPr>
          <p:nvPr/>
        </p:nvSpPr>
        <p:spPr>
          <a:xfrm>
            <a:off x="86541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33E8540A-A895-42E7-BCC2-253A44D144B1}"/>
              </a:ext>
            </a:extLst>
          </p:cNvPr>
          <p:cNvSpPr>
            <a:spLocks/>
          </p:cNvSpPr>
          <p:nvPr/>
        </p:nvSpPr>
        <p:spPr>
          <a:xfrm>
            <a:off x="867206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70E114AB-009D-42D5-84B7-872BED082EB5}"/>
              </a:ext>
            </a:extLst>
          </p:cNvPr>
          <p:cNvSpPr>
            <a:spLocks/>
          </p:cNvSpPr>
          <p:nvPr/>
        </p:nvSpPr>
        <p:spPr>
          <a:xfrm>
            <a:off x="8728969" y="55301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89702756-611F-4232-B446-67080F40F6D5}"/>
              </a:ext>
            </a:extLst>
          </p:cNvPr>
          <p:cNvSpPr>
            <a:spLocks/>
          </p:cNvSpPr>
          <p:nvPr/>
        </p:nvSpPr>
        <p:spPr>
          <a:xfrm>
            <a:off x="869705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AF0CB9FF-EF0F-4C68-B996-056E19812667}"/>
              </a:ext>
            </a:extLst>
          </p:cNvPr>
          <p:cNvSpPr>
            <a:spLocks/>
          </p:cNvSpPr>
          <p:nvPr/>
        </p:nvSpPr>
        <p:spPr>
          <a:xfrm>
            <a:off x="864031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86BF2FFD-6BB2-4E55-99AC-FAFBAC751409}"/>
              </a:ext>
            </a:extLst>
          </p:cNvPr>
          <p:cNvSpPr>
            <a:spLocks/>
          </p:cNvSpPr>
          <p:nvPr/>
        </p:nvSpPr>
        <p:spPr>
          <a:xfrm>
            <a:off x="8692097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E2277230-9A91-4E9A-9FB2-B7771E3C511F}"/>
              </a:ext>
            </a:extLst>
          </p:cNvPr>
          <p:cNvSpPr>
            <a:spLocks/>
          </p:cNvSpPr>
          <p:nvPr/>
        </p:nvSpPr>
        <p:spPr>
          <a:xfrm>
            <a:off x="865105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5ACC655E-1823-4452-B046-723E9ABB20B2}"/>
              </a:ext>
            </a:extLst>
          </p:cNvPr>
          <p:cNvSpPr>
            <a:spLocks/>
          </p:cNvSpPr>
          <p:nvPr/>
        </p:nvSpPr>
        <p:spPr>
          <a:xfrm>
            <a:off x="86731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58F62896-D437-428B-8284-72064333E917}"/>
              </a:ext>
            </a:extLst>
          </p:cNvPr>
          <p:cNvSpPr>
            <a:spLocks/>
          </p:cNvSpPr>
          <p:nvPr/>
        </p:nvSpPr>
        <p:spPr>
          <a:xfrm>
            <a:off x="86477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50DCA5F6-35F2-421B-A949-187D07DC8CB7}"/>
              </a:ext>
            </a:extLst>
          </p:cNvPr>
          <p:cNvSpPr>
            <a:spLocks/>
          </p:cNvSpPr>
          <p:nvPr/>
        </p:nvSpPr>
        <p:spPr>
          <a:xfrm>
            <a:off x="8739083" y="58641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40AE3A2D-AC87-4EAE-81BE-DE394CF04670}"/>
              </a:ext>
            </a:extLst>
          </p:cNvPr>
          <p:cNvSpPr>
            <a:spLocks/>
          </p:cNvSpPr>
          <p:nvPr/>
        </p:nvSpPr>
        <p:spPr>
          <a:xfrm>
            <a:off x="86542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0281E617-B994-4A41-B530-04D909116CA3}"/>
              </a:ext>
            </a:extLst>
          </p:cNvPr>
          <p:cNvSpPr>
            <a:spLocks/>
          </p:cNvSpPr>
          <p:nvPr/>
        </p:nvSpPr>
        <p:spPr>
          <a:xfrm>
            <a:off x="86573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48048D74-1755-4C37-8D77-EEC621F3EE88}"/>
              </a:ext>
            </a:extLst>
          </p:cNvPr>
          <p:cNvSpPr>
            <a:spLocks/>
          </p:cNvSpPr>
          <p:nvPr/>
        </p:nvSpPr>
        <p:spPr>
          <a:xfrm>
            <a:off x="86892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4E4601A6-413C-4000-99EA-A026F4619316}"/>
              </a:ext>
            </a:extLst>
          </p:cNvPr>
          <p:cNvSpPr>
            <a:spLocks/>
          </p:cNvSpPr>
          <p:nvPr/>
        </p:nvSpPr>
        <p:spPr>
          <a:xfrm>
            <a:off x="8720214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43CC55FC-797E-4E04-9B6F-740D02B2FA12}"/>
              </a:ext>
            </a:extLst>
          </p:cNvPr>
          <p:cNvSpPr>
            <a:spLocks/>
          </p:cNvSpPr>
          <p:nvPr/>
        </p:nvSpPr>
        <p:spPr>
          <a:xfrm>
            <a:off x="87245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6E0E3A79-A812-42A0-8414-A2808013EFC1}"/>
              </a:ext>
            </a:extLst>
          </p:cNvPr>
          <p:cNvSpPr>
            <a:spLocks/>
          </p:cNvSpPr>
          <p:nvPr/>
        </p:nvSpPr>
        <p:spPr>
          <a:xfrm>
            <a:off x="8658405" y="61490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4DB2081E-70F9-4538-A36F-5403540CD243}"/>
              </a:ext>
            </a:extLst>
          </p:cNvPr>
          <p:cNvSpPr>
            <a:spLocks/>
          </p:cNvSpPr>
          <p:nvPr/>
        </p:nvSpPr>
        <p:spPr>
          <a:xfrm>
            <a:off x="864017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E15E023A-F814-4846-A734-60C713CECFFA}"/>
              </a:ext>
            </a:extLst>
          </p:cNvPr>
          <p:cNvSpPr>
            <a:spLocks/>
          </p:cNvSpPr>
          <p:nvPr/>
        </p:nvSpPr>
        <p:spPr>
          <a:xfrm>
            <a:off x="870567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DD46E594-D3DB-4428-BAF5-D2125A222627}"/>
              </a:ext>
            </a:extLst>
          </p:cNvPr>
          <p:cNvSpPr>
            <a:spLocks/>
          </p:cNvSpPr>
          <p:nvPr/>
        </p:nvSpPr>
        <p:spPr>
          <a:xfrm>
            <a:off x="869708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FCC1B730-2FE9-40E5-9788-071CA02405BC}"/>
              </a:ext>
            </a:extLst>
          </p:cNvPr>
          <p:cNvSpPr>
            <a:spLocks/>
          </p:cNvSpPr>
          <p:nvPr/>
        </p:nvSpPr>
        <p:spPr>
          <a:xfrm>
            <a:off x="8741953" y="5397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AA6849AD-74F1-46B0-AD8A-12E0DFFA2D9D}"/>
              </a:ext>
            </a:extLst>
          </p:cNvPr>
          <p:cNvSpPr>
            <a:spLocks/>
          </p:cNvSpPr>
          <p:nvPr/>
        </p:nvSpPr>
        <p:spPr>
          <a:xfrm>
            <a:off x="86874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3A6073C2-5E77-443F-8885-12F9FEC16A93}"/>
              </a:ext>
            </a:extLst>
          </p:cNvPr>
          <p:cNvSpPr>
            <a:spLocks/>
          </p:cNvSpPr>
          <p:nvPr/>
        </p:nvSpPr>
        <p:spPr>
          <a:xfrm>
            <a:off x="87578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A323E3D1-EC0D-4FCE-8234-D805DB7B5E0E}"/>
              </a:ext>
            </a:extLst>
          </p:cNvPr>
          <p:cNvSpPr>
            <a:spLocks/>
          </p:cNvSpPr>
          <p:nvPr/>
        </p:nvSpPr>
        <p:spPr>
          <a:xfrm>
            <a:off x="869269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A494BA67-7184-4B01-9FC4-76A4A019E4B0}"/>
              </a:ext>
            </a:extLst>
          </p:cNvPr>
          <p:cNvSpPr>
            <a:spLocks/>
          </p:cNvSpPr>
          <p:nvPr/>
        </p:nvSpPr>
        <p:spPr>
          <a:xfrm>
            <a:off x="86766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0BAABA5-AE1F-45EF-AAD0-098FFD84FDE0}"/>
              </a:ext>
            </a:extLst>
          </p:cNvPr>
          <p:cNvSpPr>
            <a:spLocks/>
          </p:cNvSpPr>
          <p:nvPr/>
        </p:nvSpPr>
        <p:spPr>
          <a:xfrm>
            <a:off x="872033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937C0610-D4A4-4B91-A908-BB71B5EE2FFB}"/>
              </a:ext>
            </a:extLst>
          </p:cNvPr>
          <p:cNvSpPr>
            <a:spLocks/>
          </p:cNvSpPr>
          <p:nvPr/>
        </p:nvSpPr>
        <p:spPr>
          <a:xfrm>
            <a:off x="86559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E0A00647-C0A2-4066-9664-764EAC296A84}"/>
              </a:ext>
            </a:extLst>
          </p:cNvPr>
          <p:cNvSpPr>
            <a:spLocks/>
          </p:cNvSpPr>
          <p:nvPr/>
        </p:nvSpPr>
        <p:spPr>
          <a:xfrm>
            <a:off x="873245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6C5AEB35-E540-4692-8E7E-64DEE7718089}"/>
              </a:ext>
            </a:extLst>
          </p:cNvPr>
          <p:cNvSpPr>
            <a:spLocks/>
          </p:cNvSpPr>
          <p:nvPr/>
        </p:nvSpPr>
        <p:spPr>
          <a:xfrm>
            <a:off x="8704938" y="66500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4E18BDEC-4097-4451-98D7-E7673DE6D9EC}"/>
              </a:ext>
            </a:extLst>
          </p:cNvPr>
          <p:cNvSpPr>
            <a:spLocks/>
          </p:cNvSpPr>
          <p:nvPr/>
        </p:nvSpPr>
        <p:spPr>
          <a:xfrm>
            <a:off x="8697720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9CCC3E83-4E71-4896-B9D6-93F07E383B2F}"/>
              </a:ext>
            </a:extLst>
          </p:cNvPr>
          <p:cNvSpPr>
            <a:spLocks/>
          </p:cNvSpPr>
          <p:nvPr/>
        </p:nvSpPr>
        <p:spPr>
          <a:xfrm>
            <a:off x="8711872" y="68921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D8043A83-13F9-4ACD-87FE-43514BD33233}"/>
              </a:ext>
            </a:extLst>
          </p:cNvPr>
          <p:cNvSpPr>
            <a:spLocks/>
          </p:cNvSpPr>
          <p:nvPr/>
        </p:nvSpPr>
        <p:spPr>
          <a:xfrm>
            <a:off x="873882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2F4D61FA-99A6-40D2-AF46-8E0896041074}"/>
              </a:ext>
            </a:extLst>
          </p:cNvPr>
          <p:cNvSpPr>
            <a:spLocks/>
          </p:cNvSpPr>
          <p:nvPr/>
        </p:nvSpPr>
        <p:spPr>
          <a:xfrm>
            <a:off x="867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08303B15-C097-4297-8C6D-D31C81349B26}"/>
              </a:ext>
            </a:extLst>
          </p:cNvPr>
          <p:cNvSpPr>
            <a:spLocks/>
          </p:cNvSpPr>
          <p:nvPr/>
        </p:nvSpPr>
        <p:spPr>
          <a:xfrm>
            <a:off x="866514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58F405E1-044F-4B07-A7C4-126E054475BC}"/>
              </a:ext>
            </a:extLst>
          </p:cNvPr>
          <p:cNvSpPr>
            <a:spLocks/>
          </p:cNvSpPr>
          <p:nvPr/>
        </p:nvSpPr>
        <p:spPr>
          <a:xfrm>
            <a:off x="87283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BBEB73FC-9F32-4762-ABD9-2B562805E431}"/>
              </a:ext>
            </a:extLst>
          </p:cNvPr>
          <p:cNvSpPr>
            <a:spLocks/>
          </p:cNvSpPr>
          <p:nvPr/>
        </p:nvSpPr>
        <p:spPr>
          <a:xfrm>
            <a:off x="87015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C98A10D-7B5F-416B-A1AB-2872A839D7BF}"/>
              </a:ext>
            </a:extLst>
          </p:cNvPr>
          <p:cNvSpPr>
            <a:spLocks/>
          </p:cNvSpPr>
          <p:nvPr/>
        </p:nvSpPr>
        <p:spPr>
          <a:xfrm>
            <a:off x="871034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8460F751-5598-4373-932B-850DB9990267}"/>
              </a:ext>
            </a:extLst>
          </p:cNvPr>
          <p:cNvSpPr>
            <a:spLocks/>
          </p:cNvSpPr>
          <p:nvPr/>
        </p:nvSpPr>
        <p:spPr>
          <a:xfrm>
            <a:off x="8636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D786A352-D28C-4BF8-BF8C-E286FDC87854}"/>
              </a:ext>
            </a:extLst>
          </p:cNvPr>
          <p:cNvSpPr>
            <a:spLocks/>
          </p:cNvSpPr>
          <p:nvPr/>
        </p:nvSpPr>
        <p:spPr>
          <a:xfrm>
            <a:off x="8716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59C8C805-FE15-47A4-B30D-AE346A755614}"/>
              </a:ext>
            </a:extLst>
          </p:cNvPr>
          <p:cNvSpPr>
            <a:spLocks/>
          </p:cNvSpPr>
          <p:nvPr/>
        </p:nvSpPr>
        <p:spPr>
          <a:xfrm>
            <a:off x="87353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131AB28E-52B7-47DF-AE82-76B854648FE2}"/>
              </a:ext>
            </a:extLst>
          </p:cNvPr>
          <p:cNvSpPr>
            <a:spLocks/>
          </p:cNvSpPr>
          <p:nvPr/>
        </p:nvSpPr>
        <p:spPr>
          <a:xfrm>
            <a:off x="864398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9632771A-6C0C-4BE9-98F8-AB3C31E5246D}"/>
              </a:ext>
            </a:extLst>
          </p:cNvPr>
          <p:cNvSpPr>
            <a:spLocks/>
          </p:cNvSpPr>
          <p:nvPr/>
        </p:nvSpPr>
        <p:spPr>
          <a:xfrm>
            <a:off x="867803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208FD2D0-D450-45F9-8729-88222CFC2A6D}"/>
              </a:ext>
            </a:extLst>
          </p:cNvPr>
          <p:cNvSpPr>
            <a:spLocks/>
          </p:cNvSpPr>
          <p:nvPr/>
        </p:nvSpPr>
        <p:spPr>
          <a:xfrm>
            <a:off x="8743019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5ABACE21-5FE2-4D50-B9B6-29858D7CCE2E}"/>
              </a:ext>
            </a:extLst>
          </p:cNvPr>
          <p:cNvSpPr>
            <a:spLocks/>
          </p:cNvSpPr>
          <p:nvPr/>
        </p:nvSpPr>
        <p:spPr>
          <a:xfrm>
            <a:off x="86494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1CD4CA90-CA7E-4911-9418-372AF6302665}"/>
              </a:ext>
            </a:extLst>
          </p:cNvPr>
          <p:cNvSpPr>
            <a:spLocks/>
          </p:cNvSpPr>
          <p:nvPr/>
        </p:nvSpPr>
        <p:spPr>
          <a:xfrm>
            <a:off x="86830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59E1A79D-3B9C-4A0A-9BDD-5854E2248B9A}"/>
              </a:ext>
            </a:extLst>
          </p:cNvPr>
          <p:cNvSpPr>
            <a:spLocks/>
          </p:cNvSpPr>
          <p:nvPr/>
        </p:nvSpPr>
        <p:spPr>
          <a:xfrm>
            <a:off x="8689665" y="67407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2777A32C-7352-443B-9765-67D7B423C4C5}"/>
              </a:ext>
            </a:extLst>
          </p:cNvPr>
          <p:cNvSpPr>
            <a:spLocks/>
          </p:cNvSpPr>
          <p:nvPr/>
        </p:nvSpPr>
        <p:spPr>
          <a:xfrm>
            <a:off x="87048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D1F606B3-08D3-43E2-A590-1219E9DBDDD9}"/>
              </a:ext>
            </a:extLst>
          </p:cNvPr>
          <p:cNvSpPr>
            <a:spLocks/>
          </p:cNvSpPr>
          <p:nvPr/>
        </p:nvSpPr>
        <p:spPr>
          <a:xfrm>
            <a:off x="870297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C9DC45EF-E2CC-4668-9956-58763ECD6382}"/>
              </a:ext>
            </a:extLst>
          </p:cNvPr>
          <p:cNvSpPr>
            <a:spLocks/>
          </p:cNvSpPr>
          <p:nvPr/>
        </p:nvSpPr>
        <p:spPr>
          <a:xfrm>
            <a:off x="8715245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4F9018C5-F6B8-4BB7-BC91-E4A49B79278E}"/>
              </a:ext>
            </a:extLst>
          </p:cNvPr>
          <p:cNvSpPr>
            <a:spLocks/>
          </p:cNvSpPr>
          <p:nvPr/>
        </p:nvSpPr>
        <p:spPr>
          <a:xfrm>
            <a:off x="874799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6FEF0AA2-BE34-4763-8A31-DC254FA27755}"/>
              </a:ext>
            </a:extLst>
          </p:cNvPr>
          <p:cNvSpPr>
            <a:spLocks/>
          </p:cNvSpPr>
          <p:nvPr/>
        </p:nvSpPr>
        <p:spPr>
          <a:xfrm>
            <a:off x="8705952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357C9192-B9C9-46E1-9B94-4BE48BA73B51}"/>
              </a:ext>
            </a:extLst>
          </p:cNvPr>
          <p:cNvSpPr>
            <a:spLocks/>
          </p:cNvSpPr>
          <p:nvPr/>
        </p:nvSpPr>
        <p:spPr>
          <a:xfrm>
            <a:off x="8665837" y="6692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B11274F1-AFFE-42B9-B6C2-8B81792FE5DF}"/>
              </a:ext>
            </a:extLst>
          </p:cNvPr>
          <p:cNvSpPr>
            <a:spLocks/>
          </p:cNvSpPr>
          <p:nvPr/>
        </p:nvSpPr>
        <p:spPr>
          <a:xfrm>
            <a:off x="8750715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793EDE00-4D7C-4B54-A7BD-4958A623C3C5}"/>
              </a:ext>
            </a:extLst>
          </p:cNvPr>
          <p:cNvSpPr>
            <a:spLocks/>
          </p:cNvSpPr>
          <p:nvPr/>
        </p:nvSpPr>
        <p:spPr>
          <a:xfrm>
            <a:off x="8693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86958AFA-E4AC-46F4-9428-938873198BDB}"/>
              </a:ext>
            </a:extLst>
          </p:cNvPr>
          <p:cNvSpPr>
            <a:spLocks/>
          </p:cNvSpPr>
          <p:nvPr/>
        </p:nvSpPr>
        <p:spPr>
          <a:xfrm>
            <a:off x="872681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87780394-F9FA-4C20-A968-5A803D90D1F3}"/>
              </a:ext>
            </a:extLst>
          </p:cNvPr>
          <p:cNvSpPr>
            <a:spLocks/>
          </p:cNvSpPr>
          <p:nvPr/>
        </p:nvSpPr>
        <p:spPr>
          <a:xfrm>
            <a:off x="867139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80C075D4-10F1-4562-BE4A-8D15C3CAC552}"/>
              </a:ext>
            </a:extLst>
          </p:cNvPr>
          <p:cNvSpPr>
            <a:spLocks/>
          </p:cNvSpPr>
          <p:nvPr/>
        </p:nvSpPr>
        <p:spPr>
          <a:xfrm>
            <a:off x="8686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B05D850A-255B-4DA1-BB5B-E3F319FB90D7}"/>
              </a:ext>
            </a:extLst>
          </p:cNvPr>
          <p:cNvSpPr>
            <a:spLocks/>
          </p:cNvSpPr>
          <p:nvPr/>
        </p:nvSpPr>
        <p:spPr>
          <a:xfrm>
            <a:off x="87159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0856383F-E0A3-4219-87BA-F5C1EFDCC7D9}"/>
              </a:ext>
            </a:extLst>
          </p:cNvPr>
          <p:cNvSpPr>
            <a:spLocks/>
          </p:cNvSpPr>
          <p:nvPr/>
        </p:nvSpPr>
        <p:spPr>
          <a:xfrm>
            <a:off x="8709718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36008B7F-EF5B-4D0D-AC10-F2712939292E}"/>
              </a:ext>
            </a:extLst>
          </p:cNvPr>
          <p:cNvSpPr>
            <a:spLocks/>
          </p:cNvSpPr>
          <p:nvPr/>
        </p:nvSpPr>
        <p:spPr>
          <a:xfrm>
            <a:off x="868799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D094CC5B-A6BB-4540-A9E2-89D6890E8BD2}"/>
              </a:ext>
            </a:extLst>
          </p:cNvPr>
          <p:cNvSpPr>
            <a:spLocks/>
          </p:cNvSpPr>
          <p:nvPr/>
        </p:nvSpPr>
        <p:spPr>
          <a:xfrm>
            <a:off x="867697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5AF13B84-8E7A-4AF7-81B4-3535CD52A7C4}"/>
              </a:ext>
            </a:extLst>
          </p:cNvPr>
          <p:cNvSpPr>
            <a:spLocks/>
          </p:cNvSpPr>
          <p:nvPr/>
        </p:nvSpPr>
        <p:spPr>
          <a:xfrm>
            <a:off x="87254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D5DF3A7E-5D80-49AC-B216-7E242A8A12FF}"/>
              </a:ext>
            </a:extLst>
          </p:cNvPr>
          <p:cNvSpPr>
            <a:spLocks/>
          </p:cNvSpPr>
          <p:nvPr/>
        </p:nvSpPr>
        <p:spPr>
          <a:xfrm>
            <a:off x="864560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0A73A4BE-7706-4A11-89A7-E4BEB7460536}"/>
              </a:ext>
            </a:extLst>
          </p:cNvPr>
          <p:cNvSpPr>
            <a:spLocks/>
          </p:cNvSpPr>
          <p:nvPr/>
        </p:nvSpPr>
        <p:spPr>
          <a:xfrm>
            <a:off x="871581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2732945F-F1E6-4C03-B0B7-8340B84301D7}"/>
              </a:ext>
            </a:extLst>
          </p:cNvPr>
          <p:cNvSpPr>
            <a:spLocks/>
          </p:cNvSpPr>
          <p:nvPr/>
        </p:nvSpPr>
        <p:spPr>
          <a:xfrm>
            <a:off x="8663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6F36F837-1B48-430B-A210-F8588AE1C28B}"/>
              </a:ext>
            </a:extLst>
          </p:cNvPr>
          <p:cNvSpPr>
            <a:spLocks/>
          </p:cNvSpPr>
          <p:nvPr/>
        </p:nvSpPr>
        <p:spPr>
          <a:xfrm>
            <a:off x="8735075" y="68184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786C7216-8B23-4B96-8236-D9B6EC37E8A8}"/>
              </a:ext>
            </a:extLst>
          </p:cNvPr>
          <p:cNvSpPr>
            <a:spLocks/>
          </p:cNvSpPr>
          <p:nvPr/>
        </p:nvSpPr>
        <p:spPr>
          <a:xfrm>
            <a:off x="87287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BF400254-71D0-4D1E-8128-B3E5FA23E7D9}"/>
              </a:ext>
            </a:extLst>
          </p:cNvPr>
          <p:cNvSpPr>
            <a:spLocks/>
          </p:cNvSpPr>
          <p:nvPr/>
        </p:nvSpPr>
        <p:spPr>
          <a:xfrm>
            <a:off x="8752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073CBD21-D9D3-46F9-9D7F-4C8DF69FCA0B}"/>
              </a:ext>
            </a:extLst>
          </p:cNvPr>
          <p:cNvSpPr>
            <a:spLocks/>
          </p:cNvSpPr>
          <p:nvPr/>
        </p:nvSpPr>
        <p:spPr>
          <a:xfrm>
            <a:off x="868617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CA5E7DE0-25CE-461B-BFCA-5A45B3C28E95}"/>
              </a:ext>
            </a:extLst>
          </p:cNvPr>
          <p:cNvSpPr>
            <a:spLocks/>
          </p:cNvSpPr>
          <p:nvPr/>
        </p:nvSpPr>
        <p:spPr>
          <a:xfrm>
            <a:off x="870208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C63C1A2C-F28D-4111-89FF-630D963950BA}"/>
              </a:ext>
            </a:extLst>
          </p:cNvPr>
          <p:cNvSpPr>
            <a:spLocks/>
          </p:cNvSpPr>
          <p:nvPr/>
        </p:nvSpPr>
        <p:spPr>
          <a:xfrm>
            <a:off x="872056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E072F7E5-FE5F-41A3-8502-564986A6F526}"/>
              </a:ext>
            </a:extLst>
          </p:cNvPr>
          <p:cNvSpPr>
            <a:spLocks/>
          </p:cNvSpPr>
          <p:nvPr/>
        </p:nvSpPr>
        <p:spPr>
          <a:xfrm>
            <a:off x="872830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BF246691-2F56-4FC1-892A-480898AF07D9}"/>
              </a:ext>
            </a:extLst>
          </p:cNvPr>
          <p:cNvSpPr>
            <a:spLocks/>
          </p:cNvSpPr>
          <p:nvPr/>
        </p:nvSpPr>
        <p:spPr>
          <a:xfrm>
            <a:off x="8664712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B75B771B-BE8A-43D1-B0BD-53839EF0E856}"/>
              </a:ext>
            </a:extLst>
          </p:cNvPr>
          <p:cNvSpPr>
            <a:spLocks/>
          </p:cNvSpPr>
          <p:nvPr/>
        </p:nvSpPr>
        <p:spPr>
          <a:xfrm>
            <a:off x="8691527" y="68465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11A5C70B-A3B6-4C1F-AF88-0225AE0FC375}"/>
              </a:ext>
            </a:extLst>
          </p:cNvPr>
          <p:cNvSpPr>
            <a:spLocks/>
          </p:cNvSpPr>
          <p:nvPr/>
        </p:nvSpPr>
        <p:spPr>
          <a:xfrm>
            <a:off x="8682283" y="6532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34CC3688-5DED-4F95-A52B-AC72C48C2C11}"/>
              </a:ext>
            </a:extLst>
          </p:cNvPr>
          <p:cNvSpPr>
            <a:spLocks/>
          </p:cNvSpPr>
          <p:nvPr/>
        </p:nvSpPr>
        <p:spPr>
          <a:xfrm>
            <a:off x="864891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4138D15C-50EF-4793-8658-01195FE77D22}"/>
              </a:ext>
            </a:extLst>
          </p:cNvPr>
          <p:cNvSpPr>
            <a:spLocks/>
          </p:cNvSpPr>
          <p:nvPr/>
        </p:nvSpPr>
        <p:spPr>
          <a:xfrm>
            <a:off x="86499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B3085FC9-5CC7-456D-9693-4ED979C17C9D}"/>
              </a:ext>
            </a:extLst>
          </p:cNvPr>
          <p:cNvSpPr>
            <a:spLocks/>
          </p:cNvSpPr>
          <p:nvPr/>
        </p:nvSpPr>
        <p:spPr>
          <a:xfrm>
            <a:off x="867970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5C0D7145-151B-4C1E-9007-047BEFC6E514}"/>
              </a:ext>
            </a:extLst>
          </p:cNvPr>
          <p:cNvSpPr>
            <a:spLocks/>
          </p:cNvSpPr>
          <p:nvPr/>
        </p:nvSpPr>
        <p:spPr>
          <a:xfrm>
            <a:off x="874873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32D34716-CAEB-4C31-955B-3E28C9FC2D03}"/>
              </a:ext>
            </a:extLst>
          </p:cNvPr>
          <p:cNvSpPr>
            <a:spLocks/>
          </p:cNvSpPr>
          <p:nvPr/>
        </p:nvSpPr>
        <p:spPr>
          <a:xfrm>
            <a:off x="8668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4182AB70-8772-4768-85C3-50E6F7ABD7BF}"/>
              </a:ext>
            </a:extLst>
          </p:cNvPr>
          <p:cNvSpPr>
            <a:spLocks/>
          </p:cNvSpPr>
          <p:nvPr/>
        </p:nvSpPr>
        <p:spPr>
          <a:xfrm>
            <a:off x="87481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1924C91B-ADEE-4C6D-9C37-158E3B6EA15E}"/>
              </a:ext>
            </a:extLst>
          </p:cNvPr>
          <p:cNvSpPr>
            <a:spLocks/>
          </p:cNvSpPr>
          <p:nvPr/>
        </p:nvSpPr>
        <p:spPr>
          <a:xfrm>
            <a:off x="8653789" y="67483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9993054-3E3A-46FF-BFB7-FF9302516A1C}"/>
              </a:ext>
            </a:extLst>
          </p:cNvPr>
          <p:cNvSpPr>
            <a:spLocks/>
          </p:cNvSpPr>
          <p:nvPr/>
        </p:nvSpPr>
        <p:spPr>
          <a:xfrm>
            <a:off x="87382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0771D519-90F7-4274-B3CF-116C4BD6B9C2}"/>
              </a:ext>
            </a:extLst>
          </p:cNvPr>
          <p:cNvSpPr>
            <a:spLocks/>
          </p:cNvSpPr>
          <p:nvPr/>
        </p:nvSpPr>
        <p:spPr>
          <a:xfrm>
            <a:off x="867959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C6398EF9-C61B-4144-836B-E1093AE8EDDC}"/>
              </a:ext>
            </a:extLst>
          </p:cNvPr>
          <p:cNvSpPr>
            <a:spLocks/>
          </p:cNvSpPr>
          <p:nvPr/>
        </p:nvSpPr>
        <p:spPr>
          <a:xfrm>
            <a:off x="8683625" y="62374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CE4D7251-7EEC-4526-80CC-F684ABB6B6D2}"/>
              </a:ext>
            </a:extLst>
          </p:cNvPr>
          <p:cNvSpPr>
            <a:spLocks/>
          </p:cNvSpPr>
          <p:nvPr/>
        </p:nvSpPr>
        <p:spPr>
          <a:xfrm>
            <a:off x="86464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36923E11-4769-4604-88EC-DB0A67D0831A}"/>
              </a:ext>
            </a:extLst>
          </p:cNvPr>
          <p:cNvSpPr>
            <a:spLocks/>
          </p:cNvSpPr>
          <p:nvPr/>
        </p:nvSpPr>
        <p:spPr>
          <a:xfrm>
            <a:off x="87007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BF9636CF-3C51-4064-A04F-BDE284F5224F}"/>
              </a:ext>
            </a:extLst>
          </p:cNvPr>
          <p:cNvSpPr>
            <a:spLocks/>
          </p:cNvSpPr>
          <p:nvPr/>
        </p:nvSpPr>
        <p:spPr>
          <a:xfrm>
            <a:off x="870579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0CD0BB42-0C8B-4F72-A8E7-3220B83F25E1}"/>
              </a:ext>
            </a:extLst>
          </p:cNvPr>
          <p:cNvSpPr>
            <a:spLocks/>
          </p:cNvSpPr>
          <p:nvPr/>
        </p:nvSpPr>
        <p:spPr>
          <a:xfrm>
            <a:off x="87220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B99CC1FD-6102-4DBA-AEE8-4A7E78C2435E}"/>
              </a:ext>
            </a:extLst>
          </p:cNvPr>
          <p:cNvSpPr>
            <a:spLocks/>
          </p:cNvSpPr>
          <p:nvPr/>
        </p:nvSpPr>
        <p:spPr>
          <a:xfrm>
            <a:off x="87004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284709F7-FD45-49C1-BC02-AB9DE0FD3C3C}"/>
              </a:ext>
            </a:extLst>
          </p:cNvPr>
          <p:cNvSpPr>
            <a:spLocks/>
          </p:cNvSpPr>
          <p:nvPr/>
        </p:nvSpPr>
        <p:spPr>
          <a:xfrm>
            <a:off x="87352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4807CC50-5DD1-46CB-A5B0-334012F03938}"/>
              </a:ext>
            </a:extLst>
          </p:cNvPr>
          <p:cNvSpPr>
            <a:spLocks/>
          </p:cNvSpPr>
          <p:nvPr/>
        </p:nvSpPr>
        <p:spPr>
          <a:xfrm>
            <a:off x="871561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206263E0-D307-48E2-8303-4A30FF906EDE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426C5996-BD47-4168-ABD1-C7B0D1AEE18D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90DE51E6-A397-4309-A19C-B7A83E6D95DA}"/>
              </a:ext>
            </a:extLst>
          </p:cNvPr>
          <p:cNvSpPr>
            <a:spLocks/>
          </p:cNvSpPr>
          <p:nvPr/>
        </p:nvSpPr>
        <p:spPr>
          <a:xfrm>
            <a:off x="6526468" y="4774729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F460E711-E16D-495E-B6E2-5DF10A687E28}"/>
              </a:ext>
            </a:extLst>
          </p:cNvPr>
          <p:cNvSpPr>
            <a:spLocks/>
          </p:cNvSpPr>
          <p:nvPr/>
        </p:nvSpPr>
        <p:spPr>
          <a:xfrm>
            <a:off x="7005297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A6B7FA50-19C6-4225-8AF3-DA91D6D0FCA6}"/>
              </a:ext>
            </a:extLst>
          </p:cNvPr>
          <p:cNvSpPr>
            <a:spLocks/>
          </p:cNvSpPr>
          <p:nvPr/>
        </p:nvSpPr>
        <p:spPr>
          <a:xfrm>
            <a:off x="7169939" y="6078371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AC718FA8-BE2F-47CA-935F-EBAB5D76ECC9}"/>
              </a:ext>
            </a:extLst>
          </p:cNvPr>
          <p:cNvSpPr>
            <a:spLocks/>
          </p:cNvSpPr>
          <p:nvPr/>
        </p:nvSpPr>
        <p:spPr>
          <a:xfrm>
            <a:off x="7423234" y="5194227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7FE747DA-651A-440B-8065-27DF4326CC01}"/>
              </a:ext>
            </a:extLst>
          </p:cNvPr>
          <p:cNvSpPr>
            <a:spLocks/>
          </p:cNvSpPr>
          <p:nvPr/>
        </p:nvSpPr>
        <p:spPr>
          <a:xfrm>
            <a:off x="7676529" y="5194227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C81154D-8909-4568-8CF4-FFB705D3E0F2}"/>
              </a:ext>
            </a:extLst>
          </p:cNvPr>
          <p:cNvSpPr>
            <a:spLocks/>
          </p:cNvSpPr>
          <p:nvPr/>
        </p:nvSpPr>
        <p:spPr>
          <a:xfrm>
            <a:off x="8208449" y="5194227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DF5E9992-DDC9-43DD-958C-E6A1FF3EFB45}"/>
              </a:ext>
            </a:extLst>
          </p:cNvPr>
          <p:cNvSpPr>
            <a:spLocks/>
          </p:cNvSpPr>
          <p:nvPr/>
        </p:nvSpPr>
        <p:spPr>
          <a:xfrm>
            <a:off x="8461744" y="5194227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CE5998D9-45C8-4E00-BC87-65E474E827F3}"/>
              </a:ext>
            </a:extLst>
          </p:cNvPr>
          <p:cNvSpPr>
            <a:spLocks/>
          </p:cNvSpPr>
          <p:nvPr/>
        </p:nvSpPr>
        <p:spPr>
          <a:xfrm>
            <a:off x="8715039" y="5194227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95E32D14-B65A-423A-85F5-89FAAAFCFAF4}"/>
              </a:ext>
            </a:extLst>
          </p:cNvPr>
          <p:cNvSpPr>
            <a:spLocks/>
          </p:cNvSpPr>
          <p:nvPr/>
        </p:nvSpPr>
        <p:spPr>
          <a:xfrm>
            <a:off x="7134470" y="648943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C661D349-3354-4FFA-8C62-A253901982A5}"/>
              </a:ext>
            </a:extLst>
          </p:cNvPr>
          <p:cNvSpPr>
            <a:spLocks/>
          </p:cNvSpPr>
          <p:nvPr/>
        </p:nvSpPr>
        <p:spPr>
          <a:xfrm>
            <a:off x="7387765" y="57481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37EBED12-442B-4DB4-BB40-4EDE3FAE5719}"/>
              </a:ext>
            </a:extLst>
          </p:cNvPr>
          <p:cNvSpPr>
            <a:spLocks/>
          </p:cNvSpPr>
          <p:nvPr/>
        </p:nvSpPr>
        <p:spPr>
          <a:xfrm>
            <a:off x="764106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F51F047D-3F08-4466-A338-0DA6AE5CB5FE}"/>
              </a:ext>
            </a:extLst>
          </p:cNvPr>
          <p:cNvSpPr>
            <a:spLocks/>
          </p:cNvSpPr>
          <p:nvPr/>
        </p:nvSpPr>
        <p:spPr>
          <a:xfrm>
            <a:off x="8172980" y="580713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AF97789C-CFA3-41AE-81FF-15B2A7C80359}"/>
              </a:ext>
            </a:extLst>
          </p:cNvPr>
          <p:cNvSpPr>
            <a:spLocks/>
          </p:cNvSpPr>
          <p:nvPr/>
        </p:nvSpPr>
        <p:spPr>
          <a:xfrm>
            <a:off x="8426275" y="541663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9A37E151-0675-4D89-AD6F-8C269DA80E07}"/>
              </a:ext>
            </a:extLst>
          </p:cNvPr>
          <p:cNvSpPr>
            <a:spLocks/>
          </p:cNvSpPr>
          <p:nvPr/>
        </p:nvSpPr>
        <p:spPr>
          <a:xfrm>
            <a:off x="867957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C7D9C077-F9C0-43AA-9875-940943620351}"/>
              </a:ext>
            </a:extLst>
          </p:cNvPr>
          <p:cNvSpPr>
            <a:spLocks/>
          </p:cNvSpPr>
          <p:nvPr/>
        </p:nvSpPr>
        <p:spPr>
          <a:xfrm>
            <a:off x="2982516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C5A268E1-FBFF-4570-ACF3-BCAB04295090}"/>
              </a:ext>
            </a:extLst>
          </p:cNvPr>
          <p:cNvSpPr>
            <a:spLocks/>
          </p:cNvSpPr>
          <p:nvPr/>
        </p:nvSpPr>
        <p:spPr>
          <a:xfrm>
            <a:off x="3252080" y="73061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E7A4996F-C9B0-4000-AA51-100BC850C0EA}"/>
              </a:ext>
            </a:extLst>
          </p:cNvPr>
          <p:cNvSpPr>
            <a:spLocks/>
          </p:cNvSpPr>
          <p:nvPr/>
        </p:nvSpPr>
        <p:spPr>
          <a:xfrm>
            <a:off x="4192119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48AE8747-A9B0-4D56-8B53-B012A474A86E}"/>
              </a:ext>
            </a:extLst>
          </p:cNvPr>
          <p:cNvSpPr>
            <a:spLocks/>
          </p:cNvSpPr>
          <p:nvPr/>
        </p:nvSpPr>
        <p:spPr>
          <a:xfrm>
            <a:off x="4461682" y="73061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00A5E0F6-E665-4FF9-9F18-4AA3908CEB13}"/>
              </a:ext>
            </a:extLst>
          </p:cNvPr>
          <p:cNvSpPr>
            <a:spLocks/>
          </p:cNvSpPr>
          <p:nvPr/>
        </p:nvSpPr>
        <p:spPr>
          <a:xfrm>
            <a:off x="5844184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18DA683B-BF99-4056-8706-DF0CF23B935F}"/>
              </a:ext>
            </a:extLst>
          </p:cNvPr>
          <p:cNvSpPr>
            <a:spLocks/>
          </p:cNvSpPr>
          <p:nvPr/>
        </p:nvSpPr>
        <p:spPr>
          <a:xfrm>
            <a:off x="6113748" y="73061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804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FA36-D70C-4273-C31C-6B3CC27C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CD974FAD-1230-E758-BA58-F55D72A50D53}"/>
              </a:ext>
            </a:extLst>
          </p:cNvPr>
          <p:cNvSpPr>
            <a:spLocks/>
          </p:cNvSpPr>
          <p:nvPr/>
        </p:nvSpPr>
        <p:spPr>
          <a:xfrm>
            <a:off x="373592" y="597693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DD7E641A-3B55-678F-2E93-C5511478157D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C6940CA8-65AA-7581-B562-0BAD7C9F9FD4}"/>
              </a:ext>
            </a:extLst>
          </p:cNvPr>
          <p:cNvSpPr>
            <a:spLocks/>
          </p:cNvSpPr>
          <p:nvPr/>
        </p:nvSpPr>
        <p:spPr>
          <a:xfrm>
            <a:off x="16875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0098DF6B-259D-8100-1041-5C1B9431EBA1}"/>
              </a:ext>
            </a:extLst>
          </p:cNvPr>
          <p:cNvSpPr>
            <a:spLocks/>
          </p:cNvSpPr>
          <p:nvPr/>
        </p:nvSpPr>
        <p:spPr>
          <a:xfrm>
            <a:off x="1321075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4D5B1471-2464-58CC-F66B-EC4DFCAC5B1B}"/>
              </a:ext>
            </a:extLst>
          </p:cNvPr>
          <p:cNvSpPr>
            <a:spLocks/>
          </p:cNvSpPr>
          <p:nvPr/>
        </p:nvSpPr>
        <p:spPr>
          <a:xfrm>
            <a:off x="26247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4B0DC226-CFEE-193A-1937-BDC6503971A5}"/>
              </a:ext>
            </a:extLst>
          </p:cNvPr>
          <p:cNvSpPr>
            <a:spLocks/>
          </p:cNvSpPr>
          <p:nvPr/>
        </p:nvSpPr>
        <p:spPr>
          <a:xfrm>
            <a:off x="2264632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2AD944F5-555A-4252-3D54-813A845A93F2}"/>
              </a:ext>
            </a:extLst>
          </p:cNvPr>
          <p:cNvSpPr>
            <a:spLocks/>
          </p:cNvSpPr>
          <p:nvPr/>
        </p:nvSpPr>
        <p:spPr>
          <a:xfrm>
            <a:off x="2385955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CEE0A02D-1E48-780A-B01C-BD9AE86AFA9F}"/>
              </a:ext>
            </a:extLst>
          </p:cNvPr>
          <p:cNvSpPr>
            <a:spLocks/>
          </p:cNvSpPr>
          <p:nvPr/>
        </p:nvSpPr>
        <p:spPr>
          <a:xfrm>
            <a:off x="2451805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BFB67CE1-2063-E4F3-EE6D-C0E1F72D84FE}"/>
              </a:ext>
            </a:extLst>
          </p:cNvPr>
          <p:cNvSpPr>
            <a:spLocks/>
          </p:cNvSpPr>
          <p:nvPr/>
        </p:nvSpPr>
        <p:spPr>
          <a:xfrm>
            <a:off x="2521015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A1C9DE0D-B0F6-3F4C-FC67-AF3E98BEFF7A}"/>
              </a:ext>
            </a:extLst>
          </p:cNvPr>
          <p:cNvSpPr>
            <a:spLocks/>
          </p:cNvSpPr>
          <p:nvPr/>
        </p:nvSpPr>
        <p:spPr>
          <a:xfrm>
            <a:off x="2594768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5F65EF5D-4693-6B78-F2CD-2DA21ED5E1F9}"/>
              </a:ext>
            </a:extLst>
          </p:cNvPr>
          <p:cNvSpPr>
            <a:spLocks/>
          </p:cNvSpPr>
          <p:nvPr/>
        </p:nvSpPr>
        <p:spPr>
          <a:xfrm>
            <a:off x="2676551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6BF6420E-43C2-C065-C6BD-F32970F7C795}"/>
              </a:ext>
            </a:extLst>
          </p:cNvPr>
          <p:cNvSpPr>
            <a:spLocks/>
          </p:cNvSpPr>
          <p:nvPr/>
        </p:nvSpPr>
        <p:spPr>
          <a:xfrm>
            <a:off x="2745559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A2029871-CE1B-A559-DBBB-B8EF10A43FBC}"/>
              </a:ext>
            </a:extLst>
          </p:cNvPr>
          <p:cNvSpPr>
            <a:spLocks/>
          </p:cNvSpPr>
          <p:nvPr/>
        </p:nvSpPr>
        <p:spPr>
          <a:xfrm>
            <a:off x="2790782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2342AAB4-AB82-AB65-7979-5D79B7F3C1FB}"/>
              </a:ext>
            </a:extLst>
          </p:cNvPr>
          <p:cNvSpPr>
            <a:spLocks/>
          </p:cNvSpPr>
          <p:nvPr/>
        </p:nvSpPr>
        <p:spPr>
          <a:xfrm>
            <a:off x="2813306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62425CB3-16AC-659D-BCCF-B4D8512B9970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BED7E6DD-2989-DB64-8527-DBBE8F610BFD}"/>
              </a:ext>
            </a:extLst>
          </p:cNvPr>
          <p:cNvSpPr>
            <a:spLocks/>
          </p:cNvSpPr>
          <p:nvPr/>
        </p:nvSpPr>
        <p:spPr>
          <a:xfrm>
            <a:off x="1174608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54767171-C7A3-2DDC-AE77-79DC298D907A}"/>
              </a:ext>
            </a:extLst>
          </p:cNvPr>
          <p:cNvSpPr>
            <a:spLocks/>
          </p:cNvSpPr>
          <p:nvPr/>
        </p:nvSpPr>
        <p:spPr>
          <a:xfrm>
            <a:off x="95088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48767F53-FA37-0683-AA43-2978782980A6}"/>
              </a:ext>
            </a:extLst>
          </p:cNvPr>
          <p:cNvSpPr>
            <a:spLocks/>
          </p:cNvSpPr>
          <p:nvPr/>
        </p:nvSpPr>
        <p:spPr>
          <a:xfrm>
            <a:off x="1218944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8F6188DB-1902-CDDC-0D4E-0FD5FF22C6C1}"/>
              </a:ext>
            </a:extLst>
          </p:cNvPr>
          <p:cNvSpPr>
            <a:spLocks/>
          </p:cNvSpPr>
          <p:nvPr/>
        </p:nvSpPr>
        <p:spPr>
          <a:xfrm>
            <a:off x="1174608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082BCD6B-EB82-A603-DA20-0AE21620D961}"/>
              </a:ext>
            </a:extLst>
          </p:cNvPr>
          <p:cNvSpPr>
            <a:spLocks/>
          </p:cNvSpPr>
          <p:nvPr/>
        </p:nvSpPr>
        <p:spPr>
          <a:xfrm>
            <a:off x="950884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53758BB4-A0BC-9FFE-6FF7-3265AF490B23}"/>
              </a:ext>
            </a:extLst>
          </p:cNvPr>
          <p:cNvSpPr>
            <a:spLocks/>
          </p:cNvSpPr>
          <p:nvPr/>
        </p:nvSpPr>
        <p:spPr>
          <a:xfrm>
            <a:off x="1218944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B296E9CD-0A6B-CF40-F673-8AED45D322B5}"/>
              </a:ext>
            </a:extLst>
          </p:cNvPr>
          <p:cNvSpPr>
            <a:spLocks/>
          </p:cNvSpPr>
          <p:nvPr/>
        </p:nvSpPr>
        <p:spPr>
          <a:xfrm>
            <a:off x="1174608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4985C7AF-FE78-21B7-3ADC-0395791F3F7D}"/>
              </a:ext>
            </a:extLst>
          </p:cNvPr>
          <p:cNvSpPr>
            <a:spLocks/>
          </p:cNvSpPr>
          <p:nvPr/>
        </p:nvSpPr>
        <p:spPr>
          <a:xfrm>
            <a:off x="950884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99C466FD-C0C3-5805-A1B8-F5DD6BC831D2}"/>
              </a:ext>
            </a:extLst>
          </p:cNvPr>
          <p:cNvSpPr>
            <a:spLocks/>
          </p:cNvSpPr>
          <p:nvPr/>
        </p:nvSpPr>
        <p:spPr>
          <a:xfrm rot="-5400000">
            <a:off x="681676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DF22A49B-B024-2F39-80B1-D50D13678F08}"/>
              </a:ext>
            </a:extLst>
          </p:cNvPr>
          <p:cNvSpPr>
            <a:spLocks/>
          </p:cNvSpPr>
          <p:nvPr/>
        </p:nvSpPr>
        <p:spPr>
          <a:xfrm>
            <a:off x="1366551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FF1D7CB7-C43A-5691-C890-8E7BB1938A53}"/>
              </a:ext>
            </a:extLst>
          </p:cNvPr>
          <p:cNvSpPr>
            <a:spLocks/>
          </p:cNvSpPr>
          <p:nvPr/>
        </p:nvSpPr>
        <p:spPr>
          <a:xfrm>
            <a:off x="1591478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928E7A86-52DA-6980-FF1E-9690392D4E7A}"/>
              </a:ext>
            </a:extLst>
          </p:cNvPr>
          <p:cNvSpPr>
            <a:spLocks/>
          </p:cNvSpPr>
          <p:nvPr/>
        </p:nvSpPr>
        <p:spPr>
          <a:xfrm>
            <a:off x="1816404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7E4CAEBA-F7D3-EAEA-A5AC-E0A215B9DE3D}"/>
              </a:ext>
            </a:extLst>
          </p:cNvPr>
          <p:cNvSpPr>
            <a:spLocks/>
          </p:cNvSpPr>
          <p:nvPr/>
        </p:nvSpPr>
        <p:spPr>
          <a:xfrm>
            <a:off x="2303743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57278FA0-3207-F25A-33FD-5D9D9FFCB5C9}"/>
              </a:ext>
            </a:extLst>
          </p:cNvPr>
          <p:cNvSpPr>
            <a:spLocks/>
          </p:cNvSpPr>
          <p:nvPr/>
        </p:nvSpPr>
        <p:spPr>
          <a:xfrm>
            <a:off x="2528670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3136AEA7-8F5C-95C2-80BE-64D97512DCE3}"/>
              </a:ext>
            </a:extLst>
          </p:cNvPr>
          <p:cNvSpPr>
            <a:spLocks/>
          </p:cNvSpPr>
          <p:nvPr/>
        </p:nvSpPr>
        <p:spPr>
          <a:xfrm>
            <a:off x="2753596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A3645748-0CD1-ED40-4B58-C49223BE90B9}"/>
              </a:ext>
            </a:extLst>
          </p:cNvPr>
          <p:cNvSpPr>
            <a:spLocks/>
          </p:cNvSpPr>
          <p:nvPr/>
        </p:nvSpPr>
        <p:spPr>
          <a:xfrm>
            <a:off x="14075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5F7630AD-1FE0-CE98-FD90-CD245AA70B64}"/>
              </a:ext>
            </a:extLst>
          </p:cNvPr>
          <p:cNvSpPr>
            <a:spLocks/>
          </p:cNvSpPr>
          <p:nvPr/>
        </p:nvSpPr>
        <p:spPr>
          <a:xfrm>
            <a:off x="14694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7EF29388-F247-87FF-7A61-B55E1E8177E4}"/>
              </a:ext>
            </a:extLst>
          </p:cNvPr>
          <p:cNvSpPr>
            <a:spLocks/>
          </p:cNvSpPr>
          <p:nvPr/>
        </p:nvSpPr>
        <p:spPr>
          <a:xfrm>
            <a:off x="1383569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BA6F2D64-5317-2E74-2124-EC0973D2298B}"/>
              </a:ext>
            </a:extLst>
          </p:cNvPr>
          <p:cNvSpPr>
            <a:spLocks/>
          </p:cNvSpPr>
          <p:nvPr/>
        </p:nvSpPr>
        <p:spPr>
          <a:xfrm>
            <a:off x="143568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F93D9B61-AC40-8C11-ED86-382A8F2C86A9}"/>
              </a:ext>
            </a:extLst>
          </p:cNvPr>
          <p:cNvSpPr>
            <a:spLocks/>
          </p:cNvSpPr>
          <p:nvPr/>
        </p:nvSpPr>
        <p:spPr>
          <a:xfrm>
            <a:off x="1395282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EF0480D6-FC15-E081-964B-66745CC36A7F}"/>
              </a:ext>
            </a:extLst>
          </p:cNvPr>
          <p:cNvSpPr>
            <a:spLocks/>
          </p:cNvSpPr>
          <p:nvPr/>
        </p:nvSpPr>
        <p:spPr>
          <a:xfrm>
            <a:off x="1487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D6371216-F61C-9032-EB61-03B814D2F4E9}"/>
              </a:ext>
            </a:extLst>
          </p:cNvPr>
          <p:cNvSpPr>
            <a:spLocks/>
          </p:cNvSpPr>
          <p:nvPr/>
        </p:nvSpPr>
        <p:spPr>
          <a:xfrm>
            <a:off x="14539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6214C87C-798A-F64C-95D0-CC4B81021C7A}"/>
              </a:ext>
            </a:extLst>
          </p:cNvPr>
          <p:cNvSpPr>
            <a:spLocks/>
          </p:cNvSpPr>
          <p:nvPr/>
        </p:nvSpPr>
        <p:spPr>
          <a:xfrm>
            <a:off x="1438269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886BA1EA-2A60-7DC5-DBB0-59C131A10FAE}"/>
              </a:ext>
            </a:extLst>
          </p:cNvPr>
          <p:cNvSpPr>
            <a:spLocks/>
          </p:cNvSpPr>
          <p:nvPr/>
        </p:nvSpPr>
        <p:spPr>
          <a:xfrm>
            <a:off x="1391188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F7177798-AC03-1444-BFD3-9BC5E582D0EE}"/>
              </a:ext>
            </a:extLst>
          </p:cNvPr>
          <p:cNvSpPr>
            <a:spLocks/>
          </p:cNvSpPr>
          <p:nvPr/>
        </p:nvSpPr>
        <p:spPr>
          <a:xfrm>
            <a:off x="1420668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83C8D894-D293-99A0-8740-2B9E2F526122}"/>
              </a:ext>
            </a:extLst>
          </p:cNvPr>
          <p:cNvSpPr>
            <a:spLocks/>
          </p:cNvSpPr>
          <p:nvPr/>
        </p:nvSpPr>
        <p:spPr>
          <a:xfrm>
            <a:off x="1423669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ADB6983A-03FD-58D5-6A65-520921671E5E}"/>
              </a:ext>
            </a:extLst>
          </p:cNvPr>
          <p:cNvSpPr>
            <a:spLocks/>
          </p:cNvSpPr>
          <p:nvPr/>
        </p:nvSpPr>
        <p:spPr>
          <a:xfrm>
            <a:off x="1443086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11E570DF-5A16-6257-5DAD-FFCB790BB24E}"/>
              </a:ext>
            </a:extLst>
          </p:cNvPr>
          <p:cNvSpPr>
            <a:spLocks/>
          </p:cNvSpPr>
          <p:nvPr/>
        </p:nvSpPr>
        <p:spPr>
          <a:xfrm>
            <a:off x="1481462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B74C7144-915C-D5A3-BD62-A2077A102643}"/>
              </a:ext>
            </a:extLst>
          </p:cNvPr>
          <p:cNvSpPr>
            <a:spLocks/>
          </p:cNvSpPr>
          <p:nvPr/>
        </p:nvSpPr>
        <p:spPr>
          <a:xfrm>
            <a:off x="1448770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C65005D5-0EE2-3DD3-F9EC-8A9086BF66E1}"/>
              </a:ext>
            </a:extLst>
          </p:cNvPr>
          <p:cNvSpPr>
            <a:spLocks/>
          </p:cNvSpPr>
          <p:nvPr/>
        </p:nvSpPr>
        <p:spPr>
          <a:xfrm>
            <a:off x="1499102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ED9B5581-162A-0734-728A-C6E2F8A18EEC}"/>
              </a:ext>
            </a:extLst>
          </p:cNvPr>
          <p:cNvSpPr>
            <a:spLocks/>
          </p:cNvSpPr>
          <p:nvPr/>
        </p:nvSpPr>
        <p:spPr>
          <a:xfrm>
            <a:off x="1396486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58476DB9-16AA-7491-3EC5-D9A562EA56CA}"/>
              </a:ext>
            </a:extLst>
          </p:cNvPr>
          <p:cNvSpPr>
            <a:spLocks/>
          </p:cNvSpPr>
          <p:nvPr/>
        </p:nvSpPr>
        <p:spPr>
          <a:xfrm>
            <a:off x="1386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1C12B0DA-8F03-F43B-011D-705C15F007C6}"/>
              </a:ext>
            </a:extLst>
          </p:cNvPr>
          <p:cNvSpPr>
            <a:spLocks/>
          </p:cNvSpPr>
          <p:nvPr/>
        </p:nvSpPr>
        <p:spPr>
          <a:xfrm>
            <a:off x="1471338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2B7D9553-9372-5C85-6F6F-8EB40CE8472E}"/>
              </a:ext>
            </a:extLst>
          </p:cNvPr>
          <p:cNvSpPr>
            <a:spLocks/>
          </p:cNvSpPr>
          <p:nvPr/>
        </p:nvSpPr>
        <p:spPr>
          <a:xfrm>
            <a:off x="1490851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5A607C1D-B094-956B-3DD7-899368A2A99F}"/>
              </a:ext>
            </a:extLst>
          </p:cNvPr>
          <p:cNvSpPr>
            <a:spLocks/>
          </p:cNvSpPr>
          <p:nvPr/>
        </p:nvSpPr>
        <p:spPr>
          <a:xfrm>
            <a:off x="1504798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666D0710-5406-84B6-66E3-45932D20571D}"/>
              </a:ext>
            </a:extLst>
          </p:cNvPr>
          <p:cNvSpPr>
            <a:spLocks/>
          </p:cNvSpPr>
          <p:nvPr/>
        </p:nvSpPr>
        <p:spPr>
          <a:xfrm>
            <a:off x="1495625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A28446FC-C30A-B277-9490-88BC81F08E41}"/>
              </a:ext>
            </a:extLst>
          </p:cNvPr>
          <p:cNvSpPr>
            <a:spLocks/>
          </p:cNvSpPr>
          <p:nvPr/>
        </p:nvSpPr>
        <p:spPr>
          <a:xfrm>
            <a:off x="14457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DDABAD8-6DC0-03A0-A625-6594EE89310F}"/>
              </a:ext>
            </a:extLst>
          </p:cNvPr>
          <p:cNvSpPr>
            <a:spLocks/>
          </p:cNvSpPr>
          <p:nvPr/>
        </p:nvSpPr>
        <p:spPr>
          <a:xfrm>
            <a:off x="1483320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C587CC5B-52A3-6DC5-0B30-1EDFA40FAE01}"/>
              </a:ext>
            </a:extLst>
          </p:cNvPr>
          <p:cNvSpPr>
            <a:spLocks/>
          </p:cNvSpPr>
          <p:nvPr/>
        </p:nvSpPr>
        <p:spPr>
          <a:xfrm>
            <a:off x="1376627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6543E390-CFA0-5F60-347F-0965EF61A461}"/>
              </a:ext>
            </a:extLst>
          </p:cNvPr>
          <p:cNvSpPr>
            <a:spLocks/>
          </p:cNvSpPr>
          <p:nvPr/>
        </p:nvSpPr>
        <p:spPr>
          <a:xfrm>
            <a:off x="13749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01AEF355-53DB-9FE5-D421-0DBCA7D93355}"/>
              </a:ext>
            </a:extLst>
          </p:cNvPr>
          <p:cNvSpPr>
            <a:spLocks/>
          </p:cNvSpPr>
          <p:nvPr/>
        </p:nvSpPr>
        <p:spPr>
          <a:xfrm>
            <a:off x="14774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968079BB-F22A-6ABA-3F74-B1805C75F8C8}"/>
              </a:ext>
            </a:extLst>
          </p:cNvPr>
          <p:cNvSpPr>
            <a:spLocks/>
          </p:cNvSpPr>
          <p:nvPr/>
        </p:nvSpPr>
        <p:spPr>
          <a:xfrm>
            <a:off x="1491231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01BE822E-7DF7-E1F1-8C44-4BF0560AD3C3}"/>
              </a:ext>
            </a:extLst>
          </p:cNvPr>
          <p:cNvSpPr>
            <a:spLocks/>
          </p:cNvSpPr>
          <p:nvPr/>
        </p:nvSpPr>
        <p:spPr>
          <a:xfrm>
            <a:off x="1477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C2736955-134A-3E18-1310-A47796ABF0B6}"/>
              </a:ext>
            </a:extLst>
          </p:cNvPr>
          <p:cNvSpPr>
            <a:spLocks/>
          </p:cNvSpPr>
          <p:nvPr/>
        </p:nvSpPr>
        <p:spPr>
          <a:xfrm>
            <a:off x="1458003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265E177B-BA59-CD33-E550-82D7A8735953}"/>
              </a:ext>
            </a:extLst>
          </p:cNvPr>
          <p:cNvSpPr>
            <a:spLocks/>
          </p:cNvSpPr>
          <p:nvPr/>
        </p:nvSpPr>
        <p:spPr>
          <a:xfrm>
            <a:off x="1405519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8F270898-E5FE-DD0E-9212-3B1B3E657685}"/>
              </a:ext>
            </a:extLst>
          </p:cNvPr>
          <p:cNvSpPr>
            <a:spLocks/>
          </p:cNvSpPr>
          <p:nvPr/>
        </p:nvSpPr>
        <p:spPr>
          <a:xfrm>
            <a:off x="1489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B25EEEFA-7963-F06E-AC4F-B4F924929DD8}"/>
              </a:ext>
            </a:extLst>
          </p:cNvPr>
          <p:cNvSpPr>
            <a:spLocks/>
          </p:cNvSpPr>
          <p:nvPr/>
        </p:nvSpPr>
        <p:spPr>
          <a:xfrm>
            <a:off x="1458243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452CEFBF-F6D2-24A4-3128-01611A7AE483}"/>
              </a:ext>
            </a:extLst>
          </p:cNvPr>
          <p:cNvSpPr>
            <a:spLocks/>
          </p:cNvSpPr>
          <p:nvPr/>
        </p:nvSpPr>
        <p:spPr>
          <a:xfrm>
            <a:off x="14027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8EDE5B9F-E017-FBAD-3E34-4281EA7C80CE}"/>
              </a:ext>
            </a:extLst>
          </p:cNvPr>
          <p:cNvSpPr>
            <a:spLocks/>
          </p:cNvSpPr>
          <p:nvPr/>
        </p:nvSpPr>
        <p:spPr>
          <a:xfrm>
            <a:off x="1473289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54CF364B-7C82-A5DB-823F-CCB1BFE5D8AA}"/>
              </a:ext>
            </a:extLst>
          </p:cNvPr>
          <p:cNvSpPr>
            <a:spLocks/>
          </p:cNvSpPr>
          <p:nvPr/>
        </p:nvSpPr>
        <p:spPr>
          <a:xfrm>
            <a:off x="14170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F28AB2C9-D979-1D0C-BE02-8FE676308AD7}"/>
              </a:ext>
            </a:extLst>
          </p:cNvPr>
          <p:cNvSpPr>
            <a:spLocks/>
          </p:cNvSpPr>
          <p:nvPr/>
        </p:nvSpPr>
        <p:spPr>
          <a:xfrm>
            <a:off x="1386064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8BCBEC2D-58C2-41C2-520F-9A08FBAAB367}"/>
              </a:ext>
            </a:extLst>
          </p:cNvPr>
          <p:cNvSpPr>
            <a:spLocks/>
          </p:cNvSpPr>
          <p:nvPr/>
        </p:nvSpPr>
        <p:spPr>
          <a:xfrm>
            <a:off x="14818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60F20F64-3DFA-711F-45E9-9A92AA5FC4F9}"/>
              </a:ext>
            </a:extLst>
          </p:cNvPr>
          <p:cNvSpPr>
            <a:spLocks/>
          </p:cNvSpPr>
          <p:nvPr/>
        </p:nvSpPr>
        <p:spPr>
          <a:xfrm>
            <a:off x="1441182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D3F3B1ED-3399-5BE6-6168-657EC664832F}"/>
              </a:ext>
            </a:extLst>
          </p:cNvPr>
          <p:cNvSpPr>
            <a:spLocks/>
          </p:cNvSpPr>
          <p:nvPr/>
        </p:nvSpPr>
        <p:spPr>
          <a:xfrm>
            <a:off x="141597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BAFC4D2A-41F3-B3CB-8037-95DAFA626B9D}"/>
              </a:ext>
            </a:extLst>
          </p:cNvPr>
          <p:cNvSpPr>
            <a:spLocks/>
          </p:cNvSpPr>
          <p:nvPr/>
        </p:nvSpPr>
        <p:spPr>
          <a:xfrm>
            <a:off x="1382434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D08737C5-2013-A0D8-2B54-98D5442B61FA}"/>
              </a:ext>
            </a:extLst>
          </p:cNvPr>
          <p:cNvSpPr>
            <a:spLocks/>
          </p:cNvSpPr>
          <p:nvPr/>
        </p:nvSpPr>
        <p:spPr>
          <a:xfrm>
            <a:off x="150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4F63B4B5-EF07-35E8-A5E0-297C415AF0CF}"/>
              </a:ext>
            </a:extLst>
          </p:cNvPr>
          <p:cNvSpPr>
            <a:spLocks/>
          </p:cNvSpPr>
          <p:nvPr/>
        </p:nvSpPr>
        <p:spPr>
          <a:xfrm>
            <a:off x="1418033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007A749E-6166-F53E-4D35-DE7DCB398B2B}"/>
              </a:ext>
            </a:extLst>
          </p:cNvPr>
          <p:cNvSpPr>
            <a:spLocks/>
          </p:cNvSpPr>
          <p:nvPr/>
        </p:nvSpPr>
        <p:spPr>
          <a:xfrm>
            <a:off x="14823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2B252E16-30F7-ABB8-73A1-DF9DC179C9C3}"/>
              </a:ext>
            </a:extLst>
          </p:cNvPr>
          <p:cNvSpPr>
            <a:spLocks/>
          </p:cNvSpPr>
          <p:nvPr/>
        </p:nvSpPr>
        <p:spPr>
          <a:xfrm>
            <a:off x="1444448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A4CD0C0C-273B-4500-B1E2-D6F264997DA3}"/>
              </a:ext>
            </a:extLst>
          </p:cNvPr>
          <p:cNvSpPr>
            <a:spLocks/>
          </p:cNvSpPr>
          <p:nvPr/>
        </p:nvSpPr>
        <p:spPr>
          <a:xfrm>
            <a:off x="137632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64593E2D-013D-FF25-E785-C5F2956DF94D}"/>
              </a:ext>
            </a:extLst>
          </p:cNvPr>
          <p:cNvSpPr>
            <a:spLocks/>
          </p:cNvSpPr>
          <p:nvPr/>
        </p:nvSpPr>
        <p:spPr>
          <a:xfrm>
            <a:off x="14067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F5835089-3E4D-0EB0-9CA9-410A9EAD8F67}"/>
              </a:ext>
            </a:extLst>
          </p:cNvPr>
          <p:cNvSpPr>
            <a:spLocks/>
          </p:cNvSpPr>
          <p:nvPr/>
        </p:nvSpPr>
        <p:spPr>
          <a:xfrm>
            <a:off x="1383622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049A36E6-FAFA-4BEE-EF2B-9B8612C0DD4B}"/>
              </a:ext>
            </a:extLst>
          </p:cNvPr>
          <p:cNvSpPr>
            <a:spLocks/>
          </p:cNvSpPr>
          <p:nvPr/>
        </p:nvSpPr>
        <p:spPr>
          <a:xfrm>
            <a:off x="1431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A3FC75C9-EE03-51A7-3B12-9DDD0817334C}"/>
              </a:ext>
            </a:extLst>
          </p:cNvPr>
          <p:cNvSpPr>
            <a:spLocks/>
          </p:cNvSpPr>
          <p:nvPr/>
        </p:nvSpPr>
        <p:spPr>
          <a:xfrm>
            <a:off x="1473494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339AA7DC-0422-4D42-1749-663B2FF147EE}"/>
              </a:ext>
            </a:extLst>
          </p:cNvPr>
          <p:cNvSpPr>
            <a:spLocks/>
          </p:cNvSpPr>
          <p:nvPr/>
        </p:nvSpPr>
        <p:spPr>
          <a:xfrm>
            <a:off x="1511905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FB975CC8-0715-D03E-001B-BBA18E9A608E}"/>
              </a:ext>
            </a:extLst>
          </p:cNvPr>
          <p:cNvSpPr>
            <a:spLocks/>
          </p:cNvSpPr>
          <p:nvPr/>
        </p:nvSpPr>
        <p:spPr>
          <a:xfrm>
            <a:off x="1439249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FA0CF7CE-060E-39F3-086B-7533E413BCBA}"/>
              </a:ext>
            </a:extLst>
          </p:cNvPr>
          <p:cNvSpPr>
            <a:spLocks/>
          </p:cNvSpPr>
          <p:nvPr/>
        </p:nvSpPr>
        <p:spPr>
          <a:xfrm>
            <a:off x="14098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270F4E21-9D79-BE9C-AD7F-CEC95FF82751}"/>
              </a:ext>
            </a:extLst>
          </p:cNvPr>
          <p:cNvSpPr>
            <a:spLocks/>
          </p:cNvSpPr>
          <p:nvPr/>
        </p:nvSpPr>
        <p:spPr>
          <a:xfrm>
            <a:off x="1422534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D995EAF4-4E3E-081C-5FFF-46484C98B510}"/>
              </a:ext>
            </a:extLst>
          </p:cNvPr>
          <p:cNvSpPr>
            <a:spLocks/>
          </p:cNvSpPr>
          <p:nvPr/>
        </p:nvSpPr>
        <p:spPr>
          <a:xfrm>
            <a:off x="1396908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0655CEF0-B235-0884-7E00-193A48EE6CF4}"/>
              </a:ext>
            </a:extLst>
          </p:cNvPr>
          <p:cNvSpPr>
            <a:spLocks/>
          </p:cNvSpPr>
          <p:nvPr/>
        </p:nvSpPr>
        <p:spPr>
          <a:xfrm>
            <a:off x="1394186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682E504D-FB14-057C-5941-3785180D733B}"/>
              </a:ext>
            </a:extLst>
          </p:cNvPr>
          <p:cNvSpPr>
            <a:spLocks/>
          </p:cNvSpPr>
          <p:nvPr/>
        </p:nvSpPr>
        <p:spPr>
          <a:xfrm>
            <a:off x="1477379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F975ACFF-2D3A-629D-7DAD-0A4830F73CB1}"/>
              </a:ext>
            </a:extLst>
          </p:cNvPr>
          <p:cNvSpPr>
            <a:spLocks/>
          </p:cNvSpPr>
          <p:nvPr/>
        </p:nvSpPr>
        <p:spPr>
          <a:xfrm>
            <a:off x="1505573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6F253518-452E-2AE4-5A25-414EF3376D63}"/>
              </a:ext>
            </a:extLst>
          </p:cNvPr>
          <p:cNvSpPr>
            <a:spLocks/>
          </p:cNvSpPr>
          <p:nvPr/>
        </p:nvSpPr>
        <p:spPr>
          <a:xfrm>
            <a:off x="1458419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73CC84FF-DA71-6AD7-5CBA-1741D038E1C5}"/>
              </a:ext>
            </a:extLst>
          </p:cNvPr>
          <p:cNvSpPr>
            <a:spLocks/>
          </p:cNvSpPr>
          <p:nvPr/>
        </p:nvSpPr>
        <p:spPr>
          <a:xfrm>
            <a:off x="1405629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78886FD1-4C49-969A-1C48-FF2777F1A856}"/>
              </a:ext>
            </a:extLst>
          </p:cNvPr>
          <p:cNvSpPr>
            <a:spLocks/>
          </p:cNvSpPr>
          <p:nvPr/>
        </p:nvSpPr>
        <p:spPr>
          <a:xfrm>
            <a:off x="1428384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780FA8A8-981A-2428-EC52-C1B99004BB1D}"/>
              </a:ext>
            </a:extLst>
          </p:cNvPr>
          <p:cNvSpPr>
            <a:spLocks/>
          </p:cNvSpPr>
          <p:nvPr/>
        </p:nvSpPr>
        <p:spPr>
          <a:xfrm>
            <a:off x="1453128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250BB82F-BDE3-AC55-4599-446D5CDD79DA}"/>
              </a:ext>
            </a:extLst>
          </p:cNvPr>
          <p:cNvSpPr>
            <a:spLocks/>
          </p:cNvSpPr>
          <p:nvPr/>
        </p:nvSpPr>
        <p:spPr>
          <a:xfrm>
            <a:off x="15109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67B8E458-B616-E6C6-A167-C2400E2A498E}"/>
              </a:ext>
            </a:extLst>
          </p:cNvPr>
          <p:cNvSpPr>
            <a:spLocks/>
          </p:cNvSpPr>
          <p:nvPr/>
        </p:nvSpPr>
        <p:spPr>
          <a:xfrm>
            <a:off x="13873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4B115C84-A42E-C0D4-6A86-B75D8E29FE0A}"/>
              </a:ext>
            </a:extLst>
          </p:cNvPr>
          <p:cNvSpPr>
            <a:spLocks/>
          </p:cNvSpPr>
          <p:nvPr/>
        </p:nvSpPr>
        <p:spPr>
          <a:xfrm>
            <a:off x="14141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3713D26A-1180-A8D4-38D6-E50B0248C0F8}"/>
              </a:ext>
            </a:extLst>
          </p:cNvPr>
          <p:cNvSpPr>
            <a:spLocks/>
          </p:cNvSpPr>
          <p:nvPr/>
        </p:nvSpPr>
        <p:spPr>
          <a:xfrm>
            <a:off x="1407093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4A50F98C-2E5E-BE6E-4F69-6C4969F35A39}"/>
              </a:ext>
            </a:extLst>
          </p:cNvPr>
          <p:cNvSpPr>
            <a:spLocks/>
          </p:cNvSpPr>
          <p:nvPr/>
        </p:nvSpPr>
        <p:spPr>
          <a:xfrm>
            <a:off x="1487675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1BD441C-591F-262F-E7A4-35928975401A}"/>
              </a:ext>
            </a:extLst>
          </p:cNvPr>
          <p:cNvSpPr>
            <a:spLocks/>
          </p:cNvSpPr>
          <p:nvPr/>
        </p:nvSpPr>
        <p:spPr>
          <a:xfrm>
            <a:off x="14055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3282D817-8193-780B-67A0-D7863CB3C59D}"/>
              </a:ext>
            </a:extLst>
          </p:cNvPr>
          <p:cNvSpPr>
            <a:spLocks/>
          </p:cNvSpPr>
          <p:nvPr/>
        </p:nvSpPr>
        <p:spPr>
          <a:xfrm>
            <a:off x="13812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2A5F1FCA-8284-A02C-FBA1-F04F7250A881}"/>
              </a:ext>
            </a:extLst>
          </p:cNvPr>
          <p:cNvSpPr>
            <a:spLocks/>
          </p:cNvSpPr>
          <p:nvPr/>
        </p:nvSpPr>
        <p:spPr>
          <a:xfrm>
            <a:off x="1444609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E3C1BFD4-134C-6553-642F-3DBB04534C50}"/>
              </a:ext>
            </a:extLst>
          </p:cNvPr>
          <p:cNvSpPr>
            <a:spLocks/>
          </p:cNvSpPr>
          <p:nvPr/>
        </p:nvSpPr>
        <p:spPr>
          <a:xfrm>
            <a:off x="14726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7D2FF826-1AF7-4CA1-4EDE-3E5BA43F3CF7}"/>
              </a:ext>
            </a:extLst>
          </p:cNvPr>
          <p:cNvSpPr>
            <a:spLocks/>
          </p:cNvSpPr>
          <p:nvPr/>
        </p:nvSpPr>
        <p:spPr>
          <a:xfrm>
            <a:off x="1512948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A52A369C-3430-686C-783E-6251A591AB28}"/>
              </a:ext>
            </a:extLst>
          </p:cNvPr>
          <p:cNvSpPr>
            <a:spLocks/>
          </p:cNvSpPr>
          <p:nvPr/>
        </p:nvSpPr>
        <p:spPr>
          <a:xfrm>
            <a:off x="1513633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5C58CD8B-A1E5-24C6-FC05-B9D6901A5A9B}"/>
              </a:ext>
            </a:extLst>
          </p:cNvPr>
          <p:cNvSpPr>
            <a:spLocks/>
          </p:cNvSpPr>
          <p:nvPr/>
        </p:nvSpPr>
        <p:spPr>
          <a:xfrm>
            <a:off x="1513890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48B3FEC9-7B8C-98CB-D8C3-FBD95A7C0F29}"/>
              </a:ext>
            </a:extLst>
          </p:cNvPr>
          <p:cNvSpPr>
            <a:spLocks/>
          </p:cNvSpPr>
          <p:nvPr/>
        </p:nvSpPr>
        <p:spPr>
          <a:xfrm>
            <a:off x="1508501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25AA431F-3E26-30E8-3E17-87F88D777C0B}"/>
              </a:ext>
            </a:extLst>
          </p:cNvPr>
          <p:cNvSpPr>
            <a:spLocks/>
          </p:cNvSpPr>
          <p:nvPr/>
        </p:nvSpPr>
        <p:spPr>
          <a:xfrm>
            <a:off x="1427643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7F02CD38-E96D-687D-ECB5-5316AFFF4488}"/>
              </a:ext>
            </a:extLst>
          </p:cNvPr>
          <p:cNvSpPr>
            <a:spLocks/>
          </p:cNvSpPr>
          <p:nvPr/>
        </p:nvSpPr>
        <p:spPr>
          <a:xfrm>
            <a:off x="1504128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210759C5-5F1D-ADCF-3597-3B05B64C10F6}"/>
              </a:ext>
            </a:extLst>
          </p:cNvPr>
          <p:cNvSpPr>
            <a:spLocks/>
          </p:cNvSpPr>
          <p:nvPr/>
        </p:nvSpPr>
        <p:spPr>
          <a:xfrm>
            <a:off x="14219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05D3CD8F-CE19-CB95-EABA-1EEBB64BB9E4}"/>
              </a:ext>
            </a:extLst>
          </p:cNvPr>
          <p:cNvSpPr>
            <a:spLocks/>
          </p:cNvSpPr>
          <p:nvPr/>
        </p:nvSpPr>
        <p:spPr>
          <a:xfrm>
            <a:off x="1469458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B4FF57FB-2AED-E1B9-5A6A-8DBC2626F109}"/>
              </a:ext>
            </a:extLst>
          </p:cNvPr>
          <p:cNvSpPr>
            <a:spLocks/>
          </p:cNvSpPr>
          <p:nvPr/>
        </p:nvSpPr>
        <p:spPr>
          <a:xfrm>
            <a:off x="1385771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187617B7-2119-3900-629A-BFB01F408EC9}"/>
              </a:ext>
            </a:extLst>
          </p:cNvPr>
          <p:cNvSpPr>
            <a:spLocks/>
          </p:cNvSpPr>
          <p:nvPr/>
        </p:nvSpPr>
        <p:spPr>
          <a:xfrm>
            <a:off x="1448179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87DF8E31-4F12-31FB-8701-8EE7582CF17A}"/>
              </a:ext>
            </a:extLst>
          </p:cNvPr>
          <p:cNvSpPr>
            <a:spLocks/>
          </p:cNvSpPr>
          <p:nvPr/>
        </p:nvSpPr>
        <p:spPr>
          <a:xfrm>
            <a:off x="1513572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F0A6A52E-5BAF-A64D-6E0E-99D963262FFA}"/>
              </a:ext>
            </a:extLst>
          </p:cNvPr>
          <p:cNvSpPr>
            <a:spLocks/>
          </p:cNvSpPr>
          <p:nvPr/>
        </p:nvSpPr>
        <p:spPr>
          <a:xfrm>
            <a:off x="1404959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D277CAC5-DEA5-73D4-5625-CFC2445D090E}"/>
              </a:ext>
            </a:extLst>
          </p:cNvPr>
          <p:cNvSpPr>
            <a:spLocks/>
          </p:cNvSpPr>
          <p:nvPr/>
        </p:nvSpPr>
        <p:spPr>
          <a:xfrm>
            <a:off x="1382317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DB67F990-173D-08DE-B363-03038B2E1557}"/>
              </a:ext>
            </a:extLst>
          </p:cNvPr>
          <p:cNvSpPr>
            <a:spLocks/>
          </p:cNvSpPr>
          <p:nvPr/>
        </p:nvSpPr>
        <p:spPr>
          <a:xfrm>
            <a:off x="1459703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D9DD40A9-8B19-8D5B-B027-BAA4A93F18DF}"/>
              </a:ext>
            </a:extLst>
          </p:cNvPr>
          <p:cNvSpPr>
            <a:spLocks/>
          </p:cNvSpPr>
          <p:nvPr/>
        </p:nvSpPr>
        <p:spPr>
          <a:xfrm>
            <a:off x="1491768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B6146C73-1D01-7BC3-47CC-F2DBA4C3C50E}"/>
              </a:ext>
            </a:extLst>
          </p:cNvPr>
          <p:cNvSpPr>
            <a:spLocks/>
          </p:cNvSpPr>
          <p:nvPr/>
        </p:nvSpPr>
        <p:spPr>
          <a:xfrm>
            <a:off x="1424601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9BE22099-D6E3-6488-3FB2-FCD71E5D1951}"/>
              </a:ext>
            </a:extLst>
          </p:cNvPr>
          <p:cNvSpPr>
            <a:spLocks/>
          </p:cNvSpPr>
          <p:nvPr/>
        </p:nvSpPr>
        <p:spPr>
          <a:xfrm>
            <a:off x="13921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82A8D01-88F5-71E1-0FBA-CB2B6ED9C592}"/>
              </a:ext>
            </a:extLst>
          </p:cNvPr>
          <p:cNvSpPr>
            <a:spLocks/>
          </p:cNvSpPr>
          <p:nvPr/>
        </p:nvSpPr>
        <p:spPr>
          <a:xfrm>
            <a:off x="14603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FCDA68C8-716E-563F-3FEC-BFA8A56AF0D3}"/>
              </a:ext>
            </a:extLst>
          </p:cNvPr>
          <p:cNvSpPr>
            <a:spLocks/>
          </p:cNvSpPr>
          <p:nvPr/>
        </p:nvSpPr>
        <p:spPr>
          <a:xfrm>
            <a:off x="1491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5459FC26-D075-3876-3CD0-B61A0D1BDC9B}"/>
              </a:ext>
            </a:extLst>
          </p:cNvPr>
          <p:cNvSpPr>
            <a:spLocks/>
          </p:cNvSpPr>
          <p:nvPr/>
        </p:nvSpPr>
        <p:spPr>
          <a:xfrm>
            <a:off x="1512552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5F2EFCE2-C9AD-4514-DF29-6A9CAD1499F8}"/>
              </a:ext>
            </a:extLst>
          </p:cNvPr>
          <p:cNvSpPr>
            <a:spLocks/>
          </p:cNvSpPr>
          <p:nvPr/>
        </p:nvSpPr>
        <p:spPr>
          <a:xfrm>
            <a:off x="150314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E32A6A43-FC5E-5C49-206C-D0E57F87462B}"/>
              </a:ext>
            </a:extLst>
          </p:cNvPr>
          <p:cNvSpPr>
            <a:spLocks/>
          </p:cNvSpPr>
          <p:nvPr/>
        </p:nvSpPr>
        <p:spPr>
          <a:xfrm>
            <a:off x="1458149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2C7E8981-56DB-64B7-4A9D-C82B10B4EB96}"/>
              </a:ext>
            </a:extLst>
          </p:cNvPr>
          <p:cNvSpPr>
            <a:spLocks/>
          </p:cNvSpPr>
          <p:nvPr/>
        </p:nvSpPr>
        <p:spPr>
          <a:xfrm>
            <a:off x="1411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020E453F-C0A4-87F9-9A07-876754D030B0}"/>
              </a:ext>
            </a:extLst>
          </p:cNvPr>
          <p:cNvSpPr>
            <a:spLocks/>
          </p:cNvSpPr>
          <p:nvPr/>
        </p:nvSpPr>
        <p:spPr>
          <a:xfrm>
            <a:off x="1423392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BC313097-ACA3-5E0C-A55F-FBA8C6F53546}"/>
              </a:ext>
            </a:extLst>
          </p:cNvPr>
          <p:cNvSpPr>
            <a:spLocks/>
          </p:cNvSpPr>
          <p:nvPr/>
        </p:nvSpPr>
        <p:spPr>
          <a:xfrm>
            <a:off x="15091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B8D7C7BD-5695-8D00-8A23-350EC86D0BA2}"/>
              </a:ext>
            </a:extLst>
          </p:cNvPr>
          <p:cNvSpPr>
            <a:spLocks/>
          </p:cNvSpPr>
          <p:nvPr/>
        </p:nvSpPr>
        <p:spPr>
          <a:xfrm>
            <a:off x="1486614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00DA98D2-6A8C-08CB-4CF4-570FD18745F6}"/>
              </a:ext>
            </a:extLst>
          </p:cNvPr>
          <p:cNvSpPr>
            <a:spLocks/>
          </p:cNvSpPr>
          <p:nvPr/>
        </p:nvSpPr>
        <p:spPr>
          <a:xfrm>
            <a:off x="14258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E5073C89-1C5E-F7FD-90C7-71E7BA657666}"/>
              </a:ext>
            </a:extLst>
          </p:cNvPr>
          <p:cNvSpPr>
            <a:spLocks/>
          </p:cNvSpPr>
          <p:nvPr/>
        </p:nvSpPr>
        <p:spPr>
          <a:xfrm>
            <a:off x="1432143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0C16A4A5-C51F-B2D9-0932-70B11635FF52}"/>
              </a:ext>
            </a:extLst>
          </p:cNvPr>
          <p:cNvSpPr>
            <a:spLocks/>
          </p:cNvSpPr>
          <p:nvPr/>
        </p:nvSpPr>
        <p:spPr>
          <a:xfrm>
            <a:off x="1402456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58D7992F-A786-AAC3-6E7E-535B73DAC133}"/>
              </a:ext>
            </a:extLst>
          </p:cNvPr>
          <p:cNvSpPr>
            <a:spLocks/>
          </p:cNvSpPr>
          <p:nvPr/>
        </p:nvSpPr>
        <p:spPr>
          <a:xfrm>
            <a:off x="1410321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7A30A5BB-4A52-802B-87D0-13C93FB2F60E}"/>
              </a:ext>
            </a:extLst>
          </p:cNvPr>
          <p:cNvSpPr>
            <a:spLocks/>
          </p:cNvSpPr>
          <p:nvPr/>
        </p:nvSpPr>
        <p:spPr>
          <a:xfrm>
            <a:off x="1420956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A21D1A5D-4CD4-6615-E008-1C373C8A145E}"/>
              </a:ext>
            </a:extLst>
          </p:cNvPr>
          <p:cNvSpPr>
            <a:spLocks/>
          </p:cNvSpPr>
          <p:nvPr/>
        </p:nvSpPr>
        <p:spPr>
          <a:xfrm>
            <a:off x="1501791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6E41DA8E-43E3-67C8-5F7E-91C41CD0992A}"/>
              </a:ext>
            </a:extLst>
          </p:cNvPr>
          <p:cNvSpPr>
            <a:spLocks/>
          </p:cNvSpPr>
          <p:nvPr/>
        </p:nvSpPr>
        <p:spPr>
          <a:xfrm>
            <a:off x="14544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ECDB1530-AAD2-5461-A62D-C02FD8A75CFF}"/>
              </a:ext>
            </a:extLst>
          </p:cNvPr>
          <p:cNvSpPr>
            <a:spLocks/>
          </p:cNvSpPr>
          <p:nvPr/>
        </p:nvSpPr>
        <p:spPr>
          <a:xfrm>
            <a:off x="1473339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76423A53-A88F-4627-D4E8-C0FB5072DB1C}"/>
              </a:ext>
            </a:extLst>
          </p:cNvPr>
          <p:cNvSpPr>
            <a:spLocks/>
          </p:cNvSpPr>
          <p:nvPr/>
        </p:nvSpPr>
        <p:spPr>
          <a:xfrm>
            <a:off x="1428632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00656D4-A94B-277C-65A0-0BEFB95EA4F8}"/>
              </a:ext>
            </a:extLst>
          </p:cNvPr>
          <p:cNvSpPr>
            <a:spLocks/>
          </p:cNvSpPr>
          <p:nvPr/>
        </p:nvSpPr>
        <p:spPr>
          <a:xfrm>
            <a:off x="1413116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66A23692-805A-3EA5-4EBB-47D71F181AD1}"/>
              </a:ext>
            </a:extLst>
          </p:cNvPr>
          <p:cNvSpPr>
            <a:spLocks/>
          </p:cNvSpPr>
          <p:nvPr/>
        </p:nvSpPr>
        <p:spPr>
          <a:xfrm>
            <a:off x="1401269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734AE8C4-89AE-910A-BFE8-D7D33EC7325A}"/>
              </a:ext>
            </a:extLst>
          </p:cNvPr>
          <p:cNvSpPr>
            <a:spLocks/>
          </p:cNvSpPr>
          <p:nvPr/>
        </p:nvSpPr>
        <p:spPr>
          <a:xfrm>
            <a:off x="1417020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B02A7178-FBCE-E700-E665-EC94219DC5BD}"/>
              </a:ext>
            </a:extLst>
          </p:cNvPr>
          <p:cNvSpPr>
            <a:spLocks/>
          </p:cNvSpPr>
          <p:nvPr/>
        </p:nvSpPr>
        <p:spPr>
          <a:xfrm>
            <a:off x="15120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2D638C3F-2E55-46B2-7F5C-CEDF323BDE5F}"/>
              </a:ext>
            </a:extLst>
          </p:cNvPr>
          <p:cNvSpPr>
            <a:spLocks/>
          </p:cNvSpPr>
          <p:nvPr/>
        </p:nvSpPr>
        <p:spPr>
          <a:xfrm>
            <a:off x="1385673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ABCD92FD-72E6-6877-C35F-1C6A7B81ACE8}"/>
              </a:ext>
            </a:extLst>
          </p:cNvPr>
          <p:cNvSpPr>
            <a:spLocks/>
          </p:cNvSpPr>
          <p:nvPr/>
        </p:nvSpPr>
        <p:spPr>
          <a:xfrm>
            <a:off x="1407585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066C7A43-E543-FF56-93E1-E0E02FA2BFFE}"/>
              </a:ext>
            </a:extLst>
          </p:cNvPr>
          <p:cNvSpPr>
            <a:spLocks/>
          </p:cNvSpPr>
          <p:nvPr/>
        </p:nvSpPr>
        <p:spPr>
          <a:xfrm>
            <a:off x="13970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8BD7C827-B31F-1EE7-94DA-A5BB709CECF4}"/>
              </a:ext>
            </a:extLst>
          </p:cNvPr>
          <p:cNvSpPr>
            <a:spLocks/>
          </p:cNvSpPr>
          <p:nvPr/>
        </p:nvSpPr>
        <p:spPr>
          <a:xfrm>
            <a:off x="14313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99BF66B5-82F3-64DC-B05E-856D93238FB5}"/>
              </a:ext>
            </a:extLst>
          </p:cNvPr>
          <p:cNvSpPr>
            <a:spLocks/>
          </p:cNvSpPr>
          <p:nvPr/>
        </p:nvSpPr>
        <p:spPr>
          <a:xfrm>
            <a:off x="1477514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0FFD71EB-0F49-EE69-2677-346AF513F935}"/>
              </a:ext>
            </a:extLst>
          </p:cNvPr>
          <p:cNvSpPr>
            <a:spLocks/>
          </p:cNvSpPr>
          <p:nvPr/>
        </p:nvSpPr>
        <p:spPr>
          <a:xfrm>
            <a:off x="13826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6B666AAD-BA89-D1D3-A829-5F81242C7C42}"/>
              </a:ext>
            </a:extLst>
          </p:cNvPr>
          <p:cNvSpPr>
            <a:spLocks/>
          </p:cNvSpPr>
          <p:nvPr/>
        </p:nvSpPr>
        <p:spPr>
          <a:xfrm>
            <a:off x="13817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4B69F52A-88D5-A16E-2122-FAE4CAB4BBE0}"/>
              </a:ext>
            </a:extLst>
          </p:cNvPr>
          <p:cNvSpPr>
            <a:spLocks/>
          </p:cNvSpPr>
          <p:nvPr/>
        </p:nvSpPr>
        <p:spPr>
          <a:xfrm>
            <a:off x="1502078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F007CD68-19E4-2649-5237-87D5A354E0E6}"/>
              </a:ext>
            </a:extLst>
          </p:cNvPr>
          <p:cNvSpPr>
            <a:spLocks/>
          </p:cNvSpPr>
          <p:nvPr/>
        </p:nvSpPr>
        <p:spPr>
          <a:xfrm>
            <a:off x="14558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2CA040A3-F298-22B3-2A10-814681684E5C}"/>
              </a:ext>
            </a:extLst>
          </p:cNvPr>
          <p:cNvSpPr>
            <a:spLocks/>
          </p:cNvSpPr>
          <p:nvPr/>
        </p:nvSpPr>
        <p:spPr>
          <a:xfrm>
            <a:off x="14286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09C3CF53-1690-2042-E5C5-058176C79CB8}"/>
              </a:ext>
            </a:extLst>
          </p:cNvPr>
          <p:cNvSpPr>
            <a:spLocks/>
          </p:cNvSpPr>
          <p:nvPr/>
        </p:nvSpPr>
        <p:spPr>
          <a:xfrm>
            <a:off x="1394767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75AE7F94-BB32-ACB6-5DEC-F4AF668FAB6E}"/>
              </a:ext>
            </a:extLst>
          </p:cNvPr>
          <p:cNvSpPr>
            <a:spLocks/>
          </p:cNvSpPr>
          <p:nvPr/>
        </p:nvSpPr>
        <p:spPr>
          <a:xfrm>
            <a:off x="1444835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4EC1966A-BFA5-2CAE-2036-B2F4B0074034}"/>
              </a:ext>
            </a:extLst>
          </p:cNvPr>
          <p:cNvSpPr>
            <a:spLocks/>
          </p:cNvSpPr>
          <p:nvPr/>
        </p:nvSpPr>
        <p:spPr>
          <a:xfrm>
            <a:off x="1480869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7918BE1F-2887-A9CA-8802-0B23C23841FC}"/>
              </a:ext>
            </a:extLst>
          </p:cNvPr>
          <p:cNvSpPr>
            <a:spLocks/>
          </p:cNvSpPr>
          <p:nvPr/>
        </p:nvSpPr>
        <p:spPr>
          <a:xfrm>
            <a:off x="1514608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06E65216-A0A3-5128-A5CC-42A746F5493E}"/>
              </a:ext>
            </a:extLst>
          </p:cNvPr>
          <p:cNvSpPr>
            <a:spLocks/>
          </p:cNvSpPr>
          <p:nvPr/>
        </p:nvSpPr>
        <p:spPr>
          <a:xfrm>
            <a:off x="1452383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1ABD8AAC-315B-9315-FB1F-D807E36F503E}"/>
              </a:ext>
            </a:extLst>
          </p:cNvPr>
          <p:cNvSpPr>
            <a:spLocks/>
          </p:cNvSpPr>
          <p:nvPr/>
        </p:nvSpPr>
        <p:spPr>
          <a:xfrm>
            <a:off x="1407544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2C4FD4C-9713-496F-9372-750FD95F90EA}"/>
              </a:ext>
            </a:extLst>
          </p:cNvPr>
          <p:cNvSpPr>
            <a:spLocks/>
          </p:cNvSpPr>
          <p:nvPr/>
        </p:nvSpPr>
        <p:spPr>
          <a:xfrm>
            <a:off x="1494586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E500052B-B512-C988-912B-341884C051A9}"/>
              </a:ext>
            </a:extLst>
          </p:cNvPr>
          <p:cNvSpPr>
            <a:spLocks/>
          </p:cNvSpPr>
          <p:nvPr/>
        </p:nvSpPr>
        <p:spPr>
          <a:xfrm>
            <a:off x="1385518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1429DB44-E2E8-B5C7-958B-49A8E23EABC9}"/>
              </a:ext>
            </a:extLst>
          </p:cNvPr>
          <p:cNvSpPr>
            <a:spLocks/>
          </p:cNvSpPr>
          <p:nvPr/>
        </p:nvSpPr>
        <p:spPr>
          <a:xfrm>
            <a:off x="14724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3647660F-AA6E-6D6E-6F8D-8ED5475583C6}"/>
              </a:ext>
            </a:extLst>
          </p:cNvPr>
          <p:cNvSpPr>
            <a:spLocks/>
          </p:cNvSpPr>
          <p:nvPr/>
        </p:nvSpPr>
        <p:spPr>
          <a:xfrm>
            <a:off x="1503172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5B2ECB42-32B6-23C6-959A-C5439395E93B}"/>
              </a:ext>
            </a:extLst>
          </p:cNvPr>
          <p:cNvSpPr>
            <a:spLocks/>
          </p:cNvSpPr>
          <p:nvPr/>
        </p:nvSpPr>
        <p:spPr>
          <a:xfrm>
            <a:off x="1422389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36F0480-7C9C-803F-5807-0DECF6C15137}"/>
              </a:ext>
            </a:extLst>
          </p:cNvPr>
          <p:cNvSpPr>
            <a:spLocks/>
          </p:cNvSpPr>
          <p:nvPr/>
        </p:nvSpPr>
        <p:spPr>
          <a:xfrm>
            <a:off x="1385279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988ED38D-B182-058C-30A5-4F6AE552D0F8}"/>
              </a:ext>
            </a:extLst>
          </p:cNvPr>
          <p:cNvSpPr>
            <a:spLocks/>
          </p:cNvSpPr>
          <p:nvPr/>
        </p:nvSpPr>
        <p:spPr>
          <a:xfrm>
            <a:off x="1459940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00E0779C-59E7-89F7-9F46-116091B5B5DD}"/>
              </a:ext>
            </a:extLst>
          </p:cNvPr>
          <p:cNvSpPr>
            <a:spLocks/>
          </p:cNvSpPr>
          <p:nvPr/>
        </p:nvSpPr>
        <p:spPr>
          <a:xfrm>
            <a:off x="14095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C0A41B40-CE17-3C95-60C1-AEED11A951A6}"/>
              </a:ext>
            </a:extLst>
          </p:cNvPr>
          <p:cNvSpPr>
            <a:spLocks/>
          </p:cNvSpPr>
          <p:nvPr/>
        </p:nvSpPr>
        <p:spPr>
          <a:xfrm>
            <a:off x="1375414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CA955780-DD00-6F7F-B469-72A79DA1370A}"/>
              </a:ext>
            </a:extLst>
          </p:cNvPr>
          <p:cNvSpPr>
            <a:spLocks/>
          </p:cNvSpPr>
          <p:nvPr/>
        </p:nvSpPr>
        <p:spPr>
          <a:xfrm>
            <a:off x="1510915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B58D6812-61AC-9919-3DBE-4A684F65515B}"/>
              </a:ext>
            </a:extLst>
          </p:cNvPr>
          <p:cNvSpPr>
            <a:spLocks/>
          </p:cNvSpPr>
          <p:nvPr/>
        </p:nvSpPr>
        <p:spPr>
          <a:xfrm>
            <a:off x="1475871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483FC349-52DC-4328-D753-14101A3B31CE}"/>
              </a:ext>
            </a:extLst>
          </p:cNvPr>
          <p:cNvSpPr>
            <a:spLocks/>
          </p:cNvSpPr>
          <p:nvPr/>
        </p:nvSpPr>
        <p:spPr>
          <a:xfrm>
            <a:off x="1508652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B853D2F5-F87F-A978-D4AF-C914E349E03C}"/>
              </a:ext>
            </a:extLst>
          </p:cNvPr>
          <p:cNvSpPr>
            <a:spLocks/>
          </p:cNvSpPr>
          <p:nvPr/>
        </p:nvSpPr>
        <p:spPr>
          <a:xfrm>
            <a:off x="1375266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92AFB8DD-B0BA-C11F-0D1B-BF15BF54D753}"/>
              </a:ext>
            </a:extLst>
          </p:cNvPr>
          <p:cNvSpPr>
            <a:spLocks/>
          </p:cNvSpPr>
          <p:nvPr/>
        </p:nvSpPr>
        <p:spPr>
          <a:xfrm>
            <a:off x="1484886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6DD3B064-7EE8-3009-5995-025B5BBB9475}"/>
              </a:ext>
            </a:extLst>
          </p:cNvPr>
          <p:cNvSpPr>
            <a:spLocks/>
          </p:cNvSpPr>
          <p:nvPr/>
        </p:nvSpPr>
        <p:spPr>
          <a:xfrm>
            <a:off x="14137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7144FB89-1143-D94A-F316-A70C18E12148}"/>
              </a:ext>
            </a:extLst>
          </p:cNvPr>
          <p:cNvSpPr>
            <a:spLocks/>
          </p:cNvSpPr>
          <p:nvPr/>
        </p:nvSpPr>
        <p:spPr>
          <a:xfrm>
            <a:off x="1436226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0F696036-74EB-3694-6433-21FD54378A17}"/>
              </a:ext>
            </a:extLst>
          </p:cNvPr>
          <p:cNvSpPr>
            <a:spLocks/>
          </p:cNvSpPr>
          <p:nvPr/>
        </p:nvSpPr>
        <p:spPr>
          <a:xfrm>
            <a:off x="14585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F1B8B33-4992-E2A4-616C-AF24B3BAADD5}"/>
              </a:ext>
            </a:extLst>
          </p:cNvPr>
          <p:cNvSpPr>
            <a:spLocks/>
          </p:cNvSpPr>
          <p:nvPr/>
        </p:nvSpPr>
        <p:spPr>
          <a:xfrm>
            <a:off x="1507437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B8212AD0-13D3-406D-9808-11A7D3025E66}"/>
              </a:ext>
            </a:extLst>
          </p:cNvPr>
          <p:cNvSpPr>
            <a:spLocks/>
          </p:cNvSpPr>
          <p:nvPr/>
        </p:nvSpPr>
        <p:spPr>
          <a:xfrm>
            <a:off x="13941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6F1B8BB3-4D5C-72B3-01FE-1FCE320251FD}"/>
              </a:ext>
            </a:extLst>
          </p:cNvPr>
          <p:cNvSpPr>
            <a:spLocks/>
          </p:cNvSpPr>
          <p:nvPr/>
        </p:nvSpPr>
        <p:spPr>
          <a:xfrm>
            <a:off x="1467166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140924D4-40DF-1377-9246-25136DD46FE6}"/>
              </a:ext>
            </a:extLst>
          </p:cNvPr>
          <p:cNvSpPr>
            <a:spLocks/>
          </p:cNvSpPr>
          <p:nvPr/>
        </p:nvSpPr>
        <p:spPr>
          <a:xfrm>
            <a:off x="1441236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B402CED0-045C-EC67-873F-ADCEA096F9ED}"/>
              </a:ext>
            </a:extLst>
          </p:cNvPr>
          <p:cNvSpPr>
            <a:spLocks/>
          </p:cNvSpPr>
          <p:nvPr/>
        </p:nvSpPr>
        <p:spPr>
          <a:xfrm>
            <a:off x="1443439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9FAF3923-FA5A-11D6-32A5-F0B7DC50F123}"/>
              </a:ext>
            </a:extLst>
          </p:cNvPr>
          <p:cNvSpPr>
            <a:spLocks/>
          </p:cNvSpPr>
          <p:nvPr/>
        </p:nvSpPr>
        <p:spPr>
          <a:xfrm>
            <a:off x="1394823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26BBAEE-8435-BBCF-6EC2-DEDBBDA3C720}"/>
              </a:ext>
            </a:extLst>
          </p:cNvPr>
          <p:cNvSpPr>
            <a:spLocks/>
          </p:cNvSpPr>
          <p:nvPr/>
        </p:nvSpPr>
        <p:spPr>
          <a:xfrm>
            <a:off x="1501463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DC73DB10-48F0-97BE-E6B9-27A2D543055D}"/>
              </a:ext>
            </a:extLst>
          </p:cNvPr>
          <p:cNvSpPr>
            <a:spLocks/>
          </p:cNvSpPr>
          <p:nvPr/>
        </p:nvSpPr>
        <p:spPr>
          <a:xfrm>
            <a:off x="1421651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5B72DF7A-59B6-6761-0B03-0C3D995DAE79}"/>
              </a:ext>
            </a:extLst>
          </p:cNvPr>
          <p:cNvSpPr>
            <a:spLocks/>
          </p:cNvSpPr>
          <p:nvPr/>
        </p:nvSpPr>
        <p:spPr>
          <a:xfrm>
            <a:off x="1508391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06733406-6081-33A3-BE3B-44C74CD1F28A}"/>
              </a:ext>
            </a:extLst>
          </p:cNvPr>
          <p:cNvSpPr>
            <a:spLocks/>
          </p:cNvSpPr>
          <p:nvPr/>
        </p:nvSpPr>
        <p:spPr>
          <a:xfrm>
            <a:off x="1436705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74750619-6D9C-495D-BA6C-8458E7660557}"/>
              </a:ext>
            </a:extLst>
          </p:cNvPr>
          <p:cNvSpPr>
            <a:spLocks/>
          </p:cNvSpPr>
          <p:nvPr/>
        </p:nvSpPr>
        <p:spPr>
          <a:xfrm>
            <a:off x="14364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5C8570D6-11EE-7A75-F356-B543441CBF5B}"/>
              </a:ext>
            </a:extLst>
          </p:cNvPr>
          <p:cNvSpPr>
            <a:spLocks/>
          </p:cNvSpPr>
          <p:nvPr/>
        </p:nvSpPr>
        <p:spPr>
          <a:xfrm>
            <a:off x="1467744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65EB924D-A12A-4380-D1D4-F0E59F46EC97}"/>
              </a:ext>
            </a:extLst>
          </p:cNvPr>
          <p:cNvSpPr>
            <a:spLocks/>
          </p:cNvSpPr>
          <p:nvPr/>
        </p:nvSpPr>
        <p:spPr>
          <a:xfrm>
            <a:off x="1502930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CB7FBDB0-DB4A-BF0E-EC44-942E1DAE16A6}"/>
              </a:ext>
            </a:extLst>
          </p:cNvPr>
          <p:cNvSpPr>
            <a:spLocks/>
          </p:cNvSpPr>
          <p:nvPr/>
        </p:nvSpPr>
        <p:spPr>
          <a:xfrm>
            <a:off x="1407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177D7610-EC37-DD8A-F00F-39312A74D066}"/>
              </a:ext>
            </a:extLst>
          </p:cNvPr>
          <p:cNvSpPr>
            <a:spLocks/>
          </p:cNvSpPr>
          <p:nvPr/>
        </p:nvSpPr>
        <p:spPr>
          <a:xfrm>
            <a:off x="1464237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5866EA8A-71F9-F18A-623A-6846F8D21DB8}"/>
              </a:ext>
            </a:extLst>
          </p:cNvPr>
          <p:cNvSpPr>
            <a:spLocks/>
          </p:cNvSpPr>
          <p:nvPr/>
        </p:nvSpPr>
        <p:spPr>
          <a:xfrm>
            <a:off x="1430335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37F70F07-4858-CA0E-009B-35932D9CDED3}"/>
              </a:ext>
            </a:extLst>
          </p:cNvPr>
          <p:cNvSpPr>
            <a:spLocks/>
          </p:cNvSpPr>
          <p:nvPr/>
        </p:nvSpPr>
        <p:spPr>
          <a:xfrm>
            <a:off x="14632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822DAE86-F885-CD66-78CC-EAA57A1A947C}"/>
              </a:ext>
            </a:extLst>
          </p:cNvPr>
          <p:cNvSpPr>
            <a:spLocks/>
          </p:cNvSpPr>
          <p:nvPr/>
        </p:nvSpPr>
        <p:spPr>
          <a:xfrm>
            <a:off x="1501020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E5A85407-021B-2C5E-D0EE-BEE30174E9AA}"/>
              </a:ext>
            </a:extLst>
          </p:cNvPr>
          <p:cNvSpPr>
            <a:spLocks/>
          </p:cNvSpPr>
          <p:nvPr/>
        </p:nvSpPr>
        <p:spPr>
          <a:xfrm>
            <a:off x="1399912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D83FC786-83E2-F0B9-D99C-FAAECD1164B8}"/>
              </a:ext>
            </a:extLst>
          </p:cNvPr>
          <p:cNvSpPr>
            <a:spLocks/>
          </p:cNvSpPr>
          <p:nvPr/>
        </p:nvSpPr>
        <p:spPr>
          <a:xfrm>
            <a:off x="1438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3E0A51A9-2459-63F2-E4A4-7F40BAEDE8D2}"/>
              </a:ext>
            </a:extLst>
          </p:cNvPr>
          <p:cNvSpPr>
            <a:spLocks/>
          </p:cNvSpPr>
          <p:nvPr/>
        </p:nvSpPr>
        <p:spPr>
          <a:xfrm>
            <a:off x="13854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33EBAA3-CE7C-F2DD-5078-A8B9B009B34B}"/>
              </a:ext>
            </a:extLst>
          </p:cNvPr>
          <p:cNvSpPr>
            <a:spLocks/>
          </p:cNvSpPr>
          <p:nvPr/>
        </p:nvSpPr>
        <p:spPr>
          <a:xfrm>
            <a:off x="1458814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DB86BB0-18C9-C2FE-756D-040848B433CD}"/>
              </a:ext>
            </a:extLst>
          </p:cNvPr>
          <p:cNvSpPr>
            <a:spLocks/>
          </p:cNvSpPr>
          <p:nvPr/>
        </p:nvSpPr>
        <p:spPr>
          <a:xfrm>
            <a:off x="14207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FB2945BD-FEBE-AE63-E0C3-EAEE6B1DE05F}"/>
              </a:ext>
            </a:extLst>
          </p:cNvPr>
          <p:cNvSpPr>
            <a:spLocks/>
          </p:cNvSpPr>
          <p:nvPr/>
        </p:nvSpPr>
        <p:spPr>
          <a:xfrm>
            <a:off x="1432903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50BFF260-5367-4780-681C-F6F821AFB3B0}"/>
              </a:ext>
            </a:extLst>
          </p:cNvPr>
          <p:cNvSpPr>
            <a:spLocks/>
          </p:cNvSpPr>
          <p:nvPr/>
        </p:nvSpPr>
        <p:spPr>
          <a:xfrm>
            <a:off x="14207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A9B2B9D0-9B96-495F-19E8-7459749B1DD4}"/>
              </a:ext>
            </a:extLst>
          </p:cNvPr>
          <p:cNvSpPr>
            <a:spLocks/>
          </p:cNvSpPr>
          <p:nvPr/>
        </p:nvSpPr>
        <p:spPr>
          <a:xfrm>
            <a:off x="1414569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403DABF3-C7DE-F6E5-0257-848BFD31AA16}"/>
              </a:ext>
            </a:extLst>
          </p:cNvPr>
          <p:cNvSpPr>
            <a:spLocks/>
          </p:cNvSpPr>
          <p:nvPr/>
        </p:nvSpPr>
        <p:spPr>
          <a:xfrm>
            <a:off x="1481365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5A265EE5-6662-5785-95CE-1477526B73E7}"/>
              </a:ext>
            </a:extLst>
          </p:cNvPr>
          <p:cNvSpPr>
            <a:spLocks/>
          </p:cNvSpPr>
          <p:nvPr/>
        </p:nvSpPr>
        <p:spPr>
          <a:xfrm>
            <a:off x="1428849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FD4D70E4-D061-AE2E-50B5-703321F43785}"/>
              </a:ext>
            </a:extLst>
          </p:cNvPr>
          <p:cNvSpPr>
            <a:spLocks/>
          </p:cNvSpPr>
          <p:nvPr/>
        </p:nvSpPr>
        <p:spPr>
          <a:xfrm>
            <a:off x="1496140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86279B2B-9640-5EA8-701B-86F478A0A37E}"/>
              </a:ext>
            </a:extLst>
          </p:cNvPr>
          <p:cNvSpPr>
            <a:spLocks/>
          </p:cNvSpPr>
          <p:nvPr/>
        </p:nvSpPr>
        <p:spPr>
          <a:xfrm>
            <a:off x="1416856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F1688FF7-2A8B-4E93-AAC1-FDC985739494}"/>
              </a:ext>
            </a:extLst>
          </p:cNvPr>
          <p:cNvSpPr>
            <a:spLocks/>
          </p:cNvSpPr>
          <p:nvPr/>
        </p:nvSpPr>
        <p:spPr>
          <a:xfrm>
            <a:off x="1388404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CD8B3F44-6481-6B5C-B81D-EA6DAD5A780B}"/>
              </a:ext>
            </a:extLst>
          </p:cNvPr>
          <p:cNvSpPr>
            <a:spLocks/>
          </p:cNvSpPr>
          <p:nvPr/>
        </p:nvSpPr>
        <p:spPr>
          <a:xfrm>
            <a:off x="13800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1FE5C6FB-6A81-358D-811F-62CE7FC0BE5B}"/>
              </a:ext>
            </a:extLst>
          </p:cNvPr>
          <p:cNvSpPr>
            <a:spLocks/>
          </p:cNvSpPr>
          <p:nvPr/>
        </p:nvSpPr>
        <p:spPr>
          <a:xfrm>
            <a:off x="1473841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1EDD8ACB-0135-1B57-36EE-75E54AC73058}"/>
              </a:ext>
            </a:extLst>
          </p:cNvPr>
          <p:cNvSpPr>
            <a:spLocks/>
          </p:cNvSpPr>
          <p:nvPr/>
        </p:nvSpPr>
        <p:spPr>
          <a:xfrm>
            <a:off x="1484917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12835A1A-76A8-6BC1-0005-B824C4E22DF9}"/>
              </a:ext>
            </a:extLst>
          </p:cNvPr>
          <p:cNvSpPr>
            <a:spLocks/>
          </p:cNvSpPr>
          <p:nvPr/>
        </p:nvSpPr>
        <p:spPr>
          <a:xfrm>
            <a:off x="1496644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14437624-BF0A-7483-3308-07190FCDF81B}"/>
              </a:ext>
            </a:extLst>
          </p:cNvPr>
          <p:cNvSpPr>
            <a:spLocks/>
          </p:cNvSpPr>
          <p:nvPr/>
        </p:nvSpPr>
        <p:spPr>
          <a:xfrm>
            <a:off x="14513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6A807266-5EAD-3BEA-736B-8B2BD1201A8D}"/>
              </a:ext>
            </a:extLst>
          </p:cNvPr>
          <p:cNvSpPr>
            <a:spLocks/>
          </p:cNvSpPr>
          <p:nvPr/>
        </p:nvSpPr>
        <p:spPr>
          <a:xfrm>
            <a:off x="1447908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06721B5A-3BD1-8328-B785-302AB3CD48DC}"/>
              </a:ext>
            </a:extLst>
          </p:cNvPr>
          <p:cNvSpPr>
            <a:spLocks/>
          </p:cNvSpPr>
          <p:nvPr/>
        </p:nvSpPr>
        <p:spPr>
          <a:xfrm>
            <a:off x="1652791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1F33E231-2836-3950-DA35-EBAA8ED41C1A}"/>
              </a:ext>
            </a:extLst>
          </p:cNvPr>
          <p:cNvSpPr>
            <a:spLocks/>
          </p:cNvSpPr>
          <p:nvPr/>
        </p:nvSpPr>
        <p:spPr>
          <a:xfrm>
            <a:off x="1739884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03BE9FDC-63A1-E69D-C61E-5CDF428ACC98}"/>
              </a:ext>
            </a:extLst>
          </p:cNvPr>
          <p:cNvSpPr>
            <a:spLocks/>
          </p:cNvSpPr>
          <p:nvPr/>
        </p:nvSpPr>
        <p:spPr>
          <a:xfrm>
            <a:off x="1736002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ACCB5A11-7207-1538-D8A2-2B36C364BD8A}"/>
              </a:ext>
            </a:extLst>
          </p:cNvPr>
          <p:cNvSpPr>
            <a:spLocks/>
          </p:cNvSpPr>
          <p:nvPr/>
        </p:nvSpPr>
        <p:spPr>
          <a:xfrm>
            <a:off x="1686888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CA1DCF43-09E6-4E38-7691-54EAEE1E3BE6}"/>
              </a:ext>
            </a:extLst>
          </p:cNvPr>
          <p:cNvSpPr>
            <a:spLocks/>
          </p:cNvSpPr>
          <p:nvPr/>
        </p:nvSpPr>
        <p:spPr>
          <a:xfrm>
            <a:off x="1711384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4704EDE4-D5CA-0D9C-7145-E581035A75C9}"/>
              </a:ext>
            </a:extLst>
          </p:cNvPr>
          <p:cNvSpPr>
            <a:spLocks/>
          </p:cNvSpPr>
          <p:nvPr/>
        </p:nvSpPr>
        <p:spPr>
          <a:xfrm>
            <a:off x="1606128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F949221B-BCED-0314-3115-F20875E620BE}"/>
              </a:ext>
            </a:extLst>
          </p:cNvPr>
          <p:cNvSpPr>
            <a:spLocks/>
          </p:cNvSpPr>
          <p:nvPr/>
        </p:nvSpPr>
        <p:spPr>
          <a:xfrm>
            <a:off x="1642005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37746B5B-ED78-68D5-F37D-821DBC0DEB1C}"/>
              </a:ext>
            </a:extLst>
          </p:cNvPr>
          <p:cNvSpPr>
            <a:spLocks/>
          </p:cNvSpPr>
          <p:nvPr/>
        </p:nvSpPr>
        <p:spPr>
          <a:xfrm>
            <a:off x="1631141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1BD79E37-288C-77E8-F6A8-E2CF3E8CDE3A}"/>
              </a:ext>
            </a:extLst>
          </p:cNvPr>
          <p:cNvSpPr>
            <a:spLocks/>
          </p:cNvSpPr>
          <p:nvPr/>
        </p:nvSpPr>
        <p:spPr>
          <a:xfrm>
            <a:off x="1647662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B9A05FE9-BCDE-5491-88B0-F0CD17452E84}"/>
              </a:ext>
            </a:extLst>
          </p:cNvPr>
          <p:cNvSpPr>
            <a:spLocks/>
          </p:cNvSpPr>
          <p:nvPr/>
        </p:nvSpPr>
        <p:spPr>
          <a:xfrm>
            <a:off x="1607488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C1D038E7-E4E8-4192-5394-716F0B005FEB}"/>
              </a:ext>
            </a:extLst>
          </p:cNvPr>
          <p:cNvSpPr>
            <a:spLocks/>
          </p:cNvSpPr>
          <p:nvPr/>
        </p:nvSpPr>
        <p:spPr>
          <a:xfrm>
            <a:off x="1722237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A61050AA-F9BB-3E04-1280-C255BB3CDC0A}"/>
              </a:ext>
            </a:extLst>
          </p:cNvPr>
          <p:cNvSpPr>
            <a:spLocks/>
          </p:cNvSpPr>
          <p:nvPr/>
        </p:nvSpPr>
        <p:spPr>
          <a:xfrm>
            <a:off x="1661706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9767E4E6-FB6E-6237-5409-D63571089F0D}"/>
              </a:ext>
            </a:extLst>
          </p:cNvPr>
          <p:cNvSpPr>
            <a:spLocks/>
          </p:cNvSpPr>
          <p:nvPr/>
        </p:nvSpPr>
        <p:spPr>
          <a:xfrm>
            <a:off x="1694403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53A1E98B-D866-B1A0-17C3-006DB6652312}"/>
              </a:ext>
            </a:extLst>
          </p:cNvPr>
          <p:cNvSpPr>
            <a:spLocks/>
          </p:cNvSpPr>
          <p:nvPr/>
        </p:nvSpPr>
        <p:spPr>
          <a:xfrm>
            <a:off x="1627102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4035607B-7C01-3814-7E07-25420BC6A32B}"/>
              </a:ext>
            </a:extLst>
          </p:cNvPr>
          <p:cNvSpPr>
            <a:spLocks/>
          </p:cNvSpPr>
          <p:nvPr/>
        </p:nvSpPr>
        <p:spPr>
          <a:xfrm>
            <a:off x="1665051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B5AC473-E785-BE31-E78C-64FA1F74011F}"/>
              </a:ext>
            </a:extLst>
          </p:cNvPr>
          <p:cNvSpPr>
            <a:spLocks/>
          </p:cNvSpPr>
          <p:nvPr/>
        </p:nvSpPr>
        <p:spPr>
          <a:xfrm>
            <a:off x="1644483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54F4D991-FCD2-F6B4-D183-60B70CBBA867}"/>
              </a:ext>
            </a:extLst>
          </p:cNvPr>
          <p:cNvSpPr>
            <a:spLocks/>
          </p:cNvSpPr>
          <p:nvPr/>
        </p:nvSpPr>
        <p:spPr>
          <a:xfrm>
            <a:off x="1620391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FB580CB5-1753-E3CC-9F05-DA553A55DBA5}"/>
              </a:ext>
            </a:extLst>
          </p:cNvPr>
          <p:cNvSpPr>
            <a:spLocks/>
          </p:cNvSpPr>
          <p:nvPr/>
        </p:nvSpPr>
        <p:spPr>
          <a:xfrm>
            <a:off x="1616386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1AD8AEA0-DEF3-621E-40F2-E980EDA5E962}"/>
              </a:ext>
            </a:extLst>
          </p:cNvPr>
          <p:cNvSpPr>
            <a:spLocks/>
          </p:cNvSpPr>
          <p:nvPr/>
        </p:nvSpPr>
        <p:spPr>
          <a:xfrm>
            <a:off x="1722006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2034DA0A-A869-51AC-1FA2-B525889FB739}"/>
              </a:ext>
            </a:extLst>
          </p:cNvPr>
          <p:cNvSpPr>
            <a:spLocks/>
          </p:cNvSpPr>
          <p:nvPr/>
        </p:nvSpPr>
        <p:spPr>
          <a:xfrm>
            <a:off x="1675958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B65CD7E2-91A4-0986-9886-24649E3147B0}"/>
              </a:ext>
            </a:extLst>
          </p:cNvPr>
          <p:cNvSpPr>
            <a:spLocks/>
          </p:cNvSpPr>
          <p:nvPr/>
        </p:nvSpPr>
        <p:spPr>
          <a:xfrm>
            <a:off x="1649032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40E442F8-F6D6-F871-5A6E-70FC647063E9}"/>
              </a:ext>
            </a:extLst>
          </p:cNvPr>
          <p:cNvSpPr>
            <a:spLocks/>
          </p:cNvSpPr>
          <p:nvPr/>
        </p:nvSpPr>
        <p:spPr>
          <a:xfrm>
            <a:off x="1721615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FE925A96-B861-2518-E6F6-D35DB2865B17}"/>
              </a:ext>
            </a:extLst>
          </p:cNvPr>
          <p:cNvSpPr>
            <a:spLocks/>
          </p:cNvSpPr>
          <p:nvPr/>
        </p:nvSpPr>
        <p:spPr>
          <a:xfrm>
            <a:off x="1624913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D232E4DA-78CE-2195-9DD6-5C0352045341}"/>
              </a:ext>
            </a:extLst>
          </p:cNvPr>
          <p:cNvSpPr>
            <a:spLocks/>
          </p:cNvSpPr>
          <p:nvPr/>
        </p:nvSpPr>
        <p:spPr>
          <a:xfrm>
            <a:off x="1612430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B5132A79-BE21-6385-1AC1-287A08F7C6A9}"/>
              </a:ext>
            </a:extLst>
          </p:cNvPr>
          <p:cNvSpPr>
            <a:spLocks/>
          </p:cNvSpPr>
          <p:nvPr/>
        </p:nvSpPr>
        <p:spPr>
          <a:xfrm>
            <a:off x="1651259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EEF1D5EF-BC40-645B-E5C5-D703624A56C9}"/>
              </a:ext>
            </a:extLst>
          </p:cNvPr>
          <p:cNvSpPr>
            <a:spLocks/>
          </p:cNvSpPr>
          <p:nvPr/>
        </p:nvSpPr>
        <p:spPr>
          <a:xfrm>
            <a:off x="162010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C7DAD7F9-DA8E-84FE-F951-05F6F8614C84}"/>
              </a:ext>
            </a:extLst>
          </p:cNvPr>
          <p:cNvSpPr>
            <a:spLocks/>
          </p:cNvSpPr>
          <p:nvPr/>
        </p:nvSpPr>
        <p:spPr>
          <a:xfrm>
            <a:off x="1695626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8632D793-1DA0-E3A7-D5DD-1B2007E8FAAC}"/>
              </a:ext>
            </a:extLst>
          </p:cNvPr>
          <p:cNvSpPr>
            <a:spLocks/>
          </p:cNvSpPr>
          <p:nvPr/>
        </p:nvSpPr>
        <p:spPr>
          <a:xfrm>
            <a:off x="1611895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8D33496B-B7DE-1978-5CBF-5DEF98F8396F}"/>
              </a:ext>
            </a:extLst>
          </p:cNvPr>
          <p:cNvSpPr>
            <a:spLocks/>
          </p:cNvSpPr>
          <p:nvPr/>
        </p:nvSpPr>
        <p:spPr>
          <a:xfrm>
            <a:off x="1657852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46B7A4C7-4ADE-BE88-29EA-7EB2A5437BB8}"/>
              </a:ext>
            </a:extLst>
          </p:cNvPr>
          <p:cNvSpPr>
            <a:spLocks/>
          </p:cNvSpPr>
          <p:nvPr/>
        </p:nvSpPr>
        <p:spPr>
          <a:xfrm>
            <a:off x="1664199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013AB65B-B90F-A2D2-E4ED-8543DD08BA3B}"/>
              </a:ext>
            </a:extLst>
          </p:cNvPr>
          <p:cNvSpPr>
            <a:spLocks/>
          </p:cNvSpPr>
          <p:nvPr/>
        </p:nvSpPr>
        <p:spPr>
          <a:xfrm>
            <a:off x="171585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5D57B541-932F-69A2-6EAC-45C0080F4B43}"/>
              </a:ext>
            </a:extLst>
          </p:cNvPr>
          <p:cNvSpPr>
            <a:spLocks/>
          </p:cNvSpPr>
          <p:nvPr/>
        </p:nvSpPr>
        <p:spPr>
          <a:xfrm>
            <a:off x="1683310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BFDEC697-4541-D4F6-38E1-AEA76507B23F}"/>
              </a:ext>
            </a:extLst>
          </p:cNvPr>
          <p:cNvSpPr>
            <a:spLocks/>
          </p:cNvSpPr>
          <p:nvPr/>
        </p:nvSpPr>
        <p:spPr>
          <a:xfrm>
            <a:off x="164196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4E1D67BE-A588-EA5F-8382-3DAAB1C28405}"/>
              </a:ext>
            </a:extLst>
          </p:cNvPr>
          <p:cNvSpPr>
            <a:spLocks/>
          </p:cNvSpPr>
          <p:nvPr/>
        </p:nvSpPr>
        <p:spPr>
          <a:xfrm>
            <a:off x="1606566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B1D724A5-D6E2-E58F-44EA-EB3029E9C331}"/>
              </a:ext>
            </a:extLst>
          </p:cNvPr>
          <p:cNvSpPr>
            <a:spLocks/>
          </p:cNvSpPr>
          <p:nvPr/>
        </p:nvSpPr>
        <p:spPr>
          <a:xfrm>
            <a:off x="1602023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40CAA26A-D3ED-1B4C-5208-11AD445ADED0}"/>
              </a:ext>
            </a:extLst>
          </p:cNvPr>
          <p:cNvSpPr>
            <a:spLocks/>
          </p:cNvSpPr>
          <p:nvPr/>
        </p:nvSpPr>
        <p:spPr>
          <a:xfrm>
            <a:off x="162231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8995BD80-6D05-EC9E-D27C-5E2DB505121B}"/>
              </a:ext>
            </a:extLst>
          </p:cNvPr>
          <p:cNvSpPr>
            <a:spLocks/>
          </p:cNvSpPr>
          <p:nvPr/>
        </p:nvSpPr>
        <p:spPr>
          <a:xfrm>
            <a:off x="1637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5BD9A0C5-F483-32F2-33B7-0EF8226B4EDD}"/>
              </a:ext>
            </a:extLst>
          </p:cNvPr>
          <p:cNvSpPr>
            <a:spLocks/>
          </p:cNvSpPr>
          <p:nvPr/>
        </p:nvSpPr>
        <p:spPr>
          <a:xfrm>
            <a:off x="1723605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5316D65A-286D-477F-F8B7-078EC41A3DFD}"/>
              </a:ext>
            </a:extLst>
          </p:cNvPr>
          <p:cNvSpPr>
            <a:spLocks/>
          </p:cNvSpPr>
          <p:nvPr/>
        </p:nvSpPr>
        <p:spPr>
          <a:xfrm>
            <a:off x="1623392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8B8392E2-3CE0-B1B0-7F3C-4E88D4C3CAE3}"/>
              </a:ext>
            </a:extLst>
          </p:cNvPr>
          <p:cNvSpPr>
            <a:spLocks/>
          </p:cNvSpPr>
          <p:nvPr/>
        </p:nvSpPr>
        <p:spPr>
          <a:xfrm>
            <a:off x="1690350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0ED684C7-5AE9-ADD1-C95F-80143E6C13E6}"/>
              </a:ext>
            </a:extLst>
          </p:cNvPr>
          <p:cNvSpPr>
            <a:spLocks/>
          </p:cNvSpPr>
          <p:nvPr/>
        </p:nvSpPr>
        <p:spPr>
          <a:xfrm>
            <a:off x="169995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DB9685C0-D8CD-DB31-6E4D-3C34A7B5ED30}"/>
              </a:ext>
            </a:extLst>
          </p:cNvPr>
          <p:cNvSpPr>
            <a:spLocks/>
          </p:cNvSpPr>
          <p:nvPr/>
        </p:nvSpPr>
        <p:spPr>
          <a:xfrm>
            <a:off x="1677094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41168EDF-0161-D19D-F7B8-CB3DE95E48A2}"/>
              </a:ext>
            </a:extLst>
          </p:cNvPr>
          <p:cNvSpPr>
            <a:spLocks/>
          </p:cNvSpPr>
          <p:nvPr/>
        </p:nvSpPr>
        <p:spPr>
          <a:xfrm>
            <a:off x="1652913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E612D4F5-272B-566F-6C5B-A8AD3704EF5D}"/>
              </a:ext>
            </a:extLst>
          </p:cNvPr>
          <p:cNvSpPr>
            <a:spLocks/>
          </p:cNvSpPr>
          <p:nvPr/>
        </p:nvSpPr>
        <p:spPr>
          <a:xfrm>
            <a:off x="1698768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7ACAFC6E-D220-C0E3-D64E-0A5983AB3298}"/>
              </a:ext>
            </a:extLst>
          </p:cNvPr>
          <p:cNvSpPr>
            <a:spLocks/>
          </p:cNvSpPr>
          <p:nvPr/>
        </p:nvSpPr>
        <p:spPr>
          <a:xfrm>
            <a:off x="1629132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84379600-880B-33F5-2548-CE9E4CADBD84}"/>
              </a:ext>
            </a:extLst>
          </p:cNvPr>
          <p:cNvSpPr>
            <a:spLocks/>
          </p:cNvSpPr>
          <p:nvPr/>
        </p:nvSpPr>
        <p:spPr>
          <a:xfrm>
            <a:off x="1604429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D0BA1370-14F1-F1D0-EB29-8323F561382F}"/>
              </a:ext>
            </a:extLst>
          </p:cNvPr>
          <p:cNvSpPr>
            <a:spLocks/>
          </p:cNvSpPr>
          <p:nvPr/>
        </p:nvSpPr>
        <p:spPr>
          <a:xfrm>
            <a:off x="1736723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9E98BB7-9D11-3B0B-2091-DD4C8D02DAB9}"/>
              </a:ext>
            </a:extLst>
          </p:cNvPr>
          <p:cNvSpPr>
            <a:spLocks/>
          </p:cNvSpPr>
          <p:nvPr/>
        </p:nvSpPr>
        <p:spPr>
          <a:xfrm>
            <a:off x="1698302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4D1ACB2F-BCD7-BD28-869F-BE834DD3D5B9}"/>
              </a:ext>
            </a:extLst>
          </p:cNvPr>
          <p:cNvSpPr>
            <a:spLocks/>
          </p:cNvSpPr>
          <p:nvPr/>
        </p:nvSpPr>
        <p:spPr>
          <a:xfrm>
            <a:off x="1641251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DC9736B-D8C1-9068-0C62-7D6892DC6C0C}"/>
              </a:ext>
            </a:extLst>
          </p:cNvPr>
          <p:cNvSpPr>
            <a:spLocks/>
          </p:cNvSpPr>
          <p:nvPr/>
        </p:nvSpPr>
        <p:spPr>
          <a:xfrm>
            <a:off x="1621412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B59AA5BE-3FFA-63D4-ACDC-E227370834D0}"/>
              </a:ext>
            </a:extLst>
          </p:cNvPr>
          <p:cNvSpPr>
            <a:spLocks/>
          </p:cNvSpPr>
          <p:nvPr/>
        </p:nvSpPr>
        <p:spPr>
          <a:xfrm>
            <a:off x="1724775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AB3FE532-8C3D-6DDB-0FF8-05FD7862CB7C}"/>
              </a:ext>
            </a:extLst>
          </p:cNvPr>
          <p:cNvSpPr>
            <a:spLocks/>
          </p:cNvSpPr>
          <p:nvPr/>
        </p:nvSpPr>
        <p:spPr>
          <a:xfrm>
            <a:off x="162775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315B5F7B-6499-F195-F72A-F40ECFD65D65}"/>
              </a:ext>
            </a:extLst>
          </p:cNvPr>
          <p:cNvSpPr>
            <a:spLocks/>
          </p:cNvSpPr>
          <p:nvPr/>
        </p:nvSpPr>
        <p:spPr>
          <a:xfrm>
            <a:off x="1693657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7DC54680-0FF5-4E02-7CE1-C0B9A9DD5F2E}"/>
              </a:ext>
            </a:extLst>
          </p:cNvPr>
          <p:cNvSpPr>
            <a:spLocks/>
          </p:cNvSpPr>
          <p:nvPr/>
        </p:nvSpPr>
        <p:spPr>
          <a:xfrm>
            <a:off x="1621464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37999771-DEFB-E625-7FD1-B90E05F6EE0F}"/>
              </a:ext>
            </a:extLst>
          </p:cNvPr>
          <p:cNvSpPr>
            <a:spLocks/>
          </p:cNvSpPr>
          <p:nvPr/>
        </p:nvSpPr>
        <p:spPr>
          <a:xfrm>
            <a:off x="1676619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933AC5C-C5CD-5658-BE85-AD2DFA7C483F}"/>
              </a:ext>
            </a:extLst>
          </p:cNvPr>
          <p:cNvSpPr>
            <a:spLocks/>
          </p:cNvSpPr>
          <p:nvPr/>
        </p:nvSpPr>
        <p:spPr>
          <a:xfrm>
            <a:off x="1732180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484E358A-C2BD-9B91-E50D-379B790F38C1}"/>
              </a:ext>
            </a:extLst>
          </p:cNvPr>
          <p:cNvSpPr>
            <a:spLocks/>
          </p:cNvSpPr>
          <p:nvPr/>
        </p:nvSpPr>
        <p:spPr>
          <a:xfrm>
            <a:off x="1650821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01EFBE36-ABE6-79B6-9476-0225A72E260A}"/>
              </a:ext>
            </a:extLst>
          </p:cNvPr>
          <p:cNvSpPr>
            <a:spLocks/>
          </p:cNvSpPr>
          <p:nvPr/>
        </p:nvSpPr>
        <p:spPr>
          <a:xfrm>
            <a:off x="1623221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ABA5FBDB-DDCD-E1EA-F8C9-83497486032E}"/>
              </a:ext>
            </a:extLst>
          </p:cNvPr>
          <p:cNvSpPr>
            <a:spLocks/>
          </p:cNvSpPr>
          <p:nvPr/>
        </p:nvSpPr>
        <p:spPr>
          <a:xfrm>
            <a:off x="1677259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9A96DB31-88A3-9C61-258E-62E672636534}"/>
              </a:ext>
            </a:extLst>
          </p:cNvPr>
          <p:cNvSpPr>
            <a:spLocks/>
          </p:cNvSpPr>
          <p:nvPr/>
        </p:nvSpPr>
        <p:spPr>
          <a:xfrm>
            <a:off x="1651300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87F7FD3D-229B-2ACF-EEB6-8C1C7FEAF6FA}"/>
              </a:ext>
            </a:extLst>
          </p:cNvPr>
          <p:cNvSpPr>
            <a:spLocks/>
          </p:cNvSpPr>
          <p:nvPr/>
        </p:nvSpPr>
        <p:spPr>
          <a:xfrm>
            <a:off x="1655159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47B6608F-2F2C-3F5F-8765-6A350531EB3B}"/>
              </a:ext>
            </a:extLst>
          </p:cNvPr>
          <p:cNvSpPr>
            <a:spLocks/>
          </p:cNvSpPr>
          <p:nvPr/>
        </p:nvSpPr>
        <p:spPr>
          <a:xfrm>
            <a:off x="1649798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104E8C16-8710-CB54-64DA-E982E9A316BF}"/>
              </a:ext>
            </a:extLst>
          </p:cNvPr>
          <p:cNvSpPr>
            <a:spLocks/>
          </p:cNvSpPr>
          <p:nvPr/>
        </p:nvSpPr>
        <p:spPr>
          <a:xfrm>
            <a:off x="1724114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D9AF9683-5BE6-FA52-22A3-C2C5C386E652}"/>
              </a:ext>
            </a:extLst>
          </p:cNvPr>
          <p:cNvSpPr>
            <a:spLocks/>
          </p:cNvSpPr>
          <p:nvPr/>
        </p:nvSpPr>
        <p:spPr>
          <a:xfrm>
            <a:off x="1639961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84441470-BE41-9A13-EBC0-CECCA1E3A898}"/>
              </a:ext>
            </a:extLst>
          </p:cNvPr>
          <p:cNvSpPr>
            <a:spLocks/>
          </p:cNvSpPr>
          <p:nvPr/>
        </p:nvSpPr>
        <p:spPr>
          <a:xfrm>
            <a:off x="1637748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100ED2C8-02C8-7E41-1371-09E1E913F3D0}"/>
              </a:ext>
            </a:extLst>
          </p:cNvPr>
          <p:cNvSpPr>
            <a:spLocks/>
          </p:cNvSpPr>
          <p:nvPr/>
        </p:nvSpPr>
        <p:spPr>
          <a:xfrm>
            <a:off x="1681046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B53E8346-512E-7174-555D-C8951B9FC9F4}"/>
              </a:ext>
            </a:extLst>
          </p:cNvPr>
          <p:cNvSpPr>
            <a:spLocks/>
          </p:cNvSpPr>
          <p:nvPr/>
        </p:nvSpPr>
        <p:spPr>
          <a:xfrm>
            <a:off x="1627196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53AD55A9-90AB-31A5-408B-F1BC7E0ABED4}"/>
              </a:ext>
            </a:extLst>
          </p:cNvPr>
          <p:cNvSpPr>
            <a:spLocks/>
          </p:cNvSpPr>
          <p:nvPr/>
        </p:nvSpPr>
        <p:spPr>
          <a:xfrm>
            <a:off x="16597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E116AEDF-EF5F-E7D0-0481-E9A03B03CCD1}"/>
              </a:ext>
            </a:extLst>
          </p:cNvPr>
          <p:cNvSpPr>
            <a:spLocks/>
          </p:cNvSpPr>
          <p:nvPr/>
        </p:nvSpPr>
        <p:spPr>
          <a:xfrm>
            <a:off x="1637813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478DA5F4-C473-249A-CB37-BC74E9374E4A}"/>
              </a:ext>
            </a:extLst>
          </p:cNvPr>
          <p:cNvSpPr>
            <a:spLocks/>
          </p:cNvSpPr>
          <p:nvPr/>
        </p:nvSpPr>
        <p:spPr>
          <a:xfrm>
            <a:off x="1690123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8AEB3672-9635-3204-3AC5-DF70FEC95826}"/>
              </a:ext>
            </a:extLst>
          </p:cNvPr>
          <p:cNvSpPr>
            <a:spLocks/>
          </p:cNvSpPr>
          <p:nvPr/>
        </p:nvSpPr>
        <p:spPr>
          <a:xfrm>
            <a:off x="1612296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B4918123-26B2-DDD4-2C82-D6032E736D8D}"/>
              </a:ext>
            </a:extLst>
          </p:cNvPr>
          <p:cNvSpPr>
            <a:spLocks/>
          </p:cNvSpPr>
          <p:nvPr/>
        </p:nvSpPr>
        <p:spPr>
          <a:xfrm>
            <a:off x="1646018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DA2B1B17-93CA-03F1-C17B-83450CF6F5C5}"/>
              </a:ext>
            </a:extLst>
          </p:cNvPr>
          <p:cNvSpPr>
            <a:spLocks/>
          </p:cNvSpPr>
          <p:nvPr/>
        </p:nvSpPr>
        <p:spPr>
          <a:xfrm>
            <a:off x="1700565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B63DD4BC-5E19-2F6A-1574-7D647E34CB88}"/>
              </a:ext>
            </a:extLst>
          </p:cNvPr>
          <p:cNvSpPr>
            <a:spLocks/>
          </p:cNvSpPr>
          <p:nvPr/>
        </p:nvSpPr>
        <p:spPr>
          <a:xfrm>
            <a:off x="1613207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404C8138-D512-29E7-6C07-E0571FF76AB9}"/>
              </a:ext>
            </a:extLst>
          </p:cNvPr>
          <p:cNvSpPr>
            <a:spLocks/>
          </p:cNvSpPr>
          <p:nvPr/>
        </p:nvSpPr>
        <p:spPr>
          <a:xfrm>
            <a:off x="1693726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E25868B2-CDC9-28BB-F16B-B33F6B38E3FF}"/>
              </a:ext>
            </a:extLst>
          </p:cNvPr>
          <p:cNvSpPr>
            <a:spLocks/>
          </p:cNvSpPr>
          <p:nvPr/>
        </p:nvSpPr>
        <p:spPr>
          <a:xfrm>
            <a:off x="1622161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371F8E34-C7C7-88DD-F7E9-7AF9CCF92EE6}"/>
              </a:ext>
            </a:extLst>
          </p:cNvPr>
          <p:cNvSpPr>
            <a:spLocks/>
          </p:cNvSpPr>
          <p:nvPr/>
        </p:nvSpPr>
        <p:spPr>
          <a:xfrm>
            <a:off x="171804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06DBA177-DF04-3E93-671E-D65E5CFA3E96}"/>
              </a:ext>
            </a:extLst>
          </p:cNvPr>
          <p:cNvSpPr>
            <a:spLocks/>
          </p:cNvSpPr>
          <p:nvPr/>
        </p:nvSpPr>
        <p:spPr>
          <a:xfrm>
            <a:off x="1665978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0947B748-9604-1364-351D-7DD3CD110363}"/>
              </a:ext>
            </a:extLst>
          </p:cNvPr>
          <p:cNvSpPr>
            <a:spLocks/>
          </p:cNvSpPr>
          <p:nvPr/>
        </p:nvSpPr>
        <p:spPr>
          <a:xfrm>
            <a:off x="1663310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F44FB7F-4FCB-FB83-A4A5-742ADFF2AA88}"/>
              </a:ext>
            </a:extLst>
          </p:cNvPr>
          <p:cNvSpPr>
            <a:spLocks/>
          </p:cNvSpPr>
          <p:nvPr/>
        </p:nvSpPr>
        <p:spPr>
          <a:xfrm>
            <a:off x="1656781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3380676-1DE1-E0A4-9B7C-E7731F5D7BC2}"/>
              </a:ext>
            </a:extLst>
          </p:cNvPr>
          <p:cNvSpPr>
            <a:spLocks/>
          </p:cNvSpPr>
          <p:nvPr/>
        </p:nvSpPr>
        <p:spPr>
          <a:xfrm>
            <a:off x="1736100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F61C8916-1C08-580E-2945-9841CD4B70A7}"/>
              </a:ext>
            </a:extLst>
          </p:cNvPr>
          <p:cNvSpPr>
            <a:spLocks/>
          </p:cNvSpPr>
          <p:nvPr/>
        </p:nvSpPr>
        <p:spPr>
          <a:xfrm>
            <a:off x="163980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88B85F43-030A-E9F8-CED5-AEDF3B495239}"/>
              </a:ext>
            </a:extLst>
          </p:cNvPr>
          <p:cNvSpPr>
            <a:spLocks/>
          </p:cNvSpPr>
          <p:nvPr/>
        </p:nvSpPr>
        <p:spPr>
          <a:xfrm>
            <a:off x="1719172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C97AB1FF-D0E4-6437-1ABA-CD05146CD8DB}"/>
              </a:ext>
            </a:extLst>
          </p:cNvPr>
          <p:cNvSpPr>
            <a:spLocks/>
          </p:cNvSpPr>
          <p:nvPr/>
        </p:nvSpPr>
        <p:spPr>
          <a:xfrm>
            <a:off x="1649166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00BC5EC9-E219-3C16-58DB-307A862C5B36}"/>
              </a:ext>
            </a:extLst>
          </p:cNvPr>
          <p:cNvSpPr>
            <a:spLocks/>
          </p:cNvSpPr>
          <p:nvPr/>
        </p:nvSpPr>
        <p:spPr>
          <a:xfrm>
            <a:off x="1635829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AB4CAF68-1D0B-06C9-C89E-0E623F5E7634}"/>
              </a:ext>
            </a:extLst>
          </p:cNvPr>
          <p:cNvSpPr>
            <a:spLocks/>
          </p:cNvSpPr>
          <p:nvPr/>
        </p:nvSpPr>
        <p:spPr>
          <a:xfrm>
            <a:off x="1739663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1198846B-3256-3444-3707-E5B0CFBF8C9A}"/>
              </a:ext>
            </a:extLst>
          </p:cNvPr>
          <p:cNvSpPr>
            <a:spLocks/>
          </p:cNvSpPr>
          <p:nvPr/>
        </p:nvSpPr>
        <p:spPr>
          <a:xfrm>
            <a:off x="1664416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93B3E24A-DDC6-F9A9-8582-C47D9C62F4DB}"/>
              </a:ext>
            </a:extLst>
          </p:cNvPr>
          <p:cNvSpPr>
            <a:spLocks/>
          </p:cNvSpPr>
          <p:nvPr/>
        </p:nvSpPr>
        <p:spPr>
          <a:xfrm>
            <a:off x="1667114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F27F16C9-A5EB-DF88-9F86-0A58F24DC106}"/>
              </a:ext>
            </a:extLst>
          </p:cNvPr>
          <p:cNvSpPr>
            <a:spLocks/>
          </p:cNvSpPr>
          <p:nvPr/>
        </p:nvSpPr>
        <p:spPr>
          <a:xfrm>
            <a:off x="1654453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9FF45D24-D49F-1553-4474-A426B8F5B55D}"/>
              </a:ext>
            </a:extLst>
          </p:cNvPr>
          <p:cNvSpPr>
            <a:spLocks/>
          </p:cNvSpPr>
          <p:nvPr/>
        </p:nvSpPr>
        <p:spPr>
          <a:xfrm>
            <a:off x="1702294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F3A972CD-42F5-E90F-6108-B3AD56EC51B2}"/>
              </a:ext>
            </a:extLst>
          </p:cNvPr>
          <p:cNvSpPr>
            <a:spLocks/>
          </p:cNvSpPr>
          <p:nvPr/>
        </p:nvSpPr>
        <p:spPr>
          <a:xfrm>
            <a:off x="1681306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1820DA85-F7ED-64FB-075C-15BEB6802742}"/>
              </a:ext>
            </a:extLst>
          </p:cNvPr>
          <p:cNvSpPr>
            <a:spLocks/>
          </p:cNvSpPr>
          <p:nvPr/>
        </p:nvSpPr>
        <p:spPr>
          <a:xfrm>
            <a:off x="1720638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6092E7E7-3B9A-3ECE-835C-6098D919E91E}"/>
              </a:ext>
            </a:extLst>
          </p:cNvPr>
          <p:cNvSpPr>
            <a:spLocks/>
          </p:cNvSpPr>
          <p:nvPr/>
        </p:nvSpPr>
        <p:spPr>
          <a:xfrm>
            <a:off x="1676434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6D2D1D01-CA24-B729-6B42-1417A6432C8E}"/>
              </a:ext>
            </a:extLst>
          </p:cNvPr>
          <p:cNvSpPr>
            <a:spLocks/>
          </p:cNvSpPr>
          <p:nvPr/>
        </p:nvSpPr>
        <p:spPr>
          <a:xfrm>
            <a:off x="1653275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178F0D7A-CD41-F8A6-0EEB-19A21D27E018}"/>
              </a:ext>
            </a:extLst>
          </p:cNvPr>
          <p:cNvSpPr>
            <a:spLocks/>
          </p:cNvSpPr>
          <p:nvPr/>
        </p:nvSpPr>
        <p:spPr>
          <a:xfrm>
            <a:off x="164282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F9F144C9-AFD1-1E1F-A40F-8FA2B6F9C3E9}"/>
              </a:ext>
            </a:extLst>
          </p:cNvPr>
          <p:cNvSpPr>
            <a:spLocks/>
          </p:cNvSpPr>
          <p:nvPr/>
        </p:nvSpPr>
        <p:spPr>
          <a:xfrm>
            <a:off x="1654564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5A550EF5-292E-E749-CD92-735DBF803B90}"/>
              </a:ext>
            </a:extLst>
          </p:cNvPr>
          <p:cNvSpPr>
            <a:spLocks/>
          </p:cNvSpPr>
          <p:nvPr/>
        </p:nvSpPr>
        <p:spPr>
          <a:xfrm>
            <a:off x="1670302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38B1D671-BF3E-0431-1080-160BBEE66046}"/>
              </a:ext>
            </a:extLst>
          </p:cNvPr>
          <p:cNvSpPr>
            <a:spLocks/>
          </p:cNvSpPr>
          <p:nvPr/>
        </p:nvSpPr>
        <p:spPr>
          <a:xfrm>
            <a:off x="1675024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F059C3A5-E220-2395-14C0-502D9771F458}"/>
              </a:ext>
            </a:extLst>
          </p:cNvPr>
          <p:cNvSpPr>
            <a:spLocks/>
          </p:cNvSpPr>
          <p:nvPr/>
        </p:nvSpPr>
        <p:spPr>
          <a:xfrm>
            <a:off x="17225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5E3D8CC-F9AC-7225-0844-E1464BDEF0B4}"/>
              </a:ext>
            </a:extLst>
          </p:cNvPr>
          <p:cNvSpPr>
            <a:spLocks/>
          </p:cNvSpPr>
          <p:nvPr/>
        </p:nvSpPr>
        <p:spPr>
          <a:xfrm>
            <a:off x="1731705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F68D0BA0-A232-36AC-A109-FF16977EBAFB}"/>
              </a:ext>
            </a:extLst>
          </p:cNvPr>
          <p:cNvSpPr>
            <a:spLocks/>
          </p:cNvSpPr>
          <p:nvPr/>
        </p:nvSpPr>
        <p:spPr>
          <a:xfrm>
            <a:off x="1639133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A99080A0-1013-A533-17FA-434E2EBC7A51}"/>
              </a:ext>
            </a:extLst>
          </p:cNvPr>
          <p:cNvSpPr>
            <a:spLocks/>
          </p:cNvSpPr>
          <p:nvPr/>
        </p:nvSpPr>
        <p:spPr>
          <a:xfrm>
            <a:off x="1622140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A939FECA-4A27-64D7-DB6B-E6E78E643378}"/>
              </a:ext>
            </a:extLst>
          </p:cNvPr>
          <p:cNvSpPr>
            <a:spLocks/>
          </p:cNvSpPr>
          <p:nvPr/>
        </p:nvSpPr>
        <p:spPr>
          <a:xfrm>
            <a:off x="17211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5C98A4A-5152-13BC-6D80-02F1162A61D6}"/>
              </a:ext>
            </a:extLst>
          </p:cNvPr>
          <p:cNvSpPr>
            <a:spLocks/>
          </p:cNvSpPr>
          <p:nvPr/>
        </p:nvSpPr>
        <p:spPr>
          <a:xfrm>
            <a:off x="16037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03F7680C-FA5E-2485-FCA4-30AFB341736A}"/>
              </a:ext>
            </a:extLst>
          </p:cNvPr>
          <p:cNvSpPr>
            <a:spLocks/>
          </p:cNvSpPr>
          <p:nvPr/>
        </p:nvSpPr>
        <p:spPr>
          <a:xfrm>
            <a:off x="1683632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80E1BF82-D447-675A-0365-D6F0128874D9}"/>
              </a:ext>
            </a:extLst>
          </p:cNvPr>
          <p:cNvSpPr>
            <a:spLocks/>
          </p:cNvSpPr>
          <p:nvPr/>
        </p:nvSpPr>
        <p:spPr>
          <a:xfrm>
            <a:off x="1693713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738C6F7F-9DE9-D444-B54D-739099281B92}"/>
              </a:ext>
            </a:extLst>
          </p:cNvPr>
          <p:cNvSpPr>
            <a:spLocks/>
          </p:cNvSpPr>
          <p:nvPr/>
        </p:nvSpPr>
        <p:spPr>
          <a:xfrm>
            <a:off x="1706967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0FF0F06B-AFBB-62AA-8A2B-BCA9A5EB82B5}"/>
              </a:ext>
            </a:extLst>
          </p:cNvPr>
          <p:cNvSpPr>
            <a:spLocks/>
          </p:cNvSpPr>
          <p:nvPr/>
        </p:nvSpPr>
        <p:spPr>
          <a:xfrm>
            <a:off x="1711282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5CEFF930-1A9E-D7A8-B416-F887D797A210}"/>
              </a:ext>
            </a:extLst>
          </p:cNvPr>
          <p:cNvSpPr>
            <a:spLocks/>
          </p:cNvSpPr>
          <p:nvPr/>
        </p:nvSpPr>
        <p:spPr>
          <a:xfrm>
            <a:off x="1689956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9C0752EB-7FF2-7431-86AA-C9BD8F2BDE0F}"/>
              </a:ext>
            </a:extLst>
          </p:cNvPr>
          <p:cNvSpPr>
            <a:spLocks/>
          </p:cNvSpPr>
          <p:nvPr/>
        </p:nvSpPr>
        <p:spPr>
          <a:xfrm>
            <a:off x="1620856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EBC74151-3C3E-BDDF-5651-23B1A1262230}"/>
              </a:ext>
            </a:extLst>
          </p:cNvPr>
          <p:cNvSpPr>
            <a:spLocks/>
          </p:cNvSpPr>
          <p:nvPr/>
        </p:nvSpPr>
        <p:spPr>
          <a:xfrm>
            <a:off x="1646269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7DEE69B4-1715-A297-E277-A136CA432C3D}"/>
              </a:ext>
            </a:extLst>
          </p:cNvPr>
          <p:cNvSpPr>
            <a:spLocks/>
          </p:cNvSpPr>
          <p:nvPr/>
        </p:nvSpPr>
        <p:spPr>
          <a:xfrm>
            <a:off x="1600879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2A5462F3-329C-0307-D393-59B09DFEC692}"/>
              </a:ext>
            </a:extLst>
          </p:cNvPr>
          <p:cNvSpPr>
            <a:spLocks/>
          </p:cNvSpPr>
          <p:nvPr/>
        </p:nvSpPr>
        <p:spPr>
          <a:xfrm>
            <a:off x="1738393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8A10A954-8FF8-A937-D1F4-4D5752CACEFD}"/>
              </a:ext>
            </a:extLst>
          </p:cNvPr>
          <p:cNvSpPr>
            <a:spLocks/>
          </p:cNvSpPr>
          <p:nvPr/>
        </p:nvSpPr>
        <p:spPr>
          <a:xfrm>
            <a:off x="1647518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5724E882-9B17-E30F-1079-8CD502711AB9}"/>
              </a:ext>
            </a:extLst>
          </p:cNvPr>
          <p:cNvSpPr>
            <a:spLocks/>
          </p:cNvSpPr>
          <p:nvPr/>
        </p:nvSpPr>
        <p:spPr>
          <a:xfrm>
            <a:off x="1693817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FC76EB5F-3FB2-7F78-D0BC-A9DCC417B313}"/>
              </a:ext>
            </a:extLst>
          </p:cNvPr>
          <p:cNvSpPr>
            <a:spLocks/>
          </p:cNvSpPr>
          <p:nvPr/>
        </p:nvSpPr>
        <p:spPr>
          <a:xfrm>
            <a:off x="1613541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95FE5D1-E515-D847-1E1B-010AEE5C06EF}"/>
              </a:ext>
            </a:extLst>
          </p:cNvPr>
          <p:cNvSpPr>
            <a:spLocks/>
          </p:cNvSpPr>
          <p:nvPr/>
        </p:nvSpPr>
        <p:spPr>
          <a:xfrm>
            <a:off x="1624256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D7589956-C14D-1454-EF4A-7501CCB2326B}"/>
              </a:ext>
            </a:extLst>
          </p:cNvPr>
          <p:cNvSpPr>
            <a:spLocks/>
          </p:cNvSpPr>
          <p:nvPr/>
        </p:nvSpPr>
        <p:spPr>
          <a:xfrm>
            <a:off x="1727743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BE8D2732-6132-BAE6-9A14-95C334B38225}"/>
              </a:ext>
            </a:extLst>
          </p:cNvPr>
          <p:cNvSpPr>
            <a:spLocks/>
          </p:cNvSpPr>
          <p:nvPr/>
        </p:nvSpPr>
        <p:spPr>
          <a:xfrm>
            <a:off x="166199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90233958-8D66-94EF-8F22-B7C590C6FCC1}"/>
              </a:ext>
            </a:extLst>
          </p:cNvPr>
          <p:cNvSpPr>
            <a:spLocks/>
          </p:cNvSpPr>
          <p:nvPr/>
        </p:nvSpPr>
        <p:spPr>
          <a:xfrm>
            <a:off x="1607966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7FE43647-F748-9D12-7531-E20B1DB7EB7A}"/>
              </a:ext>
            </a:extLst>
          </p:cNvPr>
          <p:cNvSpPr>
            <a:spLocks/>
          </p:cNvSpPr>
          <p:nvPr/>
        </p:nvSpPr>
        <p:spPr>
          <a:xfrm>
            <a:off x="164800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0229EA1F-5EAE-6926-0268-493640C42708}"/>
              </a:ext>
            </a:extLst>
          </p:cNvPr>
          <p:cNvSpPr>
            <a:spLocks/>
          </p:cNvSpPr>
          <p:nvPr/>
        </p:nvSpPr>
        <p:spPr>
          <a:xfrm>
            <a:off x="1619093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ADAAA4D2-18C5-80F8-C820-1DDFAAE0FE71}"/>
              </a:ext>
            </a:extLst>
          </p:cNvPr>
          <p:cNvSpPr>
            <a:spLocks/>
          </p:cNvSpPr>
          <p:nvPr/>
        </p:nvSpPr>
        <p:spPr>
          <a:xfrm>
            <a:off x="1643873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78C09DC-D501-AA77-6B14-8D24A933CA68}"/>
              </a:ext>
            </a:extLst>
          </p:cNvPr>
          <p:cNvSpPr>
            <a:spLocks/>
          </p:cNvSpPr>
          <p:nvPr/>
        </p:nvSpPr>
        <p:spPr>
          <a:xfrm>
            <a:off x="1674988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A27069EC-A8EB-51E4-27CF-6A857DF6B703}"/>
              </a:ext>
            </a:extLst>
          </p:cNvPr>
          <p:cNvSpPr>
            <a:spLocks/>
          </p:cNvSpPr>
          <p:nvPr/>
        </p:nvSpPr>
        <p:spPr>
          <a:xfrm>
            <a:off x="1634737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AC561BEF-C298-3B67-E9BC-AC6BBFC49A68}"/>
              </a:ext>
            </a:extLst>
          </p:cNvPr>
          <p:cNvSpPr>
            <a:spLocks/>
          </p:cNvSpPr>
          <p:nvPr/>
        </p:nvSpPr>
        <p:spPr>
          <a:xfrm>
            <a:off x="1698812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03494FF1-6A75-26D8-21CA-80FA3EDB848C}"/>
              </a:ext>
            </a:extLst>
          </p:cNvPr>
          <p:cNvSpPr>
            <a:spLocks/>
          </p:cNvSpPr>
          <p:nvPr/>
        </p:nvSpPr>
        <p:spPr>
          <a:xfrm>
            <a:off x="1684129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CEA75010-41FB-10F9-69DC-33CB4DCB6C25}"/>
              </a:ext>
            </a:extLst>
          </p:cNvPr>
          <p:cNvSpPr>
            <a:spLocks/>
          </p:cNvSpPr>
          <p:nvPr/>
        </p:nvSpPr>
        <p:spPr>
          <a:xfrm>
            <a:off x="16663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78EDA05D-F500-7819-2484-EB9E4751BB53}"/>
              </a:ext>
            </a:extLst>
          </p:cNvPr>
          <p:cNvSpPr>
            <a:spLocks/>
          </p:cNvSpPr>
          <p:nvPr/>
        </p:nvSpPr>
        <p:spPr>
          <a:xfrm>
            <a:off x="1700905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7AA6D195-EA32-8FAE-A908-73CDAD753FF7}"/>
              </a:ext>
            </a:extLst>
          </p:cNvPr>
          <p:cNvSpPr>
            <a:spLocks/>
          </p:cNvSpPr>
          <p:nvPr/>
        </p:nvSpPr>
        <p:spPr>
          <a:xfrm>
            <a:off x="1689295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833F02ED-FED3-D88C-4728-F5259A6E6A6C}"/>
              </a:ext>
            </a:extLst>
          </p:cNvPr>
          <p:cNvSpPr>
            <a:spLocks/>
          </p:cNvSpPr>
          <p:nvPr/>
        </p:nvSpPr>
        <p:spPr>
          <a:xfrm>
            <a:off x="1630654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C00E0C70-CC74-F1B4-1019-1F0CEF2D752A}"/>
              </a:ext>
            </a:extLst>
          </p:cNvPr>
          <p:cNvSpPr>
            <a:spLocks/>
          </p:cNvSpPr>
          <p:nvPr/>
        </p:nvSpPr>
        <p:spPr>
          <a:xfrm>
            <a:off x="1693296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B8A07D80-EA06-8A77-C292-A60615AFA8A7}"/>
              </a:ext>
            </a:extLst>
          </p:cNvPr>
          <p:cNvSpPr>
            <a:spLocks/>
          </p:cNvSpPr>
          <p:nvPr/>
        </p:nvSpPr>
        <p:spPr>
          <a:xfrm>
            <a:off x="1645960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8B9C0329-F550-19F0-55B5-96B05295B78D}"/>
              </a:ext>
            </a:extLst>
          </p:cNvPr>
          <p:cNvSpPr>
            <a:spLocks/>
          </p:cNvSpPr>
          <p:nvPr/>
        </p:nvSpPr>
        <p:spPr>
          <a:xfrm>
            <a:off x="1701306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B80F6FF2-1188-22F6-C239-AAB0154628F8}"/>
              </a:ext>
            </a:extLst>
          </p:cNvPr>
          <p:cNvSpPr>
            <a:spLocks/>
          </p:cNvSpPr>
          <p:nvPr/>
        </p:nvSpPr>
        <p:spPr>
          <a:xfrm>
            <a:off x="1680892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066DFC1E-FB0E-6867-4094-0B5D69767E83}"/>
              </a:ext>
            </a:extLst>
          </p:cNvPr>
          <p:cNvSpPr>
            <a:spLocks/>
          </p:cNvSpPr>
          <p:nvPr/>
        </p:nvSpPr>
        <p:spPr>
          <a:xfrm>
            <a:off x="1610495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1A752B07-604C-6423-EF19-0B35DB62845B}"/>
              </a:ext>
            </a:extLst>
          </p:cNvPr>
          <p:cNvSpPr>
            <a:spLocks/>
          </p:cNvSpPr>
          <p:nvPr/>
        </p:nvSpPr>
        <p:spPr>
          <a:xfrm>
            <a:off x="1700704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1FAF83BF-EB45-AEE6-41BB-B9F4FB4B1ABF}"/>
              </a:ext>
            </a:extLst>
          </p:cNvPr>
          <p:cNvSpPr>
            <a:spLocks/>
          </p:cNvSpPr>
          <p:nvPr/>
        </p:nvSpPr>
        <p:spPr>
          <a:xfrm>
            <a:off x="1711653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AA083675-964D-EA98-C6AD-5359D741F965}"/>
              </a:ext>
            </a:extLst>
          </p:cNvPr>
          <p:cNvSpPr>
            <a:spLocks/>
          </p:cNvSpPr>
          <p:nvPr/>
        </p:nvSpPr>
        <p:spPr>
          <a:xfrm>
            <a:off x="16954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A3C1A614-5A2C-C9A4-0140-23307BDD6F54}"/>
              </a:ext>
            </a:extLst>
          </p:cNvPr>
          <p:cNvSpPr>
            <a:spLocks/>
          </p:cNvSpPr>
          <p:nvPr/>
        </p:nvSpPr>
        <p:spPr>
          <a:xfrm>
            <a:off x="1668554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94399793-92A9-26D9-D833-5232568AABD0}"/>
              </a:ext>
            </a:extLst>
          </p:cNvPr>
          <p:cNvSpPr>
            <a:spLocks/>
          </p:cNvSpPr>
          <p:nvPr/>
        </p:nvSpPr>
        <p:spPr>
          <a:xfrm>
            <a:off x="1636792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5E5B40A6-B934-3D87-994F-EC62691BD7F6}"/>
              </a:ext>
            </a:extLst>
          </p:cNvPr>
          <p:cNvSpPr>
            <a:spLocks/>
          </p:cNvSpPr>
          <p:nvPr/>
        </p:nvSpPr>
        <p:spPr>
          <a:xfrm>
            <a:off x="160863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E8FEA931-8C2A-FFFE-52E0-C5C973BEFEE5}"/>
              </a:ext>
            </a:extLst>
          </p:cNvPr>
          <p:cNvSpPr>
            <a:spLocks/>
          </p:cNvSpPr>
          <p:nvPr/>
        </p:nvSpPr>
        <p:spPr>
          <a:xfrm>
            <a:off x="1706129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02B870BB-8C3C-F21B-43B0-0BA6EE225362}"/>
              </a:ext>
            </a:extLst>
          </p:cNvPr>
          <p:cNvSpPr>
            <a:spLocks/>
          </p:cNvSpPr>
          <p:nvPr/>
        </p:nvSpPr>
        <p:spPr>
          <a:xfrm>
            <a:off x="172131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A3D045CE-4DD5-3892-BF73-7432FD55CDA9}"/>
              </a:ext>
            </a:extLst>
          </p:cNvPr>
          <p:cNvSpPr>
            <a:spLocks/>
          </p:cNvSpPr>
          <p:nvPr/>
        </p:nvSpPr>
        <p:spPr>
          <a:xfrm>
            <a:off x="17039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EC522661-EE9B-0F2F-DC76-BF16F8214472}"/>
              </a:ext>
            </a:extLst>
          </p:cNvPr>
          <p:cNvSpPr>
            <a:spLocks/>
          </p:cNvSpPr>
          <p:nvPr/>
        </p:nvSpPr>
        <p:spPr>
          <a:xfrm>
            <a:off x="1637260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1DC42789-A8E9-9F47-7845-3BC604CDCD45}"/>
              </a:ext>
            </a:extLst>
          </p:cNvPr>
          <p:cNvSpPr>
            <a:spLocks/>
          </p:cNvSpPr>
          <p:nvPr/>
        </p:nvSpPr>
        <p:spPr>
          <a:xfrm>
            <a:off x="1684551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B6BE3B99-0039-8D61-7C21-BA584525E7C9}"/>
              </a:ext>
            </a:extLst>
          </p:cNvPr>
          <p:cNvSpPr>
            <a:spLocks/>
          </p:cNvSpPr>
          <p:nvPr/>
        </p:nvSpPr>
        <p:spPr>
          <a:xfrm>
            <a:off x="1617902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F53DAA00-3CBD-E17C-DCF4-C2886F8BDAD1}"/>
              </a:ext>
            </a:extLst>
          </p:cNvPr>
          <p:cNvSpPr>
            <a:spLocks/>
          </p:cNvSpPr>
          <p:nvPr/>
        </p:nvSpPr>
        <p:spPr>
          <a:xfrm>
            <a:off x="1686181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6169258B-3512-0748-239D-402570F087F2}"/>
              </a:ext>
            </a:extLst>
          </p:cNvPr>
          <p:cNvSpPr>
            <a:spLocks/>
          </p:cNvSpPr>
          <p:nvPr/>
        </p:nvSpPr>
        <p:spPr>
          <a:xfrm>
            <a:off x="1690927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F3C0C5C5-7171-A400-F59D-6F3C1B2F4CEE}"/>
              </a:ext>
            </a:extLst>
          </p:cNvPr>
          <p:cNvSpPr>
            <a:spLocks/>
          </p:cNvSpPr>
          <p:nvPr/>
        </p:nvSpPr>
        <p:spPr>
          <a:xfrm>
            <a:off x="1660701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5A2EA51B-2DD0-69CC-E3EC-C882F1AE8267}"/>
              </a:ext>
            </a:extLst>
          </p:cNvPr>
          <p:cNvSpPr>
            <a:spLocks/>
          </p:cNvSpPr>
          <p:nvPr/>
        </p:nvSpPr>
        <p:spPr>
          <a:xfrm>
            <a:off x="1691027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C342A885-9EAD-EEEB-4E13-9B92890132D0}"/>
              </a:ext>
            </a:extLst>
          </p:cNvPr>
          <p:cNvSpPr>
            <a:spLocks/>
          </p:cNvSpPr>
          <p:nvPr/>
        </p:nvSpPr>
        <p:spPr>
          <a:xfrm>
            <a:off x="1709401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B590398D-17C7-CE02-CE6D-2BC621A46162}"/>
              </a:ext>
            </a:extLst>
          </p:cNvPr>
          <p:cNvSpPr>
            <a:spLocks/>
          </p:cNvSpPr>
          <p:nvPr/>
        </p:nvSpPr>
        <p:spPr>
          <a:xfrm>
            <a:off x="1720600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118A1A6F-F248-1D29-3793-FF57EEC3484D}"/>
              </a:ext>
            </a:extLst>
          </p:cNvPr>
          <p:cNvSpPr>
            <a:spLocks/>
          </p:cNvSpPr>
          <p:nvPr/>
        </p:nvSpPr>
        <p:spPr>
          <a:xfrm>
            <a:off x="1738315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B67464F2-71D2-E62E-60C3-E83B4E75BA40}"/>
              </a:ext>
            </a:extLst>
          </p:cNvPr>
          <p:cNvSpPr>
            <a:spLocks/>
          </p:cNvSpPr>
          <p:nvPr/>
        </p:nvSpPr>
        <p:spPr>
          <a:xfrm>
            <a:off x="1609180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25A6624E-EA7A-E097-AA1B-1CE321796016}"/>
              </a:ext>
            </a:extLst>
          </p:cNvPr>
          <p:cNvSpPr>
            <a:spLocks/>
          </p:cNvSpPr>
          <p:nvPr/>
        </p:nvSpPr>
        <p:spPr>
          <a:xfrm>
            <a:off x="1684690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3AE9A568-1D63-F584-B1EB-50E77CD52D7F}"/>
              </a:ext>
            </a:extLst>
          </p:cNvPr>
          <p:cNvSpPr>
            <a:spLocks/>
          </p:cNvSpPr>
          <p:nvPr/>
        </p:nvSpPr>
        <p:spPr>
          <a:xfrm>
            <a:off x="1648781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A207330F-97E9-BA87-ED21-32EE127347F1}"/>
              </a:ext>
            </a:extLst>
          </p:cNvPr>
          <p:cNvSpPr>
            <a:spLocks/>
          </p:cNvSpPr>
          <p:nvPr/>
        </p:nvSpPr>
        <p:spPr>
          <a:xfrm>
            <a:off x="1684678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1F4572A6-1B4A-E56E-759E-4A8C999A2C18}"/>
              </a:ext>
            </a:extLst>
          </p:cNvPr>
          <p:cNvSpPr>
            <a:spLocks/>
          </p:cNvSpPr>
          <p:nvPr/>
        </p:nvSpPr>
        <p:spPr>
          <a:xfrm>
            <a:off x="1717221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B4B311B7-491C-9949-0ACB-824899F8202B}"/>
              </a:ext>
            </a:extLst>
          </p:cNvPr>
          <p:cNvSpPr>
            <a:spLocks/>
          </p:cNvSpPr>
          <p:nvPr/>
        </p:nvSpPr>
        <p:spPr>
          <a:xfrm>
            <a:off x="1719582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BF89DFF8-8597-5F22-C9EC-A4EDDF14C1B0}"/>
              </a:ext>
            </a:extLst>
          </p:cNvPr>
          <p:cNvSpPr>
            <a:spLocks/>
          </p:cNvSpPr>
          <p:nvPr/>
        </p:nvSpPr>
        <p:spPr>
          <a:xfrm>
            <a:off x="1616307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5D1EAD71-3547-0E72-2219-F3552FA12F3B}"/>
              </a:ext>
            </a:extLst>
          </p:cNvPr>
          <p:cNvSpPr>
            <a:spLocks/>
          </p:cNvSpPr>
          <p:nvPr/>
        </p:nvSpPr>
        <p:spPr>
          <a:xfrm>
            <a:off x="1622209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60EC4900-2E9A-829B-B4A6-A1CF1A9D0CD1}"/>
              </a:ext>
            </a:extLst>
          </p:cNvPr>
          <p:cNvSpPr>
            <a:spLocks/>
          </p:cNvSpPr>
          <p:nvPr/>
        </p:nvSpPr>
        <p:spPr>
          <a:xfrm>
            <a:off x="1622187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099182E4-1D25-B15A-178C-693E6959C2C5}"/>
              </a:ext>
            </a:extLst>
          </p:cNvPr>
          <p:cNvSpPr>
            <a:spLocks/>
          </p:cNvSpPr>
          <p:nvPr/>
        </p:nvSpPr>
        <p:spPr>
          <a:xfrm>
            <a:off x="1696312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91CB3B18-1280-F376-D80F-4C35B6E9FBF5}"/>
              </a:ext>
            </a:extLst>
          </p:cNvPr>
          <p:cNvSpPr>
            <a:spLocks/>
          </p:cNvSpPr>
          <p:nvPr/>
        </p:nvSpPr>
        <p:spPr>
          <a:xfrm>
            <a:off x="1614971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7CFF7771-D93C-24F3-1295-DBCC43590A4F}"/>
              </a:ext>
            </a:extLst>
          </p:cNvPr>
          <p:cNvSpPr>
            <a:spLocks/>
          </p:cNvSpPr>
          <p:nvPr/>
        </p:nvSpPr>
        <p:spPr>
          <a:xfrm>
            <a:off x="1697905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4E401DDB-407B-B211-5013-D8A16855CAD1}"/>
              </a:ext>
            </a:extLst>
          </p:cNvPr>
          <p:cNvSpPr>
            <a:spLocks/>
          </p:cNvSpPr>
          <p:nvPr/>
        </p:nvSpPr>
        <p:spPr>
          <a:xfrm>
            <a:off x="1663679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3F7FFF98-DF6A-2C71-E8C3-E1D8D523B636}"/>
              </a:ext>
            </a:extLst>
          </p:cNvPr>
          <p:cNvSpPr>
            <a:spLocks/>
          </p:cNvSpPr>
          <p:nvPr/>
        </p:nvSpPr>
        <p:spPr>
          <a:xfrm>
            <a:off x="1651694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DFC85E7C-7DB2-3B5B-936D-EAFD525910C8}"/>
              </a:ext>
            </a:extLst>
          </p:cNvPr>
          <p:cNvSpPr>
            <a:spLocks/>
          </p:cNvSpPr>
          <p:nvPr/>
        </p:nvSpPr>
        <p:spPr>
          <a:xfrm>
            <a:off x="1620846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7194432B-375E-5623-334D-1D580F4EFE5D}"/>
              </a:ext>
            </a:extLst>
          </p:cNvPr>
          <p:cNvSpPr>
            <a:spLocks/>
          </p:cNvSpPr>
          <p:nvPr/>
        </p:nvSpPr>
        <p:spPr>
          <a:xfrm>
            <a:off x="1664560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2075C7E6-81E9-0B45-9977-2BE076E03E60}"/>
              </a:ext>
            </a:extLst>
          </p:cNvPr>
          <p:cNvSpPr>
            <a:spLocks/>
          </p:cNvSpPr>
          <p:nvPr/>
        </p:nvSpPr>
        <p:spPr>
          <a:xfrm>
            <a:off x="1640544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FC1EC1A4-1DD2-072C-FBE7-E8F192F7D23A}"/>
              </a:ext>
            </a:extLst>
          </p:cNvPr>
          <p:cNvSpPr>
            <a:spLocks/>
          </p:cNvSpPr>
          <p:nvPr/>
        </p:nvSpPr>
        <p:spPr>
          <a:xfrm>
            <a:off x="1728619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397CBA76-BA71-5E46-56DA-E97012050D61}"/>
              </a:ext>
            </a:extLst>
          </p:cNvPr>
          <p:cNvSpPr>
            <a:spLocks/>
          </p:cNvSpPr>
          <p:nvPr/>
        </p:nvSpPr>
        <p:spPr>
          <a:xfrm>
            <a:off x="1711461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A8503CCE-9726-1AA3-812D-BCDA5F1D6559}"/>
              </a:ext>
            </a:extLst>
          </p:cNvPr>
          <p:cNvSpPr>
            <a:spLocks/>
          </p:cNvSpPr>
          <p:nvPr/>
        </p:nvSpPr>
        <p:spPr>
          <a:xfrm>
            <a:off x="1683251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86F44B11-61F7-A43A-2409-1C706D6AE6BA}"/>
              </a:ext>
            </a:extLst>
          </p:cNvPr>
          <p:cNvSpPr>
            <a:spLocks/>
          </p:cNvSpPr>
          <p:nvPr/>
        </p:nvSpPr>
        <p:spPr>
          <a:xfrm>
            <a:off x="1620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D26E3416-4462-3D16-83EE-B59A1A5ACB67}"/>
              </a:ext>
            </a:extLst>
          </p:cNvPr>
          <p:cNvSpPr>
            <a:spLocks/>
          </p:cNvSpPr>
          <p:nvPr/>
        </p:nvSpPr>
        <p:spPr>
          <a:xfrm>
            <a:off x="1646142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D289A0CE-5149-2ADF-7FA7-1FE61248CADE}"/>
              </a:ext>
            </a:extLst>
          </p:cNvPr>
          <p:cNvSpPr>
            <a:spLocks/>
          </p:cNvSpPr>
          <p:nvPr/>
        </p:nvSpPr>
        <p:spPr>
          <a:xfrm>
            <a:off x="16380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264D739C-6310-D28B-2485-9D71FFEE9E7A}"/>
              </a:ext>
            </a:extLst>
          </p:cNvPr>
          <p:cNvSpPr>
            <a:spLocks/>
          </p:cNvSpPr>
          <p:nvPr/>
        </p:nvSpPr>
        <p:spPr>
          <a:xfrm>
            <a:off x="16952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91F15C01-C86E-55B7-09FA-E1D9773BD076}"/>
              </a:ext>
            </a:extLst>
          </p:cNvPr>
          <p:cNvSpPr>
            <a:spLocks/>
          </p:cNvSpPr>
          <p:nvPr/>
        </p:nvSpPr>
        <p:spPr>
          <a:xfrm>
            <a:off x="1917398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91E1A3DE-DD7F-D0A8-AE81-01061BEF90E3}"/>
              </a:ext>
            </a:extLst>
          </p:cNvPr>
          <p:cNvSpPr>
            <a:spLocks/>
          </p:cNvSpPr>
          <p:nvPr/>
        </p:nvSpPr>
        <p:spPr>
          <a:xfrm>
            <a:off x="1841084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6307B025-462A-4ED2-83D8-BEBF6A413A72}"/>
              </a:ext>
            </a:extLst>
          </p:cNvPr>
          <p:cNvSpPr>
            <a:spLocks/>
          </p:cNvSpPr>
          <p:nvPr/>
        </p:nvSpPr>
        <p:spPr>
          <a:xfrm>
            <a:off x="1948005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5ACF6A61-136F-B465-8492-BF3FEE4F4AF4}"/>
              </a:ext>
            </a:extLst>
          </p:cNvPr>
          <p:cNvSpPr>
            <a:spLocks/>
          </p:cNvSpPr>
          <p:nvPr/>
        </p:nvSpPr>
        <p:spPr>
          <a:xfrm>
            <a:off x="1842208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AEB505F8-734B-EDFE-1650-BD9FF419CDB4}"/>
              </a:ext>
            </a:extLst>
          </p:cNvPr>
          <p:cNvSpPr>
            <a:spLocks/>
          </p:cNvSpPr>
          <p:nvPr/>
        </p:nvSpPr>
        <p:spPr>
          <a:xfrm>
            <a:off x="1908462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EC517F44-9432-4FDC-A278-0BC39BEF2493}"/>
              </a:ext>
            </a:extLst>
          </p:cNvPr>
          <p:cNvSpPr>
            <a:spLocks/>
          </p:cNvSpPr>
          <p:nvPr/>
        </p:nvSpPr>
        <p:spPr>
          <a:xfrm>
            <a:off x="1909924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9EF72383-49F5-C624-1A31-B88F4F48BE7E}"/>
              </a:ext>
            </a:extLst>
          </p:cNvPr>
          <p:cNvSpPr>
            <a:spLocks/>
          </p:cNvSpPr>
          <p:nvPr/>
        </p:nvSpPr>
        <p:spPr>
          <a:xfrm>
            <a:off x="1964416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59151625-EA3E-FA48-49D5-AEA69B64F8A2}"/>
              </a:ext>
            </a:extLst>
          </p:cNvPr>
          <p:cNvSpPr>
            <a:spLocks/>
          </p:cNvSpPr>
          <p:nvPr/>
        </p:nvSpPr>
        <p:spPr>
          <a:xfrm>
            <a:off x="1905517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7F4FC3C1-36BF-B7EF-E554-25B7A505E19A}"/>
              </a:ext>
            </a:extLst>
          </p:cNvPr>
          <p:cNvSpPr>
            <a:spLocks/>
          </p:cNvSpPr>
          <p:nvPr/>
        </p:nvSpPr>
        <p:spPr>
          <a:xfrm>
            <a:off x="1904641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11185DE1-7C64-F6EE-A31E-FE4B933DF46F}"/>
              </a:ext>
            </a:extLst>
          </p:cNvPr>
          <p:cNvSpPr>
            <a:spLocks/>
          </p:cNvSpPr>
          <p:nvPr/>
        </p:nvSpPr>
        <p:spPr>
          <a:xfrm>
            <a:off x="1904592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2CE1F0B3-2C76-19D3-1A3B-178B27EB737F}"/>
              </a:ext>
            </a:extLst>
          </p:cNvPr>
          <p:cNvSpPr>
            <a:spLocks/>
          </p:cNvSpPr>
          <p:nvPr/>
        </p:nvSpPr>
        <p:spPr>
          <a:xfrm>
            <a:off x="1873012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8A766421-05BB-1A74-C7CF-49F9CC34250D}"/>
              </a:ext>
            </a:extLst>
          </p:cNvPr>
          <p:cNvSpPr>
            <a:spLocks/>
          </p:cNvSpPr>
          <p:nvPr/>
        </p:nvSpPr>
        <p:spPr>
          <a:xfrm>
            <a:off x="1833013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7928EDFA-2453-FA7F-0D9A-0C110D302DF8}"/>
              </a:ext>
            </a:extLst>
          </p:cNvPr>
          <p:cNvSpPr>
            <a:spLocks/>
          </p:cNvSpPr>
          <p:nvPr/>
        </p:nvSpPr>
        <p:spPr>
          <a:xfrm>
            <a:off x="1945448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67D00DE9-CBBC-9D78-D38E-21B1C03BC903}"/>
              </a:ext>
            </a:extLst>
          </p:cNvPr>
          <p:cNvSpPr>
            <a:spLocks/>
          </p:cNvSpPr>
          <p:nvPr/>
        </p:nvSpPr>
        <p:spPr>
          <a:xfrm>
            <a:off x="1825302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3A762761-DF43-4C44-AEA8-B6AAFA12DE13}"/>
              </a:ext>
            </a:extLst>
          </p:cNvPr>
          <p:cNvSpPr>
            <a:spLocks/>
          </p:cNvSpPr>
          <p:nvPr/>
        </p:nvSpPr>
        <p:spPr>
          <a:xfrm>
            <a:off x="1963438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71ED7873-D9EA-93F8-BA6F-24579C798BDA}"/>
              </a:ext>
            </a:extLst>
          </p:cNvPr>
          <p:cNvSpPr>
            <a:spLocks/>
          </p:cNvSpPr>
          <p:nvPr/>
        </p:nvSpPr>
        <p:spPr>
          <a:xfrm>
            <a:off x="1948923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BE12A727-67E2-1E87-6889-67CB249A8502}"/>
              </a:ext>
            </a:extLst>
          </p:cNvPr>
          <p:cNvSpPr>
            <a:spLocks/>
          </p:cNvSpPr>
          <p:nvPr/>
        </p:nvSpPr>
        <p:spPr>
          <a:xfrm>
            <a:off x="1875684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63CE68D3-C568-B89C-BA9E-245EFD20CE2F}"/>
              </a:ext>
            </a:extLst>
          </p:cNvPr>
          <p:cNvSpPr>
            <a:spLocks/>
          </p:cNvSpPr>
          <p:nvPr/>
        </p:nvSpPr>
        <p:spPr>
          <a:xfrm>
            <a:off x="1929470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DC8C690E-17CB-D367-99E1-B49D8499390B}"/>
              </a:ext>
            </a:extLst>
          </p:cNvPr>
          <p:cNvSpPr>
            <a:spLocks/>
          </p:cNvSpPr>
          <p:nvPr/>
        </p:nvSpPr>
        <p:spPr>
          <a:xfrm>
            <a:off x="1862856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463B15D7-22BB-D69E-C022-BC6828204CD8}"/>
              </a:ext>
            </a:extLst>
          </p:cNvPr>
          <p:cNvSpPr>
            <a:spLocks/>
          </p:cNvSpPr>
          <p:nvPr/>
        </p:nvSpPr>
        <p:spPr>
          <a:xfrm>
            <a:off x="1830453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B8541F75-7329-26C3-9698-A2D96C23944B}"/>
              </a:ext>
            </a:extLst>
          </p:cNvPr>
          <p:cNvSpPr>
            <a:spLocks/>
          </p:cNvSpPr>
          <p:nvPr/>
        </p:nvSpPr>
        <p:spPr>
          <a:xfrm>
            <a:off x="1943268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3E94CBC-A6BC-4327-16EA-F48C9401D84E}"/>
              </a:ext>
            </a:extLst>
          </p:cNvPr>
          <p:cNvSpPr>
            <a:spLocks/>
          </p:cNvSpPr>
          <p:nvPr/>
        </p:nvSpPr>
        <p:spPr>
          <a:xfrm>
            <a:off x="1840711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D0CC1EBA-AF7C-6FD4-F7D4-562456385AB5}"/>
              </a:ext>
            </a:extLst>
          </p:cNvPr>
          <p:cNvSpPr>
            <a:spLocks/>
          </p:cNvSpPr>
          <p:nvPr/>
        </p:nvSpPr>
        <p:spPr>
          <a:xfrm>
            <a:off x="1852421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8404EA05-878C-8286-6CE2-EE7BE295A967}"/>
              </a:ext>
            </a:extLst>
          </p:cNvPr>
          <p:cNvSpPr>
            <a:spLocks/>
          </p:cNvSpPr>
          <p:nvPr/>
        </p:nvSpPr>
        <p:spPr>
          <a:xfrm>
            <a:off x="1855190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2A88C2CB-F635-AC21-6E7C-865269D3303F}"/>
              </a:ext>
            </a:extLst>
          </p:cNvPr>
          <p:cNvSpPr>
            <a:spLocks/>
          </p:cNvSpPr>
          <p:nvPr/>
        </p:nvSpPr>
        <p:spPr>
          <a:xfrm>
            <a:off x="1929325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8871BD8F-A1AB-A359-1384-CA74F8EB2ADE}"/>
              </a:ext>
            </a:extLst>
          </p:cNvPr>
          <p:cNvSpPr>
            <a:spLocks/>
          </p:cNvSpPr>
          <p:nvPr/>
        </p:nvSpPr>
        <p:spPr>
          <a:xfrm>
            <a:off x="189222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2E191C9F-07E8-7253-D441-456AA17831AF}"/>
              </a:ext>
            </a:extLst>
          </p:cNvPr>
          <p:cNvSpPr>
            <a:spLocks/>
          </p:cNvSpPr>
          <p:nvPr/>
        </p:nvSpPr>
        <p:spPr>
          <a:xfrm>
            <a:off x="1825024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5F8A8DB7-FE3F-AF36-E545-33FFD49BA5FD}"/>
              </a:ext>
            </a:extLst>
          </p:cNvPr>
          <p:cNvSpPr>
            <a:spLocks/>
          </p:cNvSpPr>
          <p:nvPr/>
        </p:nvSpPr>
        <p:spPr>
          <a:xfrm>
            <a:off x="1843585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3E67E6FE-0A9B-52CD-806F-5B730E177B79}"/>
              </a:ext>
            </a:extLst>
          </p:cNvPr>
          <p:cNvSpPr>
            <a:spLocks/>
          </p:cNvSpPr>
          <p:nvPr/>
        </p:nvSpPr>
        <p:spPr>
          <a:xfrm>
            <a:off x="1893320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D5EBEC95-37F6-2FA0-B7DE-28242301401F}"/>
              </a:ext>
            </a:extLst>
          </p:cNvPr>
          <p:cNvSpPr>
            <a:spLocks/>
          </p:cNvSpPr>
          <p:nvPr/>
        </p:nvSpPr>
        <p:spPr>
          <a:xfrm>
            <a:off x="1943596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97CA4F3C-9C6E-271C-81AA-A73895E43E70}"/>
              </a:ext>
            </a:extLst>
          </p:cNvPr>
          <p:cNvSpPr>
            <a:spLocks/>
          </p:cNvSpPr>
          <p:nvPr/>
        </p:nvSpPr>
        <p:spPr>
          <a:xfrm>
            <a:off x="1879390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357846BF-018D-3A1D-5D27-D76F1851CE59}"/>
              </a:ext>
            </a:extLst>
          </p:cNvPr>
          <p:cNvSpPr>
            <a:spLocks/>
          </p:cNvSpPr>
          <p:nvPr/>
        </p:nvSpPr>
        <p:spPr>
          <a:xfrm>
            <a:off x="1880927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86A899C4-534E-ADB8-A799-6095C153D6A1}"/>
              </a:ext>
            </a:extLst>
          </p:cNvPr>
          <p:cNvSpPr>
            <a:spLocks/>
          </p:cNvSpPr>
          <p:nvPr/>
        </p:nvSpPr>
        <p:spPr>
          <a:xfrm>
            <a:off x="1838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FF9C0159-0185-D7AB-E662-639A0D1D6F34}"/>
              </a:ext>
            </a:extLst>
          </p:cNvPr>
          <p:cNvSpPr>
            <a:spLocks/>
          </p:cNvSpPr>
          <p:nvPr/>
        </p:nvSpPr>
        <p:spPr>
          <a:xfrm>
            <a:off x="1924907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83B27D4A-798D-EFBE-03BD-478C8944A144}"/>
              </a:ext>
            </a:extLst>
          </p:cNvPr>
          <p:cNvSpPr>
            <a:spLocks/>
          </p:cNvSpPr>
          <p:nvPr/>
        </p:nvSpPr>
        <p:spPr>
          <a:xfrm>
            <a:off x="1896760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CFABE51E-E2D8-D27F-B100-92D1185E80DC}"/>
              </a:ext>
            </a:extLst>
          </p:cNvPr>
          <p:cNvSpPr>
            <a:spLocks/>
          </p:cNvSpPr>
          <p:nvPr/>
        </p:nvSpPr>
        <p:spPr>
          <a:xfrm>
            <a:off x="18486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7877B427-8C69-A407-26A2-D9E41DA9FF08}"/>
              </a:ext>
            </a:extLst>
          </p:cNvPr>
          <p:cNvSpPr>
            <a:spLocks/>
          </p:cNvSpPr>
          <p:nvPr/>
        </p:nvSpPr>
        <p:spPr>
          <a:xfrm>
            <a:off x="1956795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1C02D630-5788-E31B-82E0-ED461A53D9FF}"/>
              </a:ext>
            </a:extLst>
          </p:cNvPr>
          <p:cNvSpPr>
            <a:spLocks/>
          </p:cNvSpPr>
          <p:nvPr/>
        </p:nvSpPr>
        <p:spPr>
          <a:xfrm>
            <a:off x="1899000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5A7C3FDA-2E12-398A-16A7-E2A9412A01D8}"/>
              </a:ext>
            </a:extLst>
          </p:cNvPr>
          <p:cNvSpPr>
            <a:spLocks/>
          </p:cNvSpPr>
          <p:nvPr/>
        </p:nvSpPr>
        <p:spPr>
          <a:xfrm>
            <a:off x="1857180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D6A497C5-2943-2900-AE96-E8C99CD781E7}"/>
              </a:ext>
            </a:extLst>
          </p:cNvPr>
          <p:cNvSpPr>
            <a:spLocks/>
          </p:cNvSpPr>
          <p:nvPr/>
        </p:nvSpPr>
        <p:spPr>
          <a:xfrm>
            <a:off x="1956288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CF466285-2C94-A1C8-067D-C1A8CA019245}"/>
              </a:ext>
            </a:extLst>
          </p:cNvPr>
          <p:cNvSpPr>
            <a:spLocks/>
          </p:cNvSpPr>
          <p:nvPr/>
        </p:nvSpPr>
        <p:spPr>
          <a:xfrm>
            <a:off x="1838753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DAE0A5DC-15D3-1643-7F32-812FBA791AA5}"/>
              </a:ext>
            </a:extLst>
          </p:cNvPr>
          <p:cNvSpPr>
            <a:spLocks/>
          </p:cNvSpPr>
          <p:nvPr/>
        </p:nvSpPr>
        <p:spPr>
          <a:xfrm>
            <a:off x="1824745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AE604426-DA12-7F4B-3C8D-C45F23B9BB5A}"/>
              </a:ext>
            </a:extLst>
          </p:cNvPr>
          <p:cNvSpPr>
            <a:spLocks/>
          </p:cNvSpPr>
          <p:nvPr/>
        </p:nvSpPr>
        <p:spPr>
          <a:xfrm>
            <a:off x="1929833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254B4FC4-401C-1905-93B9-FAD79D84B44C}"/>
              </a:ext>
            </a:extLst>
          </p:cNvPr>
          <p:cNvSpPr>
            <a:spLocks/>
          </p:cNvSpPr>
          <p:nvPr/>
        </p:nvSpPr>
        <p:spPr>
          <a:xfrm>
            <a:off x="1952732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F5E07A18-1750-E163-A9A3-85EFEFB813B7}"/>
              </a:ext>
            </a:extLst>
          </p:cNvPr>
          <p:cNvSpPr>
            <a:spLocks/>
          </p:cNvSpPr>
          <p:nvPr/>
        </p:nvSpPr>
        <p:spPr>
          <a:xfrm>
            <a:off x="1921550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B8A1E4F9-91A8-2656-A298-01CBE5E49DC0}"/>
              </a:ext>
            </a:extLst>
          </p:cNvPr>
          <p:cNvSpPr>
            <a:spLocks/>
          </p:cNvSpPr>
          <p:nvPr/>
        </p:nvSpPr>
        <p:spPr>
          <a:xfrm>
            <a:off x="1948040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09F15116-A72A-B588-9306-98DBBE517C03}"/>
              </a:ext>
            </a:extLst>
          </p:cNvPr>
          <p:cNvSpPr>
            <a:spLocks/>
          </p:cNvSpPr>
          <p:nvPr/>
        </p:nvSpPr>
        <p:spPr>
          <a:xfrm>
            <a:off x="1833477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D8DCA1A5-08CE-5BD4-5E4C-5589687BD48C}"/>
              </a:ext>
            </a:extLst>
          </p:cNvPr>
          <p:cNvSpPr>
            <a:spLocks/>
          </p:cNvSpPr>
          <p:nvPr/>
        </p:nvSpPr>
        <p:spPr>
          <a:xfrm>
            <a:off x="1935339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0A1BFEB9-5A8E-4DC5-CA09-806811BBF168}"/>
              </a:ext>
            </a:extLst>
          </p:cNvPr>
          <p:cNvSpPr>
            <a:spLocks/>
          </p:cNvSpPr>
          <p:nvPr/>
        </p:nvSpPr>
        <p:spPr>
          <a:xfrm>
            <a:off x="1836456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46A32A6D-5F58-795A-643D-419B6E9EC7AB}"/>
              </a:ext>
            </a:extLst>
          </p:cNvPr>
          <p:cNvSpPr>
            <a:spLocks/>
          </p:cNvSpPr>
          <p:nvPr/>
        </p:nvSpPr>
        <p:spPr>
          <a:xfrm>
            <a:off x="1829990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3F696FF3-BC5D-8C34-9B79-EE2A3D747293}"/>
              </a:ext>
            </a:extLst>
          </p:cNvPr>
          <p:cNvSpPr>
            <a:spLocks/>
          </p:cNvSpPr>
          <p:nvPr/>
        </p:nvSpPr>
        <p:spPr>
          <a:xfrm>
            <a:off x="1887073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C803FFC8-BE4C-913E-04FA-FC6640771D80}"/>
              </a:ext>
            </a:extLst>
          </p:cNvPr>
          <p:cNvSpPr>
            <a:spLocks/>
          </p:cNvSpPr>
          <p:nvPr/>
        </p:nvSpPr>
        <p:spPr>
          <a:xfrm>
            <a:off x="1958737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2BDD1953-08E7-A755-F492-3C7E88B01130}"/>
              </a:ext>
            </a:extLst>
          </p:cNvPr>
          <p:cNvSpPr>
            <a:spLocks/>
          </p:cNvSpPr>
          <p:nvPr/>
        </p:nvSpPr>
        <p:spPr>
          <a:xfrm>
            <a:off x="1856300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06E8C8A1-493F-AC5C-0B58-FFD9650415A8}"/>
              </a:ext>
            </a:extLst>
          </p:cNvPr>
          <p:cNvSpPr>
            <a:spLocks/>
          </p:cNvSpPr>
          <p:nvPr/>
        </p:nvSpPr>
        <p:spPr>
          <a:xfrm>
            <a:off x="1873862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59D979AD-69A4-4B70-2341-F146FDFCB085}"/>
              </a:ext>
            </a:extLst>
          </p:cNvPr>
          <p:cNvSpPr>
            <a:spLocks/>
          </p:cNvSpPr>
          <p:nvPr/>
        </p:nvSpPr>
        <p:spPr>
          <a:xfrm>
            <a:off x="1941912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8D06C6E4-B353-B013-9B21-F45EDD8867C6}"/>
              </a:ext>
            </a:extLst>
          </p:cNvPr>
          <p:cNvSpPr>
            <a:spLocks/>
          </p:cNvSpPr>
          <p:nvPr/>
        </p:nvSpPr>
        <p:spPr>
          <a:xfrm>
            <a:off x="1834437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FA281DF2-36D4-0B24-B5B2-73A4365569DB}"/>
              </a:ext>
            </a:extLst>
          </p:cNvPr>
          <p:cNvSpPr>
            <a:spLocks/>
          </p:cNvSpPr>
          <p:nvPr/>
        </p:nvSpPr>
        <p:spPr>
          <a:xfrm>
            <a:off x="1908441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03942B43-7421-91D6-A980-7BB229DF23E9}"/>
              </a:ext>
            </a:extLst>
          </p:cNvPr>
          <p:cNvSpPr>
            <a:spLocks/>
          </p:cNvSpPr>
          <p:nvPr/>
        </p:nvSpPr>
        <p:spPr>
          <a:xfrm>
            <a:off x="1911301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1023A7E8-C37B-6112-1A88-3D47CAFB00BA}"/>
              </a:ext>
            </a:extLst>
          </p:cNvPr>
          <p:cNvSpPr>
            <a:spLocks/>
          </p:cNvSpPr>
          <p:nvPr/>
        </p:nvSpPr>
        <p:spPr>
          <a:xfrm>
            <a:off x="1909810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3D4EAF2C-2AEF-F3EC-FCC0-5C5B655F86A8}"/>
              </a:ext>
            </a:extLst>
          </p:cNvPr>
          <p:cNvSpPr>
            <a:spLocks/>
          </p:cNvSpPr>
          <p:nvPr/>
        </p:nvSpPr>
        <p:spPr>
          <a:xfrm>
            <a:off x="1920809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EFC66F57-CCA8-6F7E-74E3-8555396D2141}"/>
              </a:ext>
            </a:extLst>
          </p:cNvPr>
          <p:cNvSpPr>
            <a:spLocks/>
          </p:cNvSpPr>
          <p:nvPr/>
        </p:nvSpPr>
        <p:spPr>
          <a:xfrm>
            <a:off x="1920994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2481ED3B-5A6E-465F-3DE9-2D6F9301380A}"/>
              </a:ext>
            </a:extLst>
          </p:cNvPr>
          <p:cNvSpPr>
            <a:spLocks/>
          </p:cNvSpPr>
          <p:nvPr/>
        </p:nvSpPr>
        <p:spPr>
          <a:xfrm>
            <a:off x="1855091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0D8B887F-E47F-44D8-30D0-945E805789F1}"/>
              </a:ext>
            </a:extLst>
          </p:cNvPr>
          <p:cNvSpPr>
            <a:spLocks/>
          </p:cNvSpPr>
          <p:nvPr/>
        </p:nvSpPr>
        <p:spPr>
          <a:xfrm>
            <a:off x="1955930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966DBF33-D2C5-69BA-3AEF-9A75AD5956AC}"/>
              </a:ext>
            </a:extLst>
          </p:cNvPr>
          <p:cNvSpPr>
            <a:spLocks/>
          </p:cNvSpPr>
          <p:nvPr/>
        </p:nvSpPr>
        <p:spPr>
          <a:xfrm>
            <a:off x="1929269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CAD58636-2D33-5E42-14EB-81A4F465B9C0}"/>
              </a:ext>
            </a:extLst>
          </p:cNvPr>
          <p:cNvSpPr>
            <a:spLocks/>
          </p:cNvSpPr>
          <p:nvPr/>
        </p:nvSpPr>
        <p:spPr>
          <a:xfrm>
            <a:off x="1867758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70CBEF86-21D5-4B32-70BE-BECC70B726BE}"/>
              </a:ext>
            </a:extLst>
          </p:cNvPr>
          <p:cNvSpPr>
            <a:spLocks/>
          </p:cNvSpPr>
          <p:nvPr/>
        </p:nvSpPr>
        <p:spPr>
          <a:xfrm>
            <a:off x="1883473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90AB7FD8-B671-E0FB-527C-497A38AAE0FE}"/>
              </a:ext>
            </a:extLst>
          </p:cNvPr>
          <p:cNvSpPr>
            <a:spLocks/>
          </p:cNvSpPr>
          <p:nvPr/>
        </p:nvSpPr>
        <p:spPr>
          <a:xfrm>
            <a:off x="1836633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1348030D-B692-6F42-FC3B-82F0009E9AB5}"/>
              </a:ext>
            </a:extLst>
          </p:cNvPr>
          <p:cNvSpPr>
            <a:spLocks/>
          </p:cNvSpPr>
          <p:nvPr/>
        </p:nvSpPr>
        <p:spPr>
          <a:xfrm>
            <a:off x="1871745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34C58912-49E7-67BF-B6B0-AC0817E89B3E}"/>
              </a:ext>
            </a:extLst>
          </p:cNvPr>
          <p:cNvSpPr>
            <a:spLocks/>
          </p:cNvSpPr>
          <p:nvPr/>
        </p:nvSpPr>
        <p:spPr>
          <a:xfrm>
            <a:off x="1832453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83392DF6-564B-678B-BB7A-5277094405FB}"/>
              </a:ext>
            </a:extLst>
          </p:cNvPr>
          <p:cNvSpPr>
            <a:spLocks/>
          </p:cNvSpPr>
          <p:nvPr/>
        </p:nvSpPr>
        <p:spPr>
          <a:xfrm>
            <a:off x="1937232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622F562C-4B0B-0EEB-B174-3463D39B35A2}"/>
              </a:ext>
            </a:extLst>
          </p:cNvPr>
          <p:cNvSpPr>
            <a:spLocks/>
          </p:cNvSpPr>
          <p:nvPr/>
        </p:nvSpPr>
        <p:spPr>
          <a:xfrm>
            <a:off x="1910187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765CB4F3-A6E9-382B-6D59-5D45F11D4D7D}"/>
              </a:ext>
            </a:extLst>
          </p:cNvPr>
          <p:cNvSpPr>
            <a:spLocks/>
          </p:cNvSpPr>
          <p:nvPr/>
        </p:nvSpPr>
        <p:spPr>
          <a:xfrm>
            <a:off x="1938392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AB9FCAD8-F136-8AA2-4A05-0A0B45CCA1D2}"/>
              </a:ext>
            </a:extLst>
          </p:cNvPr>
          <p:cNvSpPr>
            <a:spLocks/>
          </p:cNvSpPr>
          <p:nvPr/>
        </p:nvSpPr>
        <p:spPr>
          <a:xfrm>
            <a:off x="1900008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00476FC1-829A-3003-2EB4-294FCAF6D7A0}"/>
              </a:ext>
            </a:extLst>
          </p:cNvPr>
          <p:cNvSpPr>
            <a:spLocks/>
          </p:cNvSpPr>
          <p:nvPr/>
        </p:nvSpPr>
        <p:spPr>
          <a:xfrm>
            <a:off x="1834794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7400C61B-0287-4B06-DF01-BF06B66CF5B9}"/>
              </a:ext>
            </a:extLst>
          </p:cNvPr>
          <p:cNvSpPr>
            <a:spLocks/>
          </p:cNvSpPr>
          <p:nvPr/>
        </p:nvSpPr>
        <p:spPr>
          <a:xfrm>
            <a:off x="1942103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6735DECB-4311-B672-0ED3-31D4BFD2052A}"/>
              </a:ext>
            </a:extLst>
          </p:cNvPr>
          <p:cNvSpPr>
            <a:spLocks/>
          </p:cNvSpPr>
          <p:nvPr/>
        </p:nvSpPr>
        <p:spPr>
          <a:xfrm>
            <a:off x="1843456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334549A1-0B3E-BCE1-1E2B-418EFE30389A}"/>
              </a:ext>
            </a:extLst>
          </p:cNvPr>
          <p:cNvSpPr>
            <a:spLocks/>
          </p:cNvSpPr>
          <p:nvPr/>
        </p:nvSpPr>
        <p:spPr>
          <a:xfrm>
            <a:off x="1906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0F90773F-F8B6-EF18-87F3-C8D3506F49AB}"/>
              </a:ext>
            </a:extLst>
          </p:cNvPr>
          <p:cNvSpPr>
            <a:spLocks/>
          </p:cNvSpPr>
          <p:nvPr/>
        </p:nvSpPr>
        <p:spPr>
          <a:xfrm>
            <a:off x="1881097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75FDE135-9145-5DB3-A93E-8B48C5EAAFB5}"/>
              </a:ext>
            </a:extLst>
          </p:cNvPr>
          <p:cNvSpPr>
            <a:spLocks/>
          </p:cNvSpPr>
          <p:nvPr/>
        </p:nvSpPr>
        <p:spPr>
          <a:xfrm>
            <a:off x="1850385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2201F5C8-1499-B580-096A-1EC74ED3E9CE}"/>
              </a:ext>
            </a:extLst>
          </p:cNvPr>
          <p:cNvSpPr>
            <a:spLocks/>
          </p:cNvSpPr>
          <p:nvPr/>
        </p:nvSpPr>
        <p:spPr>
          <a:xfrm>
            <a:off x="1937744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F168DAF6-FE1B-09BC-3694-341EEF5A0420}"/>
              </a:ext>
            </a:extLst>
          </p:cNvPr>
          <p:cNvSpPr>
            <a:spLocks/>
          </p:cNvSpPr>
          <p:nvPr/>
        </p:nvSpPr>
        <p:spPr>
          <a:xfrm>
            <a:off x="1857893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465A7100-3990-E812-AE68-4DD2BE3D23DA}"/>
              </a:ext>
            </a:extLst>
          </p:cNvPr>
          <p:cNvSpPr>
            <a:spLocks/>
          </p:cNvSpPr>
          <p:nvPr/>
        </p:nvSpPr>
        <p:spPr>
          <a:xfrm>
            <a:off x="1938515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2B49B508-5A09-694B-702D-D38CFF5D24EC}"/>
              </a:ext>
            </a:extLst>
          </p:cNvPr>
          <p:cNvSpPr>
            <a:spLocks/>
          </p:cNvSpPr>
          <p:nvPr/>
        </p:nvSpPr>
        <p:spPr>
          <a:xfrm>
            <a:off x="1880491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E331B10E-10E9-9F80-ABD6-4568F43D04BA}"/>
              </a:ext>
            </a:extLst>
          </p:cNvPr>
          <p:cNvSpPr>
            <a:spLocks/>
          </p:cNvSpPr>
          <p:nvPr/>
        </p:nvSpPr>
        <p:spPr>
          <a:xfrm>
            <a:off x="1932865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01044D7-5D9E-D392-6B38-53ACD1B902CB}"/>
              </a:ext>
            </a:extLst>
          </p:cNvPr>
          <p:cNvSpPr>
            <a:spLocks/>
          </p:cNvSpPr>
          <p:nvPr/>
        </p:nvSpPr>
        <p:spPr>
          <a:xfrm>
            <a:off x="1843675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8E0361F5-0E92-85F5-B80A-B12A02DC92F9}"/>
              </a:ext>
            </a:extLst>
          </p:cNvPr>
          <p:cNvSpPr>
            <a:spLocks/>
          </p:cNvSpPr>
          <p:nvPr/>
        </p:nvSpPr>
        <p:spPr>
          <a:xfrm>
            <a:off x="1918063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24818331-F3B0-06C5-DEC3-B65A8D984DC8}"/>
              </a:ext>
            </a:extLst>
          </p:cNvPr>
          <p:cNvSpPr>
            <a:spLocks/>
          </p:cNvSpPr>
          <p:nvPr/>
        </p:nvSpPr>
        <p:spPr>
          <a:xfrm>
            <a:off x="1846051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125900EF-65BF-B9E0-F4D9-29817E1F8A73}"/>
              </a:ext>
            </a:extLst>
          </p:cNvPr>
          <p:cNvSpPr>
            <a:spLocks/>
          </p:cNvSpPr>
          <p:nvPr/>
        </p:nvSpPr>
        <p:spPr>
          <a:xfrm>
            <a:off x="1836428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7039D5D2-3C25-6EC3-098D-70826B8E8C7D}"/>
              </a:ext>
            </a:extLst>
          </p:cNvPr>
          <p:cNvSpPr>
            <a:spLocks/>
          </p:cNvSpPr>
          <p:nvPr/>
        </p:nvSpPr>
        <p:spPr>
          <a:xfrm>
            <a:off x="185688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4B7A61DF-566F-4C28-1B7E-3337C414CDDE}"/>
              </a:ext>
            </a:extLst>
          </p:cNvPr>
          <p:cNvSpPr>
            <a:spLocks/>
          </p:cNvSpPr>
          <p:nvPr/>
        </p:nvSpPr>
        <p:spPr>
          <a:xfrm>
            <a:off x="1868376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A0C347D6-790E-6EA4-F9B6-4CB478B623BC}"/>
              </a:ext>
            </a:extLst>
          </p:cNvPr>
          <p:cNvSpPr>
            <a:spLocks/>
          </p:cNvSpPr>
          <p:nvPr/>
        </p:nvSpPr>
        <p:spPr>
          <a:xfrm>
            <a:off x="1922564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6C55AE95-5519-ED74-D5DD-1CCAFED2C58B}"/>
              </a:ext>
            </a:extLst>
          </p:cNvPr>
          <p:cNvSpPr>
            <a:spLocks/>
          </p:cNvSpPr>
          <p:nvPr/>
        </p:nvSpPr>
        <p:spPr>
          <a:xfrm>
            <a:off x="1881835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AD42C051-DE8E-43CA-04DF-D56335E931C6}"/>
              </a:ext>
            </a:extLst>
          </p:cNvPr>
          <p:cNvSpPr>
            <a:spLocks/>
          </p:cNvSpPr>
          <p:nvPr/>
        </p:nvSpPr>
        <p:spPr>
          <a:xfrm>
            <a:off x="1947349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3C181323-D7FD-96FC-6161-B1DDBFEEB226}"/>
              </a:ext>
            </a:extLst>
          </p:cNvPr>
          <p:cNvSpPr>
            <a:spLocks/>
          </p:cNvSpPr>
          <p:nvPr/>
        </p:nvSpPr>
        <p:spPr>
          <a:xfrm>
            <a:off x="1889783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9D41F887-98D4-07CC-1DE0-934A3B2D2106}"/>
              </a:ext>
            </a:extLst>
          </p:cNvPr>
          <p:cNvSpPr>
            <a:spLocks/>
          </p:cNvSpPr>
          <p:nvPr/>
        </p:nvSpPr>
        <p:spPr>
          <a:xfrm>
            <a:off x="1928969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D7BB7608-6453-6DC2-2E09-E1E14213D48C}"/>
              </a:ext>
            </a:extLst>
          </p:cNvPr>
          <p:cNvSpPr>
            <a:spLocks/>
          </p:cNvSpPr>
          <p:nvPr/>
        </p:nvSpPr>
        <p:spPr>
          <a:xfrm>
            <a:off x="18776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45C4407A-45E7-1120-AA47-2F5F5D65B868}"/>
              </a:ext>
            </a:extLst>
          </p:cNvPr>
          <p:cNvSpPr>
            <a:spLocks/>
          </p:cNvSpPr>
          <p:nvPr/>
        </p:nvSpPr>
        <p:spPr>
          <a:xfrm>
            <a:off x="1951840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D78C39F5-8130-F951-7152-47070D35F13C}"/>
              </a:ext>
            </a:extLst>
          </p:cNvPr>
          <p:cNvSpPr>
            <a:spLocks/>
          </p:cNvSpPr>
          <p:nvPr/>
        </p:nvSpPr>
        <p:spPr>
          <a:xfrm>
            <a:off x="1872137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CEBCBAEC-F590-80D0-91F7-3ED678C3772C}"/>
              </a:ext>
            </a:extLst>
          </p:cNvPr>
          <p:cNvSpPr>
            <a:spLocks/>
          </p:cNvSpPr>
          <p:nvPr/>
        </p:nvSpPr>
        <p:spPr>
          <a:xfrm>
            <a:off x="1825266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3A1DA5F3-440D-E21E-802A-04EFDDCF3489}"/>
              </a:ext>
            </a:extLst>
          </p:cNvPr>
          <p:cNvSpPr>
            <a:spLocks/>
          </p:cNvSpPr>
          <p:nvPr/>
        </p:nvSpPr>
        <p:spPr>
          <a:xfrm>
            <a:off x="1864765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F971AC6-CAA0-FA3A-CADD-97EFF9E852EB}"/>
              </a:ext>
            </a:extLst>
          </p:cNvPr>
          <p:cNvSpPr>
            <a:spLocks/>
          </p:cNvSpPr>
          <p:nvPr/>
        </p:nvSpPr>
        <p:spPr>
          <a:xfrm>
            <a:off x="1877972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FD9920D6-2162-CA17-5B37-DB1720656544}"/>
              </a:ext>
            </a:extLst>
          </p:cNvPr>
          <p:cNvSpPr>
            <a:spLocks/>
          </p:cNvSpPr>
          <p:nvPr/>
        </p:nvSpPr>
        <p:spPr>
          <a:xfrm>
            <a:off x="1913783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AFB833AD-0381-7CE9-C3E1-F37184F6C928}"/>
              </a:ext>
            </a:extLst>
          </p:cNvPr>
          <p:cNvSpPr>
            <a:spLocks/>
          </p:cNvSpPr>
          <p:nvPr/>
        </p:nvSpPr>
        <p:spPr>
          <a:xfrm>
            <a:off x="196199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69DD6CE8-4BE5-DC30-43B8-FBCA57F84DFC}"/>
              </a:ext>
            </a:extLst>
          </p:cNvPr>
          <p:cNvSpPr>
            <a:spLocks/>
          </p:cNvSpPr>
          <p:nvPr/>
        </p:nvSpPr>
        <p:spPr>
          <a:xfrm>
            <a:off x="1838772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927303CD-5DF2-1E5B-32B8-EA9B62ED5268}"/>
              </a:ext>
            </a:extLst>
          </p:cNvPr>
          <p:cNvSpPr>
            <a:spLocks/>
          </p:cNvSpPr>
          <p:nvPr/>
        </p:nvSpPr>
        <p:spPr>
          <a:xfrm>
            <a:off x="1839464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8441ED56-9563-6344-ED71-EB9C410FF5BD}"/>
              </a:ext>
            </a:extLst>
          </p:cNvPr>
          <p:cNvSpPr>
            <a:spLocks/>
          </p:cNvSpPr>
          <p:nvPr/>
        </p:nvSpPr>
        <p:spPr>
          <a:xfrm>
            <a:off x="1953539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99C992C1-898F-3240-5D39-AA5CC2C2085F}"/>
              </a:ext>
            </a:extLst>
          </p:cNvPr>
          <p:cNvSpPr>
            <a:spLocks/>
          </p:cNvSpPr>
          <p:nvPr/>
        </p:nvSpPr>
        <p:spPr>
          <a:xfrm>
            <a:off x="1839943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6FBA22B3-03AB-ADC2-476D-4E03D24F05F8}"/>
              </a:ext>
            </a:extLst>
          </p:cNvPr>
          <p:cNvSpPr>
            <a:spLocks/>
          </p:cNvSpPr>
          <p:nvPr/>
        </p:nvSpPr>
        <p:spPr>
          <a:xfrm>
            <a:off x="1937983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9529BD44-A01B-758B-CED6-F7A1061BEDE6}"/>
              </a:ext>
            </a:extLst>
          </p:cNvPr>
          <p:cNvSpPr>
            <a:spLocks/>
          </p:cNvSpPr>
          <p:nvPr/>
        </p:nvSpPr>
        <p:spPr>
          <a:xfrm>
            <a:off x="1834562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6A0D6790-4954-DFE3-0B4D-B36E6C8E725E}"/>
              </a:ext>
            </a:extLst>
          </p:cNvPr>
          <p:cNvSpPr>
            <a:spLocks/>
          </p:cNvSpPr>
          <p:nvPr/>
        </p:nvSpPr>
        <p:spPr>
          <a:xfrm>
            <a:off x="1929981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51A51683-3F11-B9ED-5C06-D57DB5423271}"/>
              </a:ext>
            </a:extLst>
          </p:cNvPr>
          <p:cNvSpPr>
            <a:spLocks/>
          </p:cNvSpPr>
          <p:nvPr/>
        </p:nvSpPr>
        <p:spPr>
          <a:xfrm>
            <a:off x="1856701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250DADB7-813C-FB83-3B3C-272116AFFA73}"/>
              </a:ext>
            </a:extLst>
          </p:cNvPr>
          <p:cNvSpPr>
            <a:spLocks/>
          </p:cNvSpPr>
          <p:nvPr/>
        </p:nvSpPr>
        <p:spPr>
          <a:xfrm>
            <a:off x="1928695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D85AB6B5-8E0C-C751-D975-4C1753FFC7C3}"/>
              </a:ext>
            </a:extLst>
          </p:cNvPr>
          <p:cNvSpPr>
            <a:spLocks/>
          </p:cNvSpPr>
          <p:nvPr/>
        </p:nvSpPr>
        <p:spPr>
          <a:xfrm>
            <a:off x="1862426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3104A048-155A-05E2-80E7-0FBD7C94F03E}"/>
              </a:ext>
            </a:extLst>
          </p:cNvPr>
          <p:cNvSpPr>
            <a:spLocks/>
          </p:cNvSpPr>
          <p:nvPr/>
        </p:nvSpPr>
        <p:spPr>
          <a:xfrm>
            <a:off x="1876620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EDC530A4-070A-79EB-A5FC-4602269F157F}"/>
              </a:ext>
            </a:extLst>
          </p:cNvPr>
          <p:cNvSpPr>
            <a:spLocks/>
          </p:cNvSpPr>
          <p:nvPr/>
        </p:nvSpPr>
        <p:spPr>
          <a:xfrm>
            <a:off x="1964584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86A85CD8-02F6-EE82-2A3B-171B4AAC0C62}"/>
              </a:ext>
            </a:extLst>
          </p:cNvPr>
          <p:cNvSpPr>
            <a:spLocks/>
          </p:cNvSpPr>
          <p:nvPr/>
        </p:nvSpPr>
        <p:spPr>
          <a:xfrm>
            <a:off x="1888647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7D82C51C-08EE-638B-F75D-E7EE1CECB7B9}"/>
              </a:ext>
            </a:extLst>
          </p:cNvPr>
          <p:cNvSpPr>
            <a:spLocks/>
          </p:cNvSpPr>
          <p:nvPr/>
        </p:nvSpPr>
        <p:spPr>
          <a:xfrm>
            <a:off x="1928142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5EAF10E4-705A-D6C8-B4DC-72860F89129C}"/>
              </a:ext>
            </a:extLst>
          </p:cNvPr>
          <p:cNvSpPr>
            <a:spLocks/>
          </p:cNvSpPr>
          <p:nvPr/>
        </p:nvSpPr>
        <p:spPr>
          <a:xfrm>
            <a:off x="1901569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51077F53-BBE1-0927-8EF0-C5D4AD1A8548}"/>
              </a:ext>
            </a:extLst>
          </p:cNvPr>
          <p:cNvSpPr>
            <a:spLocks/>
          </p:cNvSpPr>
          <p:nvPr/>
        </p:nvSpPr>
        <p:spPr>
          <a:xfrm>
            <a:off x="184670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20342EE3-F034-7420-81F5-EE7BE5C384F0}"/>
              </a:ext>
            </a:extLst>
          </p:cNvPr>
          <p:cNvSpPr>
            <a:spLocks/>
          </p:cNvSpPr>
          <p:nvPr/>
        </p:nvSpPr>
        <p:spPr>
          <a:xfrm>
            <a:off x="1918916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01F306D0-8BC0-AE97-D69F-A4AD5154624D}"/>
              </a:ext>
            </a:extLst>
          </p:cNvPr>
          <p:cNvSpPr>
            <a:spLocks/>
          </p:cNvSpPr>
          <p:nvPr/>
        </p:nvSpPr>
        <p:spPr>
          <a:xfrm>
            <a:off x="194286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DBB388E1-5F8F-E5BC-DAE6-30347326C435}"/>
              </a:ext>
            </a:extLst>
          </p:cNvPr>
          <p:cNvSpPr>
            <a:spLocks/>
          </p:cNvSpPr>
          <p:nvPr/>
        </p:nvSpPr>
        <p:spPr>
          <a:xfrm>
            <a:off x="1926882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371CE680-1A67-D385-7399-AB24D1110CDB}"/>
              </a:ext>
            </a:extLst>
          </p:cNvPr>
          <p:cNvSpPr>
            <a:spLocks/>
          </p:cNvSpPr>
          <p:nvPr/>
        </p:nvSpPr>
        <p:spPr>
          <a:xfrm>
            <a:off x="1916730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9BD5C273-2F78-E5D1-E409-7418B39B6B76}"/>
              </a:ext>
            </a:extLst>
          </p:cNvPr>
          <p:cNvSpPr>
            <a:spLocks/>
          </p:cNvSpPr>
          <p:nvPr/>
        </p:nvSpPr>
        <p:spPr>
          <a:xfrm>
            <a:off x="1939006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4975ABC7-CA0E-F10D-30E0-FFBE1DF27CC0}"/>
              </a:ext>
            </a:extLst>
          </p:cNvPr>
          <p:cNvSpPr>
            <a:spLocks/>
          </p:cNvSpPr>
          <p:nvPr/>
        </p:nvSpPr>
        <p:spPr>
          <a:xfrm>
            <a:off x="1916302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12AA3889-1D63-78B2-9915-E5184D8B01B0}"/>
              </a:ext>
            </a:extLst>
          </p:cNvPr>
          <p:cNvSpPr>
            <a:spLocks/>
          </p:cNvSpPr>
          <p:nvPr/>
        </p:nvSpPr>
        <p:spPr>
          <a:xfrm>
            <a:off x="1826026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3EF6C938-C8F2-C53B-E098-EB5272A0EC91}"/>
              </a:ext>
            </a:extLst>
          </p:cNvPr>
          <p:cNvSpPr>
            <a:spLocks/>
          </p:cNvSpPr>
          <p:nvPr/>
        </p:nvSpPr>
        <p:spPr>
          <a:xfrm>
            <a:off x="1953314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14FF1F5E-B6F0-907E-44EA-8CB6D89B5C06}"/>
              </a:ext>
            </a:extLst>
          </p:cNvPr>
          <p:cNvSpPr>
            <a:spLocks/>
          </p:cNvSpPr>
          <p:nvPr/>
        </p:nvSpPr>
        <p:spPr>
          <a:xfrm>
            <a:off x="186956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B64B3060-CB82-64AD-6666-FBE8A637453E}"/>
              </a:ext>
            </a:extLst>
          </p:cNvPr>
          <p:cNvSpPr>
            <a:spLocks/>
          </p:cNvSpPr>
          <p:nvPr/>
        </p:nvSpPr>
        <p:spPr>
          <a:xfrm>
            <a:off x="1912659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DB7A92B3-6580-F165-D086-8CF7571399CB}"/>
              </a:ext>
            </a:extLst>
          </p:cNvPr>
          <p:cNvSpPr>
            <a:spLocks/>
          </p:cNvSpPr>
          <p:nvPr/>
        </p:nvSpPr>
        <p:spPr>
          <a:xfrm>
            <a:off x="1891241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10686ABE-2902-DB8B-9B3E-3CF17B55798E}"/>
              </a:ext>
            </a:extLst>
          </p:cNvPr>
          <p:cNvSpPr>
            <a:spLocks/>
          </p:cNvSpPr>
          <p:nvPr/>
        </p:nvSpPr>
        <p:spPr>
          <a:xfrm>
            <a:off x="1885246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D750C3D5-3651-FC3F-81CF-C5303B0602AB}"/>
              </a:ext>
            </a:extLst>
          </p:cNvPr>
          <p:cNvSpPr>
            <a:spLocks/>
          </p:cNvSpPr>
          <p:nvPr/>
        </p:nvSpPr>
        <p:spPr>
          <a:xfrm>
            <a:off x="1932282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BC56063A-7D1F-E9F4-0DC4-AC03198D4C87}"/>
              </a:ext>
            </a:extLst>
          </p:cNvPr>
          <p:cNvSpPr>
            <a:spLocks/>
          </p:cNvSpPr>
          <p:nvPr/>
        </p:nvSpPr>
        <p:spPr>
          <a:xfrm>
            <a:off x="1898142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BB99ED17-D419-BA54-357D-B5642A33208E}"/>
              </a:ext>
            </a:extLst>
          </p:cNvPr>
          <p:cNvSpPr>
            <a:spLocks/>
          </p:cNvSpPr>
          <p:nvPr/>
        </p:nvSpPr>
        <p:spPr>
          <a:xfrm>
            <a:off x="1840144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3D0E3A3E-C32A-B928-CB2F-82083D0A19BD}"/>
              </a:ext>
            </a:extLst>
          </p:cNvPr>
          <p:cNvSpPr>
            <a:spLocks/>
          </p:cNvSpPr>
          <p:nvPr/>
        </p:nvSpPr>
        <p:spPr>
          <a:xfrm>
            <a:off x="1935571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27038E8F-EF5D-B095-D96C-BBD57E965922}"/>
              </a:ext>
            </a:extLst>
          </p:cNvPr>
          <p:cNvSpPr>
            <a:spLocks/>
          </p:cNvSpPr>
          <p:nvPr/>
        </p:nvSpPr>
        <p:spPr>
          <a:xfrm>
            <a:off x="1873207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4230A5FE-28DE-6CA3-586C-C2AAF7BB1C77}"/>
              </a:ext>
            </a:extLst>
          </p:cNvPr>
          <p:cNvSpPr>
            <a:spLocks/>
          </p:cNvSpPr>
          <p:nvPr/>
        </p:nvSpPr>
        <p:spPr>
          <a:xfrm>
            <a:off x="1850307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EEF39D5E-E763-DBBC-C021-0075317876A4}"/>
              </a:ext>
            </a:extLst>
          </p:cNvPr>
          <p:cNvSpPr>
            <a:spLocks/>
          </p:cNvSpPr>
          <p:nvPr/>
        </p:nvSpPr>
        <p:spPr>
          <a:xfrm>
            <a:off x="1842023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BD6F2D74-0A49-0C27-2CF2-168040662D70}"/>
              </a:ext>
            </a:extLst>
          </p:cNvPr>
          <p:cNvSpPr>
            <a:spLocks/>
          </p:cNvSpPr>
          <p:nvPr/>
        </p:nvSpPr>
        <p:spPr>
          <a:xfrm>
            <a:off x="184883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FC620893-8F59-8172-A191-8EFDB42B1394}"/>
              </a:ext>
            </a:extLst>
          </p:cNvPr>
          <p:cNvSpPr>
            <a:spLocks/>
          </p:cNvSpPr>
          <p:nvPr/>
        </p:nvSpPr>
        <p:spPr>
          <a:xfrm>
            <a:off x="1958487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956B06DF-8E2F-563E-2D54-5D5985F6D42B}"/>
              </a:ext>
            </a:extLst>
          </p:cNvPr>
          <p:cNvSpPr>
            <a:spLocks/>
          </p:cNvSpPr>
          <p:nvPr/>
        </p:nvSpPr>
        <p:spPr>
          <a:xfrm>
            <a:off x="1901850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AF0FAB68-B1BC-CA2B-432E-9D489B9D4F2B}"/>
              </a:ext>
            </a:extLst>
          </p:cNvPr>
          <p:cNvSpPr>
            <a:spLocks/>
          </p:cNvSpPr>
          <p:nvPr/>
        </p:nvSpPr>
        <p:spPr>
          <a:xfrm>
            <a:off x="1844042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6BB3C320-ED4F-F848-9082-3712D258DAEE}"/>
              </a:ext>
            </a:extLst>
          </p:cNvPr>
          <p:cNvSpPr>
            <a:spLocks/>
          </p:cNvSpPr>
          <p:nvPr/>
        </p:nvSpPr>
        <p:spPr>
          <a:xfrm>
            <a:off x="1924839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647B80AA-895B-7A1E-899B-0279B573FE7D}"/>
              </a:ext>
            </a:extLst>
          </p:cNvPr>
          <p:cNvSpPr>
            <a:spLocks/>
          </p:cNvSpPr>
          <p:nvPr/>
        </p:nvSpPr>
        <p:spPr>
          <a:xfrm>
            <a:off x="192756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EEC4C487-ABDE-BD48-922C-84DAF9BDCB04}"/>
              </a:ext>
            </a:extLst>
          </p:cNvPr>
          <p:cNvSpPr>
            <a:spLocks/>
          </p:cNvSpPr>
          <p:nvPr/>
        </p:nvSpPr>
        <p:spPr>
          <a:xfrm>
            <a:off x="1963386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BCDE38A1-7DEA-AA0D-85E0-287791655867}"/>
              </a:ext>
            </a:extLst>
          </p:cNvPr>
          <p:cNvSpPr>
            <a:spLocks/>
          </p:cNvSpPr>
          <p:nvPr/>
        </p:nvSpPr>
        <p:spPr>
          <a:xfrm>
            <a:off x="1830762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56D2698B-35A3-C120-D7E5-468604F00D11}"/>
              </a:ext>
            </a:extLst>
          </p:cNvPr>
          <p:cNvSpPr>
            <a:spLocks/>
          </p:cNvSpPr>
          <p:nvPr/>
        </p:nvSpPr>
        <p:spPr>
          <a:xfrm>
            <a:off x="1876600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731E74EC-1632-D003-90AE-9335767D2132}"/>
              </a:ext>
            </a:extLst>
          </p:cNvPr>
          <p:cNvSpPr>
            <a:spLocks/>
          </p:cNvSpPr>
          <p:nvPr/>
        </p:nvSpPr>
        <p:spPr>
          <a:xfrm>
            <a:off x="1881522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E883CAA2-28B9-261F-B6EA-51E17E8F8CDD}"/>
              </a:ext>
            </a:extLst>
          </p:cNvPr>
          <p:cNvSpPr>
            <a:spLocks/>
          </p:cNvSpPr>
          <p:nvPr/>
        </p:nvSpPr>
        <p:spPr>
          <a:xfrm>
            <a:off x="1903377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50973DBF-383E-CBBA-5F5D-E1B490D1FD68}"/>
              </a:ext>
            </a:extLst>
          </p:cNvPr>
          <p:cNvSpPr>
            <a:spLocks/>
          </p:cNvSpPr>
          <p:nvPr/>
        </p:nvSpPr>
        <p:spPr>
          <a:xfrm>
            <a:off x="1895368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64C51598-93CD-5089-D859-A28C84D6526C}"/>
              </a:ext>
            </a:extLst>
          </p:cNvPr>
          <p:cNvSpPr>
            <a:spLocks/>
          </p:cNvSpPr>
          <p:nvPr/>
        </p:nvSpPr>
        <p:spPr>
          <a:xfrm>
            <a:off x="1861102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6291CF6A-CC8E-7CB1-1AE1-953859958BCD}"/>
              </a:ext>
            </a:extLst>
          </p:cNvPr>
          <p:cNvSpPr>
            <a:spLocks/>
          </p:cNvSpPr>
          <p:nvPr/>
        </p:nvSpPr>
        <p:spPr>
          <a:xfrm>
            <a:off x="1935262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9B999E9E-3649-D397-4C1D-23E0D2296C94}"/>
              </a:ext>
            </a:extLst>
          </p:cNvPr>
          <p:cNvSpPr>
            <a:spLocks/>
          </p:cNvSpPr>
          <p:nvPr/>
        </p:nvSpPr>
        <p:spPr>
          <a:xfrm>
            <a:off x="1831776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78E4CBA4-30BF-293F-F3A9-2AD9D0EFD77F}"/>
              </a:ext>
            </a:extLst>
          </p:cNvPr>
          <p:cNvSpPr>
            <a:spLocks/>
          </p:cNvSpPr>
          <p:nvPr/>
        </p:nvSpPr>
        <p:spPr>
          <a:xfrm>
            <a:off x="1917117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4A42B1E3-B946-11F2-7107-CCC773E95A78}"/>
              </a:ext>
            </a:extLst>
          </p:cNvPr>
          <p:cNvSpPr>
            <a:spLocks/>
          </p:cNvSpPr>
          <p:nvPr/>
        </p:nvSpPr>
        <p:spPr>
          <a:xfrm>
            <a:off x="1898469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04933E97-7027-6980-7033-24AAD79B2B8B}"/>
              </a:ext>
            </a:extLst>
          </p:cNvPr>
          <p:cNvSpPr>
            <a:spLocks/>
          </p:cNvSpPr>
          <p:nvPr/>
        </p:nvSpPr>
        <p:spPr>
          <a:xfrm>
            <a:off x="1897201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AC33CDCE-7400-D55E-9FBC-82445F3150C5}"/>
              </a:ext>
            </a:extLst>
          </p:cNvPr>
          <p:cNvSpPr>
            <a:spLocks/>
          </p:cNvSpPr>
          <p:nvPr/>
        </p:nvSpPr>
        <p:spPr>
          <a:xfrm>
            <a:off x="1874365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312DC1E6-965D-7F28-BEFD-071A029747E7}"/>
              </a:ext>
            </a:extLst>
          </p:cNvPr>
          <p:cNvSpPr>
            <a:spLocks/>
          </p:cNvSpPr>
          <p:nvPr/>
        </p:nvSpPr>
        <p:spPr>
          <a:xfrm>
            <a:off x="1931228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E93BB43F-27BA-1454-8A04-7C4A23A12601}"/>
              </a:ext>
            </a:extLst>
          </p:cNvPr>
          <p:cNvSpPr>
            <a:spLocks/>
          </p:cNvSpPr>
          <p:nvPr/>
        </p:nvSpPr>
        <p:spPr>
          <a:xfrm>
            <a:off x="1870967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51D77D63-0565-F31B-C67B-DF9522E2CD30}"/>
              </a:ext>
            </a:extLst>
          </p:cNvPr>
          <p:cNvSpPr>
            <a:spLocks/>
          </p:cNvSpPr>
          <p:nvPr/>
        </p:nvSpPr>
        <p:spPr>
          <a:xfrm>
            <a:off x="1871578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A8769693-902B-5ACD-BC58-7C3DBC44EB7E}"/>
              </a:ext>
            </a:extLst>
          </p:cNvPr>
          <p:cNvSpPr>
            <a:spLocks/>
          </p:cNvSpPr>
          <p:nvPr/>
        </p:nvSpPr>
        <p:spPr>
          <a:xfrm>
            <a:off x="1901258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1C9D186C-14C8-678D-B269-0DB77B4D561D}"/>
              </a:ext>
            </a:extLst>
          </p:cNvPr>
          <p:cNvSpPr>
            <a:spLocks/>
          </p:cNvSpPr>
          <p:nvPr/>
        </p:nvSpPr>
        <p:spPr>
          <a:xfrm>
            <a:off x="1913089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E1DC198C-C129-473E-19E3-C4906902CCD7}"/>
              </a:ext>
            </a:extLst>
          </p:cNvPr>
          <p:cNvSpPr>
            <a:spLocks/>
          </p:cNvSpPr>
          <p:nvPr/>
        </p:nvSpPr>
        <p:spPr>
          <a:xfrm>
            <a:off x="1923927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C04BA1A-56CE-F5FA-F683-39C98BF5C4D0}"/>
              </a:ext>
            </a:extLst>
          </p:cNvPr>
          <p:cNvSpPr>
            <a:spLocks/>
          </p:cNvSpPr>
          <p:nvPr/>
        </p:nvSpPr>
        <p:spPr>
          <a:xfrm>
            <a:off x="1901978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CA89BEC-B2FA-6783-884C-ECE6F5A9FD45}"/>
              </a:ext>
            </a:extLst>
          </p:cNvPr>
          <p:cNvSpPr>
            <a:spLocks/>
          </p:cNvSpPr>
          <p:nvPr/>
        </p:nvSpPr>
        <p:spPr>
          <a:xfrm>
            <a:off x="1846393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3F1A579B-991E-8162-C66E-29B513665E52}"/>
              </a:ext>
            </a:extLst>
          </p:cNvPr>
          <p:cNvSpPr>
            <a:spLocks/>
          </p:cNvSpPr>
          <p:nvPr/>
        </p:nvSpPr>
        <p:spPr>
          <a:xfrm>
            <a:off x="1875784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BAEBA1C9-8E10-1D5B-B7EA-42B1CB2BDC8E}"/>
              </a:ext>
            </a:extLst>
          </p:cNvPr>
          <p:cNvSpPr>
            <a:spLocks/>
          </p:cNvSpPr>
          <p:nvPr/>
        </p:nvSpPr>
        <p:spPr>
          <a:xfrm>
            <a:off x="1958959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69BC7628-0D66-65CE-2A6F-100131E34872}"/>
              </a:ext>
            </a:extLst>
          </p:cNvPr>
          <p:cNvSpPr>
            <a:spLocks/>
          </p:cNvSpPr>
          <p:nvPr/>
        </p:nvSpPr>
        <p:spPr>
          <a:xfrm>
            <a:off x="1870301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C080C8CB-7406-9AFD-714D-3987FB9E487F}"/>
              </a:ext>
            </a:extLst>
          </p:cNvPr>
          <p:cNvSpPr>
            <a:spLocks/>
          </p:cNvSpPr>
          <p:nvPr/>
        </p:nvSpPr>
        <p:spPr>
          <a:xfrm>
            <a:off x="1835374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1C3DC920-8F1E-A8EA-062D-9DC0F0F0C29F}"/>
              </a:ext>
            </a:extLst>
          </p:cNvPr>
          <p:cNvSpPr>
            <a:spLocks/>
          </p:cNvSpPr>
          <p:nvPr/>
        </p:nvSpPr>
        <p:spPr>
          <a:xfrm>
            <a:off x="1956243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054A137-56AD-119B-F0FD-4B59D0A4382C}"/>
              </a:ext>
            </a:extLst>
          </p:cNvPr>
          <p:cNvSpPr>
            <a:spLocks/>
          </p:cNvSpPr>
          <p:nvPr/>
        </p:nvSpPr>
        <p:spPr>
          <a:xfrm>
            <a:off x="1898257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C05C3827-D918-A077-1104-E542CEC801E0}"/>
              </a:ext>
            </a:extLst>
          </p:cNvPr>
          <p:cNvSpPr>
            <a:spLocks/>
          </p:cNvSpPr>
          <p:nvPr/>
        </p:nvSpPr>
        <p:spPr>
          <a:xfrm>
            <a:off x="1956159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C3C94CCF-62C6-D747-F96A-41A50D8B9A20}"/>
              </a:ext>
            </a:extLst>
          </p:cNvPr>
          <p:cNvSpPr>
            <a:spLocks/>
          </p:cNvSpPr>
          <p:nvPr/>
        </p:nvSpPr>
        <p:spPr>
          <a:xfrm>
            <a:off x="1837774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28FDED39-9AFD-DC27-8B5F-5933DB143644}"/>
              </a:ext>
            </a:extLst>
          </p:cNvPr>
          <p:cNvSpPr>
            <a:spLocks/>
          </p:cNvSpPr>
          <p:nvPr/>
        </p:nvSpPr>
        <p:spPr>
          <a:xfrm>
            <a:off x="1914288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42DB8BC0-98F1-4A2F-CAF8-4B513A72CD04}"/>
              </a:ext>
            </a:extLst>
          </p:cNvPr>
          <p:cNvSpPr>
            <a:spLocks/>
          </p:cNvSpPr>
          <p:nvPr/>
        </p:nvSpPr>
        <p:spPr>
          <a:xfrm>
            <a:off x="1845743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27F33B5D-876F-9A4F-0014-9261995E65FA}"/>
              </a:ext>
            </a:extLst>
          </p:cNvPr>
          <p:cNvSpPr>
            <a:spLocks/>
          </p:cNvSpPr>
          <p:nvPr/>
        </p:nvSpPr>
        <p:spPr>
          <a:xfrm>
            <a:off x="1929052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9364A5F2-C127-FFCE-B260-E651897804E6}"/>
              </a:ext>
            </a:extLst>
          </p:cNvPr>
          <p:cNvSpPr>
            <a:spLocks/>
          </p:cNvSpPr>
          <p:nvPr/>
        </p:nvSpPr>
        <p:spPr>
          <a:xfrm>
            <a:off x="1922118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E2E4760C-6FB8-8356-61BB-5E4155B30436}"/>
              </a:ext>
            </a:extLst>
          </p:cNvPr>
          <p:cNvSpPr>
            <a:spLocks/>
          </p:cNvSpPr>
          <p:nvPr/>
        </p:nvSpPr>
        <p:spPr>
          <a:xfrm>
            <a:off x="183947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E92B8A85-AE1B-AB5A-BF2A-42DCEB88A4A5}"/>
              </a:ext>
            </a:extLst>
          </p:cNvPr>
          <p:cNvSpPr>
            <a:spLocks/>
          </p:cNvSpPr>
          <p:nvPr/>
        </p:nvSpPr>
        <p:spPr>
          <a:xfrm>
            <a:off x="193217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53F4E2ED-BC57-F12C-195A-D276C1A08EEE}"/>
              </a:ext>
            </a:extLst>
          </p:cNvPr>
          <p:cNvSpPr>
            <a:spLocks/>
          </p:cNvSpPr>
          <p:nvPr/>
        </p:nvSpPr>
        <p:spPr>
          <a:xfrm>
            <a:off x="2333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20220869-24F9-F5F0-81EC-BB8F5BB742E1}"/>
              </a:ext>
            </a:extLst>
          </p:cNvPr>
          <p:cNvSpPr>
            <a:spLocks/>
          </p:cNvSpPr>
          <p:nvPr/>
        </p:nvSpPr>
        <p:spPr>
          <a:xfrm>
            <a:off x="231574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C0C39385-B27A-1429-687F-C63892039D4E}"/>
              </a:ext>
            </a:extLst>
          </p:cNvPr>
          <p:cNvSpPr>
            <a:spLocks/>
          </p:cNvSpPr>
          <p:nvPr/>
        </p:nvSpPr>
        <p:spPr>
          <a:xfrm>
            <a:off x="23326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1A040040-3535-B024-50A4-95A02F907CB3}"/>
              </a:ext>
            </a:extLst>
          </p:cNvPr>
          <p:cNvSpPr>
            <a:spLocks/>
          </p:cNvSpPr>
          <p:nvPr/>
        </p:nvSpPr>
        <p:spPr>
          <a:xfrm>
            <a:off x="23352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EEDE8FBD-21AD-B4F6-42A1-4A223695E79F}"/>
              </a:ext>
            </a:extLst>
          </p:cNvPr>
          <p:cNvSpPr>
            <a:spLocks/>
          </p:cNvSpPr>
          <p:nvPr/>
        </p:nvSpPr>
        <p:spPr>
          <a:xfrm>
            <a:off x="2430742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004B1EEC-5527-BFC3-D29E-9E4F443CF9FB}"/>
              </a:ext>
            </a:extLst>
          </p:cNvPr>
          <p:cNvSpPr>
            <a:spLocks/>
          </p:cNvSpPr>
          <p:nvPr/>
        </p:nvSpPr>
        <p:spPr>
          <a:xfrm>
            <a:off x="2422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6D5C8EF4-5F5D-2BE8-1A24-C28A59763667}"/>
              </a:ext>
            </a:extLst>
          </p:cNvPr>
          <p:cNvSpPr>
            <a:spLocks/>
          </p:cNvSpPr>
          <p:nvPr/>
        </p:nvSpPr>
        <p:spPr>
          <a:xfrm>
            <a:off x="23190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52E59-816E-191C-E34C-D075F35346B7}"/>
              </a:ext>
            </a:extLst>
          </p:cNvPr>
          <p:cNvSpPr>
            <a:spLocks/>
          </p:cNvSpPr>
          <p:nvPr/>
        </p:nvSpPr>
        <p:spPr>
          <a:xfrm>
            <a:off x="240571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67785F11-DA91-0CD1-26CC-F36D3F729F71}"/>
              </a:ext>
            </a:extLst>
          </p:cNvPr>
          <p:cNvSpPr>
            <a:spLocks/>
          </p:cNvSpPr>
          <p:nvPr/>
        </p:nvSpPr>
        <p:spPr>
          <a:xfrm>
            <a:off x="233798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95113E71-AA8D-7DDB-6B03-D32AAFFCA8D3}"/>
              </a:ext>
            </a:extLst>
          </p:cNvPr>
          <p:cNvSpPr>
            <a:spLocks/>
          </p:cNvSpPr>
          <p:nvPr/>
        </p:nvSpPr>
        <p:spPr>
          <a:xfrm>
            <a:off x="236653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1A629184-10D6-462D-4F72-4E19FFC8E306}"/>
              </a:ext>
            </a:extLst>
          </p:cNvPr>
          <p:cNvSpPr>
            <a:spLocks/>
          </p:cNvSpPr>
          <p:nvPr/>
        </p:nvSpPr>
        <p:spPr>
          <a:xfrm>
            <a:off x="2436070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D9B73F48-6D40-8931-ED3F-53C65094C292}"/>
              </a:ext>
            </a:extLst>
          </p:cNvPr>
          <p:cNvSpPr>
            <a:spLocks/>
          </p:cNvSpPr>
          <p:nvPr/>
        </p:nvSpPr>
        <p:spPr>
          <a:xfrm>
            <a:off x="2445467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6670882B-C7A3-F17E-4371-29CA9EBDBD6B}"/>
              </a:ext>
            </a:extLst>
          </p:cNvPr>
          <p:cNvSpPr>
            <a:spLocks/>
          </p:cNvSpPr>
          <p:nvPr/>
        </p:nvSpPr>
        <p:spPr>
          <a:xfrm>
            <a:off x="2363604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B980E1F6-DDFE-61E9-7BF3-05A6F3D7BAB9}"/>
              </a:ext>
            </a:extLst>
          </p:cNvPr>
          <p:cNvSpPr>
            <a:spLocks/>
          </p:cNvSpPr>
          <p:nvPr/>
        </p:nvSpPr>
        <p:spPr>
          <a:xfrm>
            <a:off x="2417167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2DBC4A1C-3E29-F247-C253-904D87A12007}"/>
              </a:ext>
            </a:extLst>
          </p:cNvPr>
          <p:cNvSpPr>
            <a:spLocks/>
          </p:cNvSpPr>
          <p:nvPr/>
        </p:nvSpPr>
        <p:spPr>
          <a:xfrm>
            <a:off x="2387742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37E661A3-C691-5BF1-DD6E-71BE9EC1EB80}"/>
              </a:ext>
            </a:extLst>
          </p:cNvPr>
          <p:cNvSpPr>
            <a:spLocks/>
          </p:cNvSpPr>
          <p:nvPr/>
        </p:nvSpPr>
        <p:spPr>
          <a:xfrm>
            <a:off x="241027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517DE5D5-8E11-4C12-C180-8D3C3BD8F81D}"/>
              </a:ext>
            </a:extLst>
          </p:cNvPr>
          <p:cNvSpPr>
            <a:spLocks/>
          </p:cNvSpPr>
          <p:nvPr/>
        </p:nvSpPr>
        <p:spPr>
          <a:xfrm>
            <a:off x="232688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4096654F-2AD2-3607-9E1A-1D2590A04FA3}"/>
              </a:ext>
            </a:extLst>
          </p:cNvPr>
          <p:cNvSpPr>
            <a:spLocks/>
          </p:cNvSpPr>
          <p:nvPr/>
        </p:nvSpPr>
        <p:spPr>
          <a:xfrm>
            <a:off x="2443383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6D515DEC-20A4-D335-CF6E-3ED37B7A91FC}"/>
              </a:ext>
            </a:extLst>
          </p:cNvPr>
          <p:cNvSpPr>
            <a:spLocks/>
          </p:cNvSpPr>
          <p:nvPr/>
        </p:nvSpPr>
        <p:spPr>
          <a:xfrm>
            <a:off x="2381220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039F9F57-4295-F2C2-A06E-9EAAC67137EB}"/>
              </a:ext>
            </a:extLst>
          </p:cNvPr>
          <p:cNvSpPr>
            <a:spLocks/>
          </p:cNvSpPr>
          <p:nvPr/>
        </p:nvSpPr>
        <p:spPr>
          <a:xfrm>
            <a:off x="2390812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07F0CBD2-9C3F-F9ED-3F23-101FF5A188C3}"/>
              </a:ext>
            </a:extLst>
          </p:cNvPr>
          <p:cNvSpPr>
            <a:spLocks/>
          </p:cNvSpPr>
          <p:nvPr/>
        </p:nvSpPr>
        <p:spPr>
          <a:xfrm>
            <a:off x="2429693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F077824F-CC70-70EB-4C1E-AA5FF35B0765}"/>
              </a:ext>
            </a:extLst>
          </p:cNvPr>
          <p:cNvSpPr>
            <a:spLocks/>
          </p:cNvSpPr>
          <p:nvPr/>
        </p:nvSpPr>
        <p:spPr>
          <a:xfrm>
            <a:off x="23455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B53548D9-7A05-E197-50E7-0CE4BEF616D2}"/>
              </a:ext>
            </a:extLst>
          </p:cNvPr>
          <p:cNvSpPr>
            <a:spLocks/>
          </p:cNvSpPr>
          <p:nvPr/>
        </p:nvSpPr>
        <p:spPr>
          <a:xfrm>
            <a:off x="2358434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72881516-AB4B-8CD3-715C-95B5DFE7355F}"/>
              </a:ext>
            </a:extLst>
          </p:cNvPr>
          <p:cNvSpPr>
            <a:spLocks/>
          </p:cNvSpPr>
          <p:nvPr/>
        </p:nvSpPr>
        <p:spPr>
          <a:xfrm>
            <a:off x="2403830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8FE5413C-9F4E-F920-5961-D22CA097964C}"/>
              </a:ext>
            </a:extLst>
          </p:cNvPr>
          <p:cNvSpPr>
            <a:spLocks/>
          </p:cNvSpPr>
          <p:nvPr/>
        </p:nvSpPr>
        <p:spPr>
          <a:xfrm>
            <a:off x="23137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8A9D4245-3253-DDAC-2AB4-3ABE1E266A0F}"/>
              </a:ext>
            </a:extLst>
          </p:cNvPr>
          <p:cNvSpPr>
            <a:spLocks/>
          </p:cNvSpPr>
          <p:nvPr/>
        </p:nvSpPr>
        <p:spPr>
          <a:xfrm>
            <a:off x="23134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DB38F40E-D13A-0D1E-5591-7C0BE1EF3033}"/>
              </a:ext>
            </a:extLst>
          </p:cNvPr>
          <p:cNvSpPr>
            <a:spLocks/>
          </p:cNvSpPr>
          <p:nvPr/>
        </p:nvSpPr>
        <p:spPr>
          <a:xfrm>
            <a:off x="2340718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246A0786-B424-F22A-BC1D-0D0F304D4BF7}"/>
              </a:ext>
            </a:extLst>
          </p:cNvPr>
          <p:cNvSpPr>
            <a:spLocks/>
          </p:cNvSpPr>
          <p:nvPr/>
        </p:nvSpPr>
        <p:spPr>
          <a:xfrm>
            <a:off x="241655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724A1C23-8D51-D63E-1305-0530A3C29E4D}"/>
              </a:ext>
            </a:extLst>
          </p:cNvPr>
          <p:cNvSpPr>
            <a:spLocks/>
          </p:cNvSpPr>
          <p:nvPr/>
        </p:nvSpPr>
        <p:spPr>
          <a:xfrm>
            <a:off x="2332574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64133D40-624B-EF87-38C3-54BCB624B0C3}"/>
              </a:ext>
            </a:extLst>
          </p:cNvPr>
          <p:cNvSpPr>
            <a:spLocks/>
          </p:cNvSpPr>
          <p:nvPr/>
        </p:nvSpPr>
        <p:spPr>
          <a:xfrm>
            <a:off x="2339343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8447294E-DD08-8AB5-8A40-6B9021B5409E}"/>
              </a:ext>
            </a:extLst>
          </p:cNvPr>
          <p:cNvSpPr>
            <a:spLocks/>
          </p:cNvSpPr>
          <p:nvPr/>
        </p:nvSpPr>
        <p:spPr>
          <a:xfrm>
            <a:off x="23269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582D33D4-B0FD-3E5E-08C9-57084C24643D}"/>
              </a:ext>
            </a:extLst>
          </p:cNvPr>
          <p:cNvSpPr>
            <a:spLocks/>
          </p:cNvSpPr>
          <p:nvPr/>
        </p:nvSpPr>
        <p:spPr>
          <a:xfrm>
            <a:off x="2424745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BE4C7EF2-265A-C56C-EBF8-AC9A2C9F45EF}"/>
              </a:ext>
            </a:extLst>
          </p:cNvPr>
          <p:cNvSpPr>
            <a:spLocks/>
          </p:cNvSpPr>
          <p:nvPr/>
        </p:nvSpPr>
        <p:spPr>
          <a:xfrm>
            <a:off x="24359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4D81A1D7-5607-16ED-FD30-16478E39E181}"/>
              </a:ext>
            </a:extLst>
          </p:cNvPr>
          <p:cNvSpPr>
            <a:spLocks/>
          </p:cNvSpPr>
          <p:nvPr/>
        </p:nvSpPr>
        <p:spPr>
          <a:xfrm>
            <a:off x="24410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E6F1BB61-1D79-600B-D006-CDEB4D924DB8}"/>
              </a:ext>
            </a:extLst>
          </p:cNvPr>
          <p:cNvSpPr>
            <a:spLocks/>
          </p:cNvSpPr>
          <p:nvPr/>
        </p:nvSpPr>
        <p:spPr>
          <a:xfrm>
            <a:off x="23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1FDED5D0-D122-06C9-9588-E7DEE41C52DC}"/>
              </a:ext>
            </a:extLst>
          </p:cNvPr>
          <p:cNvSpPr>
            <a:spLocks/>
          </p:cNvSpPr>
          <p:nvPr/>
        </p:nvSpPr>
        <p:spPr>
          <a:xfrm>
            <a:off x="233014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7826CAF8-C338-42AA-811D-A2DF3A731224}"/>
              </a:ext>
            </a:extLst>
          </p:cNvPr>
          <p:cNvSpPr>
            <a:spLocks/>
          </p:cNvSpPr>
          <p:nvPr/>
        </p:nvSpPr>
        <p:spPr>
          <a:xfrm>
            <a:off x="232475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6DC555F2-E732-BE32-55F5-985F06ABCF34}"/>
              </a:ext>
            </a:extLst>
          </p:cNvPr>
          <p:cNvSpPr>
            <a:spLocks/>
          </p:cNvSpPr>
          <p:nvPr/>
        </p:nvSpPr>
        <p:spPr>
          <a:xfrm>
            <a:off x="237946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95B28C51-42AE-EB65-93DD-5C9523C0E1EE}"/>
              </a:ext>
            </a:extLst>
          </p:cNvPr>
          <p:cNvSpPr>
            <a:spLocks/>
          </p:cNvSpPr>
          <p:nvPr/>
        </p:nvSpPr>
        <p:spPr>
          <a:xfrm>
            <a:off x="23803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27DEAFBA-E063-2F5B-0CC3-961C83B3484E}"/>
              </a:ext>
            </a:extLst>
          </p:cNvPr>
          <p:cNvSpPr>
            <a:spLocks/>
          </p:cNvSpPr>
          <p:nvPr/>
        </p:nvSpPr>
        <p:spPr>
          <a:xfrm>
            <a:off x="2330304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9ED3B71F-A75A-2C53-CED3-C5BCA054F098}"/>
              </a:ext>
            </a:extLst>
          </p:cNvPr>
          <p:cNvSpPr>
            <a:spLocks/>
          </p:cNvSpPr>
          <p:nvPr/>
        </p:nvSpPr>
        <p:spPr>
          <a:xfrm>
            <a:off x="24051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669827CD-6B32-C561-FE4B-5EE316905E56}"/>
              </a:ext>
            </a:extLst>
          </p:cNvPr>
          <p:cNvSpPr>
            <a:spLocks/>
          </p:cNvSpPr>
          <p:nvPr/>
        </p:nvSpPr>
        <p:spPr>
          <a:xfrm>
            <a:off x="241553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4E241EA2-A18D-508D-1418-48B203042C11}"/>
              </a:ext>
            </a:extLst>
          </p:cNvPr>
          <p:cNvSpPr>
            <a:spLocks/>
          </p:cNvSpPr>
          <p:nvPr/>
        </p:nvSpPr>
        <p:spPr>
          <a:xfrm>
            <a:off x="241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5BC6DFE-D598-600F-EE8D-8B24EA6677D4}"/>
              </a:ext>
            </a:extLst>
          </p:cNvPr>
          <p:cNvSpPr>
            <a:spLocks/>
          </p:cNvSpPr>
          <p:nvPr/>
        </p:nvSpPr>
        <p:spPr>
          <a:xfrm>
            <a:off x="2407402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27B179FE-4745-79F0-21D5-4D423C8B8DD6}"/>
              </a:ext>
            </a:extLst>
          </p:cNvPr>
          <p:cNvSpPr>
            <a:spLocks/>
          </p:cNvSpPr>
          <p:nvPr/>
        </p:nvSpPr>
        <p:spPr>
          <a:xfrm>
            <a:off x="24249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471EE633-C275-968D-D84C-525B6DEB0986}"/>
              </a:ext>
            </a:extLst>
          </p:cNvPr>
          <p:cNvSpPr>
            <a:spLocks/>
          </p:cNvSpPr>
          <p:nvPr/>
        </p:nvSpPr>
        <p:spPr>
          <a:xfrm>
            <a:off x="235533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E740E7ED-116F-295D-6814-D57E7FEAC362}"/>
              </a:ext>
            </a:extLst>
          </p:cNvPr>
          <p:cNvSpPr>
            <a:spLocks/>
          </p:cNvSpPr>
          <p:nvPr/>
        </p:nvSpPr>
        <p:spPr>
          <a:xfrm>
            <a:off x="2360641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60889000-57AC-6E34-06BF-38D4DF61616F}"/>
              </a:ext>
            </a:extLst>
          </p:cNvPr>
          <p:cNvSpPr>
            <a:spLocks/>
          </p:cNvSpPr>
          <p:nvPr/>
        </p:nvSpPr>
        <p:spPr>
          <a:xfrm>
            <a:off x="24068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C2975F66-BEB5-1789-F01B-AAEABA83DB53}"/>
              </a:ext>
            </a:extLst>
          </p:cNvPr>
          <p:cNvSpPr>
            <a:spLocks/>
          </p:cNvSpPr>
          <p:nvPr/>
        </p:nvSpPr>
        <p:spPr>
          <a:xfrm>
            <a:off x="2311900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008FC582-F4A2-BF67-CB71-CADC8B8B2EC0}"/>
              </a:ext>
            </a:extLst>
          </p:cNvPr>
          <p:cNvSpPr>
            <a:spLocks/>
          </p:cNvSpPr>
          <p:nvPr/>
        </p:nvSpPr>
        <p:spPr>
          <a:xfrm>
            <a:off x="2360423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F7150B1E-6A15-045E-A57E-4BFFB75C06D1}"/>
              </a:ext>
            </a:extLst>
          </p:cNvPr>
          <p:cNvSpPr>
            <a:spLocks/>
          </p:cNvSpPr>
          <p:nvPr/>
        </p:nvSpPr>
        <p:spPr>
          <a:xfrm>
            <a:off x="2364725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E7466E7F-1A8E-3998-843B-D10B70F55140}"/>
              </a:ext>
            </a:extLst>
          </p:cNvPr>
          <p:cNvSpPr>
            <a:spLocks/>
          </p:cNvSpPr>
          <p:nvPr/>
        </p:nvSpPr>
        <p:spPr>
          <a:xfrm>
            <a:off x="236609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9D0556C9-F1C6-79A6-A7BB-EF58865559C5}"/>
              </a:ext>
            </a:extLst>
          </p:cNvPr>
          <p:cNvSpPr>
            <a:spLocks/>
          </p:cNvSpPr>
          <p:nvPr/>
        </p:nvSpPr>
        <p:spPr>
          <a:xfrm>
            <a:off x="2361045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76AEEAFF-CD57-9E63-382A-1710D6CD568E}"/>
              </a:ext>
            </a:extLst>
          </p:cNvPr>
          <p:cNvSpPr>
            <a:spLocks/>
          </p:cNvSpPr>
          <p:nvPr/>
        </p:nvSpPr>
        <p:spPr>
          <a:xfrm>
            <a:off x="2420511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A825D892-B44E-D498-BB9B-3BBC4CA95448}"/>
              </a:ext>
            </a:extLst>
          </p:cNvPr>
          <p:cNvSpPr>
            <a:spLocks/>
          </p:cNvSpPr>
          <p:nvPr/>
        </p:nvSpPr>
        <p:spPr>
          <a:xfrm>
            <a:off x="2355489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1C30767B-3A75-3E2C-D4DE-E1E1CC7DD16D}"/>
              </a:ext>
            </a:extLst>
          </p:cNvPr>
          <p:cNvSpPr>
            <a:spLocks/>
          </p:cNvSpPr>
          <p:nvPr/>
        </p:nvSpPr>
        <p:spPr>
          <a:xfrm>
            <a:off x="2422766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91CDD500-EC5E-9EA0-286A-F58341B367C5}"/>
              </a:ext>
            </a:extLst>
          </p:cNvPr>
          <p:cNvSpPr>
            <a:spLocks/>
          </p:cNvSpPr>
          <p:nvPr/>
        </p:nvSpPr>
        <p:spPr>
          <a:xfrm>
            <a:off x="2394291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C6BA787F-3632-90E8-D1CE-78F5D151E2AF}"/>
              </a:ext>
            </a:extLst>
          </p:cNvPr>
          <p:cNvSpPr>
            <a:spLocks/>
          </p:cNvSpPr>
          <p:nvPr/>
        </p:nvSpPr>
        <p:spPr>
          <a:xfrm>
            <a:off x="2410193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DAE22849-79FB-8434-E8C1-EAC09B5206D2}"/>
              </a:ext>
            </a:extLst>
          </p:cNvPr>
          <p:cNvSpPr>
            <a:spLocks/>
          </p:cNvSpPr>
          <p:nvPr/>
        </p:nvSpPr>
        <p:spPr>
          <a:xfrm>
            <a:off x="2392337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F9A27B4A-84CB-A653-905C-47E0170257C8}"/>
              </a:ext>
            </a:extLst>
          </p:cNvPr>
          <p:cNvSpPr>
            <a:spLocks/>
          </p:cNvSpPr>
          <p:nvPr/>
        </p:nvSpPr>
        <p:spPr>
          <a:xfrm>
            <a:off x="2334609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1B84E3C3-D472-F2E7-5A42-BA17FFF2CFF9}"/>
              </a:ext>
            </a:extLst>
          </p:cNvPr>
          <p:cNvSpPr>
            <a:spLocks/>
          </p:cNvSpPr>
          <p:nvPr/>
        </p:nvSpPr>
        <p:spPr>
          <a:xfrm>
            <a:off x="2396072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31F10416-53F5-F92A-E731-D9657C1FE4C9}"/>
              </a:ext>
            </a:extLst>
          </p:cNvPr>
          <p:cNvSpPr>
            <a:spLocks/>
          </p:cNvSpPr>
          <p:nvPr/>
        </p:nvSpPr>
        <p:spPr>
          <a:xfrm>
            <a:off x="23516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05626898-8381-F80A-E9E7-4E2E1C6B9E04}"/>
              </a:ext>
            </a:extLst>
          </p:cNvPr>
          <p:cNvSpPr>
            <a:spLocks/>
          </p:cNvSpPr>
          <p:nvPr/>
        </p:nvSpPr>
        <p:spPr>
          <a:xfrm>
            <a:off x="2388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73591F68-A344-F1F4-D8AE-948D12FEFFD2}"/>
              </a:ext>
            </a:extLst>
          </p:cNvPr>
          <p:cNvSpPr>
            <a:spLocks/>
          </p:cNvSpPr>
          <p:nvPr/>
        </p:nvSpPr>
        <p:spPr>
          <a:xfrm>
            <a:off x="2354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3B9C558A-ABBD-AA13-0C1C-B2C92437CA8C}"/>
              </a:ext>
            </a:extLst>
          </p:cNvPr>
          <p:cNvSpPr>
            <a:spLocks/>
          </p:cNvSpPr>
          <p:nvPr/>
        </p:nvSpPr>
        <p:spPr>
          <a:xfrm>
            <a:off x="244248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B4C7E54-F52A-92D9-92DF-FF0767167767}"/>
              </a:ext>
            </a:extLst>
          </p:cNvPr>
          <p:cNvSpPr>
            <a:spLocks/>
          </p:cNvSpPr>
          <p:nvPr/>
        </p:nvSpPr>
        <p:spPr>
          <a:xfrm>
            <a:off x="2395292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9205B6A-6161-0C6E-4D6A-E14128E33FD6}"/>
              </a:ext>
            </a:extLst>
          </p:cNvPr>
          <p:cNvSpPr>
            <a:spLocks/>
          </p:cNvSpPr>
          <p:nvPr/>
        </p:nvSpPr>
        <p:spPr>
          <a:xfrm>
            <a:off x="23677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0513424D-44D2-70CD-10E9-A211F6805DEA}"/>
              </a:ext>
            </a:extLst>
          </p:cNvPr>
          <p:cNvSpPr>
            <a:spLocks/>
          </p:cNvSpPr>
          <p:nvPr/>
        </p:nvSpPr>
        <p:spPr>
          <a:xfrm>
            <a:off x="2357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48107BAF-C3F7-0D02-E71B-9092C27025CE}"/>
              </a:ext>
            </a:extLst>
          </p:cNvPr>
          <p:cNvSpPr>
            <a:spLocks/>
          </p:cNvSpPr>
          <p:nvPr/>
        </p:nvSpPr>
        <p:spPr>
          <a:xfrm>
            <a:off x="2358016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243126D6-E978-FA2A-F763-196B75EA51AB}"/>
              </a:ext>
            </a:extLst>
          </p:cNvPr>
          <p:cNvSpPr>
            <a:spLocks/>
          </p:cNvSpPr>
          <p:nvPr/>
        </p:nvSpPr>
        <p:spPr>
          <a:xfrm>
            <a:off x="2428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83A821F3-804F-7536-C003-A8A31C99298B}"/>
              </a:ext>
            </a:extLst>
          </p:cNvPr>
          <p:cNvSpPr>
            <a:spLocks/>
          </p:cNvSpPr>
          <p:nvPr/>
        </p:nvSpPr>
        <p:spPr>
          <a:xfrm>
            <a:off x="23806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C8E04E8B-CBE0-495D-EA22-8C7A7A503801}"/>
              </a:ext>
            </a:extLst>
          </p:cNvPr>
          <p:cNvSpPr>
            <a:spLocks/>
          </p:cNvSpPr>
          <p:nvPr/>
        </p:nvSpPr>
        <p:spPr>
          <a:xfrm>
            <a:off x="2374965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B71942E-82AD-72C9-AE16-38FD08DEB675}"/>
              </a:ext>
            </a:extLst>
          </p:cNvPr>
          <p:cNvSpPr>
            <a:spLocks/>
          </p:cNvSpPr>
          <p:nvPr/>
        </p:nvSpPr>
        <p:spPr>
          <a:xfrm>
            <a:off x="23120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9C22DE84-8F49-0311-1E0B-016C1D4AEFED}"/>
              </a:ext>
            </a:extLst>
          </p:cNvPr>
          <p:cNvSpPr>
            <a:spLocks/>
          </p:cNvSpPr>
          <p:nvPr/>
        </p:nvSpPr>
        <p:spPr>
          <a:xfrm>
            <a:off x="2432258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1A279152-D62C-901A-8469-55506521D75A}"/>
              </a:ext>
            </a:extLst>
          </p:cNvPr>
          <p:cNvSpPr>
            <a:spLocks/>
          </p:cNvSpPr>
          <p:nvPr/>
        </p:nvSpPr>
        <p:spPr>
          <a:xfrm>
            <a:off x="2339199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68A21BE0-A7E3-AC29-520D-E8377E42FDF9}"/>
              </a:ext>
            </a:extLst>
          </p:cNvPr>
          <p:cNvSpPr>
            <a:spLocks/>
          </p:cNvSpPr>
          <p:nvPr/>
        </p:nvSpPr>
        <p:spPr>
          <a:xfrm>
            <a:off x="2342305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CDF14B65-7155-D650-520D-264FB9EB59B3}"/>
              </a:ext>
            </a:extLst>
          </p:cNvPr>
          <p:cNvSpPr>
            <a:spLocks/>
          </p:cNvSpPr>
          <p:nvPr/>
        </p:nvSpPr>
        <p:spPr>
          <a:xfrm>
            <a:off x="24224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48B8CC69-92CB-6FDC-7D9A-2725AE5E4B27}"/>
              </a:ext>
            </a:extLst>
          </p:cNvPr>
          <p:cNvSpPr>
            <a:spLocks/>
          </p:cNvSpPr>
          <p:nvPr/>
        </p:nvSpPr>
        <p:spPr>
          <a:xfrm>
            <a:off x="23591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9998431F-38BD-80EF-4A53-69597069C655}"/>
              </a:ext>
            </a:extLst>
          </p:cNvPr>
          <p:cNvSpPr>
            <a:spLocks/>
          </p:cNvSpPr>
          <p:nvPr/>
        </p:nvSpPr>
        <p:spPr>
          <a:xfrm>
            <a:off x="24345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CC0435EF-B308-8A8E-DB23-3E10B8598003}"/>
              </a:ext>
            </a:extLst>
          </p:cNvPr>
          <p:cNvSpPr>
            <a:spLocks/>
          </p:cNvSpPr>
          <p:nvPr/>
        </p:nvSpPr>
        <p:spPr>
          <a:xfrm>
            <a:off x="242860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DB0A7221-CDE1-5101-31D2-27F4D4AF4319}"/>
              </a:ext>
            </a:extLst>
          </p:cNvPr>
          <p:cNvSpPr>
            <a:spLocks/>
          </p:cNvSpPr>
          <p:nvPr/>
        </p:nvSpPr>
        <p:spPr>
          <a:xfrm>
            <a:off x="234521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118C0E13-2ECD-680F-93A7-0F689566A4AD}"/>
              </a:ext>
            </a:extLst>
          </p:cNvPr>
          <p:cNvSpPr>
            <a:spLocks/>
          </p:cNvSpPr>
          <p:nvPr/>
        </p:nvSpPr>
        <p:spPr>
          <a:xfrm>
            <a:off x="233843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407314E4-B3C9-AB3B-BD64-D503E12C700C}"/>
              </a:ext>
            </a:extLst>
          </p:cNvPr>
          <p:cNvSpPr>
            <a:spLocks/>
          </p:cNvSpPr>
          <p:nvPr/>
        </p:nvSpPr>
        <p:spPr>
          <a:xfrm>
            <a:off x="2400431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B407714A-D5E0-30E7-6EAB-B0C9690F39D2}"/>
              </a:ext>
            </a:extLst>
          </p:cNvPr>
          <p:cNvSpPr>
            <a:spLocks/>
          </p:cNvSpPr>
          <p:nvPr/>
        </p:nvSpPr>
        <p:spPr>
          <a:xfrm>
            <a:off x="2362581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E329DAF2-9DC2-4531-0732-CA5B6C8209D3}"/>
              </a:ext>
            </a:extLst>
          </p:cNvPr>
          <p:cNvSpPr>
            <a:spLocks/>
          </p:cNvSpPr>
          <p:nvPr/>
        </p:nvSpPr>
        <p:spPr>
          <a:xfrm>
            <a:off x="239768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EBC14245-FADD-E4E2-45A1-F7B43651A57F}"/>
              </a:ext>
            </a:extLst>
          </p:cNvPr>
          <p:cNvSpPr>
            <a:spLocks/>
          </p:cNvSpPr>
          <p:nvPr/>
        </p:nvSpPr>
        <p:spPr>
          <a:xfrm>
            <a:off x="2431493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C0623645-264B-7B7A-CA78-7B004C1B4367}"/>
              </a:ext>
            </a:extLst>
          </p:cNvPr>
          <p:cNvSpPr>
            <a:spLocks/>
          </p:cNvSpPr>
          <p:nvPr/>
        </p:nvSpPr>
        <p:spPr>
          <a:xfrm>
            <a:off x="23151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8B14A1B-D660-868A-549D-AF5EA8230F2D}"/>
              </a:ext>
            </a:extLst>
          </p:cNvPr>
          <p:cNvSpPr>
            <a:spLocks/>
          </p:cNvSpPr>
          <p:nvPr/>
        </p:nvSpPr>
        <p:spPr>
          <a:xfrm>
            <a:off x="23182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7BA5976E-5E74-DF59-3861-8D8C80D6DD5E}"/>
              </a:ext>
            </a:extLst>
          </p:cNvPr>
          <p:cNvSpPr>
            <a:spLocks/>
          </p:cNvSpPr>
          <p:nvPr/>
        </p:nvSpPr>
        <p:spPr>
          <a:xfrm>
            <a:off x="23451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D20E1271-6277-6B9B-DEE3-30146C8E092F}"/>
              </a:ext>
            </a:extLst>
          </p:cNvPr>
          <p:cNvSpPr>
            <a:spLocks/>
          </p:cNvSpPr>
          <p:nvPr/>
        </p:nvSpPr>
        <p:spPr>
          <a:xfrm>
            <a:off x="2423556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58F99ED2-47CA-CFBA-A009-23BA9F053E2C}"/>
              </a:ext>
            </a:extLst>
          </p:cNvPr>
          <p:cNvSpPr>
            <a:spLocks/>
          </p:cNvSpPr>
          <p:nvPr/>
        </p:nvSpPr>
        <p:spPr>
          <a:xfrm>
            <a:off x="24492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EDDB7E8A-3237-9AE9-B662-CBD7B1C2547D}"/>
              </a:ext>
            </a:extLst>
          </p:cNvPr>
          <p:cNvSpPr>
            <a:spLocks/>
          </p:cNvSpPr>
          <p:nvPr/>
        </p:nvSpPr>
        <p:spPr>
          <a:xfrm>
            <a:off x="24187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63A6BB4-F60E-6581-5DB0-9EFAA99B4D84}"/>
              </a:ext>
            </a:extLst>
          </p:cNvPr>
          <p:cNvSpPr>
            <a:spLocks/>
          </p:cNvSpPr>
          <p:nvPr/>
        </p:nvSpPr>
        <p:spPr>
          <a:xfrm>
            <a:off x="2349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1D963BD9-4154-5C26-401E-4ED625BF0544}"/>
              </a:ext>
            </a:extLst>
          </p:cNvPr>
          <p:cNvSpPr>
            <a:spLocks/>
          </p:cNvSpPr>
          <p:nvPr/>
        </p:nvSpPr>
        <p:spPr>
          <a:xfrm>
            <a:off x="2350164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BF1135C7-3D11-0B9B-6DB3-FB3A5B4885ED}"/>
              </a:ext>
            </a:extLst>
          </p:cNvPr>
          <p:cNvSpPr>
            <a:spLocks/>
          </p:cNvSpPr>
          <p:nvPr/>
        </p:nvSpPr>
        <p:spPr>
          <a:xfrm>
            <a:off x="236181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647203DF-B1D3-58C5-C6AB-48315E0B71BA}"/>
              </a:ext>
            </a:extLst>
          </p:cNvPr>
          <p:cNvSpPr>
            <a:spLocks/>
          </p:cNvSpPr>
          <p:nvPr/>
        </p:nvSpPr>
        <p:spPr>
          <a:xfrm>
            <a:off x="2351479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3AFB3237-0801-7EE2-612F-DEE0862B303E}"/>
              </a:ext>
            </a:extLst>
          </p:cNvPr>
          <p:cNvSpPr>
            <a:spLocks/>
          </p:cNvSpPr>
          <p:nvPr/>
        </p:nvSpPr>
        <p:spPr>
          <a:xfrm>
            <a:off x="239254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26315DBF-37B7-D9EB-CCFF-0D50C2D3095B}"/>
              </a:ext>
            </a:extLst>
          </p:cNvPr>
          <p:cNvSpPr>
            <a:spLocks/>
          </p:cNvSpPr>
          <p:nvPr/>
        </p:nvSpPr>
        <p:spPr>
          <a:xfrm>
            <a:off x="2386160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C9959CA4-DAAB-5614-F2A2-E39086542545}"/>
              </a:ext>
            </a:extLst>
          </p:cNvPr>
          <p:cNvSpPr>
            <a:spLocks/>
          </p:cNvSpPr>
          <p:nvPr/>
        </p:nvSpPr>
        <p:spPr>
          <a:xfrm>
            <a:off x="2354439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F8EFDCF9-8664-0D16-B561-16B51F552A73}"/>
              </a:ext>
            </a:extLst>
          </p:cNvPr>
          <p:cNvSpPr>
            <a:spLocks/>
          </p:cNvSpPr>
          <p:nvPr/>
        </p:nvSpPr>
        <p:spPr>
          <a:xfrm>
            <a:off x="2417870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179C516F-6515-C028-5793-A55099A36FC1}"/>
              </a:ext>
            </a:extLst>
          </p:cNvPr>
          <p:cNvSpPr>
            <a:spLocks/>
          </p:cNvSpPr>
          <p:nvPr/>
        </p:nvSpPr>
        <p:spPr>
          <a:xfrm>
            <a:off x="2450878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E30B7424-3EEF-6A4F-0CB9-AB59082C445B}"/>
              </a:ext>
            </a:extLst>
          </p:cNvPr>
          <p:cNvSpPr>
            <a:spLocks/>
          </p:cNvSpPr>
          <p:nvPr/>
        </p:nvSpPr>
        <p:spPr>
          <a:xfrm>
            <a:off x="239171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BCAF3C35-0D90-EF87-8D42-C41666EE81EC}"/>
              </a:ext>
            </a:extLst>
          </p:cNvPr>
          <p:cNvSpPr>
            <a:spLocks/>
          </p:cNvSpPr>
          <p:nvPr/>
        </p:nvSpPr>
        <p:spPr>
          <a:xfrm>
            <a:off x="23499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63B78D-48BC-B35D-04DF-6DD66935329D}"/>
              </a:ext>
            </a:extLst>
          </p:cNvPr>
          <p:cNvSpPr>
            <a:spLocks/>
          </p:cNvSpPr>
          <p:nvPr/>
        </p:nvSpPr>
        <p:spPr>
          <a:xfrm>
            <a:off x="238818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3D93B7CB-6E02-F794-BE6A-76DCE351183A}"/>
              </a:ext>
            </a:extLst>
          </p:cNvPr>
          <p:cNvSpPr>
            <a:spLocks/>
          </p:cNvSpPr>
          <p:nvPr/>
        </p:nvSpPr>
        <p:spPr>
          <a:xfrm>
            <a:off x="2352851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05832CE8-4F0D-F306-1D16-0E516CD74333}"/>
              </a:ext>
            </a:extLst>
          </p:cNvPr>
          <p:cNvSpPr>
            <a:spLocks/>
          </p:cNvSpPr>
          <p:nvPr/>
        </p:nvSpPr>
        <p:spPr>
          <a:xfrm>
            <a:off x="240671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C00ED095-BDEF-67B9-91A2-52CB1A02895D}"/>
              </a:ext>
            </a:extLst>
          </p:cNvPr>
          <p:cNvSpPr>
            <a:spLocks/>
          </p:cNvSpPr>
          <p:nvPr/>
        </p:nvSpPr>
        <p:spPr>
          <a:xfrm>
            <a:off x="2361820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785DC264-84C0-8AFF-79AE-1AD184B440CB}"/>
              </a:ext>
            </a:extLst>
          </p:cNvPr>
          <p:cNvSpPr>
            <a:spLocks/>
          </p:cNvSpPr>
          <p:nvPr/>
        </p:nvSpPr>
        <p:spPr>
          <a:xfrm>
            <a:off x="2394336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C98D5DB7-4ED1-A518-2C1B-09BDEC226743}"/>
              </a:ext>
            </a:extLst>
          </p:cNvPr>
          <p:cNvSpPr>
            <a:spLocks/>
          </p:cNvSpPr>
          <p:nvPr/>
        </p:nvSpPr>
        <p:spPr>
          <a:xfrm>
            <a:off x="23339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2538698E-9C36-A86D-30EE-BC89F9C5EB20}"/>
              </a:ext>
            </a:extLst>
          </p:cNvPr>
          <p:cNvSpPr>
            <a:spLocks/>
          </p:cNvSpPr>
          <p:nvPr/>
        </p:nvSpPr>
        <p:spPr>
          <a:xfrm>
            <a:off x="24056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32F367E-59D6-CB1B-1994-85ADEB20CE0C}"/>
              </a:ext>
            </a:extLst>
          </p:cNvPr>
          <p:cNvSpPr>
            <a:spLocks/>
          </p:cNvSpPr>
          <p:nvPr/>
        </p:nvSpPr>
        <p:spPr>
          <a:xfrm>
            <a:off x="2451330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6F7C4F1A-B786-804E-38BB-BCF70D067CF1}"/>
              </a:ext>
            </a:extLst>
          </p:cNvPr>
          <p:cNvSpPr>
            <a:spLocks/>
          </p:cNvSpPr>
          <p:nvPr/>
        </p:nvSpPr>
        <p:spPr>
          <a:xfrm>
            <a:off x="237849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8F7F60C0-7C3A-FF58-EF55-E5E5145F451A}"/>
              </a:ext>
            </a:extLst>
          </p:cNvPr>
          <p:cNvSpPr>
            <a:spLocks/>
          </p:cNvSpPr>
          <p:nvPr/>
        </p:nvSpPr>
        <p:spPr>
          <a:xfrm>
            <a:off x="2394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9C6DE3A-B112-8DB3-A998-D6A99F6BFDBE}"/>
              </a:ext>
            </a:extLst>
          </p:cNvPr>
          <p:cNvSpPr>
            <a:spLocks/>
          </p:cNvSpPr>
          <p:nvPr/>
        </p:nvSpPr>
        <p:spPr>
          <a:xfrm>
            <a:off x="235305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7629CD8F-0E4F-E28D-8BB1-8BAB09B33E04}"/>
              </a:ext>
            </a:extLst>
          </p:cNvPr>
          <p:cNvSpPr>
            <a:spLocks/>
          </p:cNvSpPr>
          <p:nvPr/>
        </p:nvSpPr>
        <p:spPr>
          <a:xfrm>
            <a:off x="23232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47046218-F31B-65F7-C94C-42D25C997B8D}"/>
              </a:ext>
            </a:extLst>
          </p:cNvPr>
          <p:cNvSpPr>
            <a:spLocks/>
          </p:cNvSpPr>
          <p:nvPr/>
        </p:nvSpPr>
        <p:spPr>
          <a:xfrm>
            <a:off x="2334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70FF8BBE-257B-56A0-EEBA-061DD935FC43}"/>
              </a:ext>
            </a:extLst>
          </p:cNvPr>
          <p:cNvSpPr>
            <a:spLocks/>
          </p:cNvSpPr>
          <p:nvPr/>
        </p:nvSpPr>
        <p:spPr>
          <a:xfrm>
            <a:off x="2372800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5EE42538-7EE7-2930-E844-41C79612D867}"/>
              </a:ext>
            </a:extLst>
          </p:cNvPr>
          <p:cNvSpPr>
            <a:spLocks/>
          </p:cNvSpPr>
          <p:nvPr/>
        </p:nvSpPr>
        <p:spPr>
          <a:xfrm>
            <a:off x="241346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3CB80100-C02B-2BE4-709F-121B3F60B8F0}"/>
              </a:ext>
            </a:extLst>
          </p:cNvPr>
          <p:cNvSpPr>
            <a:spLocks/>
          </p:cNvSpPr>
          <p:nvPr/>
        </p:nvSpPr>
        <p:spPr>
          <a:xfrm>
            <a:off x="2417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50869F83-1881-4F84-DD5F-2604A5AF5576}"/>
              </a:ext>
            </a:extLst>
          </p:cNvPr>
          <p:cNvSpPr>
            <a:spLocks/>
          </p:cNvSpPr>
          <p:nvPr/>
        </p:nvSpPr>
        <p:spPr>
          <a:xfrm>
            <a:off x="2426373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01C26325-B86A-8F3F-9A0D-52FF8EE922C9}"/>
              </a:ext>
            </a:extLst>
          </p:cNvPr>
          <p:cNvSpPr>
            <a:spLocks/>
          </p:cNvSpPr>
          <p:nvPr/>
        </p:nvSpPr>
        <p:spPr>
          <a:xfrm>
            <a:off x="2415339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4AF66B35-497A-5404-2DFD-66892F8022FB}"/>
              </a:ext>
            </a:extLst>
          </p:cNvPr>
          <p:cNvSpPr>
            <a:spLocks/>
          </p:cNvSpPr>
          <p:nvPr/>
        </p:nvSpPr>
        <p:spPr>
          <a:xfrm>
            <a:off x="23376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1A54445D-E7C7-B891-D464-39E64A0F65B3}"/>
              </a:ext>
            </a:extLst>
          </p:cNvPr>
          <p:cNvSpPr>
            <a:spLocks/>
          </p:cNvSpPr>
          <p:nvPr/>
        </p:nvSpPr>
        <p:spPr>
          <a:xfrm>
            <a:off x="24448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9B8B9AA2-9E12-552F-B742-B030BD58051D}"/>
              </a:ext>
            </a:extLst>
          </p:cNvPr>
          <p:cNvSpPr>
            <a:spLocks/>
          </p:cNvSpPr>
          <p:nvPr/>
        </p:nvSpPr>
        <p:spPr>
          <a:xfrm>
            <a:off x="2415261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F7D23397-4D8E-D82F-9081-51E550C6C9D0}"/>
              </a:ext>
            </a:extLst>
          </p:cNvPr>
          <p:cNvSpPr>
            <a:spLocks/>
          </p:cNvSpPr>
          <p:nvPr/>
        </p:nvSpPr>
        <p:spPr>
          <a:xfrm>
            <a:off x="23701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7C262CB6-5D34-A78C-B86F-491A3971DF58}"/>
              </a:ext>
            </a:extLst>
          </p:cNvPr>
          <p:cNvSpPr>
            <a:spLocks/>
          </p:cNvSpPr>
          <p:nvPr/>
        </p:nvSpPr>
        <p:spPr>
          <a:xfrm>
            <a:off x="23651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B62FB084-0822-B6F7-8295-4CE3987E7666}"/>
              </a:ext>
            </a:extLst>
          </p:cNvPr>
          <p:cNvSpPr>
            <a:spLocks/>
          </p:cNvSpPr>
          <p:nvPr/>
        </p:nvSpPr>
        <p:spPr>
          <a:xfrm>
            <a:off x="24219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8EACE4DB-2601-99CF-2686-565BF26AEB95}"/>
              </a:ext>
            </a:extLst>
          </p:cNvPr>
          <p:cNvSpPr>
            <a:spLocks/>
          </p:cNvSpPr>
          <p:nvPr/>
        </p:nvSpPr>
        <p:spPr>
          <a:xfrm>
            <a:off x="23164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66EED958-D074-260D-A516-13CCDB07C952}"/>
              </a:ext>
            </a:extLst>
          </p:cNvPr>
          <p:cNvSpPr>
            <a:spLocks/>
          </p:cNvSpPr>
          <p:nvPr/>
        </p:nvSpPr>
        <p:spPr>
          <a:xfrm>
            <a:off x="2418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89740B7C-CEA5-6120-1030-AA389827F902}"/>
              </a:ext>
            </a:extLst>
          </p:cNvPr>
          <p:cNvSpPr>
            <a:spLocks/>
          </p:cNvSpPr>
          <p:nvPr/>
        </p:nvSpPr>
        <p:spPr>
          <a:xfrm>
            <a:off x="2387659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694EC3CE-845E-1928-A4C5-30915B1A5C5D}"/>
              </a:ext>
            </a:extLst>
          </p:cNvPr>
          <p:cNvSpPr>
            <a:spLocks/>
          </p:cNvSpPr>
          <p:nvPr/>
        </p:nvSpPr>
        <p:spPr>
          <a:xfrm>
            <a:off x="2404294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BCCF1594-0BFB-BD59-47D1-744BC20C30C7}"/>
              </a:ext>
            </a:extLst>
          </p:cNvPr>
          <p:cNvSpPr>
            <a:spLocks/>
          </p:cNvSpPr>
          <p:nvPr/>
        </p:nvSpPr>
        <p:spPr>
          <a:xfrm>
            <a:off x="2408994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62B890DB-7439-7D90-A2FF-B2614E9A0FD3}"/>
              </a:ext>
            </a:extLst>
          </p:cNvPr>
          <p:cNvSpPr>
            <a:spLocks/>
          </p:cNvSpPr>
          <p:nvPr/>
        </p:nvSpPr>
        <p:spPr>
          <a:xfrm>
            <a:off x="240598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8A7CDF21-75BD-9416-AE63-FF2559283CB3}"/>
              </a:ext>
            </a:extLst>
          </p:cNvPr>
          <p:cNvSpPr>
            <a:spLocks/>
          </p:cNvSpPr>
          <p:nvPr/>
        </p:nvSpPr>
        <p:spPr>
          <a:xfrm>
            <a:off x="245009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22DB34FA-23F4-C37D-C912-D828101E1F41}"/>
              </a:ext>
            </a:extLst>
          </p:cNvPr>
          <p:cNvSpPr>
            <a:spLocks/>
          </p:cNvSpPr>
          <p:nvPr/>
        </p:nvSpPr>
        <p:spPr>
          <a:xfrm>
            <a:off x="2331639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3CE867C-CCE5-CC2D-2EF6-7F3089D3951F}"/>
              </a:ext>
            </a:extLst>
          </p:cNvPr>
          <p:cNvSpPr>
            <a:spLocks/>
          </p:cNvSpPr>
          <p:nvPr/>
        </p:nvSpPr>
        <p:spPr>
          <a:xfrm>
            <a:off x="242709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8A589386-B131-D8C3-49CF-2A29E2A40301}"/>
              </a:ext>
            </a:extLst>
          </p:cNvPr>
          <p:cNvSpPr>
            <a:spLocks/>
          </p:cNvSpPr>
          <p:nvPr/>
        </p:nvSpPr>
        <p:spPr>
          <a:xfrm>
            <a:off x="2334419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FA64C966-6072-68C8-4FE3-559A1D88BA53}"/>
              </a:ext>
            </a:extLst>
          </p:cNvPr>
          <p:cNvSpPr>
            <a:spLocks/>
          </p:cNvSpPr>
          <p:nvPr/>
        </p:nvSpPr>
        <p:spPr>
          <a:xfrm>
            <a:off x="236944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1D0247C7-5188-FFA7-0D39-78A11510FD93}"/>
              </a:ext>
            </a:extLst>
          </p:cNvPr>
          <p:cNvSpPr>
            <a:spLocks/>
          </p:cNvSpPr>
          <p:nvPr/>
        </p:nvSpPr>
        <p:spPr>
          <a:xfrm>
            <a:off x="23193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50A0F0DA-2104-C4EE-CE08-61233B5B883F}"/>
              </a:ext>
            </a:extLst>
          </p:cNvPr>
          <p:cNvSpPr>
            <a:spLocks/>
          </p:cNvSpPr>
          <p:nvPr/>
        </p:nvSpPr>
        <p:spPr>
          <a:xfrm>
            <a:off x="237811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CB9E2394-82DC-2487-E198-12F4ED9FF6D5}"/>
              </a:ext>
            </a:extLst>
          </p:cNvPr>
          <p:cNvSpPr>
            <a:spLocks/>
          </p:cNvSpPr>
          <p:nvPr/>
        </p:nvSpPr>
        <p:spPr>
          <a:xfrm>
            <a:off x="238708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92DAABF1-97BD-C9AB-7562-C677A16437E8}"/>
              </a:ext>
            </a:extLst>
          </p:cNvPr>
          <p:cNvSpPr>
            <a:spLocks/>
          </p:cNvSpPr>
          <p:nvPr/>
        </p:nvSpPr>
        <p:spPr>
          <a:xfrm>
            <a:off x="23650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18C7C1F2-216A-9C94-E96A-92CBAE92FEFE}"/>
              </a:ext>
            </a:extLst>
          </p:cNvPr>
          <p:cNvSpPr>
            <a:spLocks/>
          </p:cNvSpPr>
          <p:nvPr/>
        </p:nvSpPr>
        <p:spPr>
          <a:xfrm>
            <a:off x="2319012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9FE39358-55BD-43DB-F6B1-325406C3142E}"/>
              </a:ext>
            </a:extLst>
          </p:cNvPr>
          <p:cNvSpPr>
            <a:spLocks/>
          </p:cNvSpPr>
          <p:nvPr/>
        </p:nvSpPr>
        <p:spPr>
          <a:xfrm>
            <a:off x="23481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C702C82C-149B-E4E4-CB2D-8173A56F2CC7}"/>
              </a:ext>
            </a:extLst>
          </p:cNvPr>
          <p:cNvSpPr>
            <a:spLocks/>
          </p:cNvSpPr>
          <p:nvPr/>
        </p:nvSpPr>
        <p:spPr>
          <a:xfrm>
            <a:off x="2418867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2A67FF50-E7CF-EF87-7C62-E556C7BA8D4C}"/>
              </a:ext>
            </a:extLst>
          </p:cNvPr>
          <p:cNvSpPr>
            <a:spLocks/>
          </p:cNvSpPr>
          <p:nvPr/>
        </p:nvSpPr>
        <p:spPr>
          <a:xfrm>
            <a:off x="2316107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FE678DDD-E912-C271-730B-E3180CBBB9C8}"/>
              </a:ext>
            </a:extLst>
          </p:cNvPr>
          <p:cNvSpPr>
            <a:spLocks/>
          </p:cNvSpPr>
          <p:nvPr/>
        </p:nvSpPr>
        <p:spPr>
          <a:xfrm>
            <a:off x="2419722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F433D538-19AC-87F0-DBFC-657E6B060518}"/>
              </a:ext>
            </a:extLst>
          </p:cNvPr>
          <p:cNvSpPr>
            <a:spLocks/>
          </p:cNvSpPr>
          <p:nvPr/>
        </p:nvSpPr>
        <p:spPr>
          <a:xfrm>
            <a:off x="2404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5C23B37-AF13-C186-E0F5-7196AF82CE91}"/>
              </a:ext>
            </a:extLst>
          </p:cNvPr>
          <p:cNvSpPr>
            <a:spLocks/>
          </p:cNvSpPr>
          <p:nvPr/>
        </p:nvSpPr>
        <p:spPr>
          <a:xfrm>
            <a:off x="23276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334B5527-3A2F-D35D-997C-D35631D55408}"/>
              </a:ext>
            </a:extLst>
          </p:cNvPr>
          <p:cNvSpPr>
            <a:spLocks/>
          </p:cNvSpPr>
          <p:nvPr/>
        </p:nvSpPr>
        <p:spPr>
          <a:xfrm>
            <a:off x="2337104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E140BD44-730E-D5AA-C713-8B0E074BDE8E}"/>
              </a:ext>
            </a:extLst>
          </p:cNvPr>
          <p:cNvSpPr>
            <a:spLocks/>
          </p:cNvSpPr>
          <p:nvPr/>
        </p:nvSpPr>
        <p:spPr>
          <a:xfrm>
            <a:off x="2433705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F40B7F49-C3C1-C170-13C9-64DF042A5DD8}"/>
              </a:ext>
            </a:extLst>
          </p:cNvPr>
          <p:cNvSpPr>
            <a:spLocks/>
          </p:cNvSpPr>
          <p:nvPr/>
        </p:nvSpPr>
        <p:spPr>
          <a:xfrm>
            <a:off x="2400644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990997FA-0988-356F-6242-DD299D63DAC2}"/>
              </a:ext>
            </a:extLst>
          </p:cNvPr>
          <p:cNvSpPr>
            <a:spLocks/>
          </p:cNvSpPr>
          <p:nvPr/>
        </p:nvSpPr>
        <p:spPr>
          <a:xfrm>
            <a:off x="23338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F367840B-1D88-B663-36BA-1D2A596976A4}"/>
              </a:ext>
            </a:extLst>
          </p:cNvPr>
          <p:cNvSpPr>
            <a:spLocks/>
          </p:cNvSpPr>
          <p:nvPr/>
        </p:nvSpPr>
        <p:spPr>
          <a:xfrm>
            <a:off x="2370277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B8A32B1F-98F6-B56D-F36D-7F8BE722470A}"/>
              </a:ext>
            </a:extLst>
          </p:cNvPr>
          <p:cNvSpPr>
            <a:spLocks/>
          </p:cNvSpPr>
          <p:nvPr/>
        </p:nvSpPr>
        <p:spPr>
          <a:xfrm>
            <a:off x="2400201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25688AAC-1DB1-15FF-8F7E-F8434FB13BD3}"/>
              </a:ext>
            </a:extLst>
          </p:cNvPr>
          <p:cNvSpPr>
            <a:spLocks/>
          </p:cNvSpPr>
          <p:nvPr/>
        </p:nvSpPr>
        <p:spPr>
          <a:xfrm>
            <a:off x="23646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375ECA3A-1C30-8E01-6547-E88C4CD24A3F}"/>
              </a:ext>
            </a:extLst>
          </p:cNvPr>
          <p:cNvSpPr>
            <a:spLocks/>
          </p:cNvSpPr>
          <p:nvPr/>
        </p:nvSpPr>
        <p:spPr>
          <a:xfrm>
            <a:off x="2393288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2DF49B1E-6891-2852-91B1-E2AB3AE11927}"/>
              </a:ext>
            </a:extLst>
          </p:cNvPr>
          <p:cNvSpPr>
            <a:spLocks/>
          </p:cNvSpPr>
          <p:nvPr/>
        </p:nvSpPr>
        <p:spPr>
          <a:xfrm>
            <a:off x="234889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22A96D80-C8E7-130A-5B7E-4096B0C4CC69}"/>
              </a:ext>
            </a:extLst>
          </p:cNvPr>
          <p:cNvSpPr>
            <a:spLocks/>
          </p:cNvSpPr>
          <p:nvPr/>
        </p:nvSpPr>
        <p:spPr>
          <a:xfrm>
            <a:off x="237758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3F5FE567-499E-5271-20AD-01F511E23B0B}"/>
              </a:ext>
            </a:extLst>
          </p:cNvPr>
          <p:cNvSpPr>
            <a:spLocks/>
          </p:cNvSpPr>
          <p:nvPr/>
        </p:nvSpPr>
        <p:spPr>
          <a:xfrm>
            <a:off x="2438866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227295CF-EDB6-CDFC-F081-C9715F3198D5}"/>
              </a:ext>
            </a:extLst>
          </p:cNvPr>
          <p:cNvSpPr>
            <a:spLocks/>
          </p:cNvSpPr>
          <p:nvPr/>
        </p:nvSpPr>
        <p:spPr>
          <a:xfrm>
            <a:off x="235044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37A1118F-0391-B5DC-BFA9-D05162C40759}"/>
              </a:ext>
            </a:extLst>
          </p:cNvPr>
          <p:cNvSpPr>
            <a:spLocks/>
          </p:cNvSpPr>
          <p:nvPr/>
        </p:nvSpPr>
        <p:spPr>
          <a:xfrm>
            <a:off x="23845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51B6C5DB-2C6A-0B0F-A0B3-E3C11DFC09C6}"/>
              </a:ext>
            </a:extLst>
          </p:cNvPr>
          <p:cNvSpPr>
            <a:spLocks/>
          </p:cNvSpPr>
          <p:nvPr/>
        </p:nvSpPr>
        <p:spPr>
          <a:xfrm>
            <a:off x="2429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576DFA0B-46CB-4AFD-12C0-A1DFFE1827D7}"/>
              </a:ext>
            </a:extLst>
          </p:cNvPr>
          <p:cNvSpPr>
            <a:spLocks/>
          </p:cNvSpPr>
          <p:nvPr/>
        </p:nvSpPr>
        <p:spPr>
          <a:xfrm>
            <a:off x="23549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FF946EFB-A06F-C642-F5E1-5D2E01509204}"/>
              </a:ext>
            </a:extLst>
          </p:cNvPr>
          <p:cNvSpPr>
            <a:spLocks/>
          </p:cNvSpPr>
          <p:nvPr/>
        </p:nvSpPr>
        <p:spPr>
          <a:xfrm>
            <a:off x="23544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51348E71-D91A-9C0D-2FDE-C1EFA17CA7BF}"/>
              </a:ext>
            </a:extLst>
          </p:cNvPr>
          <p:cNvSpPr>
            <a:spLocks/>
          </p:cNvSpPr>
          <p:nvPr/>
        </p:nvSpPr>
        <p:spPr>
          <a:xfrm>
            <a:off x="2355621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47D4DFA1-8E4E-54F2-5906-4B9BDFB38662}"/>
              </a:ext>
            </a:extLst>
          </p:cNvPr>
          <p:cNvSpPr>
            <a:spLocks/>
          </p:cNvSpPr>
          <p:nvPr/>
        </p:nvSpPr>
        <p:spPr>
          <a:xfrm>
            <a:off x="24247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D482B047-4B7D-9902-D794-8CA969F20793}"/>
              </a:ext>
            </a:extLst>
          </p:cNvPr>
          <p:cNvSpPr>
            <a:spLocks/>
          </p:cNvSpPr>
          <p:nvPr/>
        </p:nvSpPr>
        <p:spPr>
          <a:xfrm>
            <a:off x="241230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A4B43CCB-74C3-A4FD-3EE3-A537A1DC745C}"/>
              </a:ext>
            </a:extLst>
          </p:cNvPr>
          <p:cNvSpPr>
            <a:spLocks/>
          </p:cNvSpPr>
          <p:nvPr/>
        </p:nvSpPr>
        <p:spPr>
          <a:xfrm>
            <a:off x="2418592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F553AEC-64F6-CEDA-9066-2E75D060C218}"/>
              </a:ext>
            </a:extLst>
          </p:cNvPr>
          <p:cNvSpPr>
            <a:spLocks/>
          </p:cNvSpPr>
          <p:nvPr/>
        </p:nvSpPr>
        <p:spPr>
          <a:xfrm>
            <a:off x="2375603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1C644DC4-0BF7-4744-6202-C7720A1F1A6E}"/>
              </a:ext>
            </a:extLst>
          </p:cNvPr>
          <p:cNvSpPr>
            <a:spLocks/>
          </p:cNvSpPr>
          <p:nvPr/>
        </p:nvSpPr>
        <p:spPr>
          <a:xfrm>
            <a:off x="231896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E644A6-AAF5-2786-D3EE-DD9C5052C960}"/>
              </a:ext>
            </a:extLst>
          </p:cNvPr>
          <p:cNvSpPr>
            <a:spLocks/>
          </p:cNvSpPr>
          <p:nvPr/>
        </p:nvSpPr>
        <p:spPr>
          <a:xfrm>
            <a:off x="2317379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405FA1AF-B8E2-052E-66FB-0627B572C287}"/>
              </a:ext>
            </a:extLst>
          </p:cNvPr>
          <p:cNvSpPr>
            <a:spLocks/>
          </p:cNvSpPr>
          <p:nvPr/>
        </p:nvSpPr>
        <p:spPr>
          <a:xfrm>
            <a:off x="2387491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DAB49948-17B5-93AD-8D8A-ED810A7D67AE}"/>
              </a:ext>
            </a:extLst>
          </p:cNvPr>
          <p:cNvSpPr>
            <a:spLocks/>
          </p:cNvSpPr>
          <p:nvPr/>
        </p:nvSpPr>
        <p:spPr>
          <a:xfrm>
            <a:off x="239263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60D128E0-B2F1-EF2F-937D-48C960E85A5B}"/>
              </a:ext>
            </a:extLst>
          </p:cNvPr>
          <p:cNvSpPr>
            <a:spLocks/>
          </p:cNvSpPr>
          <p:nvPr/>
        </p:nvSpPr>
        <p:spPr>
          <a:xfrm>
            <a:off x="243714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1748D008-FF6D-1767-8C47-0E2FC17FF861}"/>
              </a:ext>
            </a:extLst>
          </p:cNvPr>
          <p:cNvSpPr>
            <a:spLocks/>
          </p:cNvSpPr>
          <p:nvPr/>
        </p:nvSpPr>
        <p:spPr>
          <a:xfrm>
            <a:off x="2339891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069EBC3E-93A4-73F1-7C11-55EB452BFB98}"/>
              </a:ext>
            </a:extLst>
          </p:cNvPr>
          <p:cNvSpPr>
            <a:spLocks/>
          </p:cNvSpPr>
          <p:nvPr/>
        </p:nvSpPr>
        <p:spPr>
          <a:xfrm>
            <a:off x="2420087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6C6D9F4F-EA1E-4491-78BD-A422BBD455A8}"/>
              </a:ext>
            </a:extLst>
          </p:cNvPr>
          <p:cNvSpPr>
            <a:spLocks/>
          </p:cNvSpPr>
          <p:nvPr/>
        </p:nvSpPr>
        <p:spPr>
          <a:xfrm>
            <a:off x="233813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74F4C9E2-26CC-2696-4B8E-2E63D48585B3}"/>
              </a:ext>
            </a:extLst>
          </p:cNvPr>
          <p:cNvSpPr>
            <a:spLocks/>
          </p:cNvSpPr>
          <p:nvPr/>
        </p:nvSpPr>
        <p:spPr>
          <a:xfrm>
            <a:off x="2346764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5FDFA0F7-7C12-DBD6-D95B-328718D0B13F}"/>
              </a:ext>
            </a:extLst>
          </p:cNvPr>
          <p:cNvSpPr>
            <a:spLocks/>
          </p:cNvSpPr>
          <p:nvPr/>
        </p:nvSpPr>
        <p:spPr>
          <a:xfrm>
            <a:off x="26148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61A5A4A1-76F9-2991-85BA-967FECBDCBA7}"/>
              </a:ext>
            </a:extLst>
          </p:cNvPr>
          <p:cNvSpPr>
            <a:spLocks/>
          </p:cNvSpPr>
          <p:nvPr/>
        </p:nvSpPr>
        <p:spPr>
          <a:xfrm>
            <a:off x="2663685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A947C4E3-8C58-0943-F63D-29B9497EAE2B}"/>
              </a:ext>
            </a:extLst>
          </p:cNvPr>
          <p:cNvSpPr>
            <a:spLocks/>
          </p:cNvSpPr>
          <p:nvPr/>
        </p:nvSpPr>
        <p:spPr>
          <a:xfrm>
            <a:off x="26572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D3868923-2EDF-F819-671F-31BB8438C939}"/>
              </a:ext>
            </a:extLst>
          </p:cNvPr>
          <p:cNvSpPr>
            <a:spLocks/>
          </p:cNvSpPr>
          <p:nvPr/>
        </p:nvSpPr>
        <p:spPr>
          <a:xfrm>
            <a:off x="2591165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1F7B4FF7-84C2-9F97-3364-684B0AD16C5C}"/>
              </a:ext>
            </a:extLst>
          </p:cNvPr>
          <p:cNvSpPr>
            <a:spLocks/>
          </p:cNvSpPr>
          <p:nvPr/>
        </p:nvSpPr>
        <p:spPr>
          <a:xfrm>
            <a:off x="2571081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EAB85947-2B27-A808-2CD2-D8F6B646166C}"/>
              </a:ext>
            </a:extLst>
          </p:cNvPr>
          <p:cNvSpPr>
            <a:spLocks/>
          </p:cNvSpPr>
          <p:nvPr/>
        </p:nvSpPr>
        <p:spPr>
          <a:xfrm>
            <a:off x="257989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9F42B682-06D9-9D86-C138-C3F901E95202}"/>
              </a:ext>
            </a:extLst>
          </p:cNvPr>
          <p:cNvSpPr>
            <a:spLocks/>
          </p:cNvSpPr>
          <p:nvPr/>
        </p:nvSpPr>
        <p:spPr>
          <a:xfrm>
            <a:off x="26079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9B02F7B0-7A49-342B-3DB8-9804AE4453D2}"/>
              </a:ext>
            </a:extLst>
          </p:cNvPr>
          <p:cNvSpPr>
            <a:spLocks/>
          </p:cNvSpPr>
          <p:nvPr/>
        </p:nvSpPr>
        <p:spPr>
          <a:xfrm>
            <a:off x="26383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145A4B1D-6B7A-79F5-636E-418EB264EAEC}"/>
              </a:ext>
            </a:extLst>
          </p:cNvPr>
          <p:cNvSpPr>
            <a:spLocks/>
          </p:cNvSpPr>
          <p:nvPr/>
        </p:nvSpPr>
        <p:spPr>
          <a:xfrm>
            <a:off x="2543050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D581EFDE-F2FC-9B9C-F6A5-1E47C5AF4E5C}"/>
              </a:ext>
            </a:extLst>
          </p:cNvPr>
          <p:cNvSpPr>
            <a:spLocks/>
          </p:cNvSpPr>
          <p:nvPr/>
        </p:nvSpPr>
        <p:spPr>
          <a:xfrm>
            <a:off x="263755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D9FC5B96-2790-C136-3F22-092F180E047E}"/>
              </a:ext>
            </a:extLst>
          </p:cNvPr>
          <p:cNvSpPr>
            <a:spLocks/>
          </p:cNvSpPr>
          <p:nvPr/>
        </p:nvSpPr>
        <p:spPr>
          <a:xfrm>
            <a:off x="2541671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484236AE-E737-8B19-E6C3-FA4C47831376}"/>
              </a:ext>
            </a:extLst>
          </p:cNvPr>
          <p:cNvSpPr>
            <a:spLocks/>
          </p:cNvSpPr>
          <p:nvPr/>
        </p:nvSpPr>
        <p:spPr>
          <a:xfrm>
            <a:off x="2632488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C26A93CC-4142-F88A-49B1-25A748594005}"/>
              </a:ext>
            </a:extLst>
          </p:cNvPr>
          <p:cNvSpPr>
            <a:spLocks/>
          </p:cNvSpPr>
          <p:nvPr/>
        </p:nvSpPr>
        <p:spPr>
          <a:xfrm>
            <a:off x="2664474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0127D17E-B43B-151A-2489-D62B94F4E208}"/>
              </a:ext>
            </a:extLst>
          </p:cNvPr>
          <p:cNvSpPr>
            <a:spLocks/>
          </p:cNvSpPr>
          <p:nvPr/>
        </p:nvSpPr>
        <p:spPr>
          <a:xfrm>
            <a:off x="257611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4616455C-361C-6ED0-744B-278838FD428F}"/>
              </a:ext>
            </a:extLst>
          </p:cNvPr>
          <p:cNvSpPr>
            <a:spLocks/>
          </p:cNvSpPr>
          <p:nvPr/>
        </p:nvSpPr>
        <p:spPr>
          <a:xfrm>
            <a:off x="2562871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181640BB-1649-0CE2-2CE5-665BEE744562}"/>
              </a:ext>
            </a:extLst>
          </p:cNvPr>
          <p:cNvSpPr>
            <a:spLocks/>
          </p:cNvSpPr>
          <p:nvPr/>
        </p:nvSpPr>
        <p:spPr>
          <a:xfrm>
            <a:off x="254647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3E906082-3C5D-0E0B-2F17-4AF80E8C417D}"/>
              </a:ext>
            </a:extLst>
          </p:cNvPr>
          <p:cNvSpPr>
            <a:spLocks/>
          </p:cNvSpPr>
          <p:nvPr/>
        </p:nvSpPr>
        <p:spPr>
          <a:xfrm>
            <a:off x="257579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914F5619-8D64-8336-5FF3-C42F6A104BFE}"/>
              </a:ext>
            </a:extLst>
          </p:cNvPr>
          <p:cNvSpPr>
            <a:spLocks/>
          </p:cNvSpPr>
          <p:nvPr/>
        </p:nvSpPr>
        <p:spPr>
          <a:xfrm>
            <a:off x="26705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7FAEC63F-6B0A-F25B-D0EE-AF99DE5D113C}"/>
              </a:ext>
            </a:extLst>
          </p:cNvPr>
          <p:cNvSpPr>
            <a:spLocks/>
          </p:cNvSpPr>
          <p:nvPr/>
        </p:nvSpPr>
        <p:spPr>
          <a:xfrm>
            <a:off x="2577306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BF5248FC-3E41-5B29-676A-2F4F154160A2}"/>
              </a:ext>
            </a:extLst>
          </p:cNvPr>
          <p:cNvSpPr>
            <a:spLocks/>
          </p:cNvSpPr>
          <p:nvPr/>
        </p:nvSpPr>
        <p:spPr>
          <a:xfrm>
            <a:off x="255274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AC2BAA9F-D3E7-EED8-3A6E-EF1F9F419F6C}"/>
              </a:ext>
            </a:extLst>
          </p:cNvPr>
          <p:cNvSpPr>
            <a:spLocks/>
          </p:cNvSpPr>
          <p:nvPr/>
        </p:nvSpPr>
        <p:spPr>
          <a:xfrm>
            <a:off x="2582548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A00D5AC1-55B3-ACFD-D080-5836BBB6FADB}"/>
              </a:ext>
            </a:extLst>
          </p:cNvPr>
          <p:cNvSpPr>
            <a:spLocks/>
          </p:cNvSpPr>
          <p:nvPr/>
        </p:nvSpPr>
        <p:spPr>
          <a:xfrm>
            <a:off x="258769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F8635D38-C5F5-20B4-F927-9E94FC23D3B1}"/>
              </a:ext>
            </a:extLst>
          </p:cNvPr>
          <p:cNvSpPr>
            <a:spLocks/>
          </p:cNvSpPr>
          <p:nvPr/>
        </p:nvSpPr>
        <p:spPr>
          <a:xfrm>
            <a:off x="2653174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09FCA9D5-667A-C8DA-8AB9-EEC493539722}"/>
              </a:ext>
            </a:extLst>
          </p:cNvPr>
          <p:cNvSpPr>
            <a:spLocks/>
          </p:cNvSpPr>
          <p:nvPr/>
        </p:nvSpPr>
        <p:spPr>
          <a:xfrm>
            <a:off x="2643730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FC4BFD59-0762-8EF0-1506-7498D9FFF9EF}"/>
              </a:ext>
            </a:extLst>
          </p:cNvPr>
          <p:cNvSpPr>
            <a:spLocks/>
          </p:cNvSpPr>
          <p:nvPr/>
        </p:nvSpPr>
        <p:spPr>
          <a:xfrm>
            <a:off x="253987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7E8A662E-39C7-E4E8-546F-10F76F2DBD8F}"/>
              </a:ext>
            </a:extLst>
          </p:cNvPr>
          <p:cNvSpPr>
            <a:spLocks/>
          </p:cNvSpPr>
          <p:nvPr/>
        </p:nvSpPr>
        <p:spPr>
          <a:xfrm>
            <a:off x="26627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F4B41085-224B-B37E-A118-592E00235870}"/>
              </a:ext>
            </a:extLst>
          </p:cNvPr>
          <p:cNvSpPr>
            <a:spLocks/>
          </p:cNvSpPr>
          <p:nvPr/>
        </p:nvSpPr>
        <p:spPr>
          <a:xfrm>
            <a:off x="2580992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A7644AB0-C865-9040-38D9-A42A498DF101}"/>
              </a:ext>
            </a:extLst>
          </p:cNvPr>
          <p:cNvSpPr>
            <a:spLocks/>
          </p:cNvSpPr>
          <p:nvPr/>
        </p:nvSpPr>
        <p:spPr>
          <a:xfrm>
            <a:off x="2574278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C3A16EFD-7A9B-C466-B5E3-C033BD44D51F}"/>
              </a:ext>
            </a:extLst>
          </p:cNvPr>
          <p:cNvSpPr>
            <a:spLocks/>
          </p:cNvSpPr>
          <p:nvPr/>
        </p:nvSpPr>
        <p:spPr>
          <a:xfrm>
            <a:off x="2609895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76D53CCF-43CF-D2A3-69D8-16B2C16EDCEB}"/>
              </a:ext>
            </a:extLst>
          </p:cNvPr>
          <p:cNvSpPr>
            <a:spLocks/>
          </p:cNvSpPr>
          <p:nvPr/>
        </p:nvSpPr>
        <p:spPr>
          <a:xfrm>
            <a:off x="265758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72023D95-4312-544A-9494-6651BC7370CE}"/>
              </a:ext>
            </a:extLst>
          </p:cNvPr>
          <p:cNvSpPr>
            <a:spLocks/>
          </p:cNvSpPr>
          <p:nvPr/>
        </p:nvSpPr>
        <p:spPr>
          <a:xfrm>
            <a:off x="265397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0644C9FB-ADF3-A190-E883-9597EAAC5B33}"/>
              </a:ext>
            </a:extLst>
          </p:cNvPr>
          <p:cNvSpPr>
            <a:spLocks/>
          </p:cNvSpPr>
          <p:nvPr/>
        </p:nvSpPr>
        <p:spPr>
          <a:xfrm>
            <a:off x="2601815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50BAA1B6-A53B-DB1A-50C7-EC9477A0881B}"/>
              </a:ext>
            </a:extLst>
          </p:cNvPr>
          <p:cNvSpPr>
            <a:spLocks/>
          </p:cNvSpPr>
          <p:nvPr/>
        </p:nvSpPr>
        <p:spPr>
          <a:xfrm>
            <a:off x="264012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48A10E71-5FA9-6190-F9E8-B2F1E0D69AAC}"/>
              </a:ext>
            </a:extLst>
          </p:cNvPr>
          <p:cNvSpPr>
            <a:spLocks/>
          </p:cNvSpPr>
          <p:nvPr/>
        </p:nvSpPr>
        <p:spPr>
          <a:xfrm>
            <a:off x="26588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00A72F86-04C4-F7FD-7387-7E70A08AC701}"/>
              </a:ext>
            </a:extLst>
          </p:cNvPr>
          <p:cNvSpPr>
            <a:spLocks/>
          </p:cNvSpPr>
          <p:nvPr/>
        </p:nvSpPr>
        <p:spPr>
          <a:xfrm>
            <a:off x="261077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127E1F7A-D8B9-3AF2-2817-395ACB44ADB3}"/>
              </a:ext>
            </a:extLst>
          </p:cNvPr>
          <p:cNvSpPr>
            <a:spLocks/>
          </p:cNvSpPr>
          <p:nvPr/>
        </p:nvSpPr>
        <p:spPr>
          <a:xfrm>
            <a:off x="2631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BD321B12-1080-DB66-535A-B60A5DCDA196}"/>
              </a:ext>
            </a:extLst>
          </p:cNvPr>
          <p:cNvSpPr>
            <a:spLocks/>
          </p:cNvSpPr>
          <p:nvPr/>
        </p:nvSpPr>
        <p:spPr>
          <a:xfrm>
            <a:off x="261262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703E8EF3-40CC-7DD9-611C-5FD9798A5B8E}"/>
              </a:ext>
            </a:extLst>
          </p:cNvPr>
          <p:cNvSpPr>
            <a:spLocks/>
          </p:cNvSpPr>
          <p:nvPr/>
        </p:nvSpPr>
        <p:spPr>
          <a:xfrm>
            <a:off x="26318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1EF23C6B-B245-19E0-B87D-43A6A55E61C7}"/>
              </a:ext>
            </a:extLst>
          </p:cNvPr>
          <p:cNvSpPr>
            <a:spLocks/>
          </p:cNvSpPr>
          <p:nvPr/>
        </p:nvSpPr>
        <p:spPr>
          <a:xfrm>
            <a:off x="25747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F0B747F5-AEEC-F757-FF70-A621A7B00EE0}"/>
              </a:ext>
            </a:extLst>
          </p:cNvPr>
          <p:cNvSpPr>
            <a:spLocks/>
          </p:cNvSpPr>
          <p:nvPr/>
        </p:nvSpPr>
        <p:spPr>
          <a:xfrm>
            <a:off x="2650265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966B3749-B6C6-C28C-61F6-43DE92C83848}"/>
              </a:ext>
            </a:extLst>
          </p:cNvPr>
          <p:cNvSpPr>
            <a:spLocks/>
          </p:cNvSpPr>
          <p:nvPr/>
        </p:nvSpPr>
        <p:spPr>
          <a:xfrm>
            <a:off x="2601330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C60550E0-B132-60DA-8A51-1A3D32D67DC1}"/>
              </a:ext>
            </a:extLst>
          </p:cNvPr>
          <p:cNvSpPr>
            <a:spLocks/>
          </p:cNvSpPr>
          <p:nvPr/>
        </p:nvSpPr>
        <p:spPr>
          <a:xfrm>
            <a:off x="265761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2B785B99-BC96-B586-F5AB-AC488E85662D}"/>
              </a:ext>
            </a:extLst>
          </p:cNvPr>
          <p:cNvSpPr>
            <a:spLocks/>
          </p:cNvSpPr>
          <p:nvPr/>
        </p:nvSpPr>
        <p:spPr>
          <a:xfrm>
            <a:off x="262782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0924125E-7305-687B-1ACB-60C07078F057}"/>
              </a:ext>
            </a:extLst>
          </p:cNvPr>
          <p:cNvSpPr>
            <a:spLocks/>
          </p:cNvSpPr>
          <p:nvPr/>
        </p:nvSpPr>
        <p:spPr>
          <a:xfrm>
            <a:off x="2559733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B40D880-F890-841E-1D88-F4CC09DD940B}"/>
              </a:ext>
            </a:extLst>
          </p:cNvPr>
          <p:cNvSpPr>
            <a:spLocks/>
          </p:cNvSpPr>
          <p:nvPr/>
        </p:nvSpPr>
        <p:spPr>
          <a:xfrm>
            <a:off x="26393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1C5AE596-9116-59C7-F46D-DE4F8C4D7BD9}"/>
              </a:ext>
            </a:extLst>
          </p:cNvPr>
          <p:cNvSpPr>
            <a:spLocks/>
          </p:cNvSpPr>
          <p:nvPr/>
        </p:nvSpPr>
        <p:spPr>
          <a:xfrm>
            <a:off x="263672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62B90A01-C866-2919-E603-E2A4DC11B1CB}"/>
              </a:ext>
            </a:extLst>
          </p:cNvPr>
          <p:cNvSpPr>
            <a:spLocks/>
          </p:cNvSpPr>
          <p:nvPr/>
        </p:nvSpPr>
        <p:spPr>
          <a:xfrm>
            <a:off x="2597198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A6F728EB-C109-25A9-EE23-107FF4789E48}"/>
              </a:ext>
            </a:extLst>
          </p:cNvPr>
          <p:cNvSpPr>
            <a:spLocks/>
          </p:cNvSpPr>
          <p:nvPr/>
        </p:nvSpPr>
        <p:spPr>
          <a:xfrm>
            <a:off x="2651637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C7AE4460-027D-4789-0E03-AD57DD93BBFC}"/>
              </a:ext>
            </a:extLst>
          </p:cNvPr>
          <p:cNvSpPr>
            <a:spLocks/>
          </p:cNvSpPr>
          <p:nvPr/>
        </p:nvSpPr>
        <p:spPr>
          <a:xfrm>
            <a:off x="26287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BFD7F490-0F25-78CC-8958-6BF423E1D177}"/>
              </a:ext>
            </a:extLst>
          </p:cNvPr>
          <p:cNvSpPr>
            <a:spLocks/>
          </p:cNvSpPr>
          <p:nvPr/>
        </p:nvSpPr>
        <p:spPr>
          <a:xfrm>
            <a:off x="2560111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1AB21C21-89AF-3F9A-B90C-4C99743EEBB5}"/>
              </a:ext>
            </a:extLst>
          </p:cNvPr>
          <p:cNvSpPr>
            <a:spLocks/>
          </p:cNvSpPr>
          <p:nvPr/>
        </p:nvSpPr>
        <p:spPr>
          <a:xfrm>
            <a:off x="2668896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65DB8536-A9A1-A212-0557-B1CE4610581E}"/>
              </a:ext>
            </a:extLst>
          </p:cNvPr>
          <p:cNvSpPr>
            <a:spLocks/>
          </p:cNvSpPr>
          <p:nvPr/>
        </p:nvSpPr>
        <p:spPr>
          <a:xfrm>
            <a:off x="2608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3D01EF91-6301-D7D3-DD62-6C91348950D0}"/>
              </a:ext>
            </a:extLst>
          </p:cNvPr>
          <p:cNvSpPr>
            <a:spLocks/>
          </p:cNvSpPr>
          <p:nvPr/>
        </p:nvSpPr>
        <p:spPr>
          <a:xfrm>
            <a:off x="2556898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738053F0-124F-8659-33DD-B36EAD17E065}"/>
              </a:ext>
            </a:extLst>
          </p:cNvPr>
          <p:cNvSpPr>
            <a:spLocks/>
          </p:cNvSpPr>
          <p:nvPr/>
        </p:nvSpPr>
        <p:spPr>
          <a:xfrm>
            <a:off x="2571177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E5A6AB85-EE3D-D843-027F-9663D2128768}"/>
              </a:ext>
            </a:extLst>
          </p:cNvPr>
          <p:cNvSpPr>
            <a:spLocks/>
          </p:cNvSpPr>
          <p:nvPr/>
        </p:nvSpPr>
        <p:spPr>
          <a:xfrm>
            <a:off x="2644954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39D8DDC5-2123-2B81-AEAC-73B60347347D}"/>
              </a:ext>
            </a:extLst>
          </p:cNvPr>
          <p:cNvSpPr>
            <a:spLocks/>
          </p:cNvSpPr>
          <p:nvPr/>
        </p:nvSpPr>
        <p:spPr>
          <a:xfrm>
            <a:off x="2676445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7DE33944-1C6A-36BF-E506-3D2069CBE3A1}"/>
              </a:ext>
            </a:extLst>
          </p:cNvPr>
          <p:cNvSpPr>
            <a:spLocks/>
          </p:cNvSpPr>
          <p:nvPr/>
        </p:nvSpPr>
        <p:spPr>
          <a:xfrm>
            <a:off x="2633951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8F4ABEA3-346B-E6C2-1026-FA2ECB0564E3}"/>
              </a:ext>
            </a:extLst>
          </p:cNvPr>
          <p:cNvSpPr>
            <a:spLocks/>
          </p:cNvSpPr>
          <p:nvPr/>
        </p:nvSpPr>
        <p:spPr>
          <a:xfrm>
            <a:off x="262993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987FFCD-977F-9760-372F-928C0DEF46D0}"/>
              </a:ext>
            </a:extLst>
          </p:cNvPr>
          <p:cNvSpPr>
            <a:spLocks/>
          </p:cNvSpPr>
          <p:nvPr/>
        </p:nvSpPr>
        <p:spPr>
          <a:xfrm>
            <a:off x="2604303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A0B4058-7E7F-4F92-618D-2FE02FDB6E5F}"/>
              </a:ext>
            </a:extLst>
          </p:cNvPr>
          <p:cNvSpPr>
            <a:spLocks/>
          </p:cNvSpPr>
          <p:nvPr/>
        </p:nvSpPr>
        <p:spPr>
          <a:xfrm>
            <a:off x="261592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BF83C178-E54F-7937-4D11-31C54C2B7C32}"/>
              </a:ext>
            </a:extLst>
          </p:cNvPr>
          <p:cNvSpPr>
            <a:spLocks/>
          </p:cNvSpPr>
          <p:nvPr/>
        </p:nvSpPr>
        <p:spPr>
          <a:xfrm>
            <a:off x="259278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769CCB2F-C4B9-DDB3-3DBC-C715AB833BD6}"/>
              </a:ext>
            </a:extLst>
          </p:cNvPr>
          <p:cNvSpPr>
            <a:spLocks/>
          </p:cNvSpPr>
          <p:nvPr/>
        </p:nvSpPr>
        <p:spPr>
          <a:xfrm>
            <a:off x="259198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18D76959-5268-F4CD-6E64-D3A24ECA3EDE}"/>
              </a:ext>
            </a:extLst>
          </p:cNvPr>
          <p:cNvSpPr>
            <a:spLocks/>
          </p:cNvSpPr>
          <p:nvPr/>
        </p:nvSpPr>
        <p:spPr>
          <a:xfrm>
            <a:off x="26632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1BF84F70-5A4B-D2F2-1413-30BC9712F371}"/>
              </a:ext>
            </a:extLst>
          </p:cNvPr>
          <p:cNvSpPr>
            <a:spLocks/>
          </p:cNvSpPr>
          <p:nvPr/>
        </p:nvSpPr>
        <p:spPr>
          <a:xfrm>
            <a:off x="2640336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6FEA1AB-3C5E-FCDE-404C-C57A775D2172}"/>
              </a:ext>
            </a:extLst>
          </p:cNvPr>
          <p:cNvSpPr>
            <a:spLocks/>
          </p:cNvSpPr>
          <p:nvPr/>
        </p:nvSpPr>
        <p:spPr>
          <a:xfrm>
            <a:off x="26049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4CD7FAE5-821B-7A2F-844B-06DF295527D8}"/>
              </a:ext>
            </a:extLst>
          </p:cNvPr>
          <p:cNvSpPr>
            <a:spLocks/>
          </p:cNvSpPr>
          <p:nvPr/>
        </p:nvSpPr>
        <p:spPr>
          <a:xfrm>
            <a:off x="2589439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70937EE4-7C26-C19C-0521-51B9FCF625DE}"/>
              </a:ext>
            </a:extLst>
          </p:cNvPr>
          <p:cNvSpPr>
            <a:spLocks/>
          </p:cNvSpPr>
          <p:nvPr/>
        </p:nvSpPr>
        <p:spPr>
          <a:xfrm>
            <a:off x="2591152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4418F455-6018-CA25-B7CB-21DC2F9646A5}"/>
              </a:ext>
            </a:extLst>
          </p:cNvPr>
          <p:cNvSpPr>
            <a:spLocks/>
          </p:cNvSpPr>
          <p:nvPr/>
        </p:nvSpPr>
        <p:spPr>
          <a:xfrm>
            <a:off x="26721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93F27187-4FD1-0726-598D-456D411D180F}"/>
              </a:ext>
            </a:extLst>
          </p:cNvPr>
          <p:cNvSpPr>
            <a:spLocks/>
          </p:cNvSpPr>
          <p:nvPr/>
        </p:nvSpPr>
        <p:spPr>
          <a:xfrm>
            <a:off x="263086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706234AF-816C-7CE9-9836-8264C9A6E8EC}"/>
              </a:ext>
            </a:extLst>
          </p:cNvPr>
          <p:cNvSpPr>
            <a:spLocks/>
          </p:cNvSpPr>
          <p:nvPr/>
        </p:nvSpPr>
        <p:spPr>
          <a:xfrm>
            <a:off x="2575898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5B83E839-37C4-5DB8-6980-40B5D0457BFE}"/>
              </a:ext>
            </a:extLst>
          </p:cNvPr>
          <p:cNvSpPr>
            <a:spLocks/>
          </p:cNvSpPr>
          <p:nvPr/>
        </p:nvSpPr>
        <p:spPr>
          <a:xfrm>
            <a:off x="266966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8EC9645E-6351-D3BC-55B9-CA2F56F968B3}"/>
              </a:ext>
            </a:extLst>
          </p:cNvPr>
          <p:cNvSpPr>
            <a:spLocks/>
          </p:cNvSpPr>
          <p:nvPr/>
        </p:nvSpPr>
        <p:spPr>
          <a:xfrm>
            <a:off x="2620721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C227587F-7A74-5369-D240-3CCF8F01E332}"/>
              </a:ext>
            </a:extLst>
          </p:cNvPr>
          <p:cNvSpPr>
            <a:spLocks/>
          </p:cNvSpPr>
          <p:nvPr/>
        </p:nvSpPr>
        <p:spPr>
          <a:xfrm>
            <a:off x="2568678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7FF4978A-3B7C-779D-4A83-9660C129AF97}"/>
              </a:ext>
            </a:extLst>
          </p:cNvPr>
          <p:cNvSpPr>
            <a:spLocks/>
          </p:cNvSpPr>
          <p:nvPr/>
        </p:nvSpPr>
        <p:spPr>
          <a:xfrm>
            <a:off x="263139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9DCE9572-1659-9E1E-366F-4CAA00875CB9}"/>
              </a:ext>
            </a:extLst>
          </p:cNvPr>
          <p:cNvSpPr>
            <a:spLocks/>
          </p:cNvSpPr>
          <p:nvPr/>
        </p:nvSpPr>
        <p:spPr>
          <a:xfrm>
            <a:off x="2657126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ED3A1E41-DA7D-0E04-87AD-97E0DD7B196C}"/>
              </a:ext>
            </a:extLst>
          </p:cNvPr>
          <p:cNvSpPr>
            <a:spLocks/>
          </p:cNvSpPr>
          <p:nvPr/>
        </p:nvSpPr>
        <p:spPr>
          <a:xfrm>
            <a:off x="2577125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8ABFEDE1-C66C-D72E-406D-867F7D68DC09}"/>
              </a:ext>
            </a:extLst>
          </p:cNvPr>
          <p:cNvSpPr>
            <a:spLocks/>
          </p:cNvSpPr>
          <p:nvPr/>
        </p:nvSpPr>
        <p:spPr>
          <a:xfrm>
            <a:off x="257353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FB234BA4-AD82-58D7-2636-EDC7A071DDF1}"/>
              </a:ext>
            </a:extLst>
          </p:cNvPr>
          <p:cNvSpPr>
            <a:spLocks/>
          </p:cNvSpPr>
          <p:nvPr/>
        </p:nvSpPr>
        <p:spPr>
          <a:xfrm>
            <a:off x="2629139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D4766343-6AA4-8A9D-52D5-A1747B0CEB1B}"/>
              </a:ext>
            </a:extLst>
          </p:cNvPr>
          <p:cNvSpPr>
            <a:spLocks/>
          </p:cNvSpPr>
          <p:nvPr/>
        </p:nvSpPr>
        <p:spPr>
          <a:xfrm>
            <a:off x="2663528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37ABA4DE-29DC-AFCC-D6BA-519CADDE722F}"/>
              </a:ext>
            </a:extLst>
          </p:cNvPr>
          <p:cNvSpPr>
            <a:spLocks/>
          </p:cNvSpPr>
          <p:nvPr/>
        </p:nvSpPr>
        <p:spPr>
          <a:xfrm>
            <a:off x="2545172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7EA29D83-843F-6BB4-5B57-166BC7B97E93}"/>
              </a:ext>
            </a:extLst>
          </p:cNvPr>
          <p:cNvSpPr>
            <a:spLocks/>
          </p:cNvSpPr>
          <p:nvPr/>
        </p:nvSpPr>
        <p:spPr>
          <a:xfrm>
            <a:off x="261742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0E31FFAC-E3BC-55B0-481B-357F30040D33}"/>
              </a:ext>
            </a:extLst>
          </p:cNvPr>
          <p:cNvSpPr>
            <a:spLocks/>
          </p:cNvSpPr>
          <p:nvPr/>
        </p:nvSpPr>
        <p:spPr>
          <a:xfrm>
            <a:off x="2590808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6A778F4F-1157-7953-965D-23516486D1D0}"/>
              </a:ext>
            </a:extLst>
          </p:cNvPr>
          <p:cNvSpPr>
            <a:spLocks/>
          </p:cNvSpPr>
          <p:nvPr/>
        </p:nvSpPr>
        <p:spPr>
          <a:xfrm>
            <a:off x="2567144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1FF21F77-6E3D-DE74-6681-A09EEFFF7D68}"/>
              </a:ext>
            </a:extLst>
          </p:cNvPr>
          <p:cNvSpPr>
            <a:spLocks/>
          </p:cNvSpPr>
          <p:nvPr/>
        </p:nvSpPr>
        <p:spPr>
          <a:xfrm>
            <a:off x="2618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E78696ED-7939-0326-A1D1-81A7D3DA6982}"/>
              </a:ext>
            </a:extLst>
          </p:cNvPr>
          <p:cNvSpPr>
            <a:spLocks/>
          </p:cNvSpPr>
          <p:nvPr/>
        </p:nvSpPr>
        <p:spPr>
          <a:xfrm>
            <a:off x="261070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FC2D025D-1FE5-5845-EA40-29AC9D7DC5B6}"/>
              </a:ext>
            </a:extLst>
          </p:cNvPr>
          <p:cNvSpPr>
            <a:spLocks/>
          </p:cNvSpPr>
          <p:nvPr/>
        </p:nvSpPr>
        <p:spPr>
          <a:xfrm>
            <a:off x="2564712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D9C853A1-DFCC-7879-F487-74AD3FAA8E29}"/>
              </a:ext>
            </a:extLst>
          </p:cNvPr>
          <p:cNvSpPr>
            <a:spLocks/>
          </p:cNvSpPr>
          <p:nvPr/>
        </p:nvSpPr>
        <p:spPr>
          <a:xfrm>
            <a:off x="259270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C615486F-247D-9B60-0E20-D7B698E426FB}"/>
              </a:ext>
            </a:extLst>
          </p:cNvPr>
          <p:cNvSpPr>
            <a:spLocks/>
          </p:cNvSpPr>
          <p:nvPr/>
        </p:nvSpPr>
        <p:spPr>
          <a:xfrm>
            <a:off x="253979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8CBBD5B2-E2BC-BDED-22A1-E019F0AE0C22}"/>
              </a:ext>
            </a:extLst>
          </p:cNvPr>
          <p:cNvSpPr>
            <a:spLocks/>
          </p:cNvSpPr>
          <p:nvPr/>
        </p:nvSpPr>
        <p:spPr>
          <a:xfrm>
            <a:off x="2586055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794B2779-321F-EE20-1618-4EE283D17358}"/>
              </a:ext>
            </a:extLst>
          </p:cNvPr>
          <p:cNvSpPr>
            <a:spLocks/>
          </p:cNvSpPr>
          <p:nvPr/>
        </p:nvSpPr>
        <p:spPr>
          <a:xfrm>
            <a:off x="2620295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E7B4579A-7E76-D473-4994-7303DD68E297}"/>
              </a:ext>
            </a:extLst>
          </p:cNvPr>
          <p:cNvSpPr>
            <a:spLocks/>
          </p:cNvSpPr>
          <p:nvPr/>
        </p:nvSpPr>
        <p:spPr>
          <a:xfrm>
            <a:off x="257150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BF214C72-B01F-84F0-9861-FF92B69CB465}"/>
              </a:ext>
            </a:extLst>
          </p:cNvPr>
          <p:cNvSpPr>
            <a:spLocks/>
          </p:cNvSpPr>
          <p:nvPr/>
        </p:nvSpPr>
        <p:spPr>
          <a:xfrm>
            <a:off x="2665977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60C81EE9-516A-1A37-8E3A-662391F28879}"/>
              </a:ext>
            </a:extLst>
          </p:cNvPr>
          <p:cNvSpPr>
            <a:spLocks/>
          </p:cNvSpPr>
          <p:nvPr/>
        </p:nvSpPr>
        <p:spPr>
          <a:xfrm>
            <a:off x="26401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54CDB24A-1BD7-8715-03C0-066F48EEEE21}"/>
              </a:ext>
            </a:extLst>
          </p:cNvPr>
          <p:cNvSpPr>
            <a:spLocks/>
          </p:cNvSpPr>
          <p:nvPr/>
        </p:nvSpPr>
        <p:spPr>
          <a:xfrm>
            <a:off x="2643094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F7001FAE-0778-43E0-B17B-7C667660EB31}"/>
              </a:ext>
            </a:extLst>
          </p:cNvPr>
          <p:cNvSpPr>
            <a:spLocks/>
          </p:cNvSpPr>
          <p:nvPr/>
        </p:nvSpPr>
        <p:spPr>
          <a:xfrm>
            <a:off x="254680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62AE0E9-1DF0-80A1-5407-C8A66791D268}"/>
              </a:ext>
            </a:extLst>
          </p:cNvPr>
          <p:cNvSpPr>
            <a:spLocks/>
          </p:cNvSpPr>
          <p:nvPr/>
        </p:nvSpPr>
        <p:spPr>
          <a:xfrm>
            <a:off x="2546825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A321F9A1-F76D-C96E-24EE-5651FE963483}"/>
              </a:ext>
            </a:extLst>
          </p:cNvPr>
          <p:cNvSpPr>
            <a:spLocks/>
          </p:cNvSpPr>
          <p:nvPr/>
        </p:nvSpPr>
        <p:spPr>
          <a:xfrm>
            <a:off x="266079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AFB6B09D-A96A-056B-C53D-B6796D9748DA}"/>
              </a:ext>
            </a:extLst>
          </p:cNvPr>
          <p:cNvSpPr>
            <a:spLocks/>
          </p:cNvSpPr>
          <p:nvPr/>
        </p:nvSpPr>
        <p:spPr>
          <a:xfrm>
            <a:off x="255094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F2BA3916-98EA-D907-D47D-9950BE0E1909}"/>
              </a:ext>
            </a:extLst>
          </p:cNvPr>
          <p:cNvSpPr>
            <a:spLocks/>
          </p:cNvSpPr>
          <p:nvPr/>
        </p:nvSpPr>
        <p:spPr>
          <a:xfrm>
            <a:off x="2593690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2F05BA90-50C4-7F87-56CF-71A9D439B86A}"/>
              </a:ext>
            </a:extLst>
          </p:cNvPr>
          <p:cNvSpPr>
            <a:spLocks/>
          </p:cNvSpPr>
          <p:nvPr/>
        </p:nvSpPr>
        <p:spPr>
          <a:xfrm>
            <a:off x="2572474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A9597B5-92FA-1400-5239-1D5E1C23E54A}"/>
              </a:ext>
            </a:extLst>
          </p:cNvPr>
          <p:cNvSpPr>
            <a:spLocks/>
          </p:cNvSpPr>
          <p:nvPr/>
        </p:nvSpPr>
        <p:spPr>
          <a:xfrm>
            <a:off x="258702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AA48B588-1F63-0C2C-0D3F-CA80C609E494}"/>
              </a:ext>
            </a:extLst>
          </p:cNvPr>
          <p:cNvSpPr>
            <a:spLocks/>
          </p:cNvSpPr>
          <p:nvPr/>
        </p:nvSpPr>
        <p:spPr>
          <a:xfrm>
            <a:off x="2644897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569FC7F1-498C-1003-BA3A-853953321023}"/>
              </a:ext>
            </a:extLst>
          </p:cNvPr>
          <p:cNvSpPr>
            <a:spLocks/>
          </p:cNvSpPr>
          <p:nvPr/>
        </p:nvSpPr>
        <p:spPr>
          <a:xfrm>
            <a:off x="259189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A3D535BB-C9AB-FE6B-11DD-7CECACE2F009}"/>
              </a:ext>
            </a:extLst>
          </p:cNvPr>
          <p:cNvSpPr>
            <a:spLocks/>
          </p:cNvSpPr>
          <p:nvPr/>
        </p:nvSpPr>
        <p:spPr>
          <a:xfrm>
            <a:off x="258820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533033A2-09D7-AF81-A18E-2620885AEF6B}"/>
              </a:ext>
            </a:extLst>
          </p:cNvPr>
          <p:cNvSpPr>
            <a:spLocks/>
          </p:cNvSpPr>
          <p:nvPr/>
        </p:nvSpPr>
        <p:spPr>
          <a:xfrm>
            <a:off x="2558509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5636AE7C-D600-97FC-9E17-86BC715075F5}"/>
              </a:ext>
            </a:extLst>
          </p:cNvPr>
          <p:cNvSpPr>
            <a:spLocks/>
          </p:cNvSpPr>
          <p:nvPr/>
        </p:nvSpPr>
        <p:spPr>
          <a:xfrm>
            <a:off x="259782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8E83F089-25F3-C510-46BF-69B45DDDE1C6}"/>
              </a:ext>
            </a:extLst>
          </p:cNvPr>
          <p:cNvSpPr>
            <a:spLocks/>
          </p:cNvSpPr>
          <p:nvPr/>
        </p:nvSpPr>
        <p:spPr>
          <a:xfrm>
            <a:off x="26659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0599A2BF-11EF-5AFE-8163-8401970556B1}"/>
              </a:ext>
            </a:extLst>
          </p:cNvPr>
          <p:cNvSpPr>
            <a:spLocks/>
          </p:cNvSpPr>
          <p:nvPr/>
        </p:nvSpPr>
        <p:spPr>
          <a:xfrm>
            <a:off x="2676320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BE690AB5-958B-8A35-EAAD-0CBE1A5C64D8}"/>
              </a:ext>
            </a:extLst>
          </p:cNvPr>
          <p:cNvSpPr>
            <a:spLocks/>
          </p:cNvSpPr>
          <p:nvPr/>
        </p:nvSpPr>
        <p:spPr>
          <a:xfrm>
            <a:off x="2575790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E57300CE-651B-1766-F9DD-920BEA775B9B}"/>
              </a:ext>
            </a:extLst>
          </p:cNvPr>
          <p:cNvSpPr>
            <a:spLocks/>
          </p:cNvSpPr>
          <p:nvPr/>
        </p:nvSpPr>
        <p:spPr>
          <a:xfrm>
            <a:off x="26590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FB8F188C-B0BA-FCBE-9650-726CB1F4CEBF}"/>
              </a:ext>
            </a:extLst>
          </p:cNvPr>
          <p:cNvSpPr>
            <a:spLocks/>
          </p:cNvSpPr>
          <p:nvPr/>
        </p:nvSpPr>
        <p:spPr>
          <a:xfrm>
            <a:off x="263727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18697C4D-1BEA-8D3B-E763-DD760126E748}"/>
              </a:ext>
            </a:extLst>
          </p:cNvPr>
          <p:cNvSpPr>
            <a:spLocks/>
          </p:cNvSpPr>
          <p:nvPr/>
        </p:nvSpPr>
        <p:spPr>
          <a:xfrm>
            <a:off x="255304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A976EB98-EB68-995A-0631-D0A71A9F92EC}"/>
              </a:ext>
            </a:extLst>
          </p:cNvPr>
          <p:cNvSpPr>
            <a:spLocks/>
          </p:cNvSpPr>
          <p:nvPr/>
        </p:nvSpPr>
        <p:spPr>
          <a:xfrm>
            <a:off x="2548665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414179A3-34BD-6E55-5E5C-E684CBC71D68}"/>
              </a:ext>
            </a:extLst>
          </p:cNvPr>
          <p:cNvSpPr>
            <a:spLocks/>
          </p:cNvSpPr>
          <p:nvPr/>
        </p:nvSpPr>
        <p:spPr>
          <a:xfrm>
            <a:off x="256629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46D94DED-F1B2-6A91-6C49-3A8837688986}"/>
              </a:ext>
            </a:extLst>
          </p:cNvPr>
          <p:cNvSpPr>
            <a:spLocks/>
          </p:cNvSpPr>
          <p:nvPr/>
        </p:nvSpPr>
        <p:spPr>
          <a:xfrm>
            <a:off x="2603606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DBA44755-8E34-DDFE-39F3-B62FEB1F4352}"/>
              </a:ext>
            </a:extLst>
          </p:cNvPr>
          <p:cNvSpPr>
            <a:spLocks/>
          </p:cNvSpPr>
          <p:nvPr/>
        </p:nvSpPr>
        <p:spPr>
          <a:xfrm>
            <a:off x="266536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5B7082FC-C9FC-A091-3805-C051992AD734}"/>
              </a:ext>
            </a:extLst>
          </p:cNvPr>
          <p:cNvSpPr>
            <a:spLocks/>
          </p:cNvSpPr>
          <p:nvPr/>
        </p:nvSpPr>
        <p:spPr>
          <a:xfrm>
            <a:off x="2545377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2578F2DF-54A7-BEE7-0F0A-FE88330DC558}"/>
              </a:ext>
            </a:extLst>
          </p:cNvPr>
          <p:cNvSpPr>
            <a:spLocks/>
          </p:cNvSpPr>
          <p:nvPr/>
        </p:nvSpPr>
        <p:spPr>
          <a:xfrm>
            <a:off x="255737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F450695D-60EE-D342-D560-D6E0D6A02B93}"/>
              </a:ext>
            </a:extLst>
          </p:cNvPr>
          <p:cNvSpPr>
            <a:spLocks/>
          </p:cNvSpPr>
          <p:nvPr/>
        </p:nvSpPr>
        <p:spPr>
          <a:xfrm>
            <a:off x="25556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F7562799-2AC1-2320-A4C7-59FFCE711381}"/>
              </a:ext>
            </a:extLst>
          </p:cNvPr>
          <p:cNvSpPr>
            <a:spLocks/>
          </p:cNvSpPr>
          <p:nvPr/>
        </p:nvSpPr>
        <p:spPr>
          <a:xfrm>
            <a:off x="260603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8CCA42EE-35B0-323A-BFFD-EFC8B7FEFDBE}"/>
              </a:ext>
            </a:extLst>
          </p:cNvPr>
          <p:cNvSpPr>
            <a:spLocks/>
          </p:cNvSpPr>
          <p:nvPr/>
        </p:nvSpPr>
        <p:spPr>
          <a:xfrm>
            <a:off x="25492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28119FA4-7D08-736E-796F-460E60F66B1F}"/>
              </a:ext>
            </a:extLst>
          </p:cNvPr>
          <p:cNvSpPr>
            <a:spLocks/>
          </p:cNvSpPr>
          <p:nvPr/>
        </p:nvSpPr>
        <p:spPr>
          <a:xfrm>
            <a:off x="2609180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8A84C496-6CEC-E96D-10C4-49FBABC14FF7}"/>
              </a:ext>
            </a:extLst>
          </p:cNvPr>
          <p:cNvSpPr>
            <a:spLocks/>
          </p:cNvSpPr>
          <p:nvPr/>
        </p:nvSpPr>
        <p:spPr>
          <a:xfrm>
            <a:off x="2592008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DE27A009-73BF-8F43-1389-42B9BD2CD797}"/>
              </a:ext>
            </a:extLst>
          </p:cNvPr>
          <p:cNvSpPr>
            <a:spLocks/>
          </p:cNvSpPr>
          <p:nvPr/>
        </p:nvSpPr>
        <p:spPr>
          <a:xfrm>
            <a:off x="2609143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5ADA3A85-CD84-A60E-42F6-6F81F006D21E}"/>
              </a:ext>
            </a:extLst>
          </p:cNvPr>
          <p:cNvSpPr>
            <a:spLocks/>
          </p:cNvSpPr>
          <p:nvPr/>
        </p:nvSpPr>
        <p:spPr>
          <a:xfrm>
            <a:off x="262703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4696C1AB-AFD9-683A-E723-3524EFFE46CF}"/>
              </a:ext>
            </a:extLst>
          </p:cNvPr>
          <p:cNvSpPr>
            <a:spLocks/>
          </p:cNvSpPr>
          <p:nvPr/>
        </p:nvSpPr>
        <p:spPr>
          <a:xfrm>
            <a:off x="26486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360DE227-B230-3C96-7E70-BFD76BB00923}"/>
              </a:ext>
            </a:extLst>
          </p:cNvPr>
          <p:cNvSpPr>
            <a:spLocks/>
          </p:cNvSpPr>
          <p:nvPr/>
        </p:nvSpPr>
        <p:spPr>
          <a:xfrm>
            <a:off x="2625444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71AACC14-A24A-063A-AC22-3A46CD5B5CD7}"/>
              </a:ext>
            </a:extLst>
          </p:cNvPr>
          <p:cNvSpPr>
            <a:spLocks/>
          </p:cNvSpPr>
          <p:nvPr/>
        </p:nvSpPr>
        <p:spPr>
          <a:xfrm>
            <a:off x="255456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0807FC2A-5A81-3E6C-1606-E5D0EF77C880}"/>
              </a:ext>
            </a:extLst>
          </p:cNvPr>
          <p:cNvSpPr>
            <a:spLocks/>
          </p:cNvSpPr>
          <p:nvPr/>
        </p:nvSpPr>
        <p:spPr>
          <a:xfrm>
            <a:off x="266027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22FB28E5-FF90-EB37-6785-523561BF04C3}"/>
              </a:ext>
            </a:extLst>
          </p:cNvPr>
          <p:cNvSpPr>
            <a:spLocks/>
          </p:cNvSpPr>
          <p:nvPr/>
        </p:nvSpPr>
        <p:spPr>
          <a:xfrm>
            <a:off x="26758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2A4D0FA4-5FFA-5BFB-0B65-D3F517F2C51C}"/>
              </a:ext>
            </a:extLst>
          </p:cNvPr>
          <p:cNvSpPr>
            <a:spLocks/>
          </p:cNvSpPr>
          <p:nvPr/>
        </p:nvSpPr>
        <p:spPr>
          <a:xfrm>
            <a:off x="2657197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D171957C-3056-5AD4-FD5A-8B9BB2D770FE}"/>
              </a:ext>
            </a:extLst>
          </p:cNvPr>
          <p:cNvSpPr>
            <a:spLocks/>
          </p:cNvSpPr>
          <p:nvPr/>
        </p:nvSpPr>
        <p:spPr>
          <a:xfrm>
            <a:off x="267442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8815B1A7-9D32-58A1-0308-811705C41907}"/>
              </a:ext>
            </a:extLst>
          </p:cNvPr>
          <p:cNvSpPr>
            <a:spLocks/>
          </p:cNvSpPr>
          <p:nvPr/>
        </p:nvSpPr>
        <p:spPr>
          <a:xfrm>
            <a:off x="26287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96008132-9C36-C444-2036-62EE8CFB2B9C}"/>
              </a:ext>
            </a:extLst>
          </p:cNvPr>
          <p:cNvSpPr>
            <a:spLocks/>
          </p:cNvSpPr>
          <p:nvPr/>
        </p:nvSpPr>
        <p:spPr>
          <a:xfrm>
            <a:off x="2574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EB761CC5-D297-7308-604E-0184706452C4}"/>
              </a:ext>
            </a:extLst>
          </p:cNvPr>
          <p:cNvSpPr>
            <a:spLocks/>
          </p:cNvSpPr>
          <p:nvPr/>
        </p:nvSpPr>
        <p:spPr>
          <a:xfrm>
            <a:off x="2591319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9C6E8FC4-14C1-9C55-F89E-3EA7B0550D9F}"/>
              </a:ext>
            </a:extLst>
          </p:cNvPr>
          <p:cNvSpPr>
            <a:spLocks/>
          </p:cNvSpPr>
          <p:nvPr/>
        </p:nvSpPr>
        <p:spPr>
          <a:xfrm>
            <a:off x="25579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8AB90DFF-21DF-D87E-3B9A-47593DFA622A}"/>
              </a:ext>
            </a:extLst>
          </p:cNvPr>
          <p:cNvSpPr>
            <a:spLocks/>
          </p:cNvSpPr>
          <p:nvPr/>
        </p:nvSpPr>
        <p:spPr>
          <a:xfrm>
            <a:off x="2560075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FC4647C6-5BC3-87BC-1CBD-23AB7FDB297A}"/>
              </a:ext>
            </a:extLst>
          </p:cNvPr>
          <p:cNvSpPr>
            <a:spLocks/>
          </p:cNvSpPr>
          <p:nvPr/>
        </p:nvSpPr>
        <p:spPr>
          <a:xfrm>
            <a:off x="262531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EB1A9FC6-F1E7-3DAF-4873-16D9621F20B2}"/>
              </a:ext>
            </a:extLst>
          </p:cNvPr>
          <p:cNvSpPr>
            <a:spLocks/>
          </p:cNvSpPr>
          <p:nvPr/>
        </p:nvSpPr>
        <p:spPr>
          <a:xfrm>
            <a:off x="254258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975666CA-0D81-7D28-F9A3-16E96C4203AC}"/>
              </a:ext>
            </a:extLst>
          </p:cNvPr>
          <p:cNvSpPr>
            <a:spLocks/>
          </p:cNvSpPr>
          <p:nvPr/>
        </p:nvSpPr>
        <p:spPr>
          <a:xfrm>
            <a:off x="2627795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AF6A1166-D725-2473-F2F9-52D00E9F7DB3}"/>
              </a:ext>
            </a:extLst>
          </p:cNvPr>
          <p:cNvSpPr>
            <a:spLocks/>
          </p:cNvSpPr>
          <p:nvPr/>
        </p:nvSpPr>
        <p:spPr>
          <a:xfrm>
            <a:off x="265715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EC066980-2F35-CA34-92D5-2977E66EC1D6}"/>
              </a:ext>
            </a:extLst>
          </p:cNvPr>
          <p:cNvSpPr>
            <a:spLocks/>
          </p:cNvSpPr>
          <p:nvPr/>
        </p:nvSpPr>
        <p:spPr>
          <a:xfrm>
            <a:off x="264665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B467CE52-4E76-6B91-5272-9C58ECEEDE1B}"/>
              </a:ext>
            </a:extLst>
          </p:cNvPr>
          <p:cNvSpPr>
            <a:spLocks/>
          </p:cNvSpPr>
          <p:nvPr/>
        </p:nvSpPr>
        <p:spPr>
          <a:xfrm>
            <a:off x="2599089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F0B815A-630B-79B6-2130-59BDA341DA5F}"/>
              </a:ext>
            </a:extLst>
          </p:cNvPr>
          <p:cNvSpPr>
            <a:spLocks/>
          </p:cNvSpPr>
          <p:nvPr/>
        </p:nvSpPr>
        <p:spPr>
          <a:xfrm>
            <a:off x="258871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B1B17BF7-3519-D97A-3BCF-028CA8AD40D5}"/>
              </a:ext>
            </a:extLst>
          </p:cNvPr>
          <p:cNvSpPr>
            <a:spLocks/>
          </p:cNvSpPr>
          <p:nvPr/>
        </p:nvSpPr>
        <p:spPr>
          <a:xfrm>
            <a:off x="2669394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F0BBA606-93CE-EB02-4E08-505899622851}"/>
              </a:ext>
            </a:extLst>
          </p:cNvPr>
          <p:cNvSpPr>
            <a:spLocks/>
          </p:cNvSpPr>
          <p:nvPr/>
        </p:nvSpPr>
        <p:spPr>
          <a:xfrm>
            <a:off x="2620998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3DFCD048-ACBA-B529-5C66-3139A82B196C}"/>
              </a:ext>
            </a:extLst>
          </p:cNvPr>
          <p:cNvSpPr>
            <a:spLocks/>
          </p:cNvSpPr>
          <p:nvPr/>
        </p:nvSpPr>
        <p:spPr>
          <a:xfrm>
            <a:off x="2636867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2E3AE2A9-A9FB-9D7B-9538-873E9229FFBD}"/>
              </a:ext>
            </a:extLst>
          </p:cNvPr>
          <p:cNvSpPr>
            <a:spLocks/>
          </p:cNvSpPr>
          <p:nvPr/>
        </p:nvSpPr>
        <p:spPr>
          <a:xfrm>
            <a:off x="2598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BD7FFD79-878D-C1D9-6894-00BF3074399A}"/>
              </a:ext>
            </a:extLst>
          </p:cNvPr>
          <p:cNvSpPr>
            <a:spLocks/>
          </p:cNvSpPr>
          <p:nvPr/>
        </p:nvSpPr>
        <p:spPr>
          <a:xfrm>
            <a:off x="26387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4571E2D8-A518-895C-964C-D9DFC4CC2295}"/>
              </a:ext>
            </a:extLst>
          </p:cNvPr>
          <p:cNvSpPr>
            <a:spLocks/>
          </p:cNvSpPr>
          <p:nvPr/>
        </p:nvSpPr>
        <p:spPr>
          <a:xfrm>
            <a:off x="263476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917A5519-7CA9-4B0F-0110-EF2074B78396}"/>
              </a:ext>
            </a:extLst>
          </p:cNvPr>
          <p:cNvSpPr>
            <a:spLocks/>
          </p:cNvSpPr>
          <p:nvPr/>
        </p:nvSpPr>
        <p:spPr>
          <a:xfrm>
            <a:off x="2611085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4485B5B2-D3D7-F770-87DC-B6B5166CF873}"/>
              </a:ext>
            </a:extLst>
          </p:cNvPr>
          <p:cNvSpPr>
            <a:spLocks/>
          </p:cNvSpPr>
          <p:nvPr/>
        </p:nvSpPr>
        <p:spPr>
          <a:xfrm>
            <a:off x="266987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BE64EE34-C934-E671-BE91-D3E343901494}"/>
              </a:ext>
            </a:extLst>
          </p:cNvPr>
          <p:cNvSpPr>
            <a:spLocks/>
          </p:cNvSpPr>
          <p:nvPr/>
        </p:nvSpPr>
        <p:spPr>
          <a:xfrm>
            <a:off x="2599902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11365075-3928-E20C-E4C5-A8A1B12D1187}"/>
              </a:ext>
            </a:extLst>
          </p:cNvPr>
          <p:cNvSpPr>
            <a:spLocks/>
          </p:cNvSpPr>
          <p:nvPr/>
        </p:nvSpPr>
        <p:spPr>
          <a:xfrm>
            <a:off x="2600467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823D1A74-D23F-1838-B11A-F9026336F613}"/>
              </a:ext>
            </a:extLst>
          </p:cNvPr>
          <p:cNvSpPr>
            <a:spLocks/>
          </p:cNvSpPr>
          <p:nvPr/>
        </p:nvSpPr>
        <p:spPr>
          <a:xfrm>
            <a:off x="2638964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EB74DF95-43D1-FD3C-593E-F398C1EE3CD6}"/>
              </a:ext>
            </a:extLst>
          </p:cNvPr>
          <p:cNvSpPr>
            <a:spLocks/>
          </p:cNvSpPr>
          <p:nvPr/>
        </p:nvSpPr>
        <p:spPr>
          <a:xfrm>
            <a:off x="2595352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2D0C4805-49FB-7A23-7118-BF698C872876}"/>
              </a:ext>
            </a:extLst>
          </p:cNvPr>
          <p:cNvSpPr>
            <a:spLocks/>
          </p:cNvSpPr>
          <p:nvPr/>
        </p:nvSpPr>
        <p:spPr>
          <a:xfrm>
            <a:off x="2643892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1C682EDA-3FA9-90C0-0501-0FB97966271C}"/>
              </a:ext>
            </a:extLst>
          </p:cNvPr>
          <p:cNvSpPr>
            <a:spLocks/>
          </p:cNvSpPr>
          <p:nvPr/>
        </p:nvSpPr>
        <p:spPr>
          <a:xfrm>
            <a:off x="262450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AAADC925-6D52-1799-196A-29866176DD2C}"/>
              </a:ext>
            </a:extLst>
          </p:cNvPr>
          <p:cNvSpPr>
            <a:spLocks/>
          </p:cNvSpPr>
          <p:nvPr/>
        </p:nvSpPr>
        <p:spPr>
          <a:xfrm>
            <a:off x="2553059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1CE956D0-684B-9D3E-AC39-FD5628766502}"/>
              </a:ext>
            </a:extLst>
          </p:cNvPr>
          <p:cNvSpPr>
            <a:spLocks/>
          </p:cNvSpPr>
          <p:nvPr/>
        </p:nvSpPr>
        <p:spPr>
          <a:xfrm>
            <a:off x="2560716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1FF72781-93A1-6CB8-770C-61E29FCA832A}"/>
              </a:ext>
            </a:extLst>
          </p:cNvPr>
          <p:cNvSpPr>
            <a:spLocks/>
          </p:cNvSpPr>
          <p:nvPr/>
        </p:nvSpPr>
        <p:spPr>
          <a:xfrm>
            <a:off x="263407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983D01C9-64F5-0301-263A-0B5831AA301D}"/>
              </a:ext>
            </a:extLst>
          </p:cNvPr>
          <p:cNvSpPr>
            <a:spLocks/>
          </p:cNvSpPr>
          <p:nvPr/>
        </p:nvSpPr>
        <p:spPr>
          <a:xfrm>
            <a:off x="2559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97DEA5D8-CC2B-0640-E6BB-EC5CE3EC9DA9}"/>
              </a:ext>
            </a:extLst>
          </p:cNvPr>
          <p:cNvSpPr>
            <a:spLocks/>
          </p:cNvSpPr>
          <p:nvPr/>
        </p:nvSpPr>
        <p:spPr>
          <a:xfrm>
            <a:off x="2547414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01F11F76-1E7B-4829-A9C0-C23D2780BFDA}"/>
              </a:ext>
            </a:extLst>
          </p:cNvPr>
          <p:cNvSpPr>
            <a:spLocks/>
          </p:cNvSpPr>
          <p:nvPr/>
        </p:nvSpPr>
        <p:spPr>
          <a:xfrm>
            <a:off x="255908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60761ED3-C80D-E011-AAF7-F838F728BF52}"/>
              </a:ext>
            </a:extLst>
          </p:cNvPr>
          <p:cNvSpPr>
            <a:spLocks/>
          </p:cNvSpPr>
          <p:nvPr/>
        </p:nvSpPr>
        <p:spPr>
          <a:xfrm>
            <a:off x="2582942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B067690C-CDAF-0128-34A2-45ACDF327004}"/>
              </a:ext>
            </a:extLst>
          </p:cNvPr>
          <p:cNvSpPr>
            <a:spLocks/>
          </p:cNvSpPr>
          <p:nvPr/>
        </p:nvSpPr>
        <p:spPr>
          <a:xfrm>
            <a:off x="2596036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9AB04E67-EA07-E3A7-8E7B-C9B266704094}"/>
              </a:ext>
            </a:extLst>
          </p:cNvPr>
          <p:cNvSpPr>
            <a:spLocks/>
          </p:cNvSpPr>
          <p:nvPr/>
        </p:nvSpPr>
        <p:spPr>
          <a:xfrm>
            <a:off x="2557213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2AE49F52-32FD-7E0A-60E7-000702CBDA86}"/>
              </a:ext>
            </a:extLst>
          </p:cNvPr>
          <p:cNvSpPr>
            <a:spLocks/>
          </p:cNvSpPr>
          <p:nvPr/>
        </p:nvSpPr>
        <p:spPr>
          <a:xfrm>
            <a:off x="256592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33BD206C-B42D-9942-4F0F-44701165C216}"/>
              </a:ext>
            </a:extLst>
          </p:cNvPr>
          <p:cNvSpPr>
            <a:spLocks/>
          </p:cNvSpPr>
          <p:nvPr/>
        </p:nvSpPr>
        <p:spPr>
          <a:xfrm>
            <a:off x="2674825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6676A06-0045-71C4-3704-49F030ADD29B}"/>
              </a:ext>
            </a:extLst>
          </p:cNvPr>
          <p:cNvSpPr>
            <a:spLocks/>
          </p:cNvSpPr>
          <p:nvPr/>
        </p:nvSpPr>
        <p:spPr>
          <a:xfrm>
            <a:off x="2612087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AEF521A8-F607-08EA-3710-F52451AD6FD1}"/>
              </a:ext>
            </a:extLst>
          </p:cNvPr>
          <p:cNvSpPr>
            <a:spLocks/>
          </p:cNvSpPr>
          <p:nvPr/>
        </p:nvSpPr>
        <p:spPr>
          <a:xfrm>
            <a:off x="26492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F49E6931-CFB9-0BEB-D930-246C9EF87BCE}"/>
              </a:ext>
            </a:extLst>
          </p:cNvPr>
          <p:cNvSpPr>
            <a:spLocks/>
          </p:cNvSpPr>
          <p:nvPr/>
        </p:nvSpPr>
        <p:spPr>
          <a:xfrm>
            <a:off x="2569809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591B0316-10BD-A76E-B272-F55E602D4E7E}"/>
              </a:ext>
            </a:extLst>
          </p:cNvPr>
          <p:cNvSpPr>
            <a:spLocks/>
          </p:cNvSpPr>
          <p:nvPr/>
        </p:nvSpPr>
        <p:spPr>
          <a:xfrm>
            <a:off x="2538837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EFF934E7-D277-19B1-B7A5-A2118DECACEA}"/>
              </a:ext>
            </a:extLst>
          </p:cNvPr>
          <p:cNvSpPr>
            <a:spLocks/>
          </p:cNvSpPr>
          <p:nvPr/>
        </p:nvSpPr>
        <p:spPr>
          <a:xfrm>
            <a:off x="257537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806DCC3C-2D54-0B4C-266B-F9378FA7C9A1}"/>
              </a:ext>
            </a:extLst>
          </p:cNvPr>
          <p:cNvSpPr>
            <a:spLocks/>
          </p:cNvSpPr>
          <p:nvPr/>
        </p:nvSpPr>
        <p:spPr>
          <a:xfrm>
            <a:off x="265128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C6086F1-FA6F-9453-1FBB-A03445A18B6C}"/>
              </a:ext>
            </a:extLst>
          </p:cNvPr>
          <p:cNvSpPr>
            <a:spLocks/>
          </p:cNvSpPr>
          <p:nvPr/>
        </p:nvSpPr>
        <p:spPr>
          <a:xfrm>
            <a:off x="263045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DCB1F2B1-9B14-FD4A-BCFB-7E5650169223}"/>
              </a:ext>
            </a:extLst>
          </p:cNvPr>
          <p:cNvSpPr>
            <a:spLocks/>
          </p:cNvSpPr>
          <p:nvPr/>
        </p:nvSpPr>
        <p:spPr>
          <a:xfrm>
            <a:off x="2649404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16C308EA-1B68-F72F-BB88-8B7E69808097}"/>
              </a:ext>
            </a:extLst>
          </p:cNvPr>
          <p:cNvSpPr>
            <a:spLocks/>
          </p:cNvSpPr>
          <p:nvPr/>
        </p:nvSpPr>
        <p:spPr>
          <a:xfrm>
            <a:off x="256130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D9D4D0A1-62FF-2E42-9811-0ADFC04DF9FE}"/>
              </a:ext>
            </a:extLst>
          </p:cNvPr>
          <p:cNvSpPr>
            <a:spLocks/>
          </p:cNvSpPr>
          <p:nvPr/>
        </p:nvSpPr>
        <p:spPr>
          <a:xfrm>
            <a:off x="2553471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BB12D887-D7E0-9904-D142-5902069AD983}"/>
              </a:ext>
            </a:extLst>
          </p:cNvPr>
          <p:cNvSpPr>
            <a:spLocks/>
          </p:cNvSpPr>
          <p:nvPr/>
        </p:nvSpPr>
        <p:spPr>
          <a:xfrm>
            <a:off x="2813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32D29C8-D2CD-9410-F1FF-B9EBEBC9C69A}"/>
              </a:ext>
            </a:extLst>
          </p:cNvPr>
          <p:cNvSpPr>
            <a:spLocks/>
          </p:cNvSpPr>
          <p:nvPr/>
        </p:nvSpPr>
        <p:spPr>
          <a:xfrm>
            <a:off x="28741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D91E3E20-11BC-F92E-FB4C-1A520BC2DA0E}"/>
              </a:ext>
            </a:extLst>
          </p:cNvPr>
          <p:cNvSpPr>
            <a:spLocks/>
          </p:cNvSpPr>
          <p:nvPr/>
        </p:nvSpPr>
        <p:spPr>
          <a:xfrm>
            <a:off x="28961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5B63374E-A5E8-0404-2366-8D8A49118F41}"/>
              </a:ext>
            </a:extLst>
          </p:cNvPr>
          <p:cNvSpPr>
            <a:spLocks/>
          </p:cNvSpPr>
          <p:nvPr/>
        </p:nvSpPr>
        <p:spPr>
          <a:xfrm>
            <a:off x="2823220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30D1DB52-4527-34C0-4BC6-ACE30EBEA5DF}"/>
              </a:ext>
            </a:extLst>
          </p:cNvPr>
          <p:cNvSpPr>
            <a:spLocks/>
          </p:cNvSpPr>
          <p:nvPr/>
        </p:nvSpPr>
        <p:spPr>
          <a:xfrm>
            <a:off x="2896167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827409FA-652F-1A16-FA74-883A8AC86CB7}"/>
              </a:ext>
            </a:extLst>
          </p:cNvPr>
          <p:cNvSpPr>
            <a:spLocks/>
          </p:cNvSpPr>
          <p:nvPr/>
        </p:nvSpPr>
        <p:spPr>
          <a:xfrm>
            <a:off x="28933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17D7C5A6-C3BA-BE51-ADCF-A3304091FF08}"/>
              </a:ext>
            </a:extLst>
          </p:cNvPr>
          <p:cNvSpPr>
            <a:spLocks/>
          </p:cNvSpPr>
          <p:nvPr/>
        </p:nvSpPr>
        <p:spPr>
          <a:xfrm>
            <a:off x="280340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B791F474-3B54-A260-9FDD-BF613A4C9E43}"/>
              </a:ext>
            </a:extLst>
          </p:cNvPr>
          <p:cNvSpPr>
            <a:spLocks/>
          </p:cNvSpPr>
          <p:nvPr/>
        </p:nvSpPr>
        <p:spPr>
          <a:xfrm>
            <a:off x="28404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C546636A-5950-3D18-BB90-CEAA94E7C6E0}"/>
              </a:ext>
            </a:extLst>
          </p:cNvPr>
          <p:cNvSpPr>
            <a:spLocks/>
          </p:cNvSpPr>
          <p:nvPr/>
        </p:nvSpPr>
        <p:spPr>
          <a:xfrm>
            <a:off x="2861081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31F0134C-FDAE-0338-150B-EA85AEF6AC92}"/>
              </a:ext>
            </a:extLst>
          </p:cNvPr>
          <p:cNvSpPr>
            <a:spLocks/>
          </p:cNvSpPr>
          <p:nvPr/>
        </p:nvSpPr>
        <p:spPr>
          <a:xfrm>
            <a:off x="28569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F7945F31-16D4-B99C-B633-CEAD625D3509}"/>
              </a:ext>
            </a:extLst>
          </p:cNvPr>
          <p:cNvSpPr>
            <a:spLocks/>
          </p:cNvSpPr>
          <p:nvPr/>
        </p:nvSpPr>
        <p:spPr>
          <a:xfrm>
            <a:off x="2766452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030CEB49-ED28-CCA5-94CC-A7EE388B47BB}"/>
              </a:ext>
            </a:extLst>
          </p:cNvPr>
          <p:cNvSpPr>
            <a:spLocks/>
          </p:cNvSpPr>
          <p:nvPr/>
        </p:nvSpPr>
        <p:spPr>
          <a:xfrm>
            <a:off x="28759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01135FE1-F25A-BBE7-700C-04A1B903FFB6}"/>
              </a:ext>
            </a:extLst>
          </p:cNvPr>
          <p:cNvSpPr>
            <a:spLocks/>
          </p:cNvSpPr>
          <p:nvPr/>
        </p:nvSpPr>
        <p:spPr>
          <a:xfrm>
            <a:off x="284003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12E186C8-9184-FA68-41DB-3B3D6CBE2828}"/>
              </a:ext>
            </a:extLst>
          </p:cNvPr>
          <p:cNvSpPr>
            <a:spLocks/>
          </p:cNvSpPr>
          <p:nvPr/>
        </p:nvSpPr>
        <p:spPr>
          <a:xfrm>
            <a:off x="2868134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5EDF3906-263B-65F9-A476-726EDC62ACB2}"/>
              </a:ext>
            </a:extLst>
          </p:cNvPr>
          <p:cNvSpPr>
            <a:spLocks/>
          </p:cNvSpPr>
          <p:nvPr/>
        </p:nvSpPr>
        <p:spPr>
          <a:xfrm>
            <a:off x="28896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570501A1-69BE-A0C3-D0A1-721B86495E4F}"/>
              </a:ext>
            </a:extLst>
          </p:cNvPr>
          <p:cNvSpPr>
            <a:spLocks/>
          </p:cNvSpPr>
          <p:nvPr/>
        </p:nvSpPr>
        <p:spPr>
          <a:xfrm>
            <a:off x="283526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7C617E5A-FCD9-7CD0-A181-DFC98D2812CC}"/>
              </a:ext>
            </a:extLst>
          </p:cNvPr>
          <p:cNvSpPr>
            <a:spLocks/>
          </p:cNvSpPr>
          <p:nvPr/>
        </p:nvSpPr>
        <p:spPr>
          <a:xfrm>
            <a:off x="282088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5468A98-2F2D-B08E-C4E3-651BB13B6E52}"/>
              </a:ext>
            </a:extLst>
          </p:cNvPr>
          <p:cNvSpPr>
            <a:spLocks/>
          </p:cNvSpPr>
          <p:nvPr/>
        </p:nvSpPr>
        <p:spPr>
          <a:xfrm>
            <a:off x="277565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32230357-BBC9-F9F6-6889-22B513BBF653}"/>
              </a:ext>
            </a:extLst>
          </p:cNvPr>
          <p:cNvSpPr>
            <a:spLocks/>
          </p:cNvSpPr>
          <p:nvPr/>
        </p:nvSpPr>
        <p:spPr>
          <a:xfrm>
            <a:off x="2836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1E47A2EB-C912-88AA-E123-7D99FEC5F638}"/>
              </a:ext>
            </a:extLst>
          </p:cNvPr>
          <p:cNvSpPr>
            <a:spLocks/>
          </p:cNvSpPr>
          <p:nvPr/>
        </p:nvSpPr>
        <p:spPr>
          <a:xfrm>
            <a:off x="284711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8F784C60-F527-B2BD-3E68-EC10EAF5B24C}"/>
              </a:ext>
            </a:extLst>
          </p:cNvPr>
          <p:cNvSpPr>
            <a:spLocks/>
          </p:cNvSpPr>
          <p:nvPr/>
        </p:nvSpPr>
        <p:spPr>
          <a:xfrm>
            <a:off x="2810592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511DCF58-8C2D-FC0B-5CB0-0F53AE646BFB}"/>
              </a:ext>
            </a:extLst>
          </p:cNvPr>
          <p:cNvSpPr>
            <a:spLocks/>
          </p:cNvSpPr>
          <p:nvPr/>
        </p:nvSpPr>
        <p:spPr>
          <a:xfrm>
            <a:off x="28223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F0D5E1E3-0481-58FD-FF5C-62730FDC88FF}"/>
              </a:ext>
            </a:extLst>
          </p:cNvPr>
          <p:cNvSpPr>
            <a:spLocks/>
          </p:cNvSpPr>
          <p:nvPr/>
        </p:nvSpPr>
        <p:spPr>
          <a:xfrm>
            <a:off x="2889958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55E7BEDB-A4B0-7CDD-C0B2-1BBE7B00FB7C}"/>
              </a:ext>
            </a:extLst>
          </p:cNvPr>
          <p:cNvSpPr>
            <a:spLocks/>
          </p:cNvSpPr>
          <p:nvPr/>
        </p:nvSpPr>
        <p:spPr>
          <a:xfrm>
            <a:off x="2790951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D08D868B-6F41-1041-621A-30D925CBC31D}"/>
              </a:ext>
            </a:extLst>
          </p:cNvPr>
          <p:cNvSpPr>
            <a:spLocks/>
          </p:cNvSpPr>
          <p:nvPr/>
        </p:nvSpPr>
        <p:spPr>
          <a:xfrm>
            <a:off x="2770587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40536977-8B65-715C-05D6-8E056B3D1FB1}"/>
              </a:ext>
            </a:extLst>
          </p:cNvPr>
          <p:cNvSpPr>
            <a:spLocks/>
          </p:cNvSpPr>
          <p:nvPr/>
        </p:nvSpPr>
        <p:spPr>
          <a:xfrm>
            <a:off x="281953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5899AA08-B142-D191-54F5-1954F43B9A84}"/>
              </a:ext>
            </a:extLst>
          </p:cNvPr>
          <p:cNvSpPr>
            <a:spLocks/>
          </p:cNvSpPr>
          <p:nvPr/>
        </p:nvSpPr>
        <p:spPr>
          <a:xfrm>
            <a:off x="281480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4DDF685E-3FD6-99B5-B1C1-2BF585FEDB41}"/>
              </a:ext>
            </a:extLst>
          </p:cNvPr>
          <p:cNvSpPr>
            <a:spLocks/>
          </p:cNvSpPr>
          <p:nvPr/>
        </p:nvSpPr>
        <p:spPr>
          <a:xfrm>
            <a:off x="2849242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B08BEF2A-483A-CC28-E1B7-A84563CEE9FB}"/>
              </a:ext>
            </a:extLst>
          </p:cNvPr>
          <p:cNvSpPr>
            <a:spLocks/>
          </p:cNvSpPr>
          <p:nvPr/>
        </p:nvSpPr>
        <p:spPr>
          <a:xfrm>
            <a:off x="2884353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9A179B54-8034-C6E7-E0C9-F78DF8D5DC76}"/>
              </a:ext>
            </a:extLst>
          </p:cNvPr>
          <p:cNvSpPr>
            <a:spLocks/>
          </p:cNvSpPr>
          <p:nvPr/>
        </p:nvSpPr>
        <p:spPr>
          <a:xfrm>
            <a:off x="28117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1FA82E69-29C6-794F-77F0-79EF10CEC8FD}"/>
              </a:ext>
            </a:extLst>
          </p:cNvPr>
          <p:cNvSpPr>
            <a:spLocks/>
          </p:cNvSpPr>
          <p:nvPr/>
        </p:nvSpPr>
        <p:spPr>
          <a:xfrm>
            <a:off x="27770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78821023-851C-D861-E5C1-BDEFF845477C}"/>
              </a:ext>
            </a:extLst>
          </p:cNvPr>
          <p:cNvSpPr>
            <a:spLocks/>
          </p:cNvSpPr>
          <p:nvPr/>
        </p:nvSpPr>
        <p:spPr>
          <a:xfrm>
            <a:off x="2864908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F6F37A40-6900-73C6-CF73-3FD4FB0B3514}"/>
              </a:ext>
            </a:extLst>
          </p:cNvPr>
          <p:cNvSpPr>
            <a:spLocks/>
          </p:cNvSpPr>
          <p:nvPr/>
        </p:nvSpPr>
        <p:spPr>
          <a:xfrm>
            <a:off x="284270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FF1953-005E-4720-E8A9-6A58F1CBE6F5}"/>
              </a:ext>
            </a:extLst>
          </p:cNvPr>
          <p:cNvSpPr>
            <a:spLocks/>
          </p:cNvSpPr>
          <p:nvPr/>
        </p:nvSpPr>
        <p:spPr>
          <a:xfrm>
            <a:off x="2858015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1FF0D066-F6DA-0FA1-7D31-DA9CD91F205C}"/>
              </a:ext>
            </a:extLst>
          </p:cNvPr>
          <p:cNvSpPr>
            <a:spLocks/>
          </p:cNvSpPr>
          <p:nvPr/>
        </p:nvSpPr>
        <p:spPr>
          <a:xfrm>
            <a:off x="288234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7778B375-6F90-7957-A93C-D1BEA01726AF}"/>
              </a:ext>
            </a:extLst>
          </p:cNvPr>
          <p:cNvSpPr>
            <a:spLocks/>
          </p:cNvSpPr>
          <p:nvPr/>
        </p:nvSpPr>
        <p:spPr>
          <a:xfrm>
            <a:off x="28697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3BB35F74-B45E-15A3-94BC-D9E5CAA78BAA}"/>
              </a:ext>
            </a:extLst>
          </p:cNvPr>
          <p:cNvSpPr>
            <a:spLocks/>
          </p:cNvSpPr>
          <p:nvPr/>
        </p:nvSpPr>
        <p:spPr>
          <a:xfrm>
            <a:off x="28721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9325B2D7-F412-D973-A95E-B8435DC2F57C}"/>
              </a:ext>
            </a:extLst>
          </p:cNvPr>
          <p:cNvSpPr>
            <a:spLocks/>
          </p:cNvSpPr>
          <p:nvPr/>
        </p:nvSpPr>
        <p:spPr>
          <a:xfrm>
            <a:off x="28756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D403274B-BD76-94DD-6B78-C2F5EEAC34D5}"/>
              </a:ext>
            </a:extLst>
          </p:cNvPr>
          <p:cNvSpPr>
            <a:spLocks/>
          </p:cNvSpPr>
          <p:nvPr/>
        </p:nvSpPr>
        <p:spPr>
          <a:xfrm>
            <a:off x="28794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3D1283D9-706E-3650-3D42-FFB44365D1BF}"/>
              </a:ext>
            </a:extLst>
          </p:cNvPr>
          <p:cNvSpPr>
            <a:spLocks/>
          </p:cNvSpPr>
          <p:nvPr/>
        </p:nvSpPr>
        <p:spPr>
          <a:xfrm>
            <a:off x="2819013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2530FDEA-A568-226D-8566-D5DD233BE29E}"/>
              </a:ext>
            </a:extLst>
          </p:cNvPr>
          <p:cNvSpPr>
            <a:spLocks/>
          </p:cNvSpPr>
          <p:nvPr/>
        </p:nvSpPr>
        <p:spPr>
          <a:xfrm>
            <a:off x="2852142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BC394501-441F-BE2B-9FE2-6064A61B4DC9}"/>
              </a:ext>
            </a:extLst>
          </p:cNvPr>
          <p:cNvSpPr>
            <a:spLocks/>
          </p:cNvSpPr>
          <p:nvPr/>
        </p:nvSpPr>
        <p:spPr>
          <a:xfrm>
            <a:off x="28164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CF8972B0-C729-14F6-27ED-B7E286C1D6C2}"/>
              </a:ext>
            </a:extLst>
          </p:cNvPr>
          <p:cNvSpPr>
            <a:spLocks/>
          </p:cNvSpPr>
          <p:nvPr/>
        </p:nvSpPr>
        <p:spPr>
          <a:xfrm>
            <a:off x="28368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688CE8C6-E413-5ED4-2109-93AE4BD8EE34}"/>
              </a:ext>
            </a:extLst>
          </p:cNvPr>
          <p:cNvSpPr>
            <a:spLocks/>
          </p:cNvSpPr>
          <p:nvPr/>
        </p:nvSpPr>
        <p:spPr>
          <a:xfrm>
            <a:off x="2801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7D5F6EC0-B773-39ED-7098-750289D7D6F0}"/>
              </a:ext>
            </a:extLst>
          </p:cNvPr>
          <p:cNvSpPr>
            <a:spLocks/>
          </p:cNvSpPr>
          <p:nvPr/>
        </p:nvSpPr>
        <p:spPr>
          <a:xfrm>
            <a:off x="285653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072D6FE8-85FF-BBF7-A9DE-99A8206B7593}"/>
              </a:ext>
            </a:extLst>
          </p:cNvPr>
          <p:cNvSpPr>
            <a:spLocks/>
          </p:cNvSpPr>
          <p:nvPr/>
        </p:nvSpPr>
        <p:spPr>
          <a:xfrm>
            <a:off x="282119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D4856658-ECAE-A932-F65E-0D784D800F24}"/>
              </a:ext>
            </a:extLst>
          </p:cNvPr>
          <p:cNvSpPr>
            <a:spLocks/>
          </p:cNvSpPr>
          <p:nvPr/>
        </p:nvSpPr>
        <p:spPr>
          <a:xfrm>
            <a:off x="2838805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C212FEB8-D9B3-919D-0FE3-CD65E8153402}"/>
              </a:ext>
            </a:extLst>
          </p:cNvPr>
          <p:cNvSpPr>
            <a:spLocks/>
          </p:cNvSpPr>
          <p:nvPr/>
        </p:nvSpPr>
        <p:spPr>
          <a:xfrm>
            <a:off x="282729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FBF8E11A-E7DC-48A7-5404-48D49398CBB4}"/>
              </a:ext>
            </a:extLst>
          </p:cNvPr>
          <p:cNvSpPr>
            <a:spLocks/>
          </p:cNvSpPr>
          <p:nvPr/>
        </p:nvSpPr>
        <p:spPr>
          <a:xfrm>
            <a:off x="28822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B4C25439-D81B-BF9D-77C0-97B4E650A1A5}"/>
              </a:ext>
            </a:extLst>
          </p:cNvPr>
          <p:cNvSpPr>
            <a:spLocks/>
          </p:cNvSpPr>
          <p:nvPr/>
        </p:nvSpPr>
        <p:spPr>
          <a:xfrm>
            <a:off x="2826165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2A207493-AACD-8F39-FA43-F1C816179AEC}"/>
              </a:ext>
            </a:extLst>
          </p:cNvPr>
          <p:cNvSpPr>
            <a:spLocks/>
          </p:cNvSpPr>
          <p:nvPr/>
        </p:nvSpPr>
        <p:spPr>
          <a:xfrm>
            <a:off x="287256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6DD6BF0E-7965-8897-CB71-C9361E667734}"/>
              </a:ext>
            </a:extLst>
          </p:cNvPr>
          <p:cNvSpPr>
            <a:spLocks/>
          </p:cNvSpPr>
          <p:nvPr/>
        </p:nvSpPr>
        <p:spPr>
          <a:xfrm>
            <a:off x="28509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DB66811B-1B40-A15A-4708-27C110E15BCC}"/>
              </a:ext>
            </a:extLst>
          </p:cNvPr>
          <p:cNvSpPr>
            <a:spLocks/>
          </p:cNvSpPr>
          <p:nvPr/>
        </p:nvSpPr>
        <p:spPr>
          <a:xfrm>
            <a:off x="2854489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62E2A238-9919-647F-642D-10B90E41B64B}"/>
              </a:ext>
            </a:extLst>
          </p:cNvPr>
          <p:cNvSpPr>
            <a:spLocks/>
          </p:cNvSpPr>
          <p:nvPr/>
        </p:nvSpPr>
        <p:spPr>
          <a:xfrm>
            <a:off x="2803291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48174642-5A6A-BE8B-5E19-6BE144F00F17}"/>
              </a:ext>
            </a:extLst>
          </p:cNvPr>
          <p:cNvSpPr>
            <a:spLocks/>
          </p:cNvSpPr>
          <p:nvPr/>
        </p:nvSpPr>
        <p:spPr>
          <a:xfrm>
            <a:off x="2806291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0D8D734E-63B0-ADB6-41ED-F90787956B99}"/>
              </a:ext>
            </a:extLst>
          </p:cNvPr>
          <p:cNvSpPr>
            <a:spLocks/>
          </p:cNvSpPr>
          <p:nvPr/>
        </p:nvSpPr>
        <p:spPr>
          <a:xfrm>
            <a:off x="2882908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7F00E3E1-0E29-A4F9-C08A-4A35922971C3}"/>
              </a:ext>
            </a:extLst>
          </p:cNvPr>
          <p:cNvSpPr>
            <a:spLocks/>
          </p:cNvSpPr>
          <p:nvPr/>
        </p:nvSpPr>
        <p:spPr>
          <a:xfrm>
            <a:off x="2773216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2E226079-0E8A-309A-B2F8-38ECC7DE137C}"/>
              </a:ext>
            </a:extLst>
          </p:cNvPr>
          <p:cNvSpPr>
            <a:spLocks/>
          </p:cNvSpPr>
          <p:nvPr/>
        </p:nvSpPr>
        <p:spPr>
          <a:xfrm>
            <a:off x="28540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DD8AEF6A-C175-8EFE-D6FC-B2C6DA115727}"/>
              </a:ext>
            </a:extLst>
          </p:cNvPr>
          <p:cNvSpPr>
            <a:spLocks/>
          </p:cNvSpPr>
          <p:nvPr/>
        </p:nvSpPr>
        <p:spPr>
          <a:xfrm>
            <a:off x="2812798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1ACBDB79-34C9-467B-CBD4-192FAEE7F4A5}"/>
              </a:ext>
            </a:extLst>
          </p:cNvPr>
          <p:cNvSpPr>
            <a:spLocks/>
          </p:cNvSpPr>
          <p:nvPr/>
        </p:nvSpPr>
        <p:spPr>
          <a:xfrm>
            <a:off x="27824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92CBD253-F31E-EEAF-E469-E443D68D3374}"/>
              </a:ext>
            </a:extLst>
          </p:cNvPr>
          <p:cNvSpPr>
            <a:spLocks/>
          </p:cNvSpPr>
          <p:nvPr/>
        </p:nvSpPr>
        <p:spPr>
          <a:xfrm>
            <a:off x="2814772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56D314C3-97AF-FC4B-63B3-4CA56CD027EA}"/>
              </a:ext>
            </a:extLst>
          </p:cNvPr>
          <p:cNvSpPr>
            <a:spLocks/>
          </p:cNvSpPr>
          <p:nvPr/>
        </p:nvSpPr>
        <p:spPr>
          <a:xfrm>
            <a:off x="28031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06CB1B64-6DE4-0DD5-67A0-4548335D1FB0}"/>
              </a:ext>
            </a:extLst>
          </p:cNvPr>
          <p:cNvSpPr>
            <a:spLocks/>
          </p:cNvSpPr>
          <p:nvPr/>
        </p:nvSpPr>
        <p:spPr>
          <a:xfrm>
            <a:off x="28446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88C92919-A674-419B-11F7-393BB23E764D}"/>
              </a:ext>
            </a:extLst>
          </p:cNvPr>
          <p:cNvSpPr>
            <a:spLocks/>
          </p:cNvSpPr>
          <p:nvPr/>
        </p:nvSpPr>
        <p:spPr>
          <a:xfrm>
            <a:off x="27825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8ACEDFFE-259E-3B46-4A4E-F8C0C60DC97F}"/>
              </a:ext>
            </a:extLst>
          </p:cNvPr>
          <p:cNvSpPr>
            <a:spLocks/>
          </p:cNvSpPr>
          <p:nvPr/>
        </p:nvSpPr>
        <p:spPr>
          <a:xfrm>
            <a:off x="27764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380B525E-FE82-9A23-F445-0D5728B4BE32}"/>
              </a:ext>
            </a:extLst>
          </p:cNvPr>
          <p:cNvSpPr>
            <a:spLocks/>
          </p:cNvSpPr>
          <p:nvPr/>
        </p:nvSpPr>
        <p:spPr>
          <a:xfrm>
            <a:off x="2772844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B01C4AC3-4185-A99B-0A85-093B26643D42}"/>
              </a:ext>
            </a:extLst>
          </p:cNvPr>
          <p:cNvSpPr>
            <a:spLocks/>
          </p:cNvSpPr>
          <p:nvPr/>
        </p:nvSpPr>
        <p:spPr>
          <a:xfrm>
            <a:off x="2832092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45C25C77-42A0-8168-A137-C89004D827F5}"/>
              </a:ext>
            </a:extLst>
          </p:cNvPr>
          <p:cNvSpPr>
            <a:spLocks/>
          </p:cNvSpPr>
          <p:nvPr/>
        </p:nvSpPr>
        <p:spPr>
          <a:xfrm>
            <a:off x="282604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462C60B7-ADEF-9AEF-19F5-983FDA5C9091}"/>
              </a:ext>
            </a:extLst>
          </p:cNvPr>
          <p:cNvSpPr>
            <a:spLocks/>
          </p:cNvSpPr>
          <p:nvPr/>
        </p:nvSpPr>
        <p:spPr>
          <a:xfrm>
            <a:off x="28747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5887E673-E657-061A-4834-DDC2C7C34C5D}"/>
              </a:ext>
            </a:extLst>
          </p:cNvPr>
          <p:cNvSpPr>
            <a:spLocks/>
          </p:cNvSpPr>
          <p:nvPr/>
        </p:nvSpPr>
        <p:spPr>
          <a:xfrm>
            <a:off x="2831404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56B8831B-33F5-A364-9555-D10DCCEE6B06}"/>
              </a:ext>
            </a:extLst>
          </p:cNvPr>
          <p:cNvSpPr>
            <a:spLocks/>
          </p:cNvSpPr>
          <p:nvPr/>
        </p:nvSpPr>
        <p:spPr>
          <a:xfrm>
            <a:off x="279746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0A78EF1E-1B03-2986-CF2B-C0E2A10C1CB6}"/>
              </a:ext>
            </a:extLst>
          </p:cNvPr>
          <p:cNvSpPr>
            <a:spLocks/>
          </p:cNvSpPr>
          <p:nvPr/>
        </p:nvSpPr>
        <p:spPr>
          <a:xfrm>
            <a:off x="2872342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8AE2312B-5F7A-ABFD-EA67-39664F1D466A}"/>
              </a:ext>
            </a:extLst>
          </p:cNvPr>
          <p:cNvSpPr>
            <a:spLocks/>
          </p:cNvSpPr>
          <p:nvPr/>
        </p:nvSpPr>
        <p:spPr>
          <a:xfrm>
            <a:off x="278152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3BCA91EA-E466-A4E4-9F56-135B27283BD6}"/>
              </a:ext>
            </a:extLst>
          </p:cNvPr>
          <p:cNvSpPr>
            <a:spLocks/>
          </p:cNvSpPr>
          <p:nvPr/>
        </p:nvSpPr>
        <p:spPr>
          <a:xfrm>
            <a:off x="289181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5805695A-72A9-F99B-BC8E-F5D6DB56F278}"/>
              </a:ext>
            </a:extLst>
          </p:cNvPr>
          <p:cNvSpPr>
            <a:spLocks/>
          </p:cNvSpPr>
          <p:nvPr/>
        </p:nvSpPr>
        <p:spPr>
          <a:xfrm>
            <a:off x="2901714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9CB67537-8785-BAC2-136E-0F38B052A4F4}"/>
              </a:ext>
            </a:extLst>
          </p:cNvPr>
          <p:cNvSpPr>
            <a:spLocks/>
          </p:cNvSpPr>
          <p:nvPr/>
        </p:nvSpPr>
        <p:spPr>
          <a:xfrm>
            <a:off x="2852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1CB6F57F-502D-4C80-5141-407E9DF7CDC0}"/>
              </a:ext>
            </a:extLst>
          </p:cNvPr>
          <p:cNvSpPr>
            <a:spLocks/>
          </p:cNvSpPr>
          <p:nvPr/>
        </p:nvSpPr>
        <p:spPr>
          <a:xfrm>
            <a:off x="2763070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999AA2DB-9916-8645-DC20-96539C2CB36B}"/>
              </a:ext>
            </a:extLst>
          </p:cNvPr>
          <p:cNvSpPr>
            <a:spLocks/>
          </p:cNvSpPr>
          <p:nvPr/>
        </p:nvSpPr>
        <p:spPr>
          <a:xfrm>
            <a:off x="2798231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B95C6728-FB7F-92AC-1078-6114A3421580}"/>
              </a:ext>
            </a:extLst>
          </p:cNvPr>
          <p:cNvSpPr>
            <a:spLocks/>
          </p:cNvSpPr>
          <p:nvPr/>
        </p:nvSpPr>
        <p:spPr>
          <a:xfrm>
            <a:off x="289039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1F622D0D-325D-F188-76B4-A285D2D8FF4B}"/>
              </a:ext>
            </a:extLst>
          </p:cNvPr>
          <p:cNvSpPr>
            <a:spLocks/>
          </p:cNvSpPr>
          <p:nvPr/>
        </p:nvSpPr>
        <p:spPr>
          <a:xfrm>
            <a:off x="2775684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9CC643E6-416C-D585-1174-AE2CC5640D04}"/>
              </a:ext>
            </a:extLst>
          </p:cNvPr>
          <p:cNvSpPr>
            <a:spLocks/>
          </p:cNvSpPr>
          <p:nvPr/>
        </p:nvSpPr>
        <p:spPr>
          <a:xfrm>
            <a:off x="2822801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F5C3189A-291F-EA42-BCAB-9B29EE70F85B}"/>
              </a:ext>
            </a:extLst>
          </p:cNvPr>
          <p:cNvSpPr>
            <a:spLocks/>
          </p:cNvSpPr>
          <p:nvPr/>
        </p:nvSpPr>
        <p:spPr>
          <a:xfrm>
            <a:off x="28385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438E41-291A-64D4-698B-23A351FC1667}"/>
              </a:ext>
            </a:extLst>
          </p:cNvPr>
          <p:cNvSpPr>
            <a:spLocks/>
          </p:cNvSpPr>
          <p:nvPr/>
        </p:nvSpPr>
        <p:spPr>
          <a:xfrm>
            <a:off x="2899598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49DDAE28-74FF-06DD-29EF-F935D170605D}"/>
              </a:ext>
            </a:extLst>
          </p:cNvPr>
          <p:cNvSpPr>
            <a:spLocks/>
          </p:cNvSpPr>
          <p:nvPr/>
        </p:nvSpPr>
        <p:spPr>
          <a:xfrm>
            <a:off x="28472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F66F7CD0-C6E7-9E38-2AC2-261F1D77BF69}"/>
              </a:ext>
            </a:extLst>
          </p:cNvPr>
          <p:cNvSpPr>
            <a:spLocks/>
          </p:cNvSpPr>
          <p:nvPr/>
        </p:nvSpPr>
        <p:spPr>
          <a:xfrm>
            <a:off x="28136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6D36A97C-A110-9499-E964-EFE1211303F9}"/>
              </a:ext>
            </a:extLst>
          </p:cNvPr>
          <p:cNvSpPr>
            <a:spLocks/>
          </p:cNvSpPr>
          <p:nvPr/>
        </p:nvSpPr>
        <p:spPr>
          <a:xfrm>
            <a:off x="2865990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244AEE98-6C66-DAD1-2172-B56720AAB88D}"/>
              </a:ext>
            </a:extLst>
          </p:cNvPr>
          <p:cNvSpPr>
            <a:spLocks/>
          </p:cNvSpPr>
          <p:nvPr/>
        </p:nvSpPr>
        <p:spPr>
          <a:xfrm>
            <a:off x="276491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A9EBD11-569C-6436-C7B6-534C53955EE2}"/>
              </a:ext>
            </a:extLst>
          </p:cNvPr>
          <p:cNvSpPr>
            <a:spLocks/>
          </p:cNvSpPr>
          <p:nvPr/>
        </p:nvSpPr>
        <p:spPr>
          <a:xfrm>
            <a:off x="277095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32ACC19A-FDF3-87CD-779E-77F51C130B35}"/>
              </a:ext>
            </a:extLst>
          </p:cNvPr>
          <p:cNvSpPr>
            <a:spLocks/>
          </p:cNvSpPr>
          <p:nvPr/>
        </p:nvSpPr>
        <p:spPr>
          <a:xfrm>
            <a:off x="28369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5323FFEA-854E-894F-3DED-0D1365E88CDB}"/>
              </a:ext>
            </a:extLst>
          </p:cNvPr>
          <p:cNvSpPr>
            <a:spLocks/>
          </p:cNvSpPr>
          <p:nvPr/>
        </p:nvSpPr>
        <p:spPr>
          <a:xfrm>
            <a:off x="28877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0C651F9C-83E6-7AA5-76DE-AF3998FE6CB4}"/>
              </a:ext>
            </a:extLst>
          </p:cNvPr>
          <p:cNvSpPr>
            <a:spLocks/>
          </p:cNvSpPr>
          <p:nvPr/>
        </p:nvSpPr>
        <p:spPr>
          <a:xfrm>
            <a:off x="2813364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759FC71-4EE2-C48E-8760-DDF2DD97BBD3}"/>
              </a:ext>
            </a:extLst>
          </p:cNvPr>
          <p:cNvSpPr>
            <a:spLocks/>
          </p:cNvSpPr>
          <p:nvPr/>
        </p:nvSpPr>
        <p:spPr>
          <a:xfrm>
            <a:off x="2852469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CA8B9944-BB89-1336-D58B-17ED25ED86E5}"/>
              </a:ext>
            </a:extLst>
          </p:cNvPr>
          <p:cNvSpPr>
            <a:spLocks/>
          </p:cNvSpPr>
          <p:nvPr/>
        </p:nvSpPr>
        <p:spPr>
          <a:xfrm>
            <a:off x="28631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DC589BDD-216D-FC6F-13D8-BF5C73B705B5}"/>
              </a:ext>
            </a:extLst>
          </p:cNvPr>
          <p:cNvSpPr>
            <a:spLocks/>
          </p:cNvSpPr>
          <p:nvPr/>
        </p:nvSpPr>
        <p:spPr>
          <a:xfrm>
            <a:off x="28009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B1C7BA40-FC5E-D34E-FEC2-18ABACD38C11}"/>
              </a:ext>
            </a:extLst>
          </p:cNvPr>
          <p:cNvSpPr>
            <a:spLocks/>
          </p:cNvSpPr>
          <p:nvPr/>
        </p:nvSpPr>
        <p:spPr>
          <a:xfrm>
            <a:off x="278806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EB63D7B3-7BBB-7EBF-F10E-31191B560631}"/>
              </a:ext>
            </a:extLst>
          </p:cNvPr>
          <p:cNvSpPr>
            <a:spLocks/>
          </p:cNvSpPr>
          <p:nvPr/>
        </p:nvSpPr>
        <p:spPr>
          <a:xfrm>
            <a:off x="2781046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C3C5DA3B-1A8A-A8A1-2D0E-3C9C3D8CF18A}"/>
              </a:ext>
            </a:extLst>
          </p:cNvPr>
          <p:cNvSpPr>
            <a:spLocks/>
          </p:cNvSpPr>
          <p:nvPr/>
        </p:nvSpPr>
        <p:spPr>
          <a:xfrm>
            <a:off x="2805302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5BF3F87F-3DD5-FAB6-A3DB-7E16CFAD95A6}"/>
              </a:ext>
            </a:extLst>
          </p:cNvPr>
          <p:cNvSpPr>
            <a:spLocks/>
          </p:cNvSpPr>
          <p:nvPr/>
        </p:nvSpPr>
        <p:spPr>
          <a:xfrm>
            <a:off x="2814421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1131972C-9D68-18A9-A8ED-ECF76F948342}"/>
              </a:ext>
            </a:extLst>
          </p:cNvPr>
          <p:cNvSpPr>
            <a:spLocks/>
          </p:cNvSpPr>
          <p:nvPr/>
        </p:nvSpPr>
        <p:spPr>
          <a:xfrm>
            <a:off x="2819989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F2963C42-8CB9-E3BF-8FE8-F49FDF301125}"/>
              </a:ext>
            </a:extLst>
          </p:cNvPr>
          <p:cNvSpPr>
            <a:spLocks/>
          </p:cNvSpPr>
          <p:nvPr/>
        </p:nvSpPr>
        <p:spPr>
          <a:xfrm>
            <a:off x="2893828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92F10CDE-10AC-CB40-21FE-D58BE28D563A}"/>
              </a:ext>
            </a:extLst>
          </p:cNvPr>
          <p:cNvSpPr>
            <a:spLocks/>
          </p:cNvSpPr>
          <p:nvPr/>
        </p:nvSpPr>
        <p:spPr>
          <a:xfrm>
            <a:off x="287850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4FF955E8-80B3-C0D6-6D7B-5BBE063F25D5}"/>
              </a:ext>
            </a:extLst>
          </p:cNvPr>
          <p:cNvSpPr>
            <a:spLocks/>
          </p:cNvSpPr>
          <p:nvPr/>
        </p:nvSpPr>
        <p:spPr>
          <a:xfrm>
            <a:off x="28776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E559B24C-8F26-FEF0-3FF4-A7B202606C17}"/>
              </a:ext>
            </a:extLst>
          </p:cNvPr>
          <p:cNvSpPr>
            <a:spLocks/>
          </p:cNvSpPr>
          <p:nvPr/>
        </p:nvSpPr>
        <p:spPr>
          <a:xfrm>
            <a:off x="277055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6AFF2476-AD61-F6AB-F615-DC99353D024C}"/>
              </a:ext>
            </a:extLst>
          </p:cNvPr>
          <p:cNvSpPr>
            <a:spLocks/>
          </p:cNvSpPr>
          <p:nvPr/>
        </p:nvSpPr>
        <p:spPr>
          <a:xfrm>
            <a:off x="276233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21400619-B874-D247-0A02-EB090F913894}"/>
              </a:ext>
            </a:extLst>
          </p:cNvPr>
          <p:cNvSpPr>
            <a:spLocks/>
          </p:cNvSpPr>
          <p:nvPr/>
        </p:nvSpPr>
        <p:spPr>
          <a:xfrm>
            <a:off x="2867276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19DEDBE0-EA7B-D1E3-C9A8-F6D92FD80BB1}"/>
              </a:ext>
            </a:extLst>
          </p:cNvPr>
          <p:cNvSpPr>
            <a:spLocks/>
          </p:cNvSpPr>
          <p:nvPr/>
        </p:nvSpPr>
        <p:spPr>
          <a:xfrm>
            <a:off x="2875988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56F8AEC-8B1B-76C0-7698-6330CA2055A0}"/>
              </a:ext>
            </a:extLst>
          </p:cNvPr>
          <p:cNvSpPr>
            <a:spLocks/>
          </p:cNvSpPr>
          <p:nvPr/>
        </p:nvSpPr>
        <p:spPr>
          <a:xfrm>
            <a:off x="281112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2C91C330-ED0B-CC21-D3F0-771AD6B0C608}"/>
              </a:ext>
            </a:extLst>
          </p:cNvPr>
          <p:cNvSpPr>
            <a:spLocks/>
          </p:cNvSpPr>
          <p:nvPr/>
        </p:nvSpPr>
        <p:spPr>
          <a:xfrm>
            <a:off x="2900330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4ADECE4D-6BF8-5E17-2EC9-76D937F6F6CA}"/>
              </a:ext>
            </a:extLst>
          </p:cNvPr>
          <p:cNvSpPr>
            <a:spLocks/>
          </p:cNvSpPr>
          <p:nvPr/>
        </p:nvSpPr>
        <p:spPr>
          <a:xfrm>
            <a:off x="2795170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0709BD58-00A1-5629-77CB-07179860F064}"/>
              </a:ext>
            </a:extLst>
          </p:cNvPr>
          <p:cNvSpPr>
            <a:spLocks/>
          </p:cNvSpPr>
          <p:nvPr/>
        </p:nvSpPr>
        <p:spPr>
          <a:xfrm>
            <a:off x="28908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3DAD2476-A84E-B015-0FA0-49B733DA1E6C}"/>
              </a:ext>
            </a:extLst>
          </p:cNvPr>
          <p:cNvSpPr>
            <a:spLocks/>
          </p:cNvSpPr>
          <p:nvPr/>
        </p:nvSpPr>
        <p:spPr>
          <a:xfrm>
            <a:off x="284088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D4442D65-E778-EC84-3720-DEF05E402BB4}"/>
              </a:ext>
            </a:extLst>
          </p:cNvPr>
          <p:cNvSpPr>
            <a:spLocks/>
          </p:cNvSpPr>
          <p:nvPr/>
        </p:nvSpPr>
        <p:spPr>
          <a:xfrm>
            <a:off x="28398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143643FD-A5FA-1196-0C18-47899F2DA645}"/>
              </a:ext>
            </a:extLst>
          </p:cNvPr>
          <p:cNvSpPr>
            <a:spLocks/>
          </p:cNvSpPr>
          <p:nvPr/>
        </p:nvSpPr>
        <p:spPr>
          <a:xfrm>
            <a:off x="2793340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DBC127C9-21E7-F579-398F-B47407E95EE1}"/>
              </a:ext>
            </a:extLst>
          </p:cNvPr>
          <p:cNvSpPr>
            <a:spLocks/>
          </p:cNvSpPr>
          <p:nvPr/>
        </p:nvSpPr>
        <p:spPr>
          <a:xfrm>
            <a:off x="2849852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EA6D62C2-AF84-7C85-0291-2C91678C6696}"/>
              </a:ext>
            </a:extLst>
          </p:cNvPr>
          <p:cNvSpPr>
            <a:spLocks/>
          </p:cNvSpPr>
          <p:nvPr/>
        </p:nvSpPr>
        <p:spPr>
          <a:xfrm>
            <a:off x="287290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167DAB0C-C9A3-606D-CA29-124E4ABB0A7F}"/>
              </a:ext>
            </a:extLst>
          </p:cNvPr>
          <p:cNvSpPr>
            <a:spLocks/>
          </p:cNvSpPr>
          <p:nvPr/>
        </p:nvSpPr>
        <p:spPr>
          <a:xfrm>
            <a:off x="29016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25CB3340-80EB-30FB-E5A0-33057B18908A}"/>
              </a:ext>
            </a:extLst>
          </p:cNvPr>
          <p:cNvSpPr>
            <a:spLocks/>
          </p:cNvSpPr>
          <p:nvPr/>
        </p:nvSpPr>
        <p:spPr>
          <a:xfrm>
            <a:off x="2884924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A02F7313-D9CE-509F-4030-1E718EAB748A}"/>
              </a:ext>
            </a:extLst>
          </p:cNvPr>
          <p:cNvSpPr>
            <a:spLocks/>
          </p:cNvSpPr>
          <p:nvPr/>
        </p:nvSpPr>
        <p:spPr>
          <a:xfrm>
            <a:off x="277702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D48C3B45-622F-A59F-1EB4-6371DA4F8168}"/>
              </a:ext>
            </a:extLst>
          </p:cNvPr>
          <p:cNvSpPr>
            <a:spLocks/>
          </p:cNvSpPr>
          <p:nvPr/>
        </p:nvSpPr>
        <p:spPr>
          <a:xfrm>
            <a:off x="28823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98AF6FCA-363B-A42B-0F9B-61E59BB15D82}"/>
              </a:ext>
            </a:extLst>
          </p:cNvPr>
          <p:cNvSpPr>
            <a:spLocks/>
          </p:cNvSpPr>
          <p:nvPr/>
        </p:nvSpPr>
        <p:spPr>
          <a:xfrm>
            <a:off x="28839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B75CC45E-9D7E-C383-6C8E-EF2192B93DA5}"/>
              </a:ext>
            </a:extLst>
          </p:cNvPr>
          <p:cNvSpPr>
            <a:spLocks/>
          </p:cNvSpPr>
          <p:nvPr/>
        </p:nvSpPr>
        <p:spPr>
          <a:xfrm>
            <a:off x="283109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156BC7C6-528B-8D81-99BB-BF9DD9AE0D2F}"/>
              </a:ext>
            </a:extLst>
          </p:cNvPr>
          <p:cNvSpPr>
            <a:spLocks/>
          </p:cNvSpPr>
          <p:nvPr/>
        </p:nvSpPr>
        <p:spPr>
          <a:xfrm>
            <a:off x="2840087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F2F1DCFF-710A-69D4-675B-CC5BE0B64EE6}"/>
              </a:ext>
            </a:extLst>
          </p:cNvPr>
          <p:cNvSpPr>
            <a:spLocks/>
          </p:cNvSpPr>
          <p:nvPr/>
        </p:nvSpPr>
        <p:spPr>
          <a:xfrm>
            <a:off x="28268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183A4930-50E3-9F02-4BED-5FA0105BCBD1}"/>
              </a:ext>
            </a:extLst>
          </p:cNvPr>
          <p:cNvSpPr>
            <a:spLocks/>
          </p:cNvSpPr>
          <p:nvPr/>
        </p:nvSpPr>
        <p:spPr>
          <a:xfrm>
            <a:off x="2782860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C0B2AE29-2EAF-E354-A31A-6116D00DCD22}"/>
              </a:ext>
            </a:extLst>
          </p:cNvPr>
          <p:cNvSpPr>
            <a:spLocks/>
          </p:cNvSpPr>
          <p:nvPr/>
        </p:nvSpPr>
        <p:spPr>
          <a:xfrm>
            <a:off x="28951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84D88336-BC7E-A207-2EAC-423FBFBDA423}"/>
              </a:ext>
            </a:extLst>
          </p:cNvPr>
          <p:cNvSpPr>
            <a:spLocks/>
          </p:cNvSpPr>
          <p:nvPr/>
        </p:nvSpPr>
        <p:spPr>
          <a:xfrm>
            <a:off x="279089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50B236C1-26E8-87D3-72AE-2DB146A741B8}"/>
              </a:ext>
            </a:extLst>
          </p:cNvPr>
          <p:cNvSpPr>
            <a:spLocks/>
          </p:cNvSpPr>
          <p:nvPr/>
        </p:nvSpPr>
        <p:spPr>
          <a:xfrm>
            <a:off x="28284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DDD548EA-BF9A-5E13-BD23-C223FAEEDC4F}"/>
              </a:ext>
            </a:extLst>
          </p:cNvPr>
          <p:cNvSpPr>
            <a:spLocks/>
          </p:cNvSpPr>
          <p:nvPr/>
        </p:nvSpPr>
        <p:spPr>
          <a:xfrm>
            <a:off x="287619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54C1CA39-7111-F1E1-A7B4-B66F1E288DCC}"/>
              </a:ext>
            </a:extLst>
          </p:cNvPr>
          <p:cNvSpPr>
            <a:spLocks/>
          </p:cNvSpPr>
          <p:nvPr/>
        </p:nvSpPr>
        <p:spPr>
          <a:xfrm>
            <a:off x="280996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693752C1-CBCB-C188-98E8-8DC78645E9BF}"/>
              </a:ext>
            </a:extLst>
          </p:cNvPr>
          <p:cNvSpPr>
            <a:spLocks/>
          </p:cNvSpPr>
          <p:nvPr/>
        </p:nvSpPr>
        <p:spPr>
          <a:xfrm>
            <a:off x="289850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6357A9B8-CCD4-8EEF-BBC0-A263A827F6A5}"/>
              </a:ext>
            </a:extLst>
          </p:cNvPr>
          <p:cNvSpPr>
            <a:spLocks/>
          </p:cNvSpPr>
          <p:nvPr/>
        </p:nvSpPr>
        <p:spPr>
          <a:xfrm>
            <a:off x="2806155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D6977965-16A4-57C9-566C-7C1EC1702176}"/>
              </a:ext>
            </a:extLst>
          </p:cNvPr>
          <p:cNvSpPr>
            <a:spLocks/>
          </p:cNvSpPr>
          <p:nvPr/>
        </p:nvSpPr>
        <p:spPr>
          <a:xfrm>
            <a:off x="279088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C8D7AB7E-DE22-9AEE-739B-3AE7B3E02075}"/>
              </a:ext>
            </a:extLst>
          </p:cNvPr>
          <p:cNvSpPr>
            <a:spLocks/>
          </p:cNvSpPr>
          <p:nvPr/>
        </p:nvSpPr>
        <p:spPr>
          <a:xfrm>
            <a:off x="282944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55789B9-F6BE-5DCC-340C-2EBF829B6C6E}"/>
              </a:ext>
            </a:extLst>
          </p:cNvPr>
          <p:cNvSpPr>
            <a:spLocks/>
          </p:cNvSpPr>
          <p:nvPr/>
        </p:nvSpPr>
        <p:spPr>
          <a:xfrm>
            <a:off x="278190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E5AE37C9-4A03-DEC6-484F-B00D97920DD1}"/>
              </a:ext>
            </a:extLst>
          </p:cNvPr>
          <p:cNvSpPr>
            <a:spLocks/>
          </p:cNvSpPr>
          <p:nvPr/>
        </p:nvSpPr>
        <p:spPr>
          <a:xfrm>
            <a:off x="2835006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028DB911-2842-A3D8-DB29-B6BC6A2F1B1E}"/>
              </a:ext>
            </a:extLst>
          </p:cNvPr>
          <p:cNvSpPr>
            <a:spLocks/>
          </p:cNvSpPr>
          <p:nvPr/>
        </p:nvSpPr>
        <p:spPr>
          <a:xfrm>
            <a:off x="278047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F6F6C2E5-050E-EDD0-E49F-E1550908D448}"/>
              </a:ext>
            </a:extLst>
          </p:cNvPr>
          <p:cNvSpPr>
            <a:spLocks/>
          </p:cNvSpPr>
          <p:nvPr/>
        </p:nvSpPr>
        <p:spPr>
          <a:xfrm>
            <a:off x="27973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5C68C5E5-0A61-85FB-25B1-732D1B831ADF}"/>
              </a:ext>
            </a:extLst>
          </p:cNvPr>
          <p:cNvSpPr>
            <a:spLocks/>
          </p:cNvSpPr>
          <p:nvPr/>
        </p:nvSpPr>
        <p:spPr>
          <a:xfrm>
            <a:off x="277323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A557BBE1-204C-6B87-5897-BDA038A09259}"/>
              </a:ext>
            </a:extLst>
          </p:cNvPr>
          <p:cNvSpPr>
            <a:spLocks/>
          </p:cNvSpPr>
          <p:nvPr/>
        </p:nvSpPr>
        <p:spPr>
          <a:xfrm>
            <a:off x="2897640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1B34577B-B063-9FEE-9E56-0CDD9D86FDA0}"/>
              </a:ext>
            </a:extLst>
          </p:cNvPr>
          <p:cNvSpPr>
            <a:spLocks/>
          </p:cNvSpPr>
          <p:nvPr/>
        </p:nvSpPr>
        <p:spPr>
          <a:xfrm>
            <a:off x="2811840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23CA68A7-B0C2-D8C1-DE20-0B54943C8A98}"/>
              </a:ext>
            </a:extLst>
          </p:cNvPr>
          <p:cNvSpPr>
            <a:spLocks/>
          </p:cNvSpPr>
          <p:nvPr/>
        </p:nvSpPr>
        <p:spPr>
          <a:xfrm>
            <a:off x="2770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51E8DA92-DC42-D009-EE60-33A2BC2A3A79}"/>
              </a:ext>
            </a:extLst>
          </p:cNvPr>
          <p:cNvSpPr>
            <a:spLocks/>
          </p:cNvSpPr>
          <p:nvPr/>
        </p:nvSpPr>
        <p:spPr>
          <a:xfrm>
            <a:off x="28283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657B073D-5888-4D0D-DF40-103208AB49C2}"/>
              </a:ext>
            </a:extLst>
          </p:cNvPr>
          <p:cNvSpPr>
            <a:spLocks/>
          </p:cNvSpPr>
          <p:nvPr/>
        </p:nvSpPr>
        <p:spPr>
          <a:xfrm>
            <a:off x="2808314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2BFEF25D-FA52-00A5-D562-A552D3F961BD}"/>
              </a:ext>
            </a:extLst>
          </p:cNvPr>
          <p:cNvSpPr>
            <a:spLocks/>
          </p:cNvSpPr>
          <p:nvPr/>
        </p:nvSpPr>
        <p:spPr>
          <a:xfrm>
            <a:off x="28019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2CA48F53-693E-3995-1AE3-2D94A73CA3A9}"/>
              </a:ext>
            </a:extLst>
          </p:cNvPr>
          <p:cNvSpPr>
            <a:spLocks/>
          </p:cNvSpPr>
          <p:nvPr/>
        </p:nvSpPr>
        <p:spPr>
          <a:xfrm>
            <a:off x="2855749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2A9C26EA-49E5-FFB8-FD8C-DB2917A837C1}"/>
              </a:ext>
            </a:extLst>
          </p:cNvPr>
          <p:cNvSpPr>
            <a:spLocks/>
          </p:cNvSpPr>
          <p:nvPr/>
        </p:nvSpPr>
        <p:spPr>
          <a:xfrm>
            <a:off x="2791736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9E1C6094-362A-C97F-9CD0-503950403EE6}"/>
              </a:ext>
            </a:extLst>
          </p:cNvPr>
          <p:cNvSpPr>
            <a:spLocks/>
          </p:cNvSpPr>
          <p:nvPr/>
        </p:nvSpPr>
        <p:spPr>
          <a:xfrm>
            <a:off x="2853825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FED0F731-BF2D-025D-EB03-F84BA2A15BFF}"/>
              </a:ext>
            </a:extLst>
          </p:cNvPr>
          <p:cNvSpPr>
            <a:spLocks/>
          </p:cNvSpPr>
          <p:nvPr/>
        </p:nvSpPr>
        <p:spPr>
          <a:xfrm>
            <a:off x="277226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D019C4DE-BF6A-E31B-BC97-482990663AD2}"/>
              </a:ext>
            </a:extLst>
          </p:cNvPr>
          <p:cNvSpPr>
            <a:spLocks/>
          </p:cNvSpPr>
          <p:nvPr/>
        </p:nvSpPr>
        <p:spPr>
          <a:xfrm>
            <a:off x="2876151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685B1D88-F247-F531-091E-C254925F8B05}"/>
              </a:ext>
            </a:extLst>
          </p:cNvPr>
          <p:cNvSpPr>
            <a:spLocks/>
          </p:cNvSpPr>
          <p:nvPr/>
        </p:nvSpPr>
        <p:spPr>
          <a:xfrm>
            <a:off x="283878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75E0DEB3-08F8-B7B0-98E0-5F69FEEEF56C}"/>
              </a:ext>
            </a:extLst>
          </p:cNvPr>
          <p:cNvSpPr>
            <a:spLocks/>
          </p:cNvSpPr>
          <p:nvPr/>
        </p:nvSpPr>
        <p:spPr>
          <a:xfrm>
            <a:off x="2862572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BBD99F94-8A79-9CAC-64A5-FD4E66E3E760}"/>
              </a:ext>
            </a:extLst>
          </p:cNvPr>
          <p:cNvSpPr>
            <a:spLocks/>
          </p:cNvSpPr>
          <p:nvPr/>
        </p:nvSpPr>
        <p:spPr>
          <a:xfrm>
            <a:off x="287635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127DEB46-5E8D-EB1B-D336-0E05EDAD5116}"/>
              </a:ext>
            </a:extLst>
          </p:cNvPr>
          <p:cNvSpPr>
            <a:spLocks/>
          </p:cNvSpPr>
          <p:nvPr/>
        </p:nvSpPr>
        <p:spPr>
          <a:xfrm>
            <a:off x="2879308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729D0DCC-D296-F0C9-DD02-9C771471E1BD}"/>
              </a:ext>
            </a:extLst>
          </p:cNvPr>
          <p:cNvSpPr>
            <a:spLocks/>
          </p:cNvSpPr>
          <p:nvPr/>
        </p:nvSpPr>
        <p:spPr>
          <a:xfrm>
            <a:off x="2808509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8C841B73-C190-7B99-14FD-8902F1839F35}"/>
              </a:ext>
            </a:extLst>
          </p:cNvPr>
          <p:cNvSpPr>
            <a:spLocks/>
          </p:cNvSpPr>
          <p:nvPr/>
        </p:nvSpPr>
        <p:spPr>
          <a:xfrm>
            <a:off x="2778055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097F47A9-10E4-A732-C8E6-F4AC2C2760F1}"/>
              </a:ext>
            </a:extLst>
          </p:cNvPr>
          <p:cNvSpPr>
            <a:spLocks/>
          </p:cNvSpPr>
          <p:nvPr/>
        </p:nvSpPr>
        <p:spPr>
          <a:xfrm>
            <a:off x="2802188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6C697AB5-105E-1B0E-C53B-17820CFFCE6B}"/>
              </a:ext>
            </a:extLst>
          </p:cNvPr>
          <p:cNvSpPr>
            <a:spLocks/>
          </p:cNvSpPr>
          <p:nvPr/>
        </p:nvSpPr>
        <p:spPr>
          <a:xfrm>
            <a:off x="284444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BD0CA327-7CE5-E162-3993-8C02E830F2C7}"/>
              </a:ext>
            </a:extLst>
          </p:cNvPr>
          <p:cNvSpPr>
            <a:spLocks/>
          </p:cNvSpPr>
          <p:nvPr/>
        </p:nvSpPr>
        <p:spPr>
          <a:xfrm>
            <a:off x="2851637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E4F33837-9AF3-184C-BB9B-29ABB0ADAB45}"/>
              </a:ext>
            </a:extLst>
          </p:cNvPr>
          <p:cNvSpPr>
            <a:spLocks/>
          </p:cNvSpPr>
          <p:nvPr/>
        </p:nvSpPr>
        <p:spPr>
          <a:xfrm>
            <a:off x="279227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608550E4-A866-53FF-3630-C8982547B3CE}"/>
              </a:ext>
            </a:extLst>
          </p:cNvPr>
          <p:cNvSpPr>
            <a:spLocks/>
          </p:cNvSpPr>
          <p:nvPr/>
        </p:nvSpPr>
        <p:spPr>
          <a:xfrm>
            <a:off x="2843076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0B6951F1-3C73-02B3-C7CF-97C4644F4DD2}"/>
              </a:ext>
            </a:extLst>
          </p:cNvPr>
          <p:cNvSpPr>
            <a:spLocks/>
          </p:cNvSpPr>
          <p:nvPr/>
        </p:nvSpPr>
        <p:spPr>
          <a:xfrm>
            <a:off x="2848447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D807CAD0-4A1F-7288-842D-5CBE076DA905}"/>
              </a:ext>
            </a:extLst>
          </p:cNvPr>
          <p:cNvSpPr>
            <a:spLocks/>
          </p:cNvSpPr>
          <p:nvPr/>
        </p:nvSpPr>
        <p:spPr>
          <a:xfrm>
            <a:off x="281545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89F41AC5-AD9F-0765-5131-97483EBE3D95}"/>
              </a:ext>
            </a:extLst>
          </p:cNvPr>
          <p:cNvSpPr>
            <a:spLocks/>
          </p:cNvSpPr>
          <p:nvPr/>
        </p:nvSpPr>
        <p:spPr>
          <a:xfrm>
            <a:off x="286578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D1099CE-8234-A9A7-FB26-3B133EA0E502}"/>
              </a:ext>
            </a:extLst>
          </p:cNvPr>
          <p:cNvSpPr>
            <a:spLocks/>
          </p:cNvSpPr>
          <p:nvPr/>
        </p:nvSpPr>
        <p:spPr>
          <a:xfrm>
            <a:off x="28426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5E947BFE-0F11-8DC6-EA84-2057F57C4198}"/>
              </a:ext>
            </a:extLst>
          </p:cNvPr>
          <p:cNvSpPr>
            <a:spLocks/>
          </p:cNvSpPr>
          <p:nvPr/>
        </p:nvSpPr>
        <p:spPr>
          <a:xfrm>
            <a:off x="278617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82F8A03C-D9B7-BB87-A273-78CFE230DE1D}"/>
              </a:ext>
            </a:extLst>
          </p:cNvPr>
          <p:cNvSpPr>
            <a:spLocks/>
          </p:cNvSpPr>
          <p:nvPr/>
        </p:nvSpPr>
        <p:spPr>
          <a:xfrm>
            <a:off x="2873913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1042ED2B-FD12-AA37-CC39-D8DC70016ECB}"/>
              </a:ext>
            </a:extLst>
          </p:cNvPr>
          <p:cNvSpPr>
            <a:spLocks/>
          </p:cNvSpPr>
          <p:nvPr/>
        </p:nvSpPr>
        <p:spPr>
          <a:xfrm>
            <a:off x="2864564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FAF79D7A-9312-D6C7-8311-3C23AF8D8DD9}"/>
              </a:ext>
            </a:extLst>
          </p:cNvPr>
          <p:cNvSpPr>
            <a:spLocks/>
          </p:cNvSpPr>
          <p:nvPr/>
        </p:nvSpPr>
        <p:spPr>
          <a:xfrm>
            <a:off x="29013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0CF2B11-FC45-BA6A-D112-81E13ABA5082}"/>
              </a:ext>
            </a:extLst>
          </p:cNvPr>
          <p:cNvSpPr>
            <a:spLocks/>
          </p:cNvSpPr>
          <p:nvPr/>
        </p:nvSpPr>
        <p:spPr>
          <a:xfrm>
            <a:off x="2841177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1D243E0F-6DA5-C9D9-2AEC-847DA9D8B7B1}"/>
              </a:ext>
            </a:extLst>
          </p:cNvPr>
          <p:cNvSpPr>
            <a:spLocks/>
          </p:cNvSpPr>
          <p:nvPr/>
        </p:nvSpPr>
        <p:spPr>
          <a:xfrm>
            <a:off x="2892136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1CAE82AC-3B20-EC3B-2ACB-7C306125EB7E}"/>
              </a:ext>
            </a:extLst>
          </p:cNvPr>
          <p:cNvSpPr>
            <a:spLocks/>
          </p:cNvSpPr>
          <p:nvPr/>
        </p:nvSpPr>
        <p:spPr>
          <a:xfrm>
            <a:off x="283299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6F1BAFCD-EAC6-A507-774C-934F2ED56D05}"/>
              </a:ext>
            </a:extLst>
          </p:cNvPr>
          <p:cNvSpPr>
            <a:spLocks/>
          </p:cNvSpPr>
          <p:nvPr/>
        </p:nvSpPr>
        <p:spPr>
          <a:xfrm>
            <a:off x="2850245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460E8DCD-F85B-2030-76AF-85BE2A615CCC}"/>
              </a:ext>
            </a:extLst>
          </p:cNvPr>
          <p:cNvSpPr>
            <a:spLocks/>
          </p:cNvSpPr>
          <p:nvPr/>
        </p:nvSpPr>
        <p:spPr>
          <a:xfrm>
            <a:off x="2785683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469BE141-D8EE-E819-26F6-E9484AE1D113}"/>
              </a:ext>
            </a:extLst>
          </p:cNvPr>
          <p:cNvSpPr>
            <a:spLocks/>
          </p:cNvSpPr>
          <p:nvPr/>
        </p:nvSpPr>
        <p:spPr>
          <a:xfrm>
            <a:off x="288784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FA67E6DD-9E7D-0D63-DD25-F5E92D3A15F5}"/>
              </a:ext>
            </a:extLst>
          </p:cNvPr>
          <p:cNvSpPr>
            <a:spLocks/>
          </p:cNvSpPr>
          <p:nvPr/>
        </p:nvSpPr>
        <p:spPr>
          <a:xfrm>
            <a:off x="281974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88103FE6-CAD9-03E7-59BA-FA2BD6DA16DD}"/>
              </a:ext>
            </a:extLst>
          </p:cNvPr>
          <p:cNvSpPr>
            <a:spLocks/>
          </p:cNvSpPr>
          <p:nvPr/>
        </p:nvSpPr>
        <p:spPr>
          <a:xfrm>
            <a:off x="28718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2AB1DCEA-DC45-A779-CDC9-6C6F45A984D5}"/>
              </a:ext>
            </a:extLst>
          </p:cNvPr>
          <p:cNvSpPr>
            <a:spLocks/>
          </p:cNvSpPr>
          <p:nvPr/>
        </p:nvSpPr>
        <p:spPr>
          <a:xfrm>
            <a:off x="2764545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81D1D649-160C-FF5F-1775-7B3727ADFAED}"/>
              </a:ext>
            </a:extLst>
          </p:cNvPr>
          <p:cNvSpPr>
            <a:spLocks/>
          </p:cNvSpPr>
          <p:nvPr/>
        </p:nvSpPr>
        <p:spPr>
          <a:xfrm>
            <a:off x="283526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C84A8B8-B86A-E14D-DEE1-C3F928243DCA}"/>
              </a:ext>
            </a:extLst>
          </p:cNvPr>
          <p:cNvSpPr>
            <a:spLocks/>
          </p:cNvSpPr>
          <p:nvPr/>
        </p:nvSpPr>
        <p:spPr>
          <a:xfrm>
            <a:off x="2834344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1A805520-B8BC-3EDF-585B-AFF9CAF5F914}"/>
              </a:ext>
            </a:extLst>
          </p:cNvPr>
          <p:cNvSpPr>
            <a:spLocks/>
          </p:cNvSpPr>
          <p:nvPr/>
        </p:nvSpPr>
        <p:spPr>
          <a:xfrm>
            <a:off x="1218944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3B816E37-49E9-B817-33F7-02A9875A7CB5}"/>
              </a:ext>
            </a:extLst>
          </p:cNvPr>
          <p:cNvSpPr>
            <a:spLocks/>
          </p:cNvSpPr>
          <p:nvPr/>
        </p:nvSpPr>
        <p:spPr>
          <a:xfrm>
            <a:off x="1218944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1521069A-0BD2-1772-11B1-F5196CD41B92}"/>
              </a:ext>
            </a:extLst>
          </p:cNvPr>
          <p:cNvSpPr>
            <a:spLocks/>
          </p:cNvSpPr>
          <p:nvPr/>
        </p:nvSpPr>
        <p:spPr>
          <a:xfrm>
            <a:off x="740114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C9916A8F-F6AA-9795-1474-FC39CD8E8208}"/>
              </a:ext>
            </a:extLst>
          </p:cNvPr>
          <p:cNvSpPr>
            <a:spLocks/>
          </p:cNvSpPr>
          <p:nvPr/>
        </p:nvSpPr>
        <p:spPr>
          <a:xfrm>
            <a:off x="1218944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EFED89B4-C462-C7A7-9A64-639BCE9F5902}"/>
              </a:ext>
            </a:extLst>
          </p:cNvPr>
          <p:cNvSpPr>
            <a:spLocks/>
          </p:cNvSpPr>
          <p:nvPr/>
        </p:nvSpPr>
        <p:spPr>
          <a:xfrm>
            <a:off x="1462614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10E6C38C-9DF9-910A-7599-F4B9B960A0CE}"/>
              </a:ext>
            </a:extLst>
          </p:cNvPr>
          <p:cNvSpPr>
            <a:spLocks/>
          </p:cNvSpPr>
          <p:nvPr/>
        </p:nvSpPr>
        <p:spPr>
          <a:xfrm>
            <a:off x="1420440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D04B67F1-9095-1655-1B77-9AD4C6F37262}"/>
              </a:ext>
            </a:extLst>
          </p:cNvPr>
          <p:cNvSpPr>
            <a:spLocks/>
          </p:cNvSpPr>
          <p:nvPr/>
        </p:nvSpPr>
        <p:spPr>
          <a:xfrm>
            <a:off x="1420440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44F4F28D-21AA-A667-F5E2-52799C3903D3}"/>
              </a:ext>
            </a:extLst>
          </p:cNvPr>
          <p:cNvSpPr>
            <a:spLocks/>
          </p:cNvSpPr>
          <p:nvPr/>
        </p:nvSpPr>
        <p:spPr>
          <a:xfrm>
            <a:off x="1687540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BAB6A26E-87D9-1255-6C4E-E32716BD9A99}"/>
              </a:ext>
            </a:extLst>
          </p:cNvPr>
          <p:cNvSpPr>
            <a:spLocks/>
          </p:cNvSpPr>
          <p:nvPr/>
        </p:nvSpPr>
        <p:spPr>
          <a:xfrm>
            <a:off x="1645366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51868942-6BBC-D57C-486E-CC6E6B05D160}"/>
              </a:ext>
            </a:extLst>
          </p:cNvPr>
          <p:cNvSpPr>
            <a:spLocks/>
          </p:cNvSpPr>
          <p:nvPr/>
        </p:nvSpPr>
        <p:spPr>
          <a:xfrm>
            <a:off x="1645366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742BE406-CFD5-4F5E-4F3F-3A6C96690D00}"/>
              </a:ext>
            </a:extLst>
          </p:cNvPr>
          <p:cNvSpPr>
            <a:spLocks/>
          </p:cNvSpPr>
          <p:nvPr/>
        </p:nvSpPr>
        <p:spPr>
          <a:xfrm>
            <a:off x="1912466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95FD6E9-A33C-C35F-0985-34CF51B3C6D9}"/>
              </a:ext>
            </a:extLst>
          </p:cNvPr>
          <p:cNvSpPr>
            <a:spLocks/>
          </p:cNvSpPr>
          <p:nvPr/>
        </p:nvSpPr>
        <p:spPr>
          <a:xfrm>
            <a:off x="1870292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6A86147A-D291-A2C0-C255-D57958973D30}"/>
              </a:ext>
            </a:extLst>
          </p:cNvPr>
          <p:cNvSpPr>
            <a:spLocks/>
          </p:cNvSpPr>
          <p:nvPr/>
        </p:nvSpPr>
        <p:spPr>
          <a:xfrm>
            <a:off x="1870292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DA35AB6C-D84F-8584-1D28-ED1B55C0E93C}"/>
              </a:ext>
            </a:extLst>
          </p:cNvPr>
          <p:cNvSpPr>
            <a:spLocks/>
          </p:cNvSpPr>
          <p:nvPr/>
        </p:nvSpPr>
        <p:spPr>
          <a:xfrm>
            <a:off x="2399806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175D5D32-53D6-179C-AFB4-28CE9FAF4361}"/>
              </a:ext>
            </a:extLst>
          </p:cNvPr>
          <p:cNvSpPr>
            <a:spLocks/>
          </p:cNvSpPr>
          <p:nvPr/>
        </p:nvSpPr>
        <p:spPr>
          <a:xfrm>
            <a:off x="2357632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1D2852F2-51FF-F5CF-2DCC-4437C423608A}"/>
              </a:ext>
            </a:extLst>
          </p:cNvPr>
          <p:cNvSpPr>
            <a:spLocks/>
          </p:cNvSpPr>
          <p:nvPr/>
        </p:nvSpPr>
        <p:spPr>
          <a:xfrm>
            <a:off x="2357632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8E2042D2-62BE-DC31-5423-01E818942927}"/>
              </a:ext>
            </a:extLst>
          </p:cNvPr>
          <p:cNvSpPr>
            <a:spLocks/>
          </p:cNvSpPr>
          <p:nvPr/>
        </p:nvSpPr>
        <p:spPr>
          <a:xfrm>
            <a:off x="2624732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3B93C2E1-4647-BFB1-315C-54B58C7ED710}"/>
              </a:ext>
            </a:extLst>
          </p:cNvPr>
          <p:cNvSpPr>
            <a:spLocks/>
          </p:cNvSpPr>
          <p:nvPr/>
        </p:nvSpPr>
        <p:spPr>
          <a:xfrm>
            <a:off x="2582558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C22474E-BA0A-B4AA-3A86-E80E9DAAF22C}"/>
              </a:ext>
            </a:extLst>
          </p:cNvPr>
          <p:cNvSpPr>
            <a:spLocks/>
          </p:cNvSpPr>
          <p:nvPr/>
        </p:nvSpPr>
        <p:spPr>
          <a:xfrm>
            <a:off x="2582558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299DBB7-CFCC-7AAB-C0CD-5A6D2014F8CB}"/>
              </a:ext>
            </a:extLst>
          </p:cNvPr>
          <p:cNvSpPr>
            <a:spLocks/>
          </p:cNvSpPr>
          <p:nvPr/>
        </p:nvSpPr>
        <p:spPr>
          <a:xfrm>
            <a:off x="2849658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3CD287C7-8DB6-511B-0D13-FE606B8C3927}"/>
              </a:ext>
            </a:extLst>
          </p:cNvPr>
          <p:cNvSpPr>
            <a:spLocks/>
          </p:cNvSpPr>
          <p:nvPr/>
        </p:nvSpPr>
        <p:spPr>
          <a:xfrm>
            <a:off x="2807484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169F83A6-5A56-1FEE-0E86-F08B2CC333D4}"/>
              </a:ext>
            </a:extLst>
          </p:cNvPr>
          <p:cNvSpPr>
            <a:spLocks/>
          </p:cNvSpPr>
          <p:nvPr/>
        </p:nvSpPr>
        <p:spPr>
          <a:xfrm>
            <a:off x="2807484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182EF81B-B73B-E6CF-C771-3E32BBEFAF66}"/>
              </a:ext>
            </a:extLst>
          </p:cNvPr>
          <p:cNvSpPr>
            <a:spLocks/>
          </p:cNvSpPr>
          <p:nvPr/>
        </p:nvSpPr>
        <p:spPr>
          <a:xfrm>
            <a:off x="1382952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B6126A8F-0C1A-A318-3DB7-C4864C3863E2}"/>
              </a:ext>
            </a:extLst>
          </p:cNvPr>
          <p:cNvSpPr>
            <a:spLocks/>
          </p:cNvSpPr>
          <p:nvPr/>
        </p:nvSpPr>
        <p:spPr>
          <a:xfrm>
            <a:off x="1607878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C98F4CCC-EBBA-744F-D98D-6E3EA7F51A15}"/>
              </a:ext>
            </a:extLst>
          </p:cNvPr>
          <p:cNvSpPr>
            <a:spLocks/>
          </p:cNvSpPr>
          <p:nvPr/>
        </p:nvSpPr>
        <p:spPr>
          <a:xfrm>
            <a:off x="1832804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F4C5663-49DB-E8A2-C591-2AE739AABF16}"/>
              </a:ext>
            </a:extLst>
          </p:cNvPr>
          <p:cNvSpPr>
            <a:spLocks/>
          </p:cNvSpPr>
          <p:nvPr/>
        </p:nvSpPr>
        <p:spPr>
          <a:xfrm>
            <a:off x="2320144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E0688EC4-8D7A-EFF7-4771-3B650BC55E29}"/>
              </a:ext>
            </a:extLst>
          </p:cNvPr>
          <p:cNvSpPr>
            <a:spLocks/>
          </p:cNvSpPr>
          <p:nvPr/>
        </p:nvSpPr>
        <p:spPr>
          <a:xfrm>
            <a:off x="2545070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77BF4354-9945-1BDE-3DDD-1E1E36E4C604}"/>
              </a:ext>
            </a:extLst>
          </p:cNvPr>
          <p:cNvSpPr>
            <a:spLocks/>
          </p:cNvSpPr>
          <p:nvPr/>
        </p:nvSpPr>
        <p:spPr>
          <a:xfrm>
            <a:off x="2769996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E5633D61-317B-8A9D-74FD-E84A29C84186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5E4DEBF4-ED3C-9C69-E9C0-A90CAA7D789A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B3946E82-3C80-780F-FDD0-89FA498FB98D}"/>
              </a:ext>
            </a:extLst>
          </p:cNvPr>
          <p:cNvSpPr>
            <a:spLocks/>
          </p:cNvSpPr>
          <p:nvPr/>
        </p:nvSpPr>
        <p:spPr>
          <a:xfrm>
            <a:off x="3883122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2B33DAC0-0C82-6066-9FBE-F47F73934093}"/>
              </a:ext>
            </a:extLst>
          </p:cNvPr>
          <p:cNvSpPr>
            <a:spLocks/>
          </p:cNvSpPr>
          <p:nvPr/>
        </p:nvSpPr>
        <p:spPr>
          <a:xfrm>
            <a:off x="4901140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9A766452-E365-246B-6D41-4CDFA44534E7}"/>
              </a:ext>
            </a:extLst>
          </p:cNvPr>
          <p:cNvSpPr>
            <a:spLocks/>
          </p:cNvSpPr>
          <p:nvPr/>
        </p:nvSpPr>
        <p:spPr>
          <a:xfrm>
            <a:off x="4820314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9A139D6F-033F-B17F-5638-93A9DEB65B60}"/>
              </a:ext>
            </a:extLst>
          </p:cNvPr>
          <p:cNvSpPr>
            <a:spLocks/>
          </p:cNvSpPr>
          <p:nvPr/>
        </p:nvSpPr>
        <p:spPr>
          <a:xfrm>
            <a:off x="5838332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42B8D748-0A74-2703-206A-519429FE61CF}"/>
              </a:ext>
            </a:extLst>
          </p:cNvPr>
          <p:cNvSpPr>
            <a:spLocks/>
          </p:cNvSpPr>
          <p:nvPr/>
        </p:nvSpPr>
        <p:spPr>
          <a:xfrm>
            <a:off x="5757506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75A1709A-78BC-C050-AEB9-48EC87645B82}"/>
              </a:ext>
            </a:extLst>
          </p:cNvPr>
          <p:cNvSpPr>
            <a:spLocks/>
          </p:cNvSpPr>
          <p:nvPr/>
        </p:nvSpPr>
        <p:spPr>
          <a:xfrm>
            <a:off x="4532471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92613D6F-0E6E-0C48-9B0C-136521FEFBF2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654145A-81B1-5B8C-7DCB-8A0A2F1F6B99}"/>
              </a:ext>
            </a:extLst>
          </p:cNvPr>
          <p:cNvSpPr>
            <a:spLocks/>
          </p:cNvSpPr>
          <p:nvPr/>
        </p:nvSpPr>
        <p:spPr>
          <a:xfrm>
            <a:off x="3919612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E816760E-ADC6-5F29-0199-DC9ACCB9FC0E}"/>
              </a:ext>
            </a:extLst>
          </p:cNvPr>
          <p:cNvSpPr>
            <a:spLocks/>
          </p:cNvSpPr>
          <p:nvPr/>
        </p:nvSpPr>
        <p:spPr>
          <a:xfrm>
            <a:off x="369588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22BEDE2F-5A03-31A9-114D-6F714179AB99}"/>
              </a:ext>
            </a:extLst>
          </p:cNvPr>
          <p:cNvSpPr>
            <a:spLocks/>
          </p:cNvSpPr>
          <p:nvPr/>
        </p:nvSpPr>
        <p:spPr>
          <a:xfrm>
            <a:off x="3963948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8BE4AAAF-775C-0A67-81F3-88C908E1F3DF}"/>
              </a:ext>
            </a:extLst>
          </p:cNvPr>
          <p:cNvSpPr>
            <a:spLocks/>
          </p:cNvSpPr>
          <p:nvPr/>
        </p:nvSpPr>
        <p:spPr>
          <a:xfrm>
            <a:off x="3919612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94A3505B-7344-7C2C-A56C-032A1949E8D5}"/>
              </a:ext>
            </a:extLst>
          </p:cNvPr>
          <p:cNvSpPr>
            <a:spLocks/>
          </p:cNvSpPr>
          <p:nvPr/>
        </p:nvSpPr>
        <p:spPr>
          <a:xfrm>
            <a:off x="3695889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05D25BF5-D90E-5F36-F513-5A8785179A69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554F5246-43FC-ADD5-B9EB-ECF3EA7FAC78}"/>
              </a:ext>
            </a:extLst>
          </p:cNvPr>
          <p:cNvSpPr>
            <a:spLocks/>
          </p:cNvSpPr>
          <p:nvPr/>
        </p:nvSpPr>
        <p:spPr>
          <a:xfrm>
            <a:off x="3919612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223D8487-77F1-1BEC-7A53-A4900D8C0856}"/>
              </a:ext>
            </a:extLst>
          </p:cNvPr>
          <p:cNvSpPr>
            <a:spLocks/>
          </p:cNvSpPr>
          <p:nvPr/>
        </p:nvSpPr>
        <p:spPr>
          <a:xfrm>
            <a:off x="3695889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B583304A-E07B-83EE-344A-66C472C23E17}"/>
              </a:ext>
            </a:extLst>
          </p:cNvPr>
          <p:cNvSpPr>
            <a:spLocks/>
          </p:cNvSpPr>
          <p:nvPr/>
        </p:nvSpPr>
        <p:spPr>
          <a:xfrm rot="-5400000">
            <a:off x="2968359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2247E7E8-5B0C-34F6-7599-6F52A501BA3B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D9BD1CEA-0822-DC49-E0D5-030AF42CF6C5}"/>
              </a:ext>
            </a:extLst>
          </p:cNvPr>
          <p:cNvSpPr>
            <a:spLocks/>
          </p:cNvSpPr>
          <p:nvPr/>
        </p:nvSpPr>
        <p:spPr>
          <a:xfrm>
            <a:off x="3931977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BD9DA372-5B56-CE00-80FE-926011D1D32F}"/>
              </a:ext>
            </a:extLst>
          </p:cNvPr>
          <p:cNvSpPr>
            <a:spLocks/>
          </p:cNvSpPr>
          <p:nvPr/>
        </p:nvSpPr>
        <p:spPr>
          <a:xfrm>
            <a:off x="3931977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062331A4-2350-1FA6-5E96-8ED1EB5EA3E5}"/>
              </a:ext>
            </a:extLst>
          </p:cNvPr>
          <p:cNvSpPr>
            <a:spLocks/>
          </p:cNvSpPr>
          <p:nvPr/>
        </p:nvSpPr>
        <p:spPr>
          <a:xfrm>
            <a:off x="4204143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4350192D-9448-51B3-810F-777CF9810967}"/>
              </a:ext>
            </a:extLst>
          </p:cNvPr>
          <p:cNvSpPr>
            <a:spLocks/>
          </p:cNvSpPr>
          <p:nvPr/>
        </p:nvSpPr>
        <p:spPr>
          <a:xfrm>
            <a:off x="3931977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828726E1-0C9A-6569-5DCC-B27F661BC0B7}"/>
              </a:ext>
            </a:extLst>
          </p:cNvPr>
          <p:cNvSpPr>
            <a:spLocks/>
          </p:cNvSpPr>
          <p:nvPr/>
        </p:nvSpPr>
        <p:spPr>
          <a:xfrm>
            <a:off x="4922766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9553571A-6BC8-7E2E-E413-CDDDAB154ABD}"/>
              </a:ext>
            </a:extLst>
          </p:cNvPr>
          <p:cNvSpPr>
            <a:spLocks/>
          </p:cNvSpPr>
          <p:nvPr/>
        </p:nvSpPr>
        <p:spPr>
          <a:xfrm>
            <a:off x="3931977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E660EEEC-A1FA-B641-1029-ECD7ADA4AE0C}"/>
              </a:ext>
            </a:extLst>
          </p:cNvPr>
          <p:cNvSpPr>
            <a:spLocks/>
          </p:cNvSpPr>
          <p:nvPr/>
        </p:nvSpPr>
        <p:spPr>
          <a:xfrm>
            <a:off x="3931977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47490123-20F9-1175-EFD8-94174B566694}"/>
              </a:ext>
            </a:extLst>
          </p:cNvPr>
          <p:cNvSpPr>
            <a:spLocks/>
          </p:cNvSpPr>
          <p:nvPr/>
        </p:nvSpPr>
        <p:spPr>
          <a:xfrm>
            <a:off x="5180437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3C53669F-1186-14E5-2189-23A10925B56C}"/>
              </a:ext>
            </a:extLst>
          </p:cNvPr>
          <p:cNvSpPr>
            <a:spLocks/>
          </p:cNvSpPr>
          <p:nvPr/>
        </p:nvSpPr>
        <p:spPr>
          <a:xfrm>
            <a:off x="4030461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BD022B5F-91D2-E64A-D50E-C9DE778D7C8A}"/>
              </a:ext>
            </a:extLst>
          </p:cNvPr>
          <p:cNvSpPr>
            <a:spLocks/>
          </p:cNvSpPr>
          <p:nvPr/>
        </p:nvSpPr>
        <p:spPr>
          <a:xfrm>
            <a:off x="4466841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F2F90067-77B0-78D5-BAD3-297DAE06DD14}"/>
              </a:ext>
            </a:extLst>
          </p:cNvPr>
          <p:cNvSpPr>
            <a:spLocks/>
          </p:cNvSpPr>
          <p:nvPr/>
        </p:nvSpPr>
        <p:spPr>
          <a:xfrm>
            <a:off x="4728008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C07BC802-B646-772A-F7F9-3CC84AE1E7BF}"/>
              </a:ext>
            </a:extLst>
          </p:cNvPr>
          <p:cNvSpPr>
            <a:spLocks/>
          </p:cNvSpPr>
          <p:nvPr/>
        </p:nvSpPr>
        <p:spPr>
          <a:xfrm>
            <a:off x="4639983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77B4A0B4-F0E9-2698-732D-162A4C272EDD}"/>
              </a:ext>
            </a:extLst>
          </p:cNvPr>
          <p:cNvSpPr>
            <a:spLocks/>
          </p:cNvSpPr>
          <p:nvPr/>
        </p:nvSpPr>
        <p:spPr>
          <a:xfrm>
            <a:off x="4792705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AC0A0099-DE02-71BC-B2ED-ECF01969A5F2}"/>
              </a:ext>
            </a:extLst>
          </p:cNvPr>
          <p:cNvSpPr>
            <a:spLocks/>
          </p:cNvSpPr>
          <p:nvPr/>
        </p:nvSpPr>
        <p:spPr>
          <a:xfrm>
            <a:off x="3993353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69C6E17-6D9A-EAD6-5E69-7E85CAED7248}"/>
              </a:ext>
            </a:extLst>
          </p:cNvPr>
          <p:cNvSpPr>
            <a:spLocks/>
          </p:cNvSpPr>
          <p:nvPr/>
        </p:nvSpPr>
        <p:spPr>
          <a:xfrm>
            <a:off x="4274752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EC2CC9EA-1C93-98B9-7258-BE59FC52BA9B}"/>
              </a:ext>
            </a:extLst>
          </p:cNvPr>
          <p:cNvSpPr>
            <a:spLocks/>
          </p:cNvSpPr>
          <p:nvPr/>
        </p:nvSpPr>
        <p:spPr>
          <a:xfrm>
            <a:off x="4462157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82348F4-A9CB-4B04-259C-8892FEF45F3B}"/>
              </a:ext>
            </a:extLst>
          </p:cNvPr>
          <p:cNvSpPr>
            <a:spLocks/>
          </p:cNvSpPr>
          <p:nvPr/>
        </p:nvSpPr>
        <p:spPr>
          <a:xfrm>
            <a:off x="3931977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CC8D8990-0666-7870-BB5D-F412D0548017}"/>
              </a:ext>
            </a:extLst>
          </p:cNvPr>
          <p:cNvSpPr>
            <a:spLocks/>
          </p:cNvSpPr>
          <p:nvPr/>
        </p:nvSpPr>
        <p:spPr>
          <a:xfrm>
            <a:off x="4512557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FB2CBC57-453B-0533-CF03-84E1A52D100B}"/>
              </a:ext>
            </a:extLst>
          </p:cNvPr>
          <p:cNvSpPr>
            <a:spLocks/>
          </p:cNvSpPr>
          <p:nvPr/>
        </p:nvSpPr>
        <p:spPr>
          <a:xfrm>
            <a:off x="4784621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7B80387-FBCE-9DB4-2CC8-38DD6C14D0F1}"/>
              </a:ext>
            </a:extLst>
          </p:cNvPr>
          <p:cNvSpPr>
            <a:spLocks/>
          </p:cNvSpPr>
          <p:nvPr/>
        </p:nvSpPr>
        <p:spPr>
          <a:xfrm>
            <a:off x="4754613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8F6FAF79-815F-354E-201E-3EE226C3B4D3}"/>
              </a:ext>
            </a:extLst>
          </p:cNvPr>
          <p:cNvSpPr>
            <a:spLocks/>
          </p:cNvSpPr>
          <p:nvPr/>
        </p:nvSpPr>
        <p:spPr>
          <a:xfrm>
            <a:off x="4457055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00E1AB03-088D-F16A-134E-2120EE7176AB}"/>
              </a:ext>
            </a:extLst>
          </p:cNvPr>
          <p:cNvSpPr>
            <a:spLocks/>
          </p:cNvSpPr>
          <p:nvPr/>
        </p:nvSpPr>
        <p:spPr>
          <a:xfrm>
            <a:off x="3931977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F4676ECA-0DA2-8921-9CD4-46A1DD5A9ADC}"/>
              </a:ext>
            </a:extLst>
          </p:cNvPr>
          <p:cNvSpPr>
            <a:spLocks/>
          </p:cNvSpPr>
          <p:nvPr/>
        </p:nvSpPr>
        <p:spPr>
          <a:xfrm>
            <a:off x="4836591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8520D216-FCBD-2364-0CA4-5998A02173D0}"/>
              </a:ext>
            </a:extLst>
          </p:cNvPr>
          <p:cNvSpPr>
            <a:spLocks/>
          </p:cNvSpPr>
          <p:nvPr/>
        </p:nvSpPr>
        <p:spPr>
          <a:xfrm>
            <a:off x="5141017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4AF08D4B-DD9E-1EBA-C717-6A234ADC8821}"/>
              </a:ext>
            </a:extLst>
          </p:cNvPr>
          <p:cNvSpPr>
            <a:spLocks/>
          </p:cNvSpPr>
          <p:nvPr/>
        </p:nvSpPr>
        <p:spPr>
          <a:xfrm>
            <a:off x="3931977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31E554D-45E5-B5B4-20D0-4E0A5AFE60A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D88E7130-2C11-0DB7-5329-65A9E6D20F1A}"/>
              </a:ext>
            </a:extLst>
          </p:cNvPr>
          <p:cNvSpPr>
            <a:spLocks/>
          </p:cNvSpPr>
          <p:nvPr/>
        </p:nvSpPr>
        <p:spPr>
          <a:xfrm>
            <a:off x="4459014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797C177B-E5E2-58E6-DA49-B8C1585C9D15}"/>
              </a:ext>
            </a:extLst>
          </p:cNvPr>
          <p:cNvSpPr>
            <a:spLocks/>
          </p:cNvSpPr>
          <p:nvPr/>
        </p:nvSpPr>
        <p:spPr>
          <a:xfrm>
            <a:off x="3931977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08F0F9B5-0633-9A68-A2FD-F9FD3BC3997E}"/>
              </a:ext>
            </a:extLst>
          </p:cNvPr>
          <p:cNvSpPr>
            <a:spLocks/>
          </p:cNvSpPr>
          <p:nvPr/>
        </p:nvSpPr>
        <p:spPr>
          <a:xfrm>
            <a:off x="5145379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77947194-F386-86EB-E805-DD8C7977CC0B}"/>
              </a:ext>
            </a:extLst>
          </p:cNvPr>
          <p:cNvSpPr>
            <a:spLocks/>
          </p:cNvSpPr>
          <p:nvPr/>
        </p:nvSpPr>
        <p:spPr>
          <a:xfrm>
            <a:off x="4984126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E046CF3C-1684-C72C-B1E5-E66AB87577B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CA6841FC-044E-8919-92BE-FEE38C294BB8}"/>
              </a:ext>
            </a:extLst>
          </p:cNvPr>
          <p:cNvSpPr>
            <a:spLocks/>
          </p:cNvSpPr>
          <p:nvPr/>
        </p:nvSpPr>
        <p:spPr>
          <a:xfrm>
            <a:off x="4697246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20CB19B2-47D3-C2D8-AE03-946CE119604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9C0E018E-FE55-854B-B4FD-9C6A9B4B96E3}"/>
              </a:ext>
            </a:extLst>
          </p:cNvPr>
          <p:cNvSpPr>
            <a:spLocks/>
          </p:cNvSpPr>
          <p:nvPr/>
        </p:nvSpPr>
        <p:spPr>
          <a:xfrm>
            <a:off x="4756395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43064264-E58B-920E-44BA-E9714464F76A}"/>
              </a:ext>
            </a:extLst>
          </p:cNvPr>
          <p:cNvSpPr>
            <a:spLocks/>
          </p:cNvSpPr>
          <p:nvPr/>
        </p:nvSpPr>
        <p:spPr>
          <a:xfrm>
            <a:off x="3931977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51DC24D4-0863-CF26-4151-50586560C8B1}"/>
              </a:ext>
            </a:extLst>
          </p:cNvPr>
          <p:cNvSpPr>
            <a:spLocks/>
          </p:cNvSpPr>
          <p:nvPr/>
        </p:nvSpPr>
        <p:spPr>
          <a:xfrm>
            <a:off x="4423670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D8B15294-36BD-E576-3561-38CEDA8086E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A31C2DBD-6E7A-7E19-292B-F00434452626}"/>
              </a:ext>
            </a:extLst>
          </p:cNvPr>
          <p:cNvSpPr>
            <a:spLocks/>
          </p:cNvSpPr>
          <p:nvPr/>
        </p:nvSpPr>
        <p:spPr>
          <a:xfrm>
            <a:off x="4759627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3C4A1BF3-E163-8842-5552-8194FBD00813}"/>
              </a:ext>
            </a:extLst>
          </p:cNvPr>
          <p:cNvSpPr>
            <a:spLocks/>
          </p:cNvSpPr>
          <p:nvPr/>
        </p:nvSpPr>
        <p:spPr>
          <a:xfrm>
            <a:off x="3931977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EDCC07B-15AA-CFEB-FC24-900AC40D51EC}"/>
              </a:ext>
            </a:extLst>
          </p:cNvPr>
          <p:cNvSpPr>
            <a:spLocks/>
          </p:cNvSpPr>
          <p:nvPr/>
        </p:nvSpPr>
        <p:spPr>
          <a:xfrm>
            <a:off x="5223454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17617C33-39C0-1C7E-3BA3-783B2B39BA97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0ABE901E-B256-8A2A-C4CB-5B3F9CFB1EEF}"/>
              </a:ext>
            </a:extLst>
          </p:cNvPr>
          <p:cNvSpPr>
            <a:spLocks/>
          </p:cNvSpPr>
          <p:nvPr/>
        </p:nvSpPr>
        <p:spPr>
          <a:xfrm>
            <a:off x="5089739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13B6FCBA-E1DD-6DCB-3B71-3BBBBE8E4F86}"/>
              </a:ext>
            </a:extLst>
          </p:cNvPr>
          <p:cNvSpPr>
            <a:spLocks/>
          </p:cNvSpPr>
          <p:nvPr/>
        </p:nvSpPr>
        <p:spPr>
          <a:xfrm>
            <a:off x="3931977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44B0B80A-354C-21AA-E797-29FD8F7CB0B1}"/>
              </a:ext>
            </a:extLst>
          </p:cNvPr>
          <p:cNvSpPr>
            <a:spLocks/>
          </p:cNvSpPr>
          <p:nvPr/>
        </p:nvSpPr>
        <p:spPr>
          <a:xfrm>
            <a:off x="4004660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0AC5E91C-0334-B86B-E3B1-3F65E1AB754C}"/>
              </a:ext>
            </a:extLst>
          </p:cNvPr>
          <p:cNvSpPr>
            <a:spLocks/>
          </p:cNvSpPr>
          <p:nvPr/>
        </p:nvSpPr>
        <p:spPr>
          <a:xfrm>
            <a:off x="3931977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12BECBE2-1FD2-1BB5-D2E8-85FA76BD9950}"/>
              </a:ext>
            </a:extLst>
          </p:cNvPr>
          <p:cNvSpPr>
            <a:spLocks/>
          </p:cNvSpPr>
          <p:nvPr/>
        </p:nvSpPr>
        <p:spPr>
          <a:xfrm>
            <a:off x="3931977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6088B70A-4A39-8E82-CBF2-136AF7F131DB}"/>
              </a:ext>
            </a:extLst>
          </p:cNvPr>
          <p:cNvSpPr>
            <a:spLocks/>
          </p:cNvSpPr>
          <p:nvPr/>
        </p:nvSpPr>
        <p:spPr>
          <a:xfrm>
            <a:off x="4385550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48654C4D-5093-C50F-64E5-CEFCEE46D26C}"/>
              </a:ext>
            </a:extLst>
          </p:cNvPr>
          <p:cNvSpPr>
            <a:spLocks/>
          </p:cNvSpPr>
          <p:nvPr/>
        </p:nvSpPr>
        <p:spPr>
          <a:xfrm>
            <a:off x="3931977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C3A11373-7E86-2799-33E4-66F79036468E}"/>
              </a:ext>
            </a:extLst>
          </p:cNvPr>
          <p:cNvSpPr>
            <a:spLocks/>
          </p:cNvSpPr>
          <p:nvPr/>
        </p:nvSpPr>
        <p:spPr>
          <a:xfrm>
            <a:off x="4665567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9C940673-03D3-2EFA-8306-DC948970228E}"/>
              </a:ext>
            </a:extLst>
          </p:cNvPr>
          <p:cNvSpPr>
            <a:spLocks/>
          </p:cNvSpPr>
          <p:nvPr/>
        </p:nvSpPr>
        <p:spPr>
          <a:xfrm>
            <a:off x="4957047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33EF670D-AC40-A858-B33C-79567794D85B}"/>
              </a:ext>
            </a:extLst>
          </p:cNvPr>
          <p:cNvSpPr>
            <a:spLocks/>
          </p:cNvSpPr>
          <p:nvPr/>
        </p:nvSpPr>
        <p:spPr>
          <a:xfrm>
            <a:off x="4246050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63D20A2D-2C72-B8D4-3B5C-59AACBBAF9E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74CD087C-CA95-10A2-961F-EE9542A83046}"/>
              </a:ext>
            </a:extLst>
          </p:cNvPr>
          <p:cNvSpPr>
            <a:spLocks/>
          </p:cNvSpPr>
          <p:nvPr/>
        </p:nvSpPr>
        <p:spPr>
          <a:xfrm>
            <a:off x="4237558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18113E2F-5C18-1276-8ACA-0C79D14993C6}"/>
              </a:ext>
            </a:extLst>
          </p:cNvPr>
          <p:cNvSpPr>
            <a:spLocks/>
          </p:cNvSpPr>
          <p:nvPr/>
        </p:nvSpPr>
        <p:spPr>
          <a:xfrm>
            <a:off x="4913799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B620F2FF-793C-FE4F-7B81-ECBC8A9FBB59}"/>
              </a:ext>
            </a:extLst>
          </p:cNvPr>
          <p:cNvSpPr>
            <a:spLocks/>
          </p:cNvSpPr>
          <p:nvPr/>
        </p:nvSpPr>
        <p:spPr>
          <a:xfrm>
            <a:off x="4046735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9832FFD-A64C-7ED5-9CEF-61496051750F}"/>
              </a:ext>
            </a:extLst>
          </p:cNvPr>
          <p:cNvSpPr>
            <a:spLocks/>
          </p:cNvSpPr>
          <p:nvPr/>
        </p:nvSpPr>
        <p:spPr>
          <a:xfrm>
            <a:off x="4856951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58BA7F8B-5097-048F-3FA8-469C4803C13C}"/>
              </a:ext>
            </a:extLst>
          </p:cNvPr>
          <p:cNvSpPr>
            <a:spLocks/>
          </p:cNvSpPr>
          <p:nvPr/>
        </p:nvSpPr>
        <p:spPr>
          <a:xfrm>
            <a:off x="4558782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C3102ABC-F9F3-7352-5C6F-81F639B59A85}"/>
              </a:ext>
            </a:extLst>
          </p:cNvPr>
          <p:cNvSpPr>
            <a:spLocks/>
          </p:cNvSpPr>
          <p:nvPr/>
        </p:nvSpPr>
        <p:spPr>
          <a:xfrm>
            <a:off x="4863138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8F67E05E-7196-13F5-E418-74F2F74A3933}"/>
              </a:ext>
            </a:extLst>
          </p:cNvPr>
          <p:cNvSpPr>
            <a:spLocks/>
          </p:cNvSpPr>
          <p:nvPr/>
        </p:nvSpPr>
        <p:spPr>
          <a:xfrm>
            <a:off x="5146465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C7EE8B36-2518-4A70-5B13-85E9E8904C80}"/>
              </a:ext>
            </a:extLst>
          </p:cNvPr>
          <p:cNvSpPr>
            <a:spLocks/>
          </p:cNvSpPr>
          <p:nvPr/>
        </p:nvSpPr>
        <p:spPr>
          <a:xfrm>
            <a:off x="4849915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FE52B1C8-2B41-9DC5-A2FB-EA468BD439ED}"/>
              </a:ext>
            </a:extLst>
          </p:cNvPr>
          <p:cNvSpPr>
            <a:spLocks/>
          </p:cNvSpPr>
          <p:nvPr/>
        </p:nvSpPr>
        <p:spPr>
          <a:xfrm>
            <a:off x="4701079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3FB251A8-5CC5-A38D-346D-B807734366B1}"/>
              </a:ext>
            </a:extLst>
          </p:cNvPr>
          <p:cNvSpPr>
            <a:spLocks/>
          </p:cNvSpPr>
          <p:nvPr/>
        </p:nvSpPr>
        <p:spPr>
          <a:xfrm>
            <a:off x="3931977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5AB4078D-48A9-A4D7-D5F9-A95A01CF3D6D}"/>
              </a:ext>
            </a:extLst>
          </p:cNvPr>
          <p:cNvSpPr>
            <a:spLocks/>
          </p:cNvSpPr>
          <p:nvPr/>
        </p:nvSpPr>
        <p:spPr>
          <a:xfrm>
            <a:off x="3931977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4F567E4C-3470-D70B-F382-C70AD65347FE}"/>
              </a:ext>
            </a:extLst>
          </p:cNvPr>
          <p:cNvSpPr>
            <a:spLocks/>
          </p:cNvSpPr>
          <p:nvPr/>
        </p:nvSpPr>
        <p:spPr>
          <a:xfrm>
            <a:off x="3931977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BCD4B2EC-B67F-1C37-EABE-10BFB13E8C8C}"/>
              </a:ext>
            </a:extLst>
          </p:cNvPr>
          <p:cNvSpPr>
            <a:spLocks/>
          </p:cNvSpPr>
          <p:nvPr/>
        </p:nvSpPr>
        <p:spPr>
          <a:xfrm>
            <a:off x="4938140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076A9E0A-F3EA-B2E3-F905-A8CC063C77A7}"/>
              </a:ext>
            </a:extLst>
          </p:cNvPr>
          <p:cNvSpPr>
            <a:spLocks/>
          </p:cNvSpPr>
          <p:nvPr/>
        </p:nvSpPr>
        <p:spPr>
          <a:xfrm>
            <a:off x="4024566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8C2B8717-0A7B-5806-DA3F-7B04AAA13787}"/>
              </a:ext>
            </a:extLst>
          </p:cNvPr>
          <p:cNvSpPr>
            <a:spLocks/>
          </p:cNvSpPr>
          <p:nvPr/>
        </p:nvSpPr>
        <p:spPr>
          <a:xfrm>
            <a:off x="3931977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F87BA466-0FB1-8E6D-4A8F-98BA92ADC519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3D25109B-C2C8-EFAF-ECC5-4B1641E28E0B}"/>
              </a:ext>
            </a:extLst>
          </p:cNvPr>
          <p:cNvSpPr>
            <a:spLocks/>
          </p:cNvSpPr>
          <p:nvPr/>
        </p:nvSpPr>
        <p:spPr>
          <a:xfrm>
            <a:off x="5001871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32798F86-936C-C43F-3E00-2604C9F8A347}"/>
              </a:ext>
            </a:extLst>
          </p:cNvPr>
          <p:cNvSpPr>
            <a:spLocks/>
          </p:cNvSpPr>
          <p:nvPr/>
        </p:nvSpPr>
        <p:spPr>
          <a:xfrm>
            <a:off x="3931977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16665888-0B46-7C20-DEDB-3147577ABA3E}"/>
              </a:ext>
            </a:extLst>
          </p:cNvPr>
          <p:cNvSpPr>
            <a:spLocks/>
          </p:cNvSpPr>
          <p:nvPr/>
        </p:nvSpPr>
        <p:spPr>
          <a:xfrm>
            <a:off x="4872285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1E46B929-B712-0041-8A20-CE423D446F79}"/>
              </a:ext>
            </a:extLst>
          </p:cNvPr>
          <p:cNvSpPr>
            <a:spLocks/>
          </p:cNvSpPr>
          <p:nvPr/>
        </p:nvSpPr>
        <p:spPr>
          <a:xfrm>
            <a:off x="4683827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B4610539-7D2A-34B1-43F2-F34180096E59}"/>
              </a:ext>
            </a:extLst>
          </p:cNvPr>
          <p:cNvSpPr>
            <a:spLocks/>
          </p:cNvSpPr>
          <p:nvPr/>
        </p:nvSpPr>
        <p:spPr>
          <a:xfrm>
            <a:off x="4049816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D15BB085-AF32-3F04-0FDD-62F66C0B4597}"/>
              </a:ext>
            </a:extLst>
          </p:cNvPr>
          <p:cNvSpPr>
            <a:spLocks/>
          </p:cNvSpPr>
          <p:nvPr/>
        </p:nvSpPr>
        <p:spPr>
          <a:xfrm>
            <a:off x="4242398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D636A607-70A0-CD89-9662-C95E21346818}"/>
              </a:ext>
            </a:extLst>
          </p:cNvPr>
          <p:cNvSpPr>
            <a:spLocks/>
          </p:cNvSpPr>
          <p:nvPr/>
        </p:nvSpPr>
        <p:spPr>
          <a:xfrm>
            <a:off x="4426139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EB1D04BC-7419-A915-B9A8-C47DE41D0289}"/>
              </a:ext>
            </a:extLst>
          </p:cNvPr>
          <p:cNvSpPr>
            <a:spLocks/>
          </p:cNvSpPr>
          <p:nvPr/>
        </p:nvSpPr>
        <p:spPr>
          <a:xfrm>
            <a:off x="4197859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B9DF8CF5-3430-B65B-8339-82058F436ADE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91717C89-6D6D-F4C3-A496-EB3D7F67B5DC}"/>
              </a:ext>
            </a:extLst>
          </p:cNvPr>
          <p:cNvSpPr>
            <a:spLocks/>
          </p:cNvSpPr>
          <p:nvPr/>
        </p:nvSpPr>
        <p:spPr>
          <a:xfrm>
            <a:off x="5172140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3400F41A-2879-C4CD-473F-C6A2343AECB4}"/>
              </a:ext>
            </a:extLst>
          </p:cNvPr>
          <p:cNvSpPr>
            <a:spLocks/>
          </p:cNvSpPr>
          <p:nvPr/>
        </p:nvSpPr>
        <p:spPr>
          <a:xfrm>
            <a:off x="3993634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5AF339D5-3F89-2FA8-27AF-86D78F4DA6BE}"/>
              </a:ext>
            </a:extLst>
          </p:cNvPr>
          <p:cNvSpPr>
            <a:spLocks/>
          </p:cNvSpPr>
          <p:nvPr/>
        </p:nvSpPr>
        <p:spPr>
          <a:xfrm>
            <a:off x="3933131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D3F4DE0E-803C-A66F-22CE-43A9705F5A81}"/>
              </a:ext>
            </a:extLst>
          </p:cNvPr>
          <p:cNvSpPr>
            <a:spLocks/>
          </p:cNvSpPr>
          <p:nvPr/>
        </p:nvSpPr>
        <p:spPr>
          <a:xfrm>
            <a:off x="5143255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2B2C391F-6049-DFBA-D679-0238D959B9C1}"/>
              </a:ext>
            </a:extLst>
          </p:cNvPr>
          <p:cNvSpPr>
            <a:spLocks/>
          </p:cNvSpPr>
          <p:nvPr/>
        </p:nvSpPr>
        <p:spPr>
          <a:xfrm>
            <a:off x="4808961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5352DD88-E112-ACB7-3ACC-DDF1FA32C69F}"/>
              </a:ext>
            </a:extLst>
          </p:cNvPr>
          <p:cNvSpPr>
            <a:spLocks/>
          </p:cNvSpPr>
          <p:nvPr/>
        </p:nvSpPr>
        <p:spPr>
          <a:xfrm>
            <a:off x="5070209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26DE3E35-F54F-EF7B-F8F4-71E66F6FD2C8}"/>
              </a:ext>
            </a:extLst>
          </p:cNvPr>
          <p:cNvSpPr>
            <a:spLocks/>
          </p:cNvSpPr>
          <p:nvPr/>
        </p:nvSpPr>
        <p:spPr>
          <a:xfrm>
            <a:off x="3961125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94C86D8C-3331-9F84-2AF2-7008F7486D41}"/>
              </a:ext>
            </a:extLst>
          </p:cNvPr>
          <p:cNvSpPr>
            <a:spLocks/>
          </p:cNvSpPr>
          <p:nvPr/>
        </p:nvSpPr>
        <p:spPr>
          <a:xfrm>
            <a:off x="5350615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4FFDB807-15AA-CBA9-0955-ABF0643097A1}"/>
              </a:ext>
            </a:extLst>
          </p:cNvPr>
          <p:cNvSpPr>
            <a:spLocks/>
          </p:cNvSpPr>
          <p:nvPr/>
        </p:nvSpPr>
        <p:spPr>
          <a:xfrm>
            <a:off x="4719135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05F7983C-7DDA-E98D-C8B8-022617C7783C}"/>
              </a:ext>
            </a:extLst>
          </p:cNvPr>
          <p:cNvSpPr>
            <a:spLocks/>
          </p:cNvSpPr>
          <p:nvPr/>
        </p:nvSpPr>
        <p:spPr>
          <a:xfrm>
            <a:off x="3931977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F5BE6DBE-B945-6420-78D3-BB0F286F417C}"/>
              </a:ext>
            </a:extLst>
          </p:cNvPr>
          <p:cNvSpPr>
            <a:spLocks/>
          </p:cNvSpPr>
          <p:nvPr/>
        </p:nvSpPr>
        <p:spPr>
          <a:xfrm>
            <a:off x="3931977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B3F67C6F-D7DD-4F27-D5F5-EFCB6AAE2B6C}"/>
              </a:ext>
            </a:extLst>
          </p:cNvPr>
          <p:cNvSpPr>
            <a:spLocks/>
          </p:cNvSpPr>
          <p:nvPr/>
        </p:nvSpPr>
        <p:spPr>
          <a:xfrm>
            <a:off x="3931977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88705EB5-10EE-93D1-93CB-F6410913BC40}"/>
              </a:ext>
            </a:extLst>
          </p:cNvPr>
          <p:cNvSpPr>
            <a:spLocks/>
          </p:cNvSpPr>
          <p:nvPr/>
        </p:nvSpPr>
        <p:spPr>
          <a:xfrm>
            <a:off x="5071012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73E4011A-B011-9A97-22B6-CBD571BC4232}"/>
              </a:ext>
            </a:extLst>
          </p:cNvPr>
          <p:cNvSpPr>
            <a:spLocks/>
          </p:cNvSpPr>
          <p:nvPr/>
        </p:nvSpPr>
        <p:spPr>
          <a:xfrm>
            <a:off x="3931977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FFAD8F2-5734-F511-BB2D-E9FA7902974A}"/>
              </a:ext>
            </a:extLst>
          </p:cNvPr>
          <p:cNvSpPr>
            <a:spLocks/>
          </p:cNvSpPr>
          <p:nvPr/>
        </p:nvSpPr>
        <p:spPr>
          <a:xfrm>
            <a:off x="4055071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9244869F-E594-8565-2B8D-E749422055EF}"/>
              </a:ext>
            </a:extLst>
          </p:cNvPr>
          <p:cNvSpPr>
            <a:spLocks/>
          </p:cNvSpPr>
          <p:nvPr/>
        </p:nvSpPr>
        <p:spPr>
          <a:xfrm>
            <a:off x="3931977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8891DA7-4396-291D-A361-8308C0FE7AB7}"/>
              </a:ext>
            </a:extLst>
          </p:cNvPr>
          <p:cNvSpPr>
            <a:spLocks/>
          </p:cNvSpPr>
          <p:nvPr/>
        </p:nvSpPr>
        <p:spPr>
          <a:xfrm>
            <a:off x="4412588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71963697-DCA1-CCDB-659F-F5F82600948B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AB14E5AD-F652-8A21-2B64-B2425470B576}"/>
              </a:ext>
            </a:extLst>
          </p:cNvPr>
          <p:cNvSpPr>
            <a:spLocks/>
          </p:cNvSpPr>
          <p:nvPr/>
        </p:nvSpPr>
        <p:spPr>
          <a:xfrm>
            <a:off x="4415128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9682CEFB-1E1B-4327-5C9B-DEA33BAEAC93}"/>
              </a:ext>
            </a:extLst>
          </p:cNvPr>
          <p:cNvSpPr>
            <a:spLocks/>
          </p:cNvSpPr>
          <p:nvPr/>
        </p:nvSpPr>
        <p:spPr>
          <a:xfrm>
            <a:off x="3931977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CFD836BE-08B3-671F-709A-0E65665A4CAD}"/>
              </a:ext>
            </a:extLst>
          </p:cNvPr>
          <p:cNvSpPr>
            <a:spLocks/>
          </p:cNvSpPr>
          <p:nvPr/>
        </p:nvSpPr>
        <p:spPr>
          <a:xfrm>
            <a:off x="4736752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2556DE8-2EBC-7FC9-E6BD-205D9BC3EC0F}"/>
              </a:ext>
            </a:extLst>
          </p:cNvPr>
          <p:cNvSpPr>
            <a:spLocks/>
          </p:cNvSpPr>
          <p:nvPr/>
        </p:nvSpPr>
        <p:spPr>
          <a:xfrm>
            <a:off x="4261083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4AA8CB38-9A88-FEB6-88B2-11DFBA5696D8}"/>
              </a:ext>
            </a:extLst>
          </p:cNvPr>
          <p:cNvSpPr>
            <a:spLocks/>
          </p:cNvSpPr>
          <p:nvPr/>
        </p:nvSpPr>
        <p:spPr>
          <a:xfrm>
            <a:off x="4906455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ACF1E4B4-D809-A1E5-B619-8474CD6FBF83}"/>
              </a:ext>
            </a:extLst>
          </p:cNvPr>
          <p:cNvSpPr>
            <a:spLocks/>
          </p:cNvSpPr>
          <p:nvPr/>
        </p:nvSpPr>
        <p:spPr>
          <a:xfrm>
            <a:off x="5367097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A5CF178D-C76D-21B6-F69E-95DD4E8D69BA}"/>
              </a:ext>
            </a:extLst>
          </p:cNvPr>
          <p:cNvSpPr>
            <a:spLocks/>
          </p:cNvSpPr>
          <p:nvPr/>
        </p:nvSpPr>
        <p:spPr>
          <a:xfrm>
            <a:off x="3947597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B8F2BDD4-46EB-7D0C-3429-45E6E67CFAF8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D420A540-BF2B-61F2-BA1B-FA8D2589ED02}"/>
              </a:ext>
            </a:extLst>
          </p:cNvPr>
          <p:cNvSpPr>
            <a:spLocks/>
          </p:cNvSpPr>
          <p:nvPr/>
        </p:nvSpPr>
        <p:spPr>
          <a:xfrm>
            <a:off x="4532406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F56C5349-27ED-0B2F-85B5-21A11291981F}"/>
              </a:ext>
            </a:extLst>
          </p:cNvPr>
          <p:cNvSpPr>
            <a:spLocks/>
          </p:cNvSpPr>
          <p:nvPr/>
        </p:nvSpPr>
        <p:spPr>
          <a:xfrm>
            <a:off x="4206346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D0BD75E6-FF9E-EAE7-75FF-23BF22109572}"/>
              </a:ext>
            </a:extLst>
          </p:cNvPr>
          <p:cNvSpPr>
            <a:spLocks/>
          </p:cNvSpPr>
          <p:nvPr/>
        </p:nvSpPr>
        <p:spPr>
          <a:xfrm>
            <a:off x="4078215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A9C34B7-FC2E-A483-BEC7-1865E4A1B055}"/>
              </a:ext>
            </a:extLst>
          </p:cNvPr>
          <p:cNvSpPr>
            <a:spLocks/>
          </p:cNvSpPr>
          <p:nvPr/>
        </p:nvSpPr>
        <p:spPr>
          <a:xfrm>
            <a:off x="4803034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AA2D979E-2AE1-4623-E2CE-44CC77F54000}"/>
              </a:ext>
            </a:extLst>
          </p:cNvPr>
          <p:cNvSpPr>
            <a:spLocks/>
          </p:cNvSpPr>
          <p:nvPr/>
        </p:nvSpPr>
        <p:spPr>
          <a:xfrm>
            <a:off x="5132227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36C7B86B-B997-A2AB-C838-CE8C6B9D1CD6}"/>
              </a:ext>
            </a:extLst>
          </p:cNvPr>
          <p:cNvSpPr>
            <a:spLocks/>
          </p:cNvSpPr>
          <p:nvPr/>
        </p:nvSpPr>
        <p:spPr>
          <a:xfrm>
            <a:off x="3931977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D660C5F7-D007-5C93-2EC7-11B986416DDE}"/>
              </a:ext>
            </a:extLst>
          </p:cNvPr>
          <p:cNvSpPr>
            <a:spLocks/>
          </p:cNvSpPr>
          <p:nvPr/>
        </p:nvSpPr>
        <p:spPr>
          <a:xfrm>
            <a:off x="4659768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72038DF3-9B0A-878C-E9E2-3808B17EF964}"/>
              </a:ext>
            </a:extLst>
          </p:cNvPr>
          <p:cNvSpPr>
            <a:spLocks/>
          </p:cNvSpPr>
          <p:nvPr/>
        </p:nvSpPr>
        <p:spPr>
          <a:xfrm>
            <a:off x="4489589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ABBAD0D-15DD-CE99-2E50-CE8411EDA805}"/>
              </a:ext>
            </a:extLst>
          </p:cNvPr>
          <p:cNvSpPr>
            <a:spLocks/>
          </p:cNvSpPr>
          <p:nvPr/>
        </p:nvSpPr>
        <p:spPr>
          <a:xfrm>
            <a:off x="3931977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C87DC175-FB63-5532-B85C-6F13E63459A4}"/>
              </a:ext>
            </a:extLst>
          </p:cNvPr>
          <p:cNvSpPr>
            <a:spLocks/>
          </p:cNvSpPr>
          <p:nvPr/>
        </p:nvSpPr>
        <p:spPr>
          <a:xfrm>
            <a:off x="3931977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D236A436-C174-8E37-9C5A-D8BCBC8ED4AF}"/>
              </a:ext>
            </a:extLst>
          </p:cNvPr>
          <p:cNvSpPr>
            <a:spLocks/>
          </p:cNvSpPr>
          <p:nvPr/>
        </p:nvSpPr>
        <p:spPr>
          <a:xfrm>
            <a:off x="4666468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DEF8208B-9B2E-7A21-3F32-FDB6D0ABF9D4}"/>
              </a:ext>
            </a:extLst>
          </p:cNvPr>
          <p:cNvSpPr>
            <a:spLocks/>
          </p:cNvSpPr>
          <p:nvPr/>
        </p:nvSpPr>
        <p:spPr>
          <a:xfrm>
            <a:off x="3931977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8CB6C0DD-36E3-5ED9-E7F0-329D3A424AFE}"/>
              </a:ext>
            </a:extLst>
          </p:cNvPr>
          <p:cNvSpPr>
            <a:spLocks/>
          </p:cNvSpPr>
          <p:nvPr/>
        </p:nvSpPr>
        <p:spPr>
          <a:xfrm>
            <a:off x="3931977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FA0EA373-C95B-A11B-6588-C1A16E82E4C9}"/>
              </a:ext>
            </a:extLst>
          </p:cNvPr>
          <p:cNvSpPr>
            <a:spLocks/>
          </p:cNvSpPr>
          <p:nvPr/>
        </p:nvSpPr>
        <p:spPr>
          <a:xfrm>
            <a:off x="4194331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60EC6393-9415-A496-5E64-C14C8F8DC41B}"/>
              </a:ext>
            </a:extLst>
          </p:cNvPr>
          <p:cNvSpPr>
            <a:spLocks/>
          </p:cNvSpPr>
          <p:nvPr/>
        </p:nvSpPr>
        <p:spPr>
          <a:xfrm>
            <a:off x="3931977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C6EAD3D7-1588-46FA-80C2-C5AA9DCD7364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D68A25C6-9C24-9C09-84B1-37506FF098C9}"/>
              </a:ext>
            </a:extLst>
          </p:cNvPr>
          <p:cNvSpPr>
            <a:spLocks/>
          </p:cNvSpPr>
          <p:nvPr/>
        </p:nvSpPr>
        <p:spPr>
          <a:xfrm>
            <a:off x="5300034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767133BE-1ED4-7B33-7CEC-4D04A5D76FE3}"/>
              </a:ext>
            </a:extLst>
          </p:cNvPr>
          <p:cNvSpPr>
            <a:spLocks/>
          </p:cNvSpPr>
          <p:nvPr/>
        </p:nvSpPr>
        <p:spPr>
          <a:xfrm>
            <a:off x="4083636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07611D77-2FE4-20CA-9501-CEA5A0AC3C04}"/>
              </a:ext>
            </a:extLst>
          </p:cNvPr>
          <p:cNvSpPr>
            <a:spLocks/>
          </p:cNvSpPr>
          <p:nvPr/>
        </p:nvSpPr>
        <p:spPr>
          <a:xfrm>
            <a:off x="3932516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A065390F-957E-941B-ABAC-03BC2A03B9DC}"/>
              </a:ext>
            </a:extLst>
          </p:cNvPr>
          <p:cNvSpPr>
            <a:spLocks/>
          </p:cNvSpPr>
          <p:nvPr/>
        </p:nvSpPr>
        <p:spPr>
          <a:xfrm>
            <a:off x="3949337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5D30A7C2-A715-4CCC-26C8-E5A29351E02E}"/>
              </a:ext>
            </a:extLst>
          </p:cNvPr>
          <p:cNvSpPr>
            <a:spLocks/>
          </p:cNvSpPr>
          <p:nvPr/>
        </p:nvSpPr>
        <p:spPr>
          <a:xfrm>
            <a:off x="4743097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4742D75E-389A-AF34-69EC-82703B9FA619}"/>
              </a:ext>
            </a:extLst>
          </p:cNvPr>
          <p:cNvSpPr>
            <a:spLocks/>
          </p:cNvSpPr>
          <p:nvPr/>
        </p:nvSpPr>
        <p:spPr>
          <a:xfrm>
            <a:off x="4264708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31D25D8B-DF60-21FD-8117-748534A6DEC8}"/>
              </a:ext>
            </a:extLst>
          </p:cNvPr>
          <p:cNvSpPr>
            <a:spLocks/>
          </p:cNvSpPr>
          <p:nvPr/>
        </p:nvSpPr>
        <p:spPr>
          <a:xfrm>
            <a:off x="3986046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FDE9E29F-ABDE-B2FC-A0EC-AA644898AEDC}"/>
              </a:ext>
            </a:extLst>
          </p:cNvPr>
          <p:cNvSpPr>
            <a:spLocks/>
          </p:cNvSpPr>
          <p:nvPr/>
        </p:nvSpPr>
        <p:spPr>
          <a:xfrm>
            <a:off x="3934386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21F5D942-D59C-21AB-DD13-A588409E1F3F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D0AE8F79-079B-8631-EFED-49958D7F380F}"/>
              </a:ext>
            </a:extLst>
          </p:cNvPr>
          <p:cNvSpPr>
            <a:spLocks/>
          </p:cNvSpPr>
          <p:nvPr/>
        </p:nvSpPr>
        <p:spPr>
          <a:xfrm>
            <a:off x="4457096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AD034FE9-0D79-9E07-7385-086DFEAD2BE2}"/>
              </a:ext>
            </a:extLst>
          </p:cNvPr>
          <p:cNvSpPr>
            <a:spLocks/>
          </p:cNvSpPr>
          <p:nvPr/>
        </p:nvSpPr>
        <p:spPr>
          <a:xfrm>
            <a:off x="4829340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9687F52A-9260-6354-BF36-4FDEAA2F095F}"/>
              </a:ext>
            </a:extLst>
          </p:cNvPr>
          <p:cNvSpPr>
            <a:spLocks/>
          </p:cNvSpPr>
          <p:nvPr/>
        </p:nvSpPr>
        <p:spPr>
          <a:xfrm>
            <a:off x="4970838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AC0F4FCD-E192-0BB9-AD34-ABB44CF91E0C}"/>
              </a:ext>
            </a:extLst>
          </p:cNvPr>
          <p:cNvSpPr>
            <a:spLocks/>
          </p:cNvSpPr>
          <p:nvPr/>
        </p:nvSpPr>
        <p:spPr>
          <a:xfrm>
            <a:off x="4215539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A50BB7BD-EC19-24A0-E6C2-D172C0D67731}"/>
              </a:ext>
            </a:extLst>
          </p:cNvPr>
          <p:cNvSpPr>
            <a:spLocks/>
          </p:cNvSpPr>
          <p:nvPr/>
        </p:nvSpPr>
        <p:spPr>
          <a:xfrm>
            <a:off x="3931977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B613EB34-D9F9-3117-40E2-37B8FAA105BF}"/>
              </a:ext>
            </a:extLst>
          </p:cNvPr>
          <p:cNvSpPr>
            <a:spLocks/>
          </p:cNvSpPr>
          <p:nvPr/>
        </p:nvSpPr>
        <p:spPr>
          <a:xfrm>
            <a:off x="5120104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87D37F19-6192-3F3A-BA26-BC25AFB1215D}"/>
              </a:ext>
            </a:extLst>
          </p:cNvPr>
          <p:cNvSpPr>
            <a:spLocks/>
          </p:cNvSpPr>
          <p:nvPr/>
        </p:nvSpPr>
        <p:spPr>
          <a:xfrm>
            <a:off x="4705205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F41E14FF-0FF9-0BCC-6024-C7A3CD5E3AB8}"/>
              </a:ext>
            </a:extLst>
          </p:cNvPr>
          <p:cNvSpPr>
            <a:spLocks/>
          </p:cNvSpPr>
          <p:nvPr/>
        </p:nvSpPr>
        <p:spPr>
          <a:xfrm>
            <a:off x="5102621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5580A965-4A6A-DEE8-6E3F-BAA306B452AA}"/>
              </a:ext>
            </a:extLst>
          </p:cNvPr>
          <p:cNvSpPr>
            <a:spLocks/>
          </p:cNvSpPr>
          <p:nvPr/>
        </p:nvSpPr>
        <p:spPr>
          <a:xfrm>
            <a:off x="4612642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0ABC4E17-5321-B0F7-4E51-5149FACF9001}"/>
              </a:ext>
            </a:extLst>
          </p:cNvPr>
          <p:cNvSpPr>
            <a:spLocks/>
          </p:cNvSpPr>
          <p:nvPr/>
        </p:nvSpPr>
        <p:spPr>
          <a:xfrm>
            <a:off x="4760307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092434A8-BB07-0674-A9EE-A9EE23872F7F}"/>
              </a:ext>
            </a:extLst>
          </p:cNvPr>
          <p:cNvSpPr>
            <a:spLocks/>
          </p:cNvSpPr>
          <p:nvPr/>
        </p:nvSpPr>
        <p:spPr>
          <a:xfrm>
            <a:off x="4211504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8A956D28-454E-58AC-6853-31AF972E7FEE}"/>
              </a:ext>
            </a:extLst>
          </p:cNvPr>
          <p:cNvSpPr>
            <a:spLocks/>
          </p:cNvSpPr>
          <p:nvPr/>
        </p:nvSpPr>
        <p:spPr>
          <a:xfrm>
            <a:off x="3931977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EC0EC309-63E9-0D84-8F02-EE5BFDB9E812}"/>
              </a:ext>
            </a:extLst>
          </p:cNvPr>
          <p:cNvSpPr>
            <a:spLocks/>
          </p:cNvSpPr>
          <p:nvPr/>
        </p:nvSpPr>
        <p:spPr>
          <a:xfrm>
            <a:off x="4879405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4A86748D-A55C-6008-7FE9-A0DA978E78D0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A4928C90-EA29-CE3D-4BA5-35CE18AFE13F}"/>
              </a:ext>
            </a:extLst>
          </p:cNvPr>
          <p:cNvSpPr>
            <a:spLocks/>
          </p:cNvSpPr>
          <p:nvPr/>
        </p:nvSpPr>
        <p:spPr>
          <a:xfrm>
            <a:off x="4620666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77464061-3470-3905-FA93-DA1D6977FBAD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F60DDEB3-959C-67E2-3574-9FBC9DB5A5AE}"/>
              </a:ext>
            </a:extLst>
          </p:cNvPr>
          <p:cNvSpPr>
            <a:spLocks/>
          </p:cNvSpPr>
          <p:nvPr/>
        </p:nvSpPr>
        <p:spPr>
          <a:xfrm>
            <a:off x="4620399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7C7D78DE-029C-5138-46E9-8C1AC3A0426F}"/>
              </a:ext>
            </a:extLst>
          </p:cNvPr>
          <p:cNvSpPr>
            <a:spLocks/>
          </p:cNvSpPr>
          <p:nvPr/>
        </p:nvSpPr>
        <p:spPr>
          <a:xfrm>
            <a:off x="4809038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E1290C7C-6ED7-045A-BD44-7293CFC0D64D}"/>
              </a:ext>
            </a:extLst>
          </p:cNvPr>
          <p:cNvSpPr>
            <a:spLocks/>
          </p:cNvSpPr>
          <p:nvPr/>
        </p:nvSpPr>
        <p:spPr>
          <a:xfrm>
            <a:off x="4841930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1E0C45AC-B997-7087-2061-59060615B731}"/>
              </a:ext>
            </a:extLst>
          </p:cNvPr>
          <p:cNvSpPr>
            <a:spLocks/>
          </p:cNvSpPr>
          <p:nvPr/>
        </p:nvSpPr>
        <p:spPr>
          <a:xfrm>
            <a:off x="4101364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97C6E24E-5CBC-504B-529C-A9AC7DB36E45}"/>
              </a:ext>
            </a:extLst>
          </p:cNvPr>
          <p:cNvSpPr>
            <a:spLocks/>
          </p:cNvSpPr>
          <p:nvPr/>
        </p:nvSpPr>
        <p:spPr>
          <a:xfrm>
            <a:off x="4920063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DE174011-CAB8-806C-FC85-28278660428A}"/>
              </a:ext>
            </a:extLst>
          </p:cNvPr>
          <p:cNvSpPr>
            <a:spLocks/>
          </p:cNvSpPr>
          <p:nvPr/>
        </p:nvSpPr>
        <p:spPr>
          <a:xfrm>
            <a:off x="4573125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04FB6C1-5C1E-1B7B-657E-7BD5696566EE}"/>
              </a:ext>
            </a:extLst>
          </p:cNvPr>
          <p:cNvSpPr>
            <a:spLocks/>
          </p:cNvSpPr>
          <p:nvPr/>
        </p:nvSpPr>
        <p:spPr>
          <a:xfrm>
            <a:off x="5361919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03EFBA81-ED0F-01B4-7EB1-CA06EAADDDB2}"/>
              </a:ext>
            </a:extLst>
          </p:cNvPr>
          <p:cNvSpPr>
            <a:spLocks/>
          </p:cNvSpPr>
          <p:nvPr/>
        </p:nvSpPr>
        <p:spPr>
          <a:xfrm>
            <a:off x="4232491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4D3EA9CB-4362-12EC-D7BB-5682AF8C46FC}"/>
              </a:ext>
            </a:extLst>
          </p:cNvPr>
          <p:cNvSpPr>
            <a:spLocks/>
          </p:cNvSpPr>
          <p:nvPr/>
        </p:nvSpPr>
        <p:spPr>
          <a:xfrm>
            <a:off x="3931977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9873D26E-5C9E-F7D2-5A2C-615BFE004A56}"/>
              </a:ext>
            </a:extLst>
          </p:cNvPr>
          <p:cNvSpPr>
            <a:spLocks/>
          </p:cNvSpPr>
          <p:nvPr/>
        </p:nvSpPr>
        <p:spPr>
          <a:xfrm>
            <a:off x="4510368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EF9D1AA2-E874-A41E-A903-187248DFDC00}"/>
              </a:ext>
            </a:extLst>
          </p:cNvPr>
          <p:cNvSpPr>
            <a:spLocks/>
          </p:cNvSpPr>
          <p:nvPr/>
        </p:nvSpPr>
        <p:spPr>
          <a:xfrm>
            <a:off x="4580625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6F99FD42-4F97-5186-E4FD-CBBF73F51C36}"/>
              </a:ext>
            </a:extLst>
          </p:cNvPr>
          <p:cNvSpPr>
            <a:spLocks/>
          </p:cNvSpPr>
          <p:nvPr/>
        </p:nvSpPr>
        <p:spPr>
          <a:xfrm>
            <a:off x="3931977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105D3455-EE87-A14B-9C99-9FF8E363F1F3}"/>
              </a:ext>
            </a:extLst>
          </p:cNvPr>
          <p:cNvSpPr>
            <a:spLocks/>
          </p:cNvSpPr>
          <p:nvPr/>
        </p:nvSpPr>
        <p:spPr>
          <a:xfrm>
            <a:off x="4713720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928D2EF-96C7-4114-215C-3CF3C477AA37}"/>
              </a:ext>
            </a:extLst>
          </p:cNvPr>
          <p:cNvSpPr>
            <a:spLocks/>
          </p:cNvSpPr>
          <p:nvPr/>
        </p:nvSpPr>
        <p:spPr>
          <a:xfrm>
            <a:off x="4866354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76EA11F6-5C50-B17C-0D9D-99999E3D5B19}"/>
              </a:ext>
            </a:extLst>
          </p:cNvPr>
          <p:cNvSpPr>
            <a:spLocks/>
          </p:cNvSpPr>
          <p:nvPr/>
        </p:nvSpPr>
        <p:spPr>
          <a:xfrm>
            <a:off x="3931977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81EB793-04E1-5262-1981-DD8F92E163DC}"/>
              </a:ext>
            </a:extLst>
          </p:cNvPr>
          <p:cNvSpPr>
            <a:spLocks/>
          </p:cNvSpPr>
          <p:nvPr/>
        </p:nvSpPr>
        <p:spPr>
          <a:xfrm>
            <a:off x="5135258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B679E7C2-2D25-691D-5F9A-434E99D159D9}"/>
              </a:ext>
            </a:extLst>
          </p:cNvPr>
          <p:cNvSpPr>
            <a:spLocks/>
          </p:cNvSpPr>
          <p:nvPr/>
        </p:nvSpPr>
        <p:spPr>
          <a:xfrm>
            <a:off x="4072835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9DC93BCB-0E20-F8AB-0770-D0CCFC440DCF}"/>
              </a:ext>
            </a:extLst>
          </p:cNvPr>
          <p:cNvSpPr>
            <a:spLocks/>
          </p:cNvSpPr>
          <p:nvPr/>
        </p:nvSpPr>
        <p:spPr>
          <a:xfrm>
            <a:off x="3931977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3C389F02-5F5F-0BE9-D75B-B5CBC9BE3A02}"/>
              </a:ext>
            </a:extLst>
          </p:cNvPr>
          <p:cNvSpPr>
            <a:spLocks/>
          </p:cNvSpPr>
          <p:nvPr/>
        </p:nvSpPr>
        <p:spPr>
          <a:xfrm>
            <a:off x="3931977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49C325C8-6124-14CB-5F58-AEB7A9D776AB}"/>
              </a:ext>
            </a:extLst>
          </p:cNvPr>
          <p:cNvSpPr>
            <a:spLocks/>
          </p:cNvSpPr>
          <p:nvPr/>
        </p:nvSpPr>
        <p:spPr>
          <a:xfrm>
            <a:off x="4405590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E21B3D2D-B998-915C-F53B-56C88CCEDC3F}"/>
              </a:ext>
            </a:extLst>
          </p:cNvPr>
          <p:cNvSpPr>
            <a:spLocks/>
          </p:cNvSpPr>
          <p:nvPr/>
        </p:nvSpPr>
        <p:spPr>
          <a:xfrm>
            <a:off x="3931977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BB5769EE-F98A-CEF9-A408-25B4AC16E61F}"/>
              </a:ext>
            </a:extLst>
          </p:cNvPr>
          <p:cNvSpPr>
            <a:spLocks/>
          </p:cNvSpPr>
          <p:nvPr/>
        </p:nvSpPr>
        <p:spPr>
          <a:xfrm>
            <a:off x="5029047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9C63C1F2-B9AE-EDDB-3571-03AFA8A6BEC9}"/>
              </a:ext>
            </a:extLst>
          </p:cNvPr>
          <p:cNvSpPr>
            <a:spLocks/>
          </p:cNvSpPr>
          <p:nvPr/>
        </p:nvSpPr>
        <p:spPr>
          <a:xfrm>
            <a:off x="3931977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E61C8626-7AF3-36DB-4D41-74C679B6A7E5}"/>
              </a:ext>
            </a:extLst>
          </p:cNvPr>
          <p:cNvSpPr>
            <a:spLocks/>
          </p:cNvSpPr>
          <p:nvPr/>
        </p:nvSpPr>
        <p:spPr>
          <a:xfrm>
            <a:off x="4606802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6F185777-DDA2-50E3-9507-BE876BEEC513}"/>
              </a:ext>
            </a:extLst>
          </p:cNvPr>
          <p:cNvSpPr>
            <a:spLocks/>
          </p:cNvSpPr>
          <p:nvPr/>
        </p:nvSpPr>
        <p:spPr>
          <a:xfrm>
            <a:off x="4640869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3BBFA118-295A-0C32-88C4-8F5A525D3D7E}"/>
              </a:ext>
            </a:extLst>
          </p:cNvPr>
          <p:cNvSpPr>
            <a:spLocks/>
          </p:cNvSpPr>
          <p:nvPr/>
        </p:nvSpPr>
        <p:spPr>
          <a:xfrm>
            <a:off x="4724684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0732A33A-2E4D-0566-81B0-685386367C87}"/>
              </a:ext>
            </a:extLst>
          </p:cNvPr>
          <p:cNvSpPr>
            <a:spLocks/>
          </p:cNvSpPr>
          <p:nvPr/>
        </p:nvSpPr>
        <p:spPr>
          <a:xfrm>
            <a:off x="5312390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6B02827B-8966-DD4B-1C6B-4130EF914DE1}"/>
              </a:ext>
            </a:extLst>
          </p:cNvPr>
          <p:cNvSpPr>
            <a:spLocks/>
          </p:cNvSpPr>
          <p:nvPr/>
        </p:nvSpPr>
        <p:spPr>
          <a:xfrm>
            <a:off x="4440214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7F98A4CB-298A-5A23-8AA1-0C3D16D8DAB2}"/>
              </a:ext>
            </a:extLst>
          </p:cNvPr>
          <p:cNvSpPr>
            <a:spLocks/>
          </p:cNvSpPr>
          <p:nvPr/>
        </p:nvSpPr>
        <p:spPr>
          <a:xfrm>
            <a:off x="4736631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8B1A8E32-6596-5C96-AB66-CCD554536BBF}"/>
              </a:ext>
            </a:extLst>
          </p:cNvPr>
          <p:cNvSpPr>
            <a:spLocks/>
          </p:cNvSpPr>
          <p:nvPr/>
        </p:nvSpPr>
        <p:spPr>
          <a:xfrm>
            <a:off x="3931977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5786B131-9B48-0D4B-7F2B-A12E69C37A67}"/>
              </a:ext>
            </a:extLst>
          </p:cNvPr>
          <p:cNvSpPr>
            <a:spLocks/>
          </p:cNvSpPr>
          <p:nvPr/>
        </p:nvSpPr>
        <p:spPr>
          <a:xfrm>
            <a:off x="4076005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287EA5FF-66D3-3F42-BDC2-0642FF734349}"/>
              </a:ext>
            </a:extLst>
          </p:cNvPr>
          <p:cNvSpPr>
            <a:spLocks/>
          </p:cNvSpPr>
          <p:nvPr/>
        </p:nvSpPr>
        <p:spPr>
          <a:xfrm>
            <a:off x="4872303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B720089F-96D9-B678-F66E-F42907BD75F8}"/>
              </a:ext>
            </a:extLst>
          </p:cNvPr>
          <p:cNvSpPr>
            <a:spLocks/>
          </p:cNvSpPr>
          <p:nvPr/>
        </p:nvSpPr>
        <p:spPr>
          <a:xfrm>
            <a:off x="4503907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5721A29C-D8CB-96C7-23E8-F2E351319E43}"/>
              </a:ext>
            </a:extLst>
          </p:cNvPr>
          <p:cNvSpPr>
            <a:spLocks/>
          </p:cNvSpPr>
          <p:nvPr/>
        </p:nvSpPr>
        <p:spPr>
          <a:xfrm>
            <a:off x="3931977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E5B32272-6DBE-B88B-3066-30009E87250D}"/>
              </a:ext>
            </a:extLst>
          </p:cNvPr>
          <p:cNvSpPr>
            <a:spLocks/>
          </p:cNvSpPr>
          <p:nvPr/>
        </p:nvSpPr>
        <p:spPr>
          <a:xfrm>
            <a:off x="4462776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7A98F07E-120E-C74C-8F2D-CAC3104E2EAF}"/>
              </a:ext>
            </a:extLst>
          </p:cNvPr>
          <p:cNvSpPr>
            <a:spLocks/>
          </p:cNvSpPr>
          <p:nvPr/>
        </p:nvSpPr>
        <p:spPr>
          <a:xfrm>
            <a:off x="3963948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12ADB7F1-371B-9266-971B-9AD6C07A66E6}"/>
              </a:ext>
            </a:extLst>
          </p:cNvPr>
          <p:cNvSpPr>
            <a:spLocks/>
          </p:cNvSpPr>
          <p:nvPr/>
        </p:nvSpPr>
        <p:spPr>
          <a:xfrm>
            <a:off x="3963948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708E8219-FD8F-A351-B80A-AE4AC92772C4}"/>
              </a:ext>
            </a:extLst>
          </p:cNvPr>
          <p:cNvSpPr>
            <a:spLocks/>
          </p:cNvSpPr>
          <p:nvPr/>
        </p:nvSpPr>
        <p:spPr>
          <a:xfrm>
            <a:off x="3485118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BFA400E3-4A41-352E-0712-03CF65470516}"/>
              </a:ext>
            </a:extLst>
          </p:cNvPr>
          <p:cNvSpPr>
            <a:spLocks/>
          </p:cNvSpPr>
          <p:nvPr/>
        </p:nvSpPr>
        <p:spPr>
          <a:xfrm>
            <a:off x="3963948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A9EDAAE6-9AFA-28AA-D7D5-57D5AE65DA39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D0CE01D9-9135-8A32-3DA1-32FB6EF4F498}"/>
              </a:ext>
            </a:extLst>
          </p:cNvPr>
          <p:cNvSpPr>
            <a:spLocks/>
          </p:cNvSpPr>
          <p:nvPr/>
        </p:nvSpPr>
        <p:spPr>
          <a:xfrm>
            <a:off x="5946917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B3F642F-7E59-BE0E-F542-2F64ED05F6A8}"/>
              </a:ext>
            </a:extLst>
          </p:cNvPr>
          <p:cNvSpPr>
            <a:spLocks/>
          </p:cNvSpPr>
          <p:nvPr/>
        </p:nvSpPr>
        <p:spPr>
          <a:xfrm>
            <a:off x="5946917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2DDE0980-877C-C73A-2AEE-D6376A76F334}"/>
              </a:ext>
            </a:extLst>
          </p:cNvPr>
          <p:cNvSpPr>
            <a:spLocks/>
          </p:cNvSpPr>
          <p:nvPr/>
        </p:nvSpPr>
        <p:spPr>
          <a:xfrm>
            <a:off x="5946917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4EEA81BA-3137-1E80-CF24-532A2857DD69}"/>
              </a:ext>
            </a:extLst>
          </p:cNvPr>
          <p:cNvSpPr>
            <a:spLocks/>
          </p:cNvSpPr>
          <p:nvPr/>
        </p:nvSpPr>
        <p:spPr>
          <a:xfrm>
            <a:off x="5946917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4B439B55-5F3D-2D72-8645-0C21D143D49C}"/>
              </a:ext>
            </a:extLst>
          </p:cNvPr>
          <p:cNvSpPr>
            <a:spLocks/>
          </p:cNvSpPr>
          <p:nvPr/>
        </p:nvSpPr>
        <p:spPr>
          <a:xfrm>
            <a:off x="5946917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70BBF4F9-0EDC-0676-BF9C-83E28C2E248C}"/>
              </a:ext>
            </a:extLst>
          </p:cNvPr>
          <p:cNvSpPr>
            <a:spLocks/>
          </p:cNvSpPr>
          <p:nvPr/>
        </p:nvSpPr>
        <p:spPr>
          <a:xfrm>
            <a:off x="5946917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F32FCE29-BCD1-EDB6-DF36-299C2808677B}"/>
              </a:ext>
            </a:extLst>
          </p:cNvPr>
          <p:cNvSpPr>
            <a:spLocks/>
          </p:cNvSpPr>
          <p:nvPr/>
        </p:nvSpPr>
        <p:spPr>
          <a:xfrm>
            <a:off x="5946917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D29C6477-D2EF-B755-A7D7-C6D58B2562A8}"/>
              </a:ext>
            </a:extLst>
          </p:cNvPr>
          <p:cNvSpPr>
            <a:spLocks/>
          </p:cNvSpPr>
          <p:nvPr/>
        </p:nvSpPr>
        <p:spPr>
          <a:xfrm>
            <a:off x="5946917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37EE7CA0-ABF1-6F05-708D-237CD33EF753}"/>
              </a:ext>
            </a:extLst>
          </p:cNvPr>
          <p:cNvSpPr>
            <a:spLocks/>
          </p:cNvSpPr>
          <p:nvPr/>
        </p:nvSpPr>
        <p:spPr>
          <a:xfrm>
            <a:off x="5946917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F40A0DED-0002-D046-198A-313C573F0F1B}"/>
              </a:ext>
            </a:extLst>
          </p:cNvPr>
          <p:cNvSpPr>
            <a:spLocks/>
          </p:cNvSpPr>
          <p:nvPr/>
        </p:nvSpPr>
        <p:spPr>
          <a:xfrm>
            <a:off x="5946917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3B77541A-0D33-63C9-CFF2-DC457F6EC8BC}"/>
              </a:ext>
            </a:extLst>
          </p:cNvPr>
          <p:cNvSpPr>
            <a:spLocks/>
          </p:cNvSpPr>
          <p:nvPr/>
        </p:nvSpPr>
        <p:spPr>
          <a:xfrm>
            <a:off x="5946917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75A4A96B-6F44-B0E0-7DEF-C9987FBCB3D1}"/>
              </a:ext>
            </a:extLst>
          </p:cNvPr>
          <p:cNvSpPr>
            <a:spLocks/>
          </p:cNvSpPr>
          <p:nvPr/>
        </p:nvSpPr>
        <p:spPr>
          <a:xfrm>
            <a:off x="5946917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6AD07F00-A38F-F0FC-6077-B6A499EAA75F}"/>
              </a:ext>
            </a:extLst>
          </p:cNvPr>
          <p:cNvSpPr>
            <a:spLocks/>
          </p:cNvSpPr>
          <p:nvPr/>
        </p:nvSpPr>
        <p:spPr>
          <a:xfrm>
            <a:off x="5946917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B95EF71D-7AE7-1060-BF6C-7AC5EE8AE1DB}"/>
              </a:ext>
            </a:extLst>
          </p:cNvPr>
          <p:cNvSpPr>
            <a:spLocks/>
          </p:cNvSpPr>
          <p:nvPr/>
        </p:nvSpPr>
        <p:spPr>
          <a:xfrm>
            <a:off x="5946917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F79F03C5-79E3-0654-16EB-A2F105079D1C}"/>
              </a:ext>
            </a:extLst>
          </p:cNvPr>
          <p:cNvSpPr>
            <a:spLocks/>
          </p:cNvSpPr>
          <p:nvPr/>
        </p:nvSpPr>
        <p:spPr>
          <a:xfrm>
            <a:off x="5946917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5688CFFF-8D2B-DBE1-C088-1387EC1E9C8A}"/>
              </a:ext>
            </a:extLst>
          </p:cNvPr>
          <p:cNvSpPr>
            <a:spLocks/>
          </p:cNvSpPr>
          <p:nvPr/>
        </p:nvSpPr>
        <p:spPr>
          <a:xfrm>
            <a:off x="5946917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9727A5A5-A481-10C2-34E1-0D0E1E199534}"/>
              </a:ext>
            </a:extLst>
          </p:cNvPr>
          <p:cNvSpPr>
            <a:spLocks/>
          </p:cNvSpPr>
          <p:nvPr/>
        </p:nvSpPr>
        <p:spPr>
          <a:xfrm>
            <a:off x="5946917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0CDD8A07-96CE-B368-1636-9A07D7767E9D}"/>
              </a:ext>
            </a:extLst>
          </p:cNvPr>
          <p:cNvSpPr>
            <a:spLocks/>
          </p:cNvSpPr>
          <p:nvPr/>
        </p:nvSpPr>
        <p:spPr>
          <a:xfrm>
            <a:off x="5946917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1C81F21A-A042-4610-9DE0-2501C86BAA05}"/>
              </a:ext>
            </a:extLst>
          </p:cNvPr>
          <p:cNvSpPr>
            <a:spLocks/>
          </p:cNvSpPr>
          <p:nvPr/>
        </p:nvSpPr>
        <p:spPr>
          <a:xfrm>
            <a:off x="5946917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C1FA667F-93CD-EEF6-9D26-7CD2373A4FC5}"/>
              </a:ext>
            </a:extLst>
          </p:cNvPr>
          <p:cNvSpPr>
            <a:spLocks/>
          </p:cNvSpPr>
          <p:nvPr/>
        </p:nvSpPr>
        <p:spPr>
          <a:xfrm>
            <a:off x="5946917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9A2DC514-11AA-189D-7DCC-116020FE9E58}"/>
              </a:ext>
            </a:extLst>
          </p:cNvPr>
          <p:cNvSpPr>
            <a:spLocks/>
          </p:cNvSpPr>
          <p:nvPr/>
        </p:nvSpPr>
        <p:spPr>
          <a:xfrm>
            <a:off x="5946917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49CA45F8-7EB0-4A5B-F748-79E1803A4B9C}"/>
              </a:ext>
            </a:extLst>
          </p:cNvPr>
          <p:cNvSpPr>
            <a:spLocks/>
          </p:cNvSpPr>
          <p:nvPr/>
        </p:nvSpPr>
        <p:spPr>
          <a:xfrm>
            <a:off x="5946917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9B9179BB-1B8E-7F49-7692-7CBD701D6C5D}"/>
              </a:ext>
            </a:extLst>
          </p:cNvPr>
          <p:cNvSpPr>
            <a:spLocks/>
          </p:cNvSpPr>
          <p:nvPr/>
        </p:nvSpPr>
        <p:spPr>
          <a:xfrm>
            <a:off x="5946917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614F83A0-1035-1E71-F361-D186C56D823A}"/>
              </a:ext>
            </a:extLst>
          </p:cNvPr>
          <p:cNvSpPr>
            <a:spLocks/>
          </p:cNvSpPr>
          <p:nvPr/>
        </p:nvSpPr>
        <p:spPr>
          <a:xfrm>
            <a:off x="5946917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649D4259-A837-7F92-7F33-BA25390C3D9C}"/>
              </a:ext>
            </a:extLst>
          </p:cNvPr>
          <p:cNvSpPr>
            <a:spLocks/>
          </p:cNvSpPr>
          <p:nvPr/>
        </p:nvSpPr>
        <p:spPr>
          <a:xfrm>
            <a:off x="5946917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31CB56B3-F8C1-63CE-8CF8-9C8A60E19219}"/>
              </a:ext>
            </a:extLst>
          </p:cNvPr>
          <p:cNvSpPr>
            <a:spLocks/>
          </p:cNvSpPr>
          <p:nvPr/>
        </p:nvSpPr>
        <p:spPr>
          <a:xfrm>
            <a:off x="5946917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4E88AE28-7E35-5371-657C-53C638F3B4BC}"/>
              </a:ext>
            </a:extLst>
          </p:cNvPr>
          <p:cNvSpPr>
            <a:spLocks/>
          </p:cNvSpPr>
          <p:nvPr/>
        </p:nvSpPr>
        <p:spPr>
          <a:xfrm>
            <a:off x="5946917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EC678E41-F131-A214-319B-2D33C4B76F8E}"/>
              </a:ext>
            </a:extLst>
          </p:cNvPr>
          <p:cNvSpPr>
            <a:spLocks/>
          </p:cNvSpPr>
          <p:nvPr/>
        </p:nvSpPr>
        <p:spPr>
          <a:xfrm>
            <a:off x="5946917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7AC455C6-F7E1-EB9E-4D3D-4C9370F142D3}"/>
              </a:ext>
            </a:extLst>
          </p:cNvPr>
          <p:cNvSpPr>
            <a:spLocks/>
          </p:cNvSpPr>
          <p:nvPr/>
        </p:nvSpPr>
        <p:spPr>
          <a:xfrm>
            <a:off x="5946917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51240D00-C0BD-28CB-F26A-263E4D0F20BC}"/>
              </a:ext>
            </a:extLst>
          </p:cNvPr>
          <p:cNvSpPr>
            <a:spLocks/>
          </p:cNvSpPr>
          <p:nvPr/>
        </p:nvSpPr>
        <p:spPr>
          <a:xfrm>
            <a:off x="5946917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884337EC-CDBF-4BD1-3A5D-6722E835E478}"/>
              </a:ext>
            </a:extLst>
          </p:cNvPr>
          <p:cNvSpPr>
            <a:spLocks/>
          </p:cNvSpPr>
          <p:nvPr/>
        </p:nvSpPr>
        <p:spPr>
          <a:xfrm>
            <a:off x="5946917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0159E714-5B56-2C5B-C463-48DCA1E4BE37}"/>
              </a:ext>
            </a:extLst>
          </p:cNvPr>
          <p:cNvSpPr>
            <a:spLocks/>
          </p:cNvSpPr>
          <p:nvPr/>
        </p:nvSpPr>
        <p:spPr>
          <a:xfrm>
            <a:off x="5946917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81D0D210-223F-457A-A84D-02F5C877EE94}"/>
              </a:ext>
            </a:extLst>
          </p:cNvPr>
          <p:cNvSpPr>
            <a:spLocks/>
          </p:cNvSpPr>
          <p:nvPr/>
        </p:nvSpPr>
        <p:spPr>
          <a:xfrm>
            <a:off x="5946917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8391AB11-ECC4-DD46-3B10-B916DBAB2CB6}"/>
              </a:ext>
            </a:extLst>
          </p:cNvPr>
          <p:cNvSpPr>
            <a:spLocks/>
          </p:cNvSpPr>
          <p:nvPr/>
        </p:nvSpPr>
        <p:spPr>
          <a:xfrm>
            <a:off x="5946917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4E268C6E-69C1-B383-90CD-F09498B69A1A}"/>
              </a:ext>
            </a:extLst>
          </p:cNvPr>
          <p:cNvSpPr>
            <a:spLocks/>
          </p:cNvSpPr>
          <p:nvPr/>
        </p:nvSpPr>
        <p:spPr>
          <a:xfrm>
            <a:off x="5946917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28A0572E-1D6D-24BB-218B-515CDFB1BAD1}"/>
              </a:ext>
            </a:extLst>
          </p:cNvPr>
          <p:cNvSpPr>
            <a:spLocks/>
          </p:cNvSpPr>
          <p:nvPr/>
        </p:nvSpPr>
        <p:spPr>
          <a:xfrm>
            <a:off x="5946917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3C403D5C-D928-C334-D626-7E68416E4DD9}"/>
              </a:ext>
            </a:extLst>
          </p:cNvPr>
          <p:cNvSpPr>
            <a:spLocks/>
          </p:cNvSpPr>
          <p:nvPr/>
        </p:nvSpPr>
        <p:spPr>
          <a:xfrm>
            <a:off x="5946917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311BD99A-5C91-AB06-8725-EF64F8732A2D}"/>
              </a:ext>
            </a:extLst>
          </p:cNvPr>
          <p:cNvSpPr>
            <a:spLocks/>
          </p:cNvSpPr>
          <p:nvPr/>
        </p:nvSpPr>
        <p:spPr>
          <a:xfrm>
            <a:off x="5946917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C6DFE1B3-7F1C-43EF-11A4-BF3402352B15}"/>
              </a:ext>
            </a:extLst>
          </p:cNvPr>
          <p:cNvSpPr>
            <a:spLocks/>
          </p:cNvSpPr>
          <p:nvPr/>
        </p:nvSpPr>
        <p:spPr>
          <a:xfrm>
            <a:off x="5946917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EEF0DC4C-5A9F-66E8-A36D-EB52A5A9E9B6}"/>
              </a:ext>
            </a:extLst>
          </p:cNvPr>
          <p:cNvSpPr>
            <a:spLocks/>
          </p:cNvSpPr>
          <p:nvPr/>
        </p:nvSpPr>
        <p:spPr>
          <a:xfrm>
            <a:off x="5946917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3FA33926-DC22-6364-A3B6-4C558BA3215B}"/>
              </a:ext>
            </a:extLst>
          </p:cNvPr>
          <p:cNvSpPr>
            <a:spLocks/>
          </p:cNvSpPr>
          <p:nvPr/>
        </p:nvSpPr>
        <p:spPr>
          <a:xfrm>
            <a:off x="5946917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E247667D-C153-DD30-C62A-2EE6A7096F21}"/>
              </a:ext>
            </a:extLst>
          </p:cNvPr>
          <p:cNvSpPr>
            <a:spLocks/>
          </p:cNvSpPr>
          <p:nvPr/>
        </p:nvSpPr>
        <p:spPr>
          <a:xfrm>
            <a:off x="5946917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509E9A69-25D9-2521-E7FE-B90F5CA18B0C}"/>
              </a:ext>
            </a:extLst>
          </p:cNvPr>
          <p:cNvSpPr>
            <a:spLocks/>
          </p:cNvSpPr>
          <p:nvPr/>
        </p:nvSpPr>
        <p:spPr>
          <a:xfrm>
            <a:off x="5946917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C022697-C0EE-438C-C26A-289CCFF42BAF}"/>
              </a:ext>
            </a:extLst>
          </p:cNvPr>
          <p:cNvSpPr>
            <a:spLocks/>
          </p:cNvSpPr>
          <p:nvPr/>
        </p:nvSpPr>
        <p:spPr>
          <a:xfrm>
            <a:off x="5946917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7CE94216-1C35-A506-0453-C287E8F42685}"/>
              </a:ext>
            </a:extLst>
          </p:cNvPr>
          <p:cNvSpPr>
            <a:spLocks/>
          </p:cNvSpPr>
          <p:nvPr/>
        </p:nvSpPr>
        <p:spPr>
          <a:xfrm>
            <a:off x="5946917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A9BE79C4-2D7F-466C-7D95-36B2561006AF}"/>
              </a:ext>
            </a:extLst>
          </p:cNvPr>
          <p:cNvSpPr>
            <a:spLocks/>
          </p:cNvSpPr>
          <p:nvPr/>
        </p:nvSpPr>
        <p:spPr>
          <a:xfrm>
            <a:off x="5946917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BE5F5681-3EC7-00E6-9A19-94291DDD38B0}"/>
              </a:ext>
            </a:extLst>
          </p:cNvPr>
          <p:cNvSpPr>
            <a:spLocks/>
          </p:cNvSpPr>
          <p:nvPr/>
        </p:nvSpPr>
        <p:spPr>
          <a:xfrm>
            <a:off x="5946917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22F4C8B8-333B-55CF-9094-2F6AC7A3EF4E}"/>
              </a:ext>
            </a:extLst>
          </p:cNvPr>
          <p:cNvSpPr>
            <a:spLocks/>
          </p:cNvSpPr>
          <p:nvPr/>
        </p:nvSpPr>
        <p:spPr>
          <a:xfrm>
            <a:off x="5946917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9150D7D-88E2-5D78-34E9-2DFCB30F16DC}"/>
              </a:ext>
            </a:extLst>
          </p:cNvPr>
          <p:cNvSpPr>
            <a:spLocks/>
          </p:cNvSpPr>
          <p:nvPr/>
        </p:nvSpPr>
        <p:spPr>
          <a:xfrm>
            <a:off x="5946917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F4D9B435-D3DA-78D5-36B8-451E5088BCF1}"/>
              </a:ext>
            </a:extLst>
          </p:cNvPr>
          <p:cNvSpPr>
            <a:spLocks/>
          </p:cNvSpPr>
          <p:nvPr/>
        </p:nvSpPr>
        <p:spPr>
          <a:xfrm>
            <a:off x="5946917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AB5EA8C6-A44D-4784-0972-A3AB1126B598}"/>
              </a:ext>
            </a:extLst>
          </p:cNvPr>
          <p:cNvSpPr>
            <a:spLocks/>
          </p:cNvSpPr>
          <p:nvPr/>
        </p:nvSpPr>
        <p:spPr>
          <a:xfrm>
            <a:off x="5946917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BCE6FF1F-13FC-D5BA-3AB7-F188447367D5}"/>
              </a:ext>
            </a:extLst>
          </p:cNvPr>
          <p:cNvSpPr>
            <a:spLocks/>
          </p:cNvSpPr>
          <p:nvPr/>
        </p:nvSpPr>
        <p:spPr>
          <a:xfrm>
            <a:off x="5946917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F805E641-2F21-A02E-709D-466C90C106FF}"/>
              </a:ext>
            </a:extLst>
          </p:cNvPr>
          <p:cNvSpPr>
            <a:spLocks/>
          </p:cNvSpPr>
          <p:nvPr/>
        </p:nvSpPr>
        <p:spPr>
          <a:xfrm>
            <a:off x="5946917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D98D4201-43D6-8139-47F4-73ED5C133E4F}"/>
              </a:ext>
            </a:extLst>
          </p:cNvPr>
          <p:cNvSpPr>
            <a:spLocks/>
          </p:cNvSpPr>
          <p:nvPr/>
        </p:nvSpPr>
        <p:spPr>
          <a:xfrm>
            <a:off x="5946917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BBD60942-ADE0-DA5E-41C3-71275A083EB3}"/>
              </a:ext>
            </a:extLst>
          </p:cNvPr>
          <p:cNvSpPr>
            <a:spLocks/>
          </p:cNvSpPr>
          <p:nvPr/>
        </p:nvSpPr>
        <p:spPr>
          <a:xfrm>
            <a:off x="5946917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329350BD-5E5A-3495-B1DA-12E0E5DA6E40}"/>
              </a:ext>
            </a:extLst>
          </p:cNvPr>
          <p:cNvSpPr>
            <a:spLocks/>
          </p:cNvSpPr>
          <p:nvPr/>
        </p:nvSpPr>
        <p:spPr>
          <a:xfrm>
            <a:off x="5946917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DE6E37F2-1276-9F3A-FC85-906B638E12A8}"/>
              </a:ext>
            </a:extLst>
          </p:cNvPr>
          <p:cNvSpPr>
            <a:spLocks/>
          </p:cNvSpPr>
          <p:nvPr/>
        </p:nvSpPr>
        <p:spPr>
          <a:xfrm>
            <a:off x="5946917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714C79CC-9B5C-EE46-00ED-C55976029822}"/>
              </a:ext>
            </a:extLst>
          </p:cNvPr>
          <p:cNvSpPr>
            <a:spLocks/>
          </p:cNvSpPr>
          <p:nvPr/>
        </p:nvSpPr>
        <p:spPr>
          <a:xfrm>
            <a:off x="5946917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31B6720C-A8A3-97C0-5AAB-E902A872076D}"/>
              </a:ext>
            </a:extLst>
          </p:cNvPr>
          <p:cNvSpPr>
            <a:spLocks/>
          </p:cNvSpPr>
          <p:nvPr/>
        </p:nvSpPr>
        <p:spPr>
          <a:xfrm>
            <a:off x="5946917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EB866C84-1C59-E34C-1982-67D4F22A6F33}"/>
              </a:ext>
            </a:extLst>
          </p:cNvPr>
          <p:cNvSpPr>
            <a:spLocks/>
          </p:cNvSpPr>
          <p:nvPr/>
        </p:nvSpPr>
        <p:spPr>
          <a:xfrm>
            <a:off x="5946917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62721DD2-91F7-8F1E-E395-3ABD3F8119B7}"/>
              </a:ext>
            </a:extLst>
          </p:cNvPr>
          <p:cNvSpPr>
            <a:spLocks/>
          </p:cNvSpPr>
          <p:nvPr/>
        </p:nvSpPr>
        <p:spPr>
          <a:xfrm>
            <a:off x="5946917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FA7E733A-01A6-03D7-EF35-D23F43ED9B61}"/>
              </a:ext>
            </a:extLst>
          </p:cNvPr>
          <p:cNvSpPr>
            <a:spLocks/>
          </p:cNvSpPr>
          <p:nvPr/>
        </p:nvSpPr>
        <p:spPr>
          <a:xfrm>
            <a:off x="5946917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CC439BF4-F575-1C32-9FC0-064C24125A30}"/>
              </a:ext>
            </a:extLst>
          </p:cNvPr>
          <p:cNvSpPr>
            <a:spLocks/>
          </p:cNvSpPr>
          <p:nvPr/>
        </p:nvSpPr>
        <p:spPr>
          <a:xfrm>
            <a:off x="5946917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75F02041-0A7A-930F-FF1C-8873CC4F6167}"/>
              </a:ext>
            </a:extLst>
          </p:cNvPr>
          <p:cNvSpPr>
            <a:spLocks/>
          </p:cNvSpPr>
          <p:nvPr/>
        </p:nvSpPr>
        <p:spPr>
          <a:xfrm>
            <a:off x="5946917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75102674-E2F2-70A8-65A1-B43B2B613B1E}"/>
              </a:ext>
            </a:extLst>
          </p:cNvPr>
          <p:cNvSpPr>
            <a:spLocks/>
          </p:cNvSpPr>
          <p:nvPr/>
        </p:nvSpPr>
        <p:spPr>
          <a:xfrm>
            <a:off x="5946917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0F887C7-DD8D-889B-7648-633FF21B68E8}"/>
              </a:ext>
            </a:extLst>
          </p:cNvPr>
          <p:cNvSpPr>
            <a:spLocks/>
          </p:cNvSpPr>
          <p:nvPr/>
        </p:nvSpPr>
        <p:spPr>
          <a:xfrm>
            <a:off x="5946917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E1732BFB-1044-ABFC-E518-3C002CF4788A}"/>
              </a:ext>
            </a:extLst>
          </p:cNvPr>
          <p:cNvSpPr>
            <a:spLocks/>
          </p:cNvSpPr>
          <p:nvPr/>
        </p:nvSpPr>
        <p:spPr>
          <a:xfrm>
            <a:off x="5946917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25757B0C-E424-7E4E-DDD8-F75F3393BE82}"/>
              </a:ext>
            </a:extLst>
          </p:cNvPr>
          <p:cNvSpPr>
            <a:spLocks/>
          </p:cNvSpPr>
          <p:nvPr/>
        </p:nvSpPr>
        <p:spPr>
          <a:xfrm>
            <a:off x="5946917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A4794B1A-FAF2-7D3C-0D5E-B29BBE2EEED2}"/>
              </a:ext>
            </a:extLst>
          </p:cNvPr>
          <p:cNvSpPr>
            <a:spLocks/>
          </p:cNvSpPr>
          <p:nvPr/>
        </p:nvSpPr>
        <p:spPr>
          <a:xfrm>
            <a:off x="5946917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2E7297D8-29E6-A5BB-36DE-9E305B1B5072}"/>
              </a:ext>
            </a:extLst>
          </p:cNvPr>
          <p:cNvSpPr>
            <a:spLocks/>
          </p:cNvSpPr>
          <p:nvPr/>
        </p:nvSpPr>
        <p:spPr>
          <a:xfrm>
            <a:off x="5946917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87CE0ECE-8554-FF65-98B9-44EEB38CAFED}"/>
              </a:ext>
            </a:extLst>
          </p:cNvPr>
          <p:cNvSpPr>
            <a:spLocks/>
          </p:cNvSpPr>
          <p:nvPr/>
        </p:nvSpPr>
        <p:spPr>
          <a:xfrm>
            <a:off x="5946917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DB827E75-FEBA-97C7-42CD-C120B424EF73}"/>
              </a:ext>
            </a:extLst>
          </p:cNvPr>
          <p:cNvSpPr>
            <a:spLocks/>
          </p:cNvSpPr>
          <p:nvPr/>
        </p:nvSpPr>
        <p:spPr>
          <a:xfrm>
            <a:off x="5946917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2B61B999-B750-5886-7AA8-C614D336D5F2}"/>
              </a:ext>
            </a:extLst>
          </p:cNvPr>
          <p:cNvSpPr>
            <a:spLocks/>
          </p:cNvSpPr>
          <p:nvPr/>
        </p:nvSpPr>
        <p:spPr>
          <a:xfrm>
            <a:off x="5946917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C2CFF28D-CB57-89BD-5270-398EAD7EB5C8}"/>
              </a:ext>
            </a:extLst>
          </p:cNvPr>
          <p:cNvSpPr>
            <a:spLocks/>
          </p:cNvSpPr>
          <p:nvPr/>
        </p:nvSpPr>
        <p:spPr>
          <a:xfrm>
            <a:off x="5946917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6584A237-74C8-67AF-6C71-5E6F92101C62}"/>
              </a:ext>
            </a:extLst>
          </p:cNvPr>
          <p:cNvSpPr>
            <a:spLocks/>
          </p:cNvSpPr>
          <p:nvPr/>
        </p:nvSpPr>
        <p:spPr>
          <a:xfrm>
            <a:off x="5946917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6BCE6419-5475-6E8B-64BA-B19F2D4F857B}"/>
              </a:ext>
            </a:extLst>
          </p:cNvPr>
          <p:cNvSpPr>
            <a:spLocks/>
          </p:cNvSpPr>
          <p:nvPr/>
        </p:nvSpPr>
        <p:spPr>
          <a:xfrm>
            <a:off x="5946917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2DC3E3A4-9230-92C7-9CAE-68D384ED50E5}"/>
              </a:ext>
            </a:extLst>
          </p:cNvPr>
          <p:cNvSpPr>
            <a:spLocks/>
          </p:cNvSpPr>
          <p:nvPr/>
        </p:nvSpPr>
        <p:spPr>
          <a:xfrm>
            <a:off x="5946917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C556FA7-ED89-43A7-743C-598D6596E498}"/>
              </a:ext>
            </a:extLst>
          </p:cNvPr>
          <p:cNvSpPr>
            <a:spLocks/>
          </p:cNvSpPr>
          <p:nvPr/>
        </p:nvSpPr>
        <p:spPr>
          <a:xfrm>
            <a:off x="5946917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1C57555C-892B-5322-811D-8AE2E6A27C06}"/>
              </a:ext>
            </a:extLst>
          </p:cNvPr>
          <p:cNvSpPr>
            <a:spLocks/>
          </p:cNvSpPr>
          <p:nvPr/>
        </p:nvSpPr>
        <p:spPr>
          <a:xfrm>
            <a:off x="5946917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D7ACFFC1-B8EF-7CA6-47DD-CFC3C566A88B}"/>
              </a:ext>
            </a:extLst>
          </p:cNvPr>
          <p:cNvSpPr>
            <a:spLocks/>
          </p:cNvSpPr>
          <p:nvPr/>
        </p:nvSpPr>
        <p:spPr>
          <a:xfrm>
            <a:off x="5946917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58977007-215A-60C4-B556-47EA0D1A6A93}"/>
              </a:ext>
            </a:extLst>
          </p:cNvPr>
          <p:cNvSpPr>
            <a:spLocks/>
          </p:cNvSpPr>
          <p:nvPr/>
        </p:nvSpPr>
        <p:spPr>
          <a:xfrm>
            <a:off x="5946917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31862AD-DF5C-5F7B-AF9D-E7FA39B979A8}"/>
              </a:ext>
            </a:extLst>
          </p:cNvPr>
          <p:cNvSpPr>
            <a:spLocks/>
          </p:cNvSpPr>
          <p:nvPr/>
        </p:nvSpPr>
        <p:spPr>
          <a:xfrm>
            <a:off x="5946917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C60591A4-4151-17E3-F109-86CE81BCCBC2}"/>
              </a:ext>
            </a:extLst>
          </p:cNvPr>
          <p:cNvSpPr>
            <a:spLocks/>
          </p:cNvSpPr>
          <p:nvPr/>
        </p:nvSpPr>
        <p:spPr>
          <a:xfrm>
            <a:off x="5946917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EC605749-D5F3-2E81-BB9A-83559F9E8180}"/>
              </a:ext>
            </a:extLst>
          </p:cNvPr>
          <p:cNvSpPr>
            <a:spLocks/>
          </p:cNvSpPr>
          <p:nvPr/>
        </p:nvSpPr>
        <p:spPr>
          <a:xfrm>
            <a:off x="5946917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BBB18B02-2042-88E3-DA09-D27C402DCB5C}"/>
              </a:ext>
            </a:extLst>
          </p:cNvPr>
          <p:cNvSpPr>
            <a:spLocks/>
          </p:cNvSpPr>
          <p:nvPr/>
        </p:nvSpPr>
        <p:spPr>
          <a:xfrm>
            <a:off x="5946917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0ED33B45-8067-F56A-EEA7-EC63DC1A1B2A}"/>
              </a:ext>
            </a:extLst>
          </p:cNvPr>
          <p:cNvSpPr>
            <a:spLocks/>
          </p:cNvSpPr>
          <p:nvPr/>
        </p:nvSpPr>
        <p:spPr>
          <a:xfrm>
            <a:off x="5946917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148F581B-55C9-7595-1DA7-2887121DF4DC}"/>
              </a:ext>
            </a:extLst>
          </p:cNvPr>
          <p:cNvSpPr>
            <a:spLocks/>
          </p:cNvSpPr>
          <p:nvPr/>
        </p:nvSpPr>
        <p:spPr>
          <a:xfrm>
            <a:off x="5946917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6214FD5D-ECC3-F8D1-1036-4FCA2D979D3A}"/>
              </a:ext>
            </a:extLst>
          </p:cNvPr>
          <p:cNvSpPr>
            <a:spLocks/>
          </p:cNvSpPr>
          <p:nvPr/>
        </p:nvSpPr>
        <p:spPr>
          <a:xfrm>
            <a:off x="5946917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E3280A28-2380-029A-61DD-8465EADDE517}"/>
              </a:ext>
            </a:extLst>
          </p:cNvPr>
          <p:cNvSpPr>
            <a:spLocks/>
          </p:cNvSpPr>
          <p:nvPr/>
        </p:nvSpPr>
        <p:spPr>
          <a:xfrm>
            <a:off x="5946917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C6CA7E99-0E2D-D0E9-3905-5D1C1E0AEF5A}"/>
              </a:ext>
            </a:extLst>
          </p:cNvPr>
          <p:cNvSpPr>
            <a:spLocks/>
          </p:cNvSpPr>
          <p:nvPr/>
        </p:nvSpPr>
        <p:spPr>
          <a:xfrm>
            <a:off x="5946917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61C4146A-DB5E-2AB6-BEBD-A2AF138760C4}"/>
              </a:ext>
            </a:extLst>
          </p:cNvPr>
          <p:cNvSpPr>
            <a:spLocks/>
          </p:cNvSpPr>
          <p:nvPr/>
        </p:nvSpPr>
        <p:spPr>
          <a:xfrm>
            <a:off x="5946917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9C1883FF-42AC-340D-173B-1F1D38D22947}"/>
              </a:ext>
            </a:extLst>
          </p:cNvPr>
          <p:cNvSpPr>
            <a:spLocks/>
          </p:cNvSpPr>
          <p:nvPr/>
        </p:nvSpPr>
        <p:spPr>
          <a:xfrm>
            <a:off x="5946917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593565EF-44CD-5E78-0054-51E20AB76FE1}"/>
              </a:ext>
            </a:extLst>
          </p:cNvPr>
          <p:cNvSpPr>
            <a:spLocks/>
          </p:cNvSpPr>
          <p:nvPr/>
        </p:nvSpPr>
        <p:spPr>
          <a:xfrm>
            <a:off x="5946917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984D06AD-97B7-40B1-12E9-1C885B6E4D40}"/>
              </a:ext>
            </a:extLst>
          </p:cNvPr>
          <p:cNvSpPr>
            <a:spLocks/>
          </p:cNvSpPr>
          <p:nvPr/>
        </p:nvSpPr>
        <p:spPr>
          <a:xfrm>
            <a:off x="5946917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A6042896-FB2F-266A-4953-576CEE72983D}"/>
              </a:ext>
            </a:extLst>
          </p:cNvPr>
          <p:cNvSpPr>
            <a:spLocks/>
          </p:cNvSpPr>
          <p:nvPr/>
        </p:nvSpPr>
        <p:spPr>
          <a:xfrm>
            <a:off x="5946917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21E62FAA-A99D-F190-EB18-9012D12249AA}"/>
              </a:ext>
            </a:extLst>
          </p:cNvPr>
          <p:cNvSpPr>
            <a:spLocks/>
          </p:cNvSpPr>
          <p:nvPr/>
        </p:nvSpPr>
        <p:spPr>
          <a:xfrm>
            <a:off x="5946917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3063B1B6-71E2-ED9E-034A-F18586F8F5B0}"/>
              </a:ext>
            </a:extLst>
          </p:cNvPr>
          <p:cNvSpPr>
            <a:spLocks/>
          </p:cNvSpPr>
          <p:nvPr/>
        </p:nvSpPr>
        <p:spPr>
          <a:xfrm>
            <a:off x="5946917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8527E11D-5EBA-4707-0694-FEDF2178FB18}"/>
              </a:ext>
            </a:extLst>
          </p:cNvPr>
          <p:cNvSpPr>
            <a:spLocks/>
          </p:cNvSpPr>
          <p:nvPr/>
        </p:nvSpPr>
        <p:spPr>
          <a:xfrm>
            <a:off x="5946917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9221C657-0E2B-BE13-719F-308E23315B70}"/>
              </a:ext>
            </a:extLst>
          </p:cNvPr>
          <p:cNvSpPr>
            <a:spLocks/>
          </p:cNvSpPr>
          <p:nvPr/>
        </p:nvSpPr>
        <p:spPr>
          <a:xfrm>
            <a:off x="5946917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C4E9AF49-A00F-9E40-174C-69A505D0CB7F}"/>
              </a:ext>
            </a:extLst>
          </p:cNvPr>
          <p:cNvSpPr>
            <a:spLocks/>
          </p:cNvSpPr>
          <p:nvPr/>
        </p:nvSpPr>
        <p:spPr>
          <a:xfrm>
            <a:off x="5946917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C489CEE4-515C-0FA4-006D-C47B9E99B254}"/>
              </a:ext>
            </a:extLst>
          </p:cNvPr>
          <p:cNvSpPr>
            <a:spLocks/>
          </p:cNvSpPr>
          <p:nvPr/>
        </p:nvSpPr>
        <p:spPr>
          <a:xfrm>
            <a:off x="5946917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881F6B9B-22DE-D709-E2F4-9CC4C4EF21CC}"/>
              </a:ext>
            </a:extLst>
          </p:cNvPr>
          <p:cNvSpPr>
            <a:spLocks/>
          </p:cNvSpPr>
          <p:nvPr/>
        </p:nvSpPr>
        <p:spPr>
          <a:xfrm>
            <a:off x="5946917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A40CF8D4-D1D6-6003-2AB2-3E4A611CC85C}"/>
              </a:ext>
            </a:extLst>
          </p:cNvPr>
          <p:cNvSpPr>
            <a:spLocks/>
          </p:cNvSpPr>
          <p:nvPr/>
        </p:nvSpPr>
        <p:spPr>
          <a:xfrm>
            <a:off x="5946917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A9ECE15C-36B2-55B4-7CAB-4D2EB4EB0BC0}"/>
              </a:ext>
            </a:extLst>
          </p:cNvPr>
          <p:cNvSpPr>
            <a:spLocks/>
          </p:cNvSpPr>
          <p:nvPr/>
        </p:nvSpPr>
        <p:spPr>
          <a:xfrm>
            <a:off x="5946917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082E4EB9-FE33-B9CD-E7DB-0049B3B3CF50}"/>
              </a:ext>
            </a:extLst>
          </p:cNvPr>
          <p:cNvSpPr>
            <a:spLocks/>
          </p:cNvSpPr>
          <p:nvPr/>
        </p:nvSpPr>
        <p:spPr>
          <a:xfrm>
            <a:off x="5946917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3F097551-FDCE-E39C-3F7F-05E4561336B3}"/>
              </a:ext>
            </a:extLst>
          </p:cNvPr>
          <p:cNvSpPr>
            <a:spLocks/>
          </p:cNvSpPr>
          <p:nvPr/>
        </p:nvSpPr>
        <p:spPr>
          <a:xfrm>
            <a:off x="5946917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FD0162F5-55E3-DEA4-7153-65475FB82515}"/>
              </a:ext>
            </a:extLst>
          </p:cNvPr>
          <p:cNvSpPr>
            <a:spLocks/>
          </p:cNvSpPr>
          <p:nvPr/>
        </p:nvSpPr>
        <p:spPr>
          <a:xfrm>
            <a:off x="5946917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E586948C-4380-23B0-699A-4E2226294043}"/>
              </a:ext>
            </a:extLst>
          </p:cNvPr>
          <p:cNvSpPr>
            <a:spLocks/>
          </p:cNvSpPr>
          <p:nvPr/>
        </p:nvSpPr>
        <p:spPr>
          <a:xfrm>
            <a:off x="5946917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58DB5966-12EF-062F-538A-6A064C599CC7}"/>
              </a:ext>
            </a:extLst>
          </p:cNvPr>
          <p:cNvSpPr>
            <a:spLocks/>
          </p:cNvSpPr>
          <p:nvPr/>
        </p:nvSpPr>
        <p:spPr>
          <a:xfrm>
            <a:off x="5946917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1EBA7074-7DA9-7F2E-F589-181AAE63CD90}"/>
              </a:ext>
            </a:extLst>
          </p:cNvPr>
          <p:cNvSpPr>
            <a:spLocks/>
          </p:cNvSpPr>
          <p:nvPr/>
        </p:nvSpPr>
        <p:spPr>
          <a:xfrm>
            <a:off x="5946917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7027ACBC-EDE4-D798-1708-147C696DE98A}"/>
              </a:ext>
            </a:extLst>
          </p:cNvPr>
          <p:cNvSpPr>
            <a:spLocks/>
          </p:cNvSpPr>
          <p:nvPr/>
        </p:nvSpPr>
        <p:spPr>
          <a:xfrm>
            <a:off x="5946917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A6DDFF6-14E2-F0EB-85B3-EB5FA0C46C89}"/>
              </a:ext>
            </a:extLst>
          </p:cNvPr>
          <p:cNvSpPr>
            <a:spLocks/>
          </p:cNvSpPr>
          <p:nvPr/>
        </p:nvSpPr>
        <p:spPr>
          <a:xfrm>
            <a:off x="5946917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6D67BF24-B32E-33DB-6277-8B2ED7C5B4AD}"/>
              </a:ext>
            </a:extLst>
          </p:cNvPr>
          <p:cNvSpPr>
            <a:spLocks/>
          </p:cNvSpPr>
          <p:nvPr/>
        </p:nvSpPr>
        <p:spPr>
          <a:xfrm>
            <a:off x="5946917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F21EEDDF-76FA-0A64-0FD5-593B634FBDC2}"/>
              </a:ext>
            </a:extLst>
          </p:cNvPr>
          <p:cNvSpPr>
            <a:spLocks/>
          </p:cNvSpPr>
          <p:nvPr/>
        </p:nvSpPr>
        <p:spPr>
          <a:xfrm>
            <a:off x="5946917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7FD0B877-F9B9-07A2-95B4-1145E5D6EF77}"/>
              </a:ext>
            </a:extLst>
          </p:cNvPr>
          <p:cNvSpPr>
            <a:spLocks/>
          </p:cNvSpPr>
          <p:nvPr/>
        </p:nvSpPr>
        <p:spPr>
          <a:xfrm>
            <a:off x="5946917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34B09893-E894-AC9C-FB1F-1180DEFE6FCE}"/>
              </a:ext>
            </a:extLst>
          </p:cNvPr>
          <p:cNvSpPr>
            <a:spLocks/>
          </p:cNvSpPr>
          <p:nvPr/>
        </p:nvSpPr>
        <p:spPr>
          <a:xfrm>
            <a:off x="5946917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33B6F4D1-2719-F228-12B0-C37FD215CE1F}"/>
              </a:ext>
            </a:extLst>
          </p:cNvPr>
          <p:cNvSpPr>
            <a:spLocks/>
          </p:cNvSpPr>
          <p:nvPr/>
        </p:nvSpPr>
        <p:spPr>
          <a:xfrm>
            <a:off x="5946917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A7E0E8D1-43C7-1E8D-0B62-DFDC964D5C3E}"/>
              </a:ext>
            </a:extLst>
          </p:cNvPr>
          <p:cNvSpPr>
            <a:spLocks/>
          </p:cNvSpPr>
          <p:nvPr/>
        </p:nvSpPr>
        <p:spPr>
          <a:xfrm>
            <a:off x="5946917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8E5148FE-B330-38E5-7461-8A39FDE68A3D}"/>
              </a:ext>
            </a:extLst>
          </p:cNvPr>
          <p:cNvSpPr>
            <a:spLocks/>
          </p:cNvSpPr>
          <p:nvPr/>
        </p:nvSpPr>
        <p:spPr>
          <a:xfrm>
            <a:off x="5946917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5816597F-EF8E-9937-CC0C-4493CD6FB8DA}"/>
              </a:ext>
            </a:extLst>
          </p:cNvPr>
          <p:cNvSpPr>
            <a:spLocks/>
          </p:cNvSpPr>
          <p:nvPr/>
        </p:nvSpPr>
        <p:spPr>
          <a:xfrm>
            <a:off x="5946917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56F3EBFE-F083-8780-2E39-E8843A7232BF}"/>
              </a:ext>
            </a:extLst>
          </p:cNvPr>
          <p:cNvSpPr>
            <a:spLocks/>
          </p:cNvSpPr>
          <p:nvPr/>
        </p:nvSpPr>
        <p:spPr>
          <a:xfrm>
            <a:off x="5946917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12777D28-92B8-2985-695A-74B433B64A6D}"/>
              </a:ext>
            </a:extLst>
          </p:cNvPr>
          <p:cNvSpPr>
            <a:spLocks/>
          </p:cNvSpPr>
          <p:nvPr/>
        </p:nvSpPr>
        <p:spPr>
          <a:xfrm>
            <a:off x="5946917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C1022D0-7EED-916C-74D9-8055AB5BC3C7}"/>
              </a:ext>
            </a:extLst>
          </p:cNvPr>
          <p:cNvSpPr>
            <a:spLocks/>
          </p:cNvSpPr>
          <p:nvPr/>
        </p:nvSpPr>
        <p:spPr>
          <a:xfrm>
            <a:off x="5946917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21BFDB93-519B-FB56-2CE4-F3F0125BC4F2}"/>
              </a:ext>
            </a:extLst>
          </p:cNvPr>
          <p:cNvSpPr>
            <a:spLocks/>
          </p:cNvSpPr>
          <p:nvPr/>
        </p:nvSpPr>
        <p:spPr>
          <a:xfrm>
            <a:off x="5946917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022043D4-E101-D7C6-5D93-8D5C715CE7AF}"/>
              </a:ext>
            </a:extLst>
          </p:cNvPr>
          <p:cNvSpPr>
            <a:spLocks/>
          </p:cNvSpPr>
          <p:nvPr/>
        </p:nvSpPr>
        <p:spPr>
          <a:xfrm>
            <a:off x="5946917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E8A1C772-AFB6-2705-C305-4142DFF30922}"/>
              </a:ext>
            </a:extLst>
          </p:cNvPr>
          <p:cNvSpPr>
            <a:spLocks/>
          </p:cNvSpPr>
          <p:nvPr/>
        </p:nvSpPr>
        <p:spPr>
          <a:xfrm>
            <a:off x="5946917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DE9CE805-5698-9065-313A-9E5F582F20B8}"/>
              </a:ext>
            </a:extLst>
          </p:cNvPr>
          <p:cNvSpPr>
            <a:spLocks/>
          </p:cNvSpPr>
          <p:nvPr/>
        </p:nvSpPr>
        <p:spPr>
          <a:xfrm>
            <a:off x="5946917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490E4FE0-1777-6BF8-2E15-160562E864CC}"/>
              </a:ext>
            </a:extLst>
          </p:cNvPr>
          <p:cNvSpPr>
            <a:spLocks/>
          </p:cNvSpPr>
          <p:nvPr/>
        </p:nvSpPr>
        <p:spPr>
          <a:xfrm>
            <a:off x="5946917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83A18344-D646-A293-C80F-2F58325BB3D6}"/>
              </a:ext>
            </a:extLst>
          </p:cNvPr>
          <p:cNvSpPr>
            <a:spLocks/>
          </p:cNvSpPr>
          <p:nvPr/>
        </p:nvSpPr>
        <p:spPr>
          <a:xfrm>
            <a:off x="5946917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9293A9C0-B1E7-AE12-DB63-BC56FFB893BF}"/>
              </a:ext>
            </a:extLst>
          </p:cNvPr>
          <p:cNvSpPr>
            <a:spLocks/>
          </p:cNvSpPr>
          <p:nvPr/>
        </p:nvSpPr>
        <p:spPr>
          <a:xfrm>
            <a:off x="5946917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11DD9557-566F-E99F-A989-7009817068AE}"/>
              </a:ext>
            </a:extLst>
          </p:cNvPr>
          <p:cNvSpPr>
            <a:spLocks/>
          </p:cNvSpPr>
          <p:nvPr/>
        </p:nvSpPr>
        <p:spPr>
          <a:xfrm>
            <a:off x="5946917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B1BDBFCB-567C-7BB6-16AC-8EBFB2627EAA}"/>
              </a:ext>
            </a:extLst>
          </p:cNvPr>
          <p:cNvSpPr>
            <a:spLocks/>
          </p:cNvSpPr>
          <p:nvPr/>
        </p:nvSpPr>
        <p:spPr>
          <a:xfrm>
            <a:off x="5946917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15E27AB0-33E2-8F64-F0B8-1C83DA2465EC}"/>
              </a:ext>
            </a:extLst>
          </p:cNvPr>
          <p:cNvSpPr>
            <a:spLocks/>
          </p:cNvSpPr>
          <p:nvPr/>
        </p:nvSpPr>
        <p:spPr>
          <a:xfrm>
            <a:off x="5946917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0265360A-1CC0-6FC0-00C2-25B3735FC51F}"/>
              </a:ext>
            </a:extLst>
          </p:cNvPr>
          <p:cNvSpPr>
            <a:spLocks/>
          </p:cNvSpPr>
          <p:nvPr/>
        </p:nvSpPr>
        <p:spPr>
          <a:xfrm>
            <a:off x="5946917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28DF1175-4D4C-76D6-B06C-D0A110BCB3E2}"/>
              </a:ext>
            </a:extLst>
          </p:cNvPr>
          <p:cNvSpPr>
            <a:spLocks/>
          </p:cNvSpPr>
          <p:nvPr/>
        </p:nvSpPr>
        <p:spPr>
          <a:xfrm>
            <a:off x="5946917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DE93C253-AA8E-3B38-0F08-6E8B456B8911}"/>
              </a:ext>
            </a:extLst>
          </p:cNvPr>
          <p:cNvSpPr>
            <a:spLocks/>
          </p:cNvSpPr>
          <p:nvPr/>
        </p:nvSpPr>
        <p:spPr>
          <a:xfrm>
            <a:off x="5946917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A3777CE0-1CE2-8789-183B-BE0ED908F569}"/>
              </a:ext>
            </a:extLst>
          </p:cNvPr>
          <p:cNvSpPr>
            <a:spLocks/>
          </p:cNvSpPr>
          <p:nvPr/>
        </p:nvSpPr>
        <p:spPr>
          <a:xfrm>
            <a:off x="5946917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881775CF-2672-C3D6-BDF0-3B01A1357C4A}"/>
              </a:ext>
            </a:extLst>
          </p:cNvPr>
          <p:cNvSpPr>
            <a:spLocks/>
          </p:cNvSpPr>
          <p:nvPr/>
        </p:nvSpPr>
        <p:spPr>
          <a:xfrm>
            <a:off x="5946917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C9030963-CF42-76D9-BD1F-13CF26E81BD5}"/>
              </a:ext>
            </a:extLst>
          </p:cNvPr>
          <p:cNvSpPr>
            <a:spLocks/>
          </p:cNvSpPr>
          <p:nvPr/>
        </p:nvSpPr>
        <p:spPr>
          <a:xfrm>
            <a:off x="5946917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40ABF595-1094-9194-261F-192ECF996BE8}"/>
              </a:ext>
            </a:extLst>
          </p:cNvPr>
          <p:cNvSpPr>
            <a:spLocks/>
          </p:cNvSpPr>
          <p:nvPr/>
        </p:nvSpPr>
        <p:spPr>
          <a:xfrm>
            <a:off x="5946917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2C11F0DE-B8E8-F3CF-9EA4-1D20F31496C1}"/>
              </a:ext>
            </a:extLst>
          </p:cNvPr>
          <p:cNvSpPr>
            <a:spLocks/>
          </p:cNvSpPr>
          <p:nvPr/>
        </p:nvSpPr>
        <p:spPr>
          <a:xfrm>
            <a:off x="5946917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3BEA12B-7E11-81A5-0AB0-349D2BEEB75D}"/>
              </a:ext>
            </a:extLst>
          </p:cNvPr>
          <p:cNvSpPr>
            <a:spLocks/>
          </p:cNvSpPr>
          <p:nvPr/>
        </p:nvSpPr>
        <p:spPr>
          <a:xfrm>
            <a:off x="5946917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6CF7EE44-9DC5-BD1D-46D5-7D70351D2294}"/>
              </a:ext>
            </a:extLst>
          </p:cNvPr>
          <p:cNvSpPr>
            <a:spLocks/>
          </p:cNvSpPr>
          <p:nvPr/>
        </p:nvSpPr>
        <p:spPr>
          <a:xfrm>
            <a:off x="5946917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689EFAC2-4B43-E2D9-9060-6FAE1095C372}"/>
              </a:ext>
            </a:extLst>
          </p:cNvPr>
          <p:cNvSpPr>
            <a:spLocks/>
          </p:cNvSpPr>
          <p:nvPr/>
        </p:nvSpPr>
        <p:spPr>
          <a:xfrm>
            <a:off x="5946917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31E5F04A-3121-2CA3-E86C-B3F4B69624A5}"/>
              </a:ext>
            </a:extLst>
          </p:cNvPr>
          <p:cNvSpPr>
            <a:spLocks/>
          </p:cNvSpPr>
          <p:nvPr/>
        </p:nvSpPr>
        <p:spPr>
          <a:xfrm>
            <a:off x="5946917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C44F3D1B-53C4-21F6-9984-93980DBC7097}"/>
              </a:ext>
            </a:extLst>
          </p:cNvPr>
          <p:cNvSpPr>
            <a:spLocks/>
          </p:cNvSpPr>
          <p:nvPr/>
        </p:nvSpPr>
        <p:spPr>
          <a:xfrm>
            <a:off x="5946917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567B6FAB-661B-D29C-BB2A-B18C99317144}"/>
              </a:ext>
            </a:extLst>
          </p:cNvPr>
          <p:cNvSpPr>
            <a:spLocks/>
          </p:cNvSpPr>
          <p:nvPr/>
        </p:nvSpPr>
        <p:spPr>
          <a:xfrm>
            <a:off x="5946917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B941BB70-9BE5-8007-1742-A54F037F3C13}"/>
              </a:ext>
            </a:extLst>
          </p:cNvPr>
          <p:cNvSpPr>
            <a:spLocks/>
          </p:cNvSpPr>
          <p:nvPr/>
        </p:nvSpPr>
        <p:spPr>
          <a:xfrm>
            <a:off x="5946917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E5EE9332-BBE3-5E46-ADB1-E82158610C69}"/>
              </a:ext>
            </a:extLst>
          </p:cNvPr>
          <p:cNvSpPr>
            <a:spLocks/>
          </p:cNvSpPr>
          <p:nvPr/>
        </p:nvSpPr>
        <p:spPr>
          <a:xfrm>
            <a:off x="5946917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E48880F6-516E-25A3-2DF7-56816E7DCA11}"/>
              </a:ext>
            </a:extLst>
          </p:cNvPr>
          <p:cNvSpPr>
            <a:spLocks/>
          </p:cNvSpPr>
          <p:nvPr/>
        </p:nvSpPr>
        <p:spPr>
          <a:xfrm>
            <a:off x="5946917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EA67BC71-7246-E9F1-A51F-8C4CBDDDDA88}"/>
              </a:ext>
            </a:extLst>
          </p:cNvPr>
          <p:cNvSpPr>
            <a:spLocks/>
          </p:cNvSpPr>
          <p:nvPr/>
        </p:nvSpPr>
        <p:spPr>
          <a:xfrm>
            <a:off x="5946917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87C7253-7EA8-2852-C92D-C0A3E9A9BF22}"/>
              </a:ext>
            </a:extLst>
          </p:cNvPr>
          <p:cNvSpPr>
            <a:spLocks/>
          </p:cNvSpPr>
          <p:nvPr/>
        </p:nvSpPr>
        <p:spPr>
          <a:xfrm>
            <a:off x="5946917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402146C5-8F91-4105-DE5D-24377282F220}"/>
              </a:ext>
            </a:extLst>
          </p:cNvPr>
          <p:cNvSpPr>
            <a:spLocks/>
          </p:cNvSpPr>
          <p:nvPr/>
        </p:nvSpPr>
        <p:spPr>
          <a:xfrm>
            <a:off x="5946917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9992E0E2-2CA1-AFF9-8711-5F16EAC4E6B0}"/>
              </a:ext>
            </a:extLst>
          </p:cNvPr>
          <p:cNvSpPr>
            <a:spLocks/>
          </p:cNvSpPr>
          <p:nvPr/>
        </p:nvSpPr>
        <p:spPr>
          <a:xfrm>
            <a:off x="5946917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9CA699B-04BC-4DFC-9DBC-D74E89DF2EC9}"/>
              </a:ext>
            </a:extLst>
          </p:cNvPr>
          <p:cNvSpPr>
            <a:spLocks/>
          </p:cNvSpPr>
          <p:nvPr/>
        </p:nvSpPr>
        <p:spPr>
          <a:xfrm>
            <a:off x="5946917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AA0701A6-8D99-C25E-391C-797D1EF4AE01}"/>
              </a:ext>
            </a:extLst>
          </p:cNvPr>
          <p:cNvSpPr>
            <a:spLocks/>
          </p:cNvSpPr>
          <p:nvPr/>
        </p:nvSpPr>
        <p:spPr>
          <a:xfrm>
            <a:off x="5946917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0F97010B-4C42-67B4-531F-DD098FE0EFAA}"/>
              </a:ext>
            </a:extLst>
          </p:cNvPr>
          <p:cNvSpPr>
            <a:spLocks/>
          </p:cNvSpPr>
          <p:nvPr/>
        </p:nvSpPr>
        <p:spPr>
          <a:xfrm>
            <a:off x="5946917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232C25C-2499-411B-0747-AFA7B57686E9}"/>
              </a:ext>
            </a:extLst>
          </p:cNvPr>
          <p:cNvSpPr>
            <a:spLocks/>
          </p:cNvSpPr>
          <p:nvPr/>
        </p:nvSpPr>
        <p:spPr>
          <a:xfrm>
            <a:off x="5946917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6D1CABD8-CAC5-7F41-BE9B-A4E5EDAE5D97}"/>
              </a:ext>
            </a:extLst>
          </p:cNvPr>
          <p:cNvSpPr>
            <a:spLocks/>
          </p:cNvSpPr>
          <p:nvPr/>
        </p:nvSpPr>
        <p:spPr>
          <a:xfrm>
            <a:off x="5946917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EB7E6764-D211-00D5-726D-EBE2A6B5A664}"/>
              </a:ext>
            </a:extLst>
          </p:cNvPr>
          <p:cNvSpPr>
            <a:spLocks/>
          </p:cNvSpPr>
          <p:nvPr/>
        </p:nvSpPr>
        <p:spPr>
          <a:xfrm>
            <a:off x="5946917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9A75C858-A732-3F10-20D8-028A92F97D00}"/>
              </a:ext>
            </a:extLst>
          </p:cNvPr>
          <p:cNvSpPr>
            <a:spLocks/>
          </p:cNvSpPr>
          <p:nvPr/>
        </p:nvSpPr>
        <p:spPr>
          <a:xfrm>
            <a:off x="5946917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97AA5510-CB26-4815-21D1-BEEB2048EDD0}"/>
              </a:ext>
            </a:extLst>
          </p:cNvPr>
          <p:cNvSpPr>
            <a:spLocks/>
          </p:cNvSpPr>
          <p:nvPr/>
        </p:nvSpPr>
        <p:spPr>
          <a:xfrm>
            <a:off x="5946917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6E67AA89-34BE-DE16-77E0-2955076A0C2F}"/>
              </a:ext>
            </a:extLst>
          </p:cNvPr>
          <p:cNvSpPr>
            <a:spLocks/>
          </p:cNvSpPr>
          <p:nvPr/>
        </p:nvSpPr>
        <p:spPr>
          <a:xfrm>
            <a:off x="5946917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9E328428-9D48-6CB2-9E48-B76280284C9C}"/>
              </a:ext>
            </a:extLst>
          </p:cNvPr>
          <p:cNvSpPr>
            <a:spLocks/>
          </p:cNvSpPr>
          <p:nvPr/>
        </p:nvSpPr>
        <p:spPr>
          <a:xfrm>
            <a:off x="5946917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0C205C9E-DF2C-DF79-2B5C-AF025CD976B6}"/>
              </a:ext>
            </a:extLst>
          </p:cNvPr>
          <p:cNvSpPr>
            <a:spLocks/>
          </p:cNvSpPr>
          <p:nvPr/>
        </p:nvSpPr>
        <p:spPr>
          <a:xfrm>
            <a:off x="5946917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10DC7F62-164D-8A29-C9DA-001DC1AA589E}"/>
              </a:ext>
            </a:extLst>
          </p:cNvPr>
          <p:cNvSpPr>
            <a:spLocks/>
          </p:cNvSpPr>
          <p:nvPr/>
        </p:nvSpPr>
        <p:spPr>
          <a:xfrm>
            <a:off x="5946917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EA07D2F1-0834-3711-BE3A-129A587B27C4}"/>
              </a:ext>
            </a:extLst>
          </p:cNvPr>
          <p:cNvSpPr>
            <a:spLocks/>
          </p:cNvSpPr>
          <p:nvPr/>
        </p:nvSpPr>
        <p:spPr>
          <a:xfrm>
            <a:off x="5946917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505A335C-B3C4-58BF-69DA-E53BE8959880}"/>
              </a:ext>
            </a:extLst>
          </p:cNvPr>
          <p:cNvSpPr>
            <a:spLocks/>
          </p:cNvSpPr>
          <p:nvPr/>
        </p:nvSpPr>
        <p:spPr>
          <a:xfrm>
            <a:off x="5946917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5DDD1E2F-2761-7A71-14FF-AFE80AACE62E}"/>
              </a:ext>
            </a:extLst>
          </p:cNvPr>
          <p:cNvSpPr>
            <a:spLocks/>
          </p:cNvSpPr>
          <p:nvPr/>
        </p:nvSpPr>
        <p:spPr>
          <a:xfrm>
            <a:off x="5946917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1BF2BD9F-7F64-3BAB-717D-6CE040CC4FC0}"/>
              </a:ext>
            </a:extLst>
          </p:cNvPr>
          <p:cNvSpPr>
            <a:spLocks/>
          </p:cNvSpPr>
          <p:nvPr/>
        </p:nvSpPr>
        <p:spPr>
          <a:xfrm>
            <a:off x="5946917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0A37872A-CEA2-CDC2-E4FF-69A3C685FFA1}"/>
              </a:ext>
            </a:extLst>
          </p:cNvPr>
          <p:cNvSpPr>
            <a:spLocks/>
          </p:cNvSpPr>
          <p:nvPr/>
        </p:nvSpPr>
        <p:spPr>
          <a:xfrm>
            <a:off x="5946917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AD278E34-05FF-A534-5C9B-593881E2DDD0}"/>
              </a:ext>
            </a:extLst>
          </p:cNvPr>
          <p:cNvSpPr>
            <a:spLocks/>
          </p:cNvSpPr>
          <p:nvPr/>
        </p:nvSpPr>
        <p:spPr>
          <a:xfrm>
            <a:off x="5946917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D077684E-EBE9-9CE6-8FC8-5CDAC8C94883}"/>
              </a:ext>
            </a:extLst>
          </p:cNvPr>
          <p:cNvSpPr>
            <a:spLocks/>
          </p:cNvSpPr>
          <p:nvPr/>
        </p:nvSpPr>
        <p:spPr>
          <a:xfrm>
            <a:off x="5946917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96DDFAC9-82D6-CC85-3A71-6583817EA233}"/>
              </a:ext>
            </a:extLst>
          </p:cNvPr>
          <p:cNvSpPr>
            <a:spLocks/>
          </p:cNvSpPr>
          <p:nvPr/>
        </p:nvSpPr>
        <p:spPr>
          <a:xfrm>
            <a:off x="5946917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CEB24E10-A9AD-CD25-062C-99B3F910D9EA}"/>
              </a:ext>
            </a:extLst>
          </p:cNvPr>
          <p:cNvSpPr>
            <a:spLocks/>
          </p:cNvSpPr>
          <p:nvPr/>
        </p:nvSpPr>
        <p:spPr>
          <a:xfrm>
            <a:off x="5946917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82726286-44C1-DD6C-B753-6077E0E25317}"/>
              </a:ext>
            </a:extLst>
          </p:cNvPr>
          <p:cNvSpPr>
            <a:spLocks/>
          </p:cNvSpPr>
          <p:nvPr/>
        </p:nvSpPr>
        <p:spPr>
          <a:xfrm>
            <a:off x="5946917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9EF44B50-655B-1CFD-4669-28008DD211AE}"/>
              </a:ext>
            </a:extLst>
          </p:cNvPr>
          <p:cNvSpPr>
            <a:spLocks/>
          </p:cNvSpPr>
          <p:nvPr/>
        </p:nvSpPr>
        <p:spPr>
          <a:xfrm>
            <a:off x="5946917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381F0224-2ADC-3705-DA95-0EC1CAB407C2}"/>
              </a:ext>
            </a:extLst>
          </p:cNvPr>
          <p:cNvSpPr>
            <a:spLocks/>
          </p:cNvSpPr>
          <p:nvPr/>
        </p:nvSpPr>
        <p:spPr>
          <a:xfrm>
            <a:off x="5946917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A67AEDFF-191A-FA40-DEA9-D0BAFFAD66AD}"/>
              </a:ext>
            </a:extLst>
          </p:cNvPr>
          <p:cNvSpPr>
            <a:spLocks/>
          </p:cNvSpPr>
          <p:nvPr/>
        </p:nvSpPr>
        <p:spPr>
          <a:xfrm>
            <a:off x="5946917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A869D842-5B7C-20A4-3E73-592AF6350659}"/>
              </a:ext>
            </a:extLst>
          </p:cNvPr>
          <p:cNvSpPr>
            <a:spLocks/>
          </p:cNvSpPr>
          <p:nvPr/>
        </p:nvSpPr>
        <p:spPr>
          <a:xfrm>
            <a:off x="5946917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91B13F0F-2A1B-8071-F24A-5E36C04B1F47}"/>
              </a:ext>
            </a:extLst>
          </p:cNvPr>
          <p:cNvSpPr>
            <a:spLocks/>
          </p:cNvSpPr>
          <p:nvPr/>
        </p:nvSpPr>
        <p:spPr>
          <a:xfrm>
            <a:off x="5946917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D139BC3A-8FCC-7EAD-C658-00E85AB5756E}"/>
              </a:ext>
            </a:extLst>
          </p:cNvPr>
          <p:cNvSpPr>
            <a:spLocks/>
          </p:cNvSpPr>
          <p:nvPr/>
        </p:nvSpPr>
        <p:spPr>
          <a:xfrm>
            <a:off x="5946917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680EB28D-EF57-67EC-0EF1-9BB555856B4A}"/>
              </a:ext>
            </a:extLst>
          </p:cNvPr>
          <p:cNvSpPr>
            <a:spLocks/>
          </p:cNvSpPr>
          <p:nvPr/>
        </p:nvSpPr>
        <p:spPr>
          <a:xfrm>
            <a:off x="5946917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B753D9FB-2165-FD31-F69C-A85CC306B0E1}"/>
              </a:ext>
            </a:extLst>
          </p:cNvPr>
          <p:cNvSpPr>
            <a:spLocks/>
          </p:cNvSpPr>
          <p:nvPr/>
        </p:nvSpPr>
        <p:spPr>
          <a:xfrm>
            <a:off x="5946917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92584CF9-0B0F-C869-4B59-84205FDF2C40}"/>
              </a:ext>
            </a:extLst>
          </p:cNvPr>
          <p:cNvSpPr>
            <a:spLocks/>
          </p:cNvSpPr>
          <p:nvPr/>
        </p:nvSpPr>
        <p:spPr>
          <a:xfrm>
            <a:off x="5946917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20D4EF83-D371-1ECB-45BC-F6373F3E314B}"/>
              </a:ext>
            </a:extLst>
          </p:cNvPr>
          <p:cNvSpPr>
            <a:spLocks/>
          </p:cNvSpPr>
          <p:nvPr/>
        </p:nvSpPr>
        <p:spPr>
          <a:xfrm>
            <a:off x="5946917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B877079B-BDB4-E8E8-E8B2-9EA26409C24F}"/>
              </a:ext>
            </a:extLst>
          </p:cNvPr>
          <p:cNvSpPr>
            <a:spLocks/>
          </p:cNvSpPr>
          <p:nvPr/>
        </p:nvSpPr>
        <p:spPr>
          <a:xfrm>
            <a:off x="5946917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091944CE-D978-CED8-CC5D-43C9CBADFCC7}"/>
              </a:ext>
            </a:extLst>
          </p:cNvPr>
          <p:cNvSpPr>
            <a:spLocks/>
          </p:cNvSpPr>
          <p:nvPr/>
        </p:nvSpPr>
        <p:spPr>
          <a:xfrm>
            <a:off x="5946917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78AE6569-4839-137E-92A4-8E63C0E389A6}"/>
              </a:ext>
            </a:extLst>
          </p:cNvPr>
          <p:cNvSpPr>
            <a:spLocks/>
          </p:cNvSpPr>
          <p:nvPr/>
        </p:nvSpPr>
        <p:spPr>
          <a:xfrm>
            <a:off x="5946917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5BA32C83-4846-5145-7CC0-A9C7CB65CCBC}"/>
              </a:ext>
            </a:extLst>
          </p:cNvPr>
          <p:cNvSpPr>
            <a:spLocks/>
          </p:cNvSpPr>
          <p:nvPr/>
        </p:nvSpPr>
        <p:spPr>
          <a:xfrm>
            <a:off x="5946917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C06B378-B25E-C86E-B70E-B887356DA467}"/>
              </a:ext>
            </a:extLst>
          </p:cNvPr>
          <p:cNvSpPr>
            <a:spLocks/>
          </p:cNvSpPr>
          <p:nvPr/>
        </p:nvSpPr>
        <p:spPr>
          <a:xfrm>
            <a:off x="5946917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EFCF4F99-48FE-0E38-9211-E01FBFCEE1EF}"/>
              </a:ext>
            </a:extLst>
          </p:cNvPr>
          <p:cNvSpPr>
            <a:spLocks/>
          </p:cNvSpPr>
          <p:nvPr/>
        </p:nvSpPr>
        <p:spPr>
          <a:xfrm>
            <a:off x="5946917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DE8C604F-0F18-BA7C-3742-09A138B6E1AC}"/>
              </a:ext>
            </a:extLst>
          </p:cNvPr>
          <p:cNvSpPr>
            <a:spLocks/>
          </p:cNvSpPr>
          <p:nvPr/>
        </p:nvSpPr>
        <p:spPr>
          <a:xfrm>
            <a:off x="5946917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B4CCE2CE-7464-8015-0BA7-ACDB2A33AEDD}"/>
              </a:ext>
            </a:extLst>
          </p:cNvPr>
          <p:cNvSpPr>
            <a:spLocks/>
          </p:cNvSpPr>
          <p:nvPr/>
        </p:nvSpPr>
        <p:spPr>
          <a:xfrm>
            <a:off x="5946917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94216D5A-1E3B-E015-D1CF-C582E691F1F0}"/>
              </a:ext>
            </a:extLst>
          </p:cNvPr>
          <p:cNvSpPr>
            <a:spLocks/>
          </p:cNvSpPr>
          <p:nvPr/>
        </p:nvSpPr>
        <p:spPr>
          <a:xfrm>
            <a:off x="5946917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783DE176-512F-1941-B10D-DF08CE08DE81}"/>
              </a:ext>
            </a:extLst>
          </p:cNvPr>
          <p:cNvSpPr>
            <a:spLocks/>
          </p:cNvSpPr>
          <p:nvPr/>
        </p:nvSpPr>
        <p:spPr>
          <a:xfrm>
            <a:off x="5946917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C122C24A-E402-05A9-565B-78810E76D995}"/>
              </a:ext>
            </a:extLst>
          </p:cNvPr>
          <p:cNvSpPr>
            <a:spLocks/>
          </p:cNvSpPr>
          <p:nvPr/>
        </p:nvSpPr>
        <p:spPr>
          <a:xfrm>
            <a:off x="5946917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72C54017-F454-8CBB-E3DD-7ADBDC3F7978}"/>
              </a:ext>
            </a:extLst>
          </p:cNvPr>
          <p:cNvSpPr>
            <a:spLocks/>
          </p:cNvSpPr>
          <p:nvPr/>
        </p:nvSpPr>
        <p:spPr>
          <a:xfrm>
            <a:off x="5946917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13B846B4-BD59-1C43-2EA8-1AF1CCA7C10A}"/>
              </a:ext>
            </a:extLst>
          </p:cNvPr>
          <p:cNvSpPr>
            <a:spLocks/>
          </p:cNvSpPr>
          <p:nvPr/>
        </p:nvSpPr>
        <p:spPr>
          <a:xfrm>
            <a:off x="5946917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8813C0A8-DC4B-50F2-FF1F-8E29946F2CB0}"/>
              </a:ext>
            </a:extLst>
          </p:cNvPr>
          <p:cNvSpPr>
            <a:spLocks/>
          </p:cNvSpPr>
          <p:nvPr/>
        </p:nvSpPr>
        <p:spPr>
          <a:xfrm>
            <a:off x="5946917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D15E63B4-9EF7-2FAA-2E9F-3707BB9B6500}"/>
              </a:ext>
            </a:extLst>
          </p:cNvPr>
          <p:cNvSpPr>
            <a:spLocks/>
          </p:cNvSpPr>
          <p:nvPr/>
        </p:nvSpPr>
        <p:spPr>
          <a:xfrm>
            <a:off x="5946917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C3EBA06D-124A-7503-7183-8E4B23720282}"/>
              </a:ext>
            </a:extLst>
          </p:cNvPr>
          <p:cNvSpPr>
            <a:spLocks/>
          </p:cNvSpPr>
          <p:nvPr/>
        </p:nvSpPr>
        <p:spPr>
          <a:xfrm>
            <a:off x="5946917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AAC6A642-AA43-434D-DF40-FB8580687C7F}"/>
              </a:ext>
            </a:extLst>
          </p:cNvPr>
          <p:cNvSpPr>
            <a:spLocks/>
          </p:cNvSpPr>
          <p:nvPr/>
        </p:nvSpPr>
        <p:spPr>
          <a:xfrm>
            <a:off x="5946917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6EA383DC-911E-A0C9-F9B5-6F21CE56AC87}"/>
              </a:ext>
            </a:extLst>
          </p:cNvPr>
          <p:cNvSpPr>
            <a:spLocks/>
          </p:cNvSpPr>
          <p:nvPr/>
        </p:nvSpPr>
        <p:spPr>
          <a:xfrm>
            <a:off x="5946917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8EE123A3-1F9F-60E7-DFA4-CAD73D4A6F8D}"/>
              </a:ext>
            </a:extLst>
          </p:cNvPr>
          <p:cNvSpPr>
            <a:spLocks/>
          </p:cNvSpPr>
          <p:nvPr/>
        </p:nvSpPr>
        <p:spPr>
          <a:xfrm>
            <a:off x="5946917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8E172E9D-3D4D-0D0D-7A30-DAF2FEC05CCF}"/>
              </a:ext>
            </a:extLst>
          </p:cNvPr>
          <p:cNvSpPr>
            <a:spLocks/>
          </p:cNvSpPr>
          <p:nvPr/>
        </p:nvSpPr>
        <p:spPr>
          <a:xfrm>
            <a:off x="5946917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006CA623-B3A8-4138-7F12-4CF2F180701A}"/>
              </a:ext>
            </a:extLst>
          </p:cNvPr>
          <p:cNvSpPr>
            <a:spLocks/>
          </p:cNvSpPr>
          <p:nvPr/>
        </p:nvSpPr>
        <p:spPr>
          <a:xfrm>
            <a:off x="5946917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1F86E14D-9F73-85F8-991C-21235ECCB3DA}"/>
              </a:ext>
            </a:extLst>
          </p:cNvPr>
          <p:cNvSpPr>
            <a:spLocks/>
          </p:cNvSpPr>
          <p:nvPr/>
        </p:nvSpPr>
        <p:spPr>
          <a:xfrm>
            <a:off x="5946917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57BFEC05-E476-D463-D13F-1E6D4F629756}"/>
              </a:ext>
            </a:extLst>
          </p:cNvPr>
          <p:cNvSpPr>
            <a:spLocks/>
          </p:cNvSpPr>
          <p:nvPr/>
        </p:nvSpPr>
        <p:spPr>
          <a:xfrm>
            <a:off x="5946917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6423406E-EFB3-E72E-5D05-1D1F2C39166B}"/>
              </a:ext>
            </a:extLst>
          </p:cNvPr>
          <p:cNvSpPr>
            <a:spLocks/>
          </p:cNvSpPr>
          <p:nvPr/>
        </p:nvSpPr>
        <p:spPr>
          <a:xfrm>
            <a:off x="5946917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7FFF3472-B05E-F724-DB2E-802F57C4F719}"/>
              </a:ext>
            </a:extLst>
          </p:cNvPr>
          <p:cNvSpPr>
            <a:spLocks/>
          </p:cNvSpPr>
          <p:nvPr/>
        </p:nvSpPr>
        <p:spPr>
          <a:xfrm>
            <a:off x="5946917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0D150176-665E-ED28-C25E-B8B867A460DC}"/>
              </a:ext>
            </a:extLst>
          </p:cNvPr>
          <p:cNvSpPr>
            <a:spLocks/>
          </p:cNvSpPr>
          <p:nvPr/>
        </p:nvSpPr>
        <p:spPr>
          <a:xfrm>
            <a:off x="5946917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578F500E-96BB-C987-32C3-D32D508C54FC}"/>
              </a:ext>
            </a:extLst>
          </p:cNvPr>
          <p:cNvSpPr>
            <a:spLocks/>
          </p:cNvSpPr>
          <p:nvPr/>
        </p:nvSpPr>
        <p:spPr>
          <a:xfrm>
            <a:off x="5946917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B5A086B-0E9B-FE18-7388-240B9B82CC6F}"/>
              </a:ext>
            </a:extLst>
          </p:cNvPr>
          <p:cNvSpPr>
            <a:spLocks/>
          </p:cNvSpPr>
          <p:nvPr/>
        </p:nvSpPr>
        <p:spPr>
          <a:xfrm>
            <a:off x="5946917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91F78416-CEEE-C038-DC7D-D47277FE3890}"/>
              </a:ext>
            </a:extLst>
          </p:cNvPr>
          <p:cNvSpPr>
            <a:spLocks/>
          </p:cNvSpPr>
          <p:nvPr/>
        </p:nvSpPr>
        <p:spPr>
          <a:xfrm>
            <a:off x="5946917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89B5697D-07C9-0C93-4AF0-97537B97B5A2}"/>
              </a:ext>
            </a:extLst>
          </p:cNvPr>
          <p:cNvSpPr>
            <a:spLocks/>
          </p:cNvSpPr>
          <p:nvPr/>
        </p:nvSpPr>
        <p:spPr>
          <a:xfrm>
            <a:off x="5946917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524A17F7-B7AC-3FBB-5CFA-C55D6E730EB3}"/>
              </a:ext>
            </a:extLst>
          </p:cNvPr>
          <p:cNvSpPr>
            <a:spLocks/>
          </p:cNvSpPr>
          <p:nvPr/>
        </p:nvSpPr>
        <p:spPr>
          <a:xfrm>
            <a:off x="5946917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BF2993BC-52CC-21EE-4CF4-3C98F71ECF4B}"/>
              </a:ext>
            </a:extLst>
          </p:cNvPr>
          <p:cNvSpPr>
            <a:spLocks/>
          </p:cNvSpPr>
          <p:nvPr/>
        </p:nvSpPr>
        <p:spPr>
          <a:xfrm>
            <a:off x="5946917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F0EACAB0-9D04-809F-B4DC-466620CC462D}"/>
              </a:ext>
            </a:extLst>
          </p:cNvPr>
          <p:cNvSpPr>
            <a:spLocks/>
          </p:cNvSpPr>
          <p:nvPr/>
        </p:nvSpPr>
        <p:spPr>
          <a:xfrm>
            <a:off x="5946917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D5BFEE31-E440-AB5E-4DF7-69B1E894B34B}"/>
              </a:ext>
            </a:extLst>
          </p:cNvPr>
          <p:cNvSpPr>
            <a:spLocks/>
          </p:cNvSpPr>
          <p:nvPr/>
        </p:nvSpPr>
        <p:spPr>
          <a:xfrm>
            <a:off x="5946917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7BA0F01C-2B5E-C892-CCE0-580A0DE07478}"/>
              </a:ext>
            </a:extLst>
          </p:cNvPr>
          <p:cNvSpPr>
            <a:spLocks/>
          </p:cNvSpPr>
          <p:nvPr/>
        </p:nvSpPr>
        <p:spPr>
          <a:xfrm>
            <a:off x="5946917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131AB915-BD0C-938A-97AB-373C3383314E}"/>
              </a:ext>
            </a:extLst>
          </p:cNvPr>
          <p:cNvSpPr>
            <a:spLocks/>
          </p:cNvSpPr>
          <p:nvPr/>
        </p:nvSpPr>
        <p:spPr>
          <a:xfrm>
            <a:off x="5946917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32656C49-64D7-263F-CE14-2151E1DA7E3C}"/>
              </a:ext>
            </a:extLst>
          </p:cNvPr>
          <p:cNvSpPr>
            <a:spLocks/>
          </p:cNvSpPr>
          <p:nvPr/>
        </p:nvSpPr>
        <p:spPr>
          <a:xfrm>
            <a:off x="5946917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FF732F2E-7BC0-C61E-3C3B-D6116D57994E}"/>
              </a:ext>
            </a:extLst>
          </p:cNvPr>
          <p:cNvSpPr>
            <a:spLocks/>
          </p:cNvSpPr>
          <p:nvPr/>
        </p:nvSpPr>
        <p:spPr>
          <a:xfrm>
            <a:off x="5946917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80E61FA0-5DC5-9BAA-4055-0C03C300A660}"/>
              </a:ext>
            </a:extLst>
          </p:cNvPr>
          <p:cNvSpPr>
            <a:spLocks/>
          </p:cNvSpPr>
          <p:nvPr/>
        </p:nvSpPr>
        <p:spPr>
          <a:xfrm>
            <a:off x="5946917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97B9B9D5-6A0A-A6EE-7C55-D4BB84AB4F06}"/>
              </a:ext>
            </a:extLst>
          </p:cNvPr>
          <p:cNvSpPr>
            <a:spLocks/>
          </p:cNvSpPr>
          <p:nvPr/>
        </p:nvSpPr>
        <p:spPr>
          <a:xfrm>
            <a:off x="5946917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7964CB4E-8C0B-EAB0-02B3-6AFC145A0680}"/>
              </a:ext>
            </a:extLst>
          </p:cNvPr>
          <p:cNvSpPr>
            <a:spLocks/>
          </p:cNvSpPr>
          <p:nvPr/>
        </p:nvSpPr>
        <p:spPr>
          <a:xfrm>
            <a:off x="5946917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7F26F0F6-E920-65E5-F185-44C0E03275ED}"/>
              </a:ext>
            </a:extLst>
          </p:cNvPr>
          <p:cNvSpPr>
            <a:spLocks/>
          </p:cNvSpPr>
          <p:nvPr/>
        </p:nvSpPr>
        <p:spPr>
          <a:xfrm>
            <a:off x="5946917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4B8F5AB1-A7E5-7009-1836-B17A6BB91133}"/>
              </a:ext>
            </a:extLst>
          </p:cNvPr>
          <p:cNvSpPr>
            <a:spLocks/>
          </p:cNvSpPr>
          <p:nvPr/>
        </p:nvSpPr>
        <p:spPr>
          <a:xfrm>
            <a:off x="5946917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F2C62BB-C477-2031-9313-E4D788BE5A44}"/>
              </a:ext>
            </a:extLst>
          </p:cNvPr>
          <p:cNvSpPr>
            <a:spLocks/>
          </p:cNvSpPr>
          <p:nvPr/>
        </p:nvSpPr>
        <p:spPr>
          <a:xfrm>
            <a:off x="5946917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67651204-597F-B904-9F86-2608573116E4}"/>
              </a:ext>
            </a:extLst>
          </p:cNvPr>
          <p:cNvSpPr>
            <a:spLocks/>
          </p:cNvSpPr>
          <p:nvPr/>
        </p:nvSpPr>
        <p:spPr>
          <a:xfrm>
            <a:off x="5946917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9E3957C0-07DA-1D6D-54F8-551D33F23C46}"/>
              </a:ext>
            </a:extLst>
          </p:cNvPr>
          <p:cNvSpPr>
            <a:spLocks/>
          </p:cNvSpPr>
          <p:nvPr/>
        </p:nvSpPr>
        <p:spPr>
          <a:xfrm>
            <a:off x="5946917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47382D59-DC57-849A-8D0D-ED52D15854BC}"/>
              </a:ext>
            </a:extLst>
          </p:cNvPr>
          <p:cNvSpPr>
            <a:spLocks/>
          </p:cNvSpPr>
          <p:nvPr/>
        </p:nvSpPr>
        <p:spPr>
          <a:xfrm>
            <a:off x="5946917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5EF8BE32-B59E-B3B2-DA55-EC810D6A59FD}"/>
              </a:ext>
            </a:extLst>
          </p:cNvPr>
          <p:cNvSpPr>
            <a:spLocks/>
          </p:cNvSpPr>
          <p:nvPr/>
        </p:nvSpPr>
        <p:spPr>
          <a:xfrm>
            <a:off x="5946917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E213F345-210F-ECA2-D69F-AC50780DD47C}"/>
              </a:ext>
            </a:extLst>
          </p:cNvPr>
          <p:cNvSpPr>
            <a:spLocks/>
          </p:cNvSpPr>
          <p:nvPr/>
        </p:nvSpPr>
        <p:spPr>
          <a:xfrm>
            <a:off x="5946917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82D8CBA3-9B45-9DD1-5690-10F001A24842}"/>
              </a:ext>
            </a:extLst>
          </p:cNvPr>
          <p:cNvSpPr>
            <a:spLocks/>
          </p:cNvSpPr>
          <p:nvPr/>
        </p:nvSpPr>
        <p:spPr>
          <a:xfrm>
            <a:off x="5946917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66494B21-63C6-62CF-9803-08AB026FBEE0}"/>
              </a:ext>
            </a:extLst>
          </p:cNvPr>
          <p:cNvSpPr>
            <a:spLocks/>
          </p:cNvSpPr>
          <p:nvPr/>
        </p:nvSpPr>
        <p:spPr>
          <a:xfrm>
            <a:off x="5946917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466DE8A5-791C-6058-2F6A-D68FDB36F09D}"/>
              </a:ext>
            </a:extLst>
          </p:cNvPr>
          <p:cNvSpPr>
            <a:spLocks/>
          </p:cNvSpPr>
          <p:nvPr/>
        </p:nvSpPr>
        <p:spPr>
          <a:xfrm>
            <a:off x="5946917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FFF80FF8-81A7-EFE6-5D15-C40B7E805918}"/>
              </a:ext>
            </a:extLst>
          </p:cNvPr>
          <p:cNvSpPr>
            <a:spLocks/>
          </p:cNvSpPr>
          <p:nvPr/>
        </p:nvSpPr>
        <p:spPr>
          <a:xfrm>
            <a:off x="5946917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B5A6D71F-304A-A7E2-0C0A-25612457AECB}"/>
              </a:ext>
            </a:extLst>
          </p:cNvPr>
          <p:cNvSpPr>
            <a:spLocks/>
          </p:cNvSpPr>
          <p:nvPr/>
        </p:nvSpPr>
        <p:spPr>
          <a:xfrm>
            <a:off x="5946917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93DDD8B0-9015-DD3E-F374-BAE401F38CC5}"/>
              </a:ext>
            </a:extLst>
          </p:cNvPr>
          <p:cNvSpPr>
            <a:spLocks/>
          </p:cNvSpPr>
          <p:nvPr/>
        </p:nvSpPr>
        <p:spPr>
          <a:xfrm>
            <a:off x="5946917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D22A7C1A-804A-CA00-DA56-431D7062DA33}"/>
              </a:ext>
            </a:extLst>
          </p:cNvPr>
          <p:cNvSpPr>
            <a:spLocks/>
          </p:cNvSpPr>
          <p:nvPr/>
        </p:nvSpPr>
        <p:spPr>
          <a:xfrm>
            <a:off x="5946917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B7813FA2-5242-9454-4CE4-D41FEEE68FB0}"/>
              </a:ext>
            </a:extLst>
          </p:cNvPr>
          <p:cNvSpPr>
            <a:spLocks/>
          </p:cNvSpPr>
          <p:nvPr/>
        </p:nvSpPr>
        <p:spPr>
          <a:xfrm>
            <a:off x="5946917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F5462BE2-EAAF-3885-D92C-06905950BCCA}"/>
              </a:ext>
            </a:extLst>
          </p:cNvPr>
          <p:cNvSpPr>
            <a:spLocks/>
          </p:cNvSpPr>
          <p:nvPr/>
        </p:nvSpPr>
        <p:spPr>
          <a:xfrm>
            <a:off x="5946917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6F3E8B99-C782-0984-30C5-04561292E6BD}"/>
              </a:ext>
            </a:extLst>
          </p:cNvPr>
          <p:cNvSpPr>
            <a:spLocks/>
          </p:cNvSpPr>
          <p:nvPr/>
        </p:nvSpPr>
        <p:spPr>
          <a:xfrm>
            <a:off x="5946917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55F5E525-2434-E0EC-191B-D0AA27F72316}"/>
              </a:ext>
            </a:extLst>
          </p:cNvPr>
          <p:cNvSpPr>
            <a:spLocks/>
          </p:cNvSpPr>
          <p:nvPr/>
        </p:nvSpPr>
        <p:spPr>
          <a:xfrm>
            <a:off x="5946917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3D7B5472-A67D-5F41-6577-D4B6E7FD31A0}"/>
              </a:ext>
            </a:extLst>
          </p:cNvPr>
          <p:cNvSpPr>
            <a:spLocks/>
          </p:cNvSpPr>
          <p:nvPr/>
        </p:nvSpPr>
        <p:spPr>
          <a:xfrm>
            <a:off x="5946917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9D622D65-6B5C-F815-C133-59BB5F043496}"/>
              </a:ext>
            </a:extLst>
          </p:cNvPr>
          <p:cNvSpPr>
            <a:spLocks/>
          </p:cNvSpPr>
          <p:nvPr/>
        </p:nvSpPr>
        <p:spPr>
          <a:xfrm>
            <a:off x="5946917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67E7DEB3-4F36-53CC-DD10-304EB60B1B76}"/>
              </a:ext>
            </a:extLst>
          </p:cNvPr>
          <p:cNvSpPr>
            <a:spLocks/>
          </p:cNvSpPr>
          <p:nvPr/>
        </p:nvSpPr>
        <p:spPr>
          <a:xfrm>
            <a:off x="5946917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BACEE9C8-531C-88BB-4EEA-CD22B620E7B3}"/>
              </a:ext>
            </a:extLst>
          </p:cNvPr>
          <p:cNvSpPr>
            <a:spLocks/>
          </p:cNvSpPr>
          <p:nvPr/>
        </p:nvSpPr>
        <p:spPr>
          <a:xfrm>
            <a:off x="5946917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D86F7CE3-6767-7EE0-0756-EB89D8C5529B}"/>
              </a:ext>
            </a:extLst>
          </p:cNvPr>
          <p:cNvSpPr>
            <a:spLocks/>
          </p:cNvSpPr>
          <p:nvPr/>
        </p:nvSpPr>
        <p:spPr>
          <a:xfrm>
            <a:off x="5946917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47D352C3-B45F-F7F9-2D27-DFA88AC8FCE8}"/>
              </a:ext>
            </a:extLst>
          </p:cNvPr>
          <p:cNvSpPr>
            <a:spLocks/>
          </p:cNvSpPr>
          <p:nvPr/>
        </p:nvSpPr>
        <p:spPr>
          <a:xfrm>
            <a:off x="5946917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397BA527-9874-A8DD-6BCD-7EAABDAF37EA}"/>
              </a:ext>
            </a:extLst>
          </p:cNvPr>
          <p:cNvSpPr>
            <a:spLocks/>
          </p:cNvSpPr>
          <p:nvPr/>
        </p:nvSpPr>
        <p:spPr>
          <a:xfrm>
            <a:off x="5946917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5EF05CFA-3A49-E7AE-48CB-0D8E087F8F2F}"/>
              </a:ext>
            </a:extLst>
          </p:cNvPr>
          <p:cNvSpPr>
            <a:spLocks/>
          </p:cNvSpPr>
          <p:nvPr/>
        </p:nvSpPr>
        <p:spPr>
          <a:xfrm>
            <a:off x="5946917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FCCDE3B0-20E0-9885-9664-C647A0E30A9A}"/>
              </a:ext>
            </a:extLst>
          </p:cNvPr>
          <p:cNvSpPr>
            <a:spLocks/>
          </p:cNvSpPr>
          <p:nvPr/>
        </p:nvSpPr>
        <p:spPr>
          <a:xfrm>
            <a:off x="5946917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3CE68DB-EDC3-8CCD-C9B8-99C45E75C291}"/>
              </a:ext>
            </a:extLst>
          </p:cNvPr>
          <p:cNvSpPr>
            <a:spLocks/>
          </p:cNvSpPr>
          <p:nvPr/>
        </p:nvSpPr>
        <p:spPr>
          <a:xfrm>
            <a:off x="5946917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E7EBDD94-17BD-01FF-2532-F098E0AEE955}"/>
              </a:ext>
            </a:extLst>
          </p:cNvPr>
          <p:cNvSpPr>
            <a:spLocks/>
          </p:cNvSpPr>
          <p:nvPr/>
        </p:nvSpPr>
        <p:spPr>
          <a:xfrm>
            <a:off x="6037404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6905B9C8-A64C-A22C-284A-AA882144E4AB}"/>
              </a:ext>
            </a:extLst>
          </p:cNvPr>
          <p:cNvSpPr>
            <a:spLocks/>
          </p:cNvSpPr>
          <p:nvPr/>
        </p:nvSpPr>
        <p:spPr>
          <a:xfrm>
            <a:off x="6134944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EA5EF073-F605-2E49-53E6-8C535DED4E6E}"/>
              </a:ext>
            </a:extLst>
          </p:cNvPr>
          <p:cNvSpPr>
            <a:spLocks/>
          </p:cNvSpPr>
          <p:nvPr/>
        </p:nvSpPr>
        <p:spPr>
          <a:xfrm>
            <a:off x="6037404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F2D068C-05C9-D4A2-54AB-BEC1F61B10B6}"/>
              </a:ext>
            </a:extLst>
          </p:cNvPr>
          <p:cNvSpPr>
            <a:spLocks/>
          </p:cNvSpPr>
          <p:nvPr/>
        </p:nvSpPr>
        <p:spPr>
          <a:xfrm>
            <a:off x="6134944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9AC73857-D001-9AF7-412D-9513CC1195A1}"/>
              </a:ext>
            </a:extLst>
          </p:cNvPr>
          <p:cNvSpPr>
            <a:spLocks/>
          </p:cNvSpPr>
          <p:nvPr/>
        </p:nvSpPr>
        <p:spPr>
          <a:xfrm>
            <a:off x="6037404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4342DA92-CF93-9A57-42F9-98E0B9A1C93F}"/>
              </a:ext>
            </a:extLst>
          </p:cNvPr>
          <p:cNvSpPr>
            <a:spLocks/>
          </p:cNvSpPr>
          <p:nvPr/>
        </p:nvSpPr>
        <p:spPr>
          <a:xfrm>
            <a:off x="6134944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BEB1DA86-F482-8A3D-37E2-6C5783A0DC3A}"/>
              </a:ext>
            </a:extLst>
          </p:cNvPr>
          <p:cNvSpPr>
            <a:spLocks/>
          </p:cNvSpPr>
          <p:nvPr/>
        </p:nvSpPr>
        <p:spPr>
          <a:xfrm>
            <a:off x="6037404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45186C63-C2F9-480F-5938-530C3B0123F9}"/>
              </a:ext>
            </a:extLst>
          </p:cNvPr>
          <p:cNvSpPr>
            <a:spLocks/>
          </p:cNvSpPr>
          <p:nvPr/>
        </p:nvSpPr>
        <p:spPr>
          <a:xfrm>
            <a:off x="6134944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9CF7F03C-76FE-9D11-F17A-78241D52789F}"/>
              </a:ext>
            </a:extLst>
          </p:cNvPr>
          <p:cNvSpPr>
            <a:spLocks/>
          </p:cNvSpPr>
          <p:nvPr/>
        </p:nvSpPr>
        <p:spPr>
          <a:xfrm rot="-5400000">
            <a:off x="5933461" y="247803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5586875F-E893-51EF-07E6-CF9C7730D90D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131A32EE-B8B2-13BB-E1F7-249D17783886}"/>
              </a:ext>
            </a:extLst>
          </p:cNvPr>
          <p:cNvSpPr>
            <a:spLocks/>
          </p:cNvSpPr>
          <p:nvPr/>
        </p:nvSpPr>
        <p:spPr>
          <a:xfrm>
            <a:off x="738089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6F59152D-328E-2BFE-9A1F-F4AB7C42520A}"/>
              </a:ext>
            </a:extLst>
          </p:cNvPr>
          <p:cNvSpPr>
            <a:spLocks/>
          </p:cNvSpPr>
          <p:nvPr/>
        </p:nvSpPr>
        <p:spPr>
          <a:xfrm>
            <a:off x="702079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77AA239B-065F-AB6F-B127-7B9FDB89B4C0}"/>
              </a:ext>
            </a:extLst>
          </p:cNvPr>
          <p:cNvSpPr>
            <a:spLocks/>
          </p:cNvSpPr>
          <p:nvPr/>
        </p:nvSpPr>
        <p:spPr>
          <a:xfrm>
            <a:off x="7144846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56B060C2-367B-B46A-CAD6-CB94187A5E8E}"/>
              </a:ext>
            </a:extLst>
          </p:cNvPr>
          <p:cNvSpPr>
            <a:spLocks/>
          </p:cNvSpPr>
          <p:nvPr/>
        </p:nvSpPr>
        <p:spPr>
          <a:xfrm>
            <a:off x="8419409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1738E297-1E73-EA60-C3E5-CB7DD999400D}"/>
              </a:ext>
            </a:extLst>
          </p:cNvPr>
          <p:cNvSpPr>
            <a:spLocks/>
          </p:cNvSpPr>
          <p:nvPr/>
        </p:nvSpPr>
        <p:spPr>
          <a:xfrm>
            <a:off x="8059309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007BAB52-E08F-8757-9161-B73FF273A7B8}"/>
              </a:ext>
            </a:extLst>
          </p:cNvPr>
          <p:cNvSpPr>
            <a:spLocks/>
          </p:cNvSpPr>
          <p:nvPr/>
        </p:nvSpPr>
        <p:spPr>
          <a:xfrm>
            <a:off x="8278504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A7376848-5083-DF09-00A3-3415CAA6D8B8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5D96C19E-5663-5852-A775-888DEA41F63A}"/>
              </a:ext>
            </a:extLst>
          </p:cNvPr>
          <p:cNvSpPr>
            <a:spLocks/>
          </p:cNvSpPr>
          <p:nvPr/>
        </p:nvSpPr>
        <p:spPr>
          <a:xfrm>
            <a:off x="6918626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2A5BF876-0F81-A88B-8E3E-F6B03DE35662}"/>
              </a:ext>
            </a:extLst>
          </p:cNvPr>
          <p:cNvSpPr>
            <a:spLocks/>
          </p:cNvSpPr>
          <p:nvPr/>
        </p:nvSpPr>
        <p:spPr>
          <a:xfrm>
            <a:off x="6694903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AB6B0ED0-0EFE-EDA7-D9AF-37F95A5ADD7E}"/>
              </a:ext>
            </a:extLst>
          </p:cNvPr>
          <p:cNvSpPr>
            <a:spLocks/>
          </p:cNvSpPr>
          <p:nvPr/>
        </p:nvSpPr>
        <p:spPr>
          <a:xfrm>
            <a:off x="6962962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9652E055-CFCE-21B1-24B8-D2AC43656C9D}"/>
              </a:ext>
            </a:extLst>
          </p:cNvPr>
          <p:cNvSpPr>
            <a:spLocks/>
          </p:cNvSpPr>
          <p:nvPr/>
        </p:nvSpPr>
        <p:spPr>
          <a:xfrm>
            <a:off x="6918626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BF559638-065B-B080-132E-9B31FB90CD62}"/>
              </a:ext>
            </a:extLst>
          </p:cNvPr>
          <p:cNvSpPr>
            <a:spLocks/>
          </p:cNvSpPr>
          <p:nvPr/>
        </p:nvSpPr>
        <p:spPr>
          <a:xfrm>
            <a:off x="6694903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C7C65BB7-72C0-BAC6-A889-41E2867ECCA8}"/>
              </a:ext>
            </a:extLst>
          </p:cNvPr>
          <p:cNvSpPr>
            <a:spLocks/>
          </p:cNvSpPr>
          <p:nvPr/>
        </p:nvSpPr>
        <p:spPr>
          <a:xfrm>
            <a:off x="6962962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B632102E-3542-F32D-E6A2-D5AC01B17A06}"/>
              </a:ext>
            </a:extLst>
          </p:cNvPr>
          <p:cNvSpPr>
            <a:spLocks/>
          </p:cNvSpPr>
          <p:nvPr/>
        </p:nvSpPr>
        <p:spPr>
          <a:xfrm>
            <a:off x="6918626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561AD341-EC69-DBED-F9CB-11BBDA28F2CB}"/>
              </a:ext>
            </a:extLst>
          </p:cNvPr>
          <p:cNvSpPr>
            <a:spLocks/>
          </p:cNvSpPr>
          <p:nvPr/>
        </p:nvSpPr>
        <p:spPr>
          <a:xfrm>
            <a:off x="6694903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6B32C071-779E-6C49-860F-9BF0F343827F}"/>
              </a:ext>
            </a:extLst>
          </p:cNvPr>
          <p:cNvSpPr>
            <a:spLocks/>
          </p:cNvSpPr>
          <p:nvPr/>
        </p:nvSpPr>
        <p:spPr>
          <a:xfrm rot="-5400000">
            <a:off x="6459563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E2F46E2B-5846-1611-43F2-6C1C1F1ABACA}"/>
              </a:ext>
            </a:extLst>
          </p:cNvPr>
          <p:cNvSpPr>
            <a:spLocks/>
          </p:cNvSpPr>
          <p:nvPr/>
        </p:nvSpPr>
        <p:spPr>
          <a:xfrm>
            <a:off x="70338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57CF1CA8-A147-183C-5305-DE3FB0EEC20D}"/>
              </a:ext>
            </a:extLst>
          </p:cNvPr>
          <p:cNvSpPr>
            <a:spLocks/>
          </p:cNvSpPr>
          <p:nvPr/>
        </p:nvSpPr>
        <p:spPr>
          <a:xfrm>
            <a:off x="728718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9A0D57F8-444A-520C-4629-28A97C0067C0}"/>
              </a:ext>
            </a:extLst>
          </p:cNvPr>
          <p:cNvSpPr>
            <a:spLocks/>
          </p:cNvSpPr>
          <p:nvPr/>
        </p:nvSpPr>
        <p:spPr>
          <a:xfrm>
            <a:off x="754047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0667C947-B7F8-CE0F-0451-D926250EE205}"/>
              </a:ext>
            </a:extLst>
          </p:cNvPr>
          <p:cNvSpPr>
            <a:spLocks/>
          </p:cNvSpPr>
          <p:nvPr/>
        </p:nvSpPr>
        <p:spPr>
          <a:xfrm>
            <a:off x="807239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1B80B017-D18E-431D-A64B-62A4AF203F27}"/>
              </a:ext>
            </a:extLst>
          </p:cNvPr>
          <p:cNvSpPr>
            <a:spLocks/>
          </p:cNvSpPr>
          <p:nvPr/>
        </p:nvSpPr>
        <p:spPr>
          <a:xfrm>
            <a:off x="832569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2D474FBB-3E5C-3E08-72DB-A58514C0333A}"/>
              </a:ext>
            </a:extLst>
          </p:cNvPr>
          <p:cNvSpPr>
            <a:spLocks/>
          </p:cNvSpPr>
          <p:nvPr/>
        </p:nvSpPr>
        <p:spPr>
          <a:xfrm>
            <a:off x="857898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C9CC4580-A593-5CD6-7FB3-4336D7497FA2}"/>
              </a:ext>
            </a:extLst>
          </p:cNvPr>
          <p:cNvSpPr>
            <a:spLocks/>
          </p:cNvSpPr>
          <p:nvPr/>
        </p:nvSpPr>
        <p:spPr>
          <a:xfrm>
            <a:off x="71643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56BF6C48-983E-8E29-17AC-4924D56096F4}"/>
              </a:ext>
            </a:extLst>
          </p:cNvPr>
          <p:cNvSpPr>
            <a:spLocks/>
          </p:cNvSpPr>
          <p:nvPr/>
        </p:nvSpPr>
        <p:spPr>
          <a:xfrm>
            <a:off x="7131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172B5C01-B76F-538E-FD5B-7ECA7292A52C}"/>
              </a:ext>
            </a:extLst>
          </p:cNvPr>
          <p:cNvSpPr>
            <a:spLocks/>
          </p:cNvSpPr>
          <p:nvPr/>
        </p:nvSpPr>
        <p:spPr>
          <a:xfrm>
            <a:off x="70536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3A0E7874-523A-00AF-2B0C-AC7EC2DCEF39}"/>
              </a:ext>
            </a:extLst>
          </p:cNvPr>
          <p:cNvSpPr>
            <a:spLocks/>
          </p:cNvSpPr>
          <p:nvPr/>
        </p:nvSpPr>
        <p:spPr>
          <a:xfrm>
            <a:off x="70886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A810538A-2ACD-415E-6937-9489AC68DE52}"/>
              </a:ext>
            </a:extLst>
          </p:cNvPr>
          <p:cNvSpPr>
            <a:spLocks/>
          </p:cNvSpPr>
          <p:nvPr/>
        </p:nvSpPr>
        <p:spPr>
          <a:xfrm>
            <a:off x="708085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33EC8C54-B297-0CDF-7224-B083397452DE}"/>
              </a:ext>
            </a:extLst>
          </p:cNvPr>
          <p:cNvSpPr>
            <a:spLocks/>
          </p:cNvSpPr>
          <p:nvPr/>
        </p:nvSpPr>
        <p:spPr>
          <a:xfrm>
            <a:off x="70738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10B3B47C-80D9-1442-8734-3E9B1EA80E40}"/>
              </a:ext>
            </a:extLst>
          </p:cNvPr>
          <p:cNvSpPr>
            <a:spLocks/>
          </p:cNvSpPr>
          <p:nvPr/>
        </p:nvSpPr>
        <p:spPr>
          <a:xfrm>
            <a:off x="71196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057CE302-3999-48E5-07A3-D47F95156E97}"/>
              </a:ext>
            </a:extLst>
          </p:cNvPr>
          <p:cNvSpPr>
            <a:spLocks/>
          </p:cNvSpPr>
          <p:nvPr/>
        </p:nvSpPr>
        <p:spPr>
          <a:xfrm>
            <a:off x="7083278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DFDCCAE5-4C1F-D98A-B6C1-622E4EFE07AB}"/>
              </a:ext>
            </a:extLst>
          </p:cNvPr>
          <p:cNvSpPr>
            <a:spLocks/>
          </p:cNvSpPr>
          <p:nvPr/>
        </p:nvSpPr>
        <p:spPr>
          <a:xfrm>
            <a:off x="71523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DAF6D931-1DB4-3016-C871-0BFE9100DB12}"/>
              </a:ext>
            </a:extLst>
          </p:cNvPr>
          <p:cNvSpPr>
            <a:spLocks/>
          </p:cNvSpPr>
          <p:nvPr/>
        </p:nvSpPr>
        <p:spPr>
          <a:xfrm>
            <a:off x="710374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5C14291E-2E0B-4AEB-FB9F-F5709341E4CD}"/>
              </a:ext>
            </a:extLst>
          </p:cNvPr>
          <p:cNvSpPr>
            <a:spLocks/>
          </p:cNvSpPr>
          <p:nvPr/>
        </p:nvSpPr>
        <p:spPr>
          <a:xfrm>
            <a:off x="7083058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4BC90E6F-B174-E156-A9CF-573842412EC7}"/>
              </a:ext>
            </a:extLst>
          </p:cNvPr>
          <p:cNvSpPr>
            <a:spLocks/>
          </p:cNvSpPr>
          <p:nvPr/>
        </p:nvSpPr>
        <p:spPr>
          <a:xfrm>
            <a:off x="7156098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2B94A73A-ABA6-C57D-2327-7EA83B5E47E4}"/>
              </a:ext>
            </a:extLst>
          </p:cNvPr>
          <p:cNvSpPr>
            <a:spLocks/>
          </p:cNvSpPr>
          <p:nvPr/>
        </p:nvSpPr>
        <p:spPr>
          <a:xfrm>
            <a:off x="7146494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F6657E31-BC57-125F-6373-F1AFAFE36DCF}"/>
              </a:ext>
            </a:extLst>
          </p:cNvPr>
          <p:cNvSpPr>
            <a:spLocks/>
          </p:cNvSpPr>
          <p:nvPr/>
        </p:nvSpPr>
        <p:spPr>
          <a:xfrm>
            <a:off x="7162709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A6D9DCF7-CD41-B07B-C065-7A09B39B0841}"/>
              </a:ext>
            </a:extLst>
          </p:cNvPr>
          <p:cNvSpPr>
            <a:spLocks/>
          </p:cNvSpPr>
          <p:nvPr/>
        </p:nvSpPr>
        <p:spPr>
          <a:xfrm>
            <a:off x="7095454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EAAEDA1-87EC-C225-D76B-F8ED30D56D1E}"/>
              </a:ext>
            </a:extLst>
          </p:cNvPr>
          <p:cNvSpPr>
            <a:spLocks/>
          </p:cNvSpPr>
          <p:nvPr/>
        </p:nvSpPr>
        <p:spPr>
          <a:xfrm>
            <a:off x="713320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F0681217-F795-C36E-0EB9-7150732DEDCB}"/>
              </a:ext>
            </a:extLst>
          </p:cNvPr>
          <p:cNvSpPr>
            <a:spLocks/>
          </p:cNvSpPr>
          <p:nvPr/>
        </p:nvSpPr>
        <p:spPr>
          <a:xfrm>
            <a:off x="7083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A268BBEE-57F6-1489-F454-440FBC6EF347}"/>
              </a:ext>
            </a:extLst>
          </p:cNvPr>
          <p:cNvSpPr>
            <a:spLocks/>
          </p:cNvSpPr>
          <p:nvPr/>
        </p:nvSpPr>
        <p:spPr>
          <a:xfrm>
            <a:off x="717043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D7479EB9-7C39-2944-00F5-3B138F0CDA16}"/>
              </a:ext>
            </a:extLst>
          </p:cNvPr>
          <p:cNvSpPr>
            <a:spLocks/>
          </p:cNvSpPr>
          <p:nvPr/>
        </p:nvSpPr>
        <p:spPr>
          <a:xfrm>
            <a:off x="7138053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B47DF3D3-3E55-9C39-F491-69BF862B9FEB}"/>
              </a:ext>
            </a:extLst>
          </p:cNvPr>
          <p:cNvSpPr>
            <a:spLocks/>
          </p:cNvSpPr>
          <p:nvPr/>
        </p:nvSpPr>
        <p:spPr>
          <a:xfrm>
            <a:off x="7170370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302353B9-C8EF-EC84-E0FE-7C209D319135}"/>
              </a:ext>
            </a:extLst>
          </p:cNvPr>
          <p:cNvSpPr>
            <a:spLocks/>
          </p:cNvSpPr>
          <p:nvPr/>
        </p:nvSpPr>
        <p:spPr>
          <a:xfrm>
            <a:off x="7064341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7EC09FF-680C-14C7-E62B-922A99C94B5F}"/>
              </a:ext>
            </a:extLst>
          </p:cNvPr>
          <p:cNvSpPr>
            <a:spLocks/>
          </p:cNvSpPr>
          <p:nvPr/>
        </p:nvSpPr>
        <p:spPr>
          <a:xfrm>
            <a:off x="7075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3292222D-5132-E786-E518-DEF656AD774F}"/>
              </a:ext>
            </a:extLst>
          </p:cNvPr>
          <p:cNvSpPr>
            <a:spLocks/>
          </p:cNvSpPr>
          <p:nvPr/>
        </p:nvSpPr>
        <p:spPr>
          <a:xfrm>
            <a:off x="713262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3F5C8792-B49F-C03D-5820-F796DD0948F2}"/>
              </a:ext>
            </a:extLst>
          </p:cNvPr>
          <p:cNvSpPr>
            <a:spLocks/>
          </p:cNvSpPr>
          <p:nvPr/>
        </p:nvSpPr>
        <p:spPr>
          <a:xfrm>
            <a:off x="709219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2EBF638B-F477-297E-8E84-C37EF08BE747}"/>
              </a:ext>
            </a:extLst>
          </p:cNvPr>
          <p:cNvSpPr>
            <a:spLocks/>
          </p:cNvSpPr>
          <p:nvPr/>
        </p:nvSpPr>
        <p:spPr>
          <a:xfrm>
            <a:off x="71432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479F7ED4-713B-E61B-134F-5DC3B5836A07}"/>
              </a:ext>
            </a:extLst>
          </p:cNvPr>
          <p:cNvSpPr>
            <a:spLocks/>
          </p:cNvSpPr>
          <p:nvPr/>
        </p:nvSpPr>
        <p:spPr>
          <a:xfrm>
            <a:off x="70539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17FF2B06-11B3-65DE-C00C-779785D3A7AC}"/>
              </a:ext>
            </a:extLst>
          </p:cNvPr>
          <p:cNvSpPr>
            <a:spLocks/>
          </p:cNvSpPr>
          <p:nvPr/>
        </p:nvSpPr>
        <p:spPr>
          <a:xfrm>
            <a:off x="70658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056953BD-48F3-5AC8-88BE-8E3370C54B48}"/>
              </a:ext>
            </a:extLst>
          </p:cNvPr>
          <p:cNvSpPr>
            <a:spLocks/>
          </p:cNvSpPr>
          <p:nvPr/>
        </p:nvSpPr>
        <p:spPr>
          <a:xfrm>
            <a:off x="70915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2CBA54E1-54E6-D8DC-5D7A-6AC99BB601C5}"/>
              </a:ext>
            </a:extLst>
          </p:cNvPr>
          <p:cNvSpPr>
            <a:spLocks/>
          </p:cNvSpPr>
          <p:nvPr/>
        </p:nvSpPr>
        <p:spPr>
          <a:xfrm>
            <a:off x="706480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F9399DE8-FC06-0BC7-CFB2-C39872D0BF72}"/>
              </a:ext>
            </a:extLst>
          </p:cNvPr>
          <p:cNvSpPr>
            <a:spLocks/>
          </p:cNvSpPr>
          <p:nvPr/>
        </p:nvSpPr>
        <p:spPr>
          <a:xfrm>
            <a:off x="7164548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A5A5A3C1-AEE9-C98D-4AB5-3DF65CDDEA82}"/>
              </a:ext>
            </a:extLst>
          </p:cNvPr>
          <p:cNvSpPr>
            <a:spLocks/>
          </p:cNvSpPr>
          <p:nvPr/>
        </p:nvSpPr>
        <p:spPr>
          <a:xfrm>
            <a:off x="71602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E207AE31-BFD9-A076-B24C-57D1C8D97D25}"/>
              </a:ext>
            </a:extLst>
          </p:cNvPr>
          <p:cNvSpPr>
            <a:spLocks/>
          </p:cNvSpPr>
          <p:nvPr/>
        </p:nvSpPr>
        <p:spPr>
          <a:xfrm>
            <a:off x="7132811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DAAB491E-CF6C-7979-70E3-FBB8E3D0C48E}"/>
              </a:ext>
            </a:extLst>
          </p:cNvPr>
          <p:cNvSpPr>
            <a:spLocks/>
          </p:cNvSpPr>
          <p:nvPr/>
        </p:nvSpPr>
        <p:spPr>
          <a:xfrm>
            <a:off x="71401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A2217228-5B4D-1218-4A61-5C4774301BA6}"/>
              </a:ext>
            </a:extLst>
          </p:cNvPr>
          <p:cNvSpPr>
            <a:spLocks/>
          </p:cNvSpPr>
          <p:nvPr/>
        </p:nvSpPr>
        <p:spPr>
          <a:xfrm>
            <a:off x="711594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957D646D-37F2-C51D-94B8-79729A197063}"/>
              </a:ext>
            </a:extLst>
          </p:cNvPr>
          <p:cNvSpPr>
            <a:spLocks/>
          </p:cNvSpPr>
          <p:nvPr/>
        </p:nvSpPr>
        <p:spPr>
          <a:xfrm>
            <a:off x="7080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F8EE77DF-4D70-EB7B-E372-D7DE622F165C}"/>
              </a:ext>
            </a:extLst>
          </p:cNvPr>
          <p:cNvSpPr>
            <a:spLocks/>
          </p:cNvSpPr>
          <p:nvPr/>
        </p:nvSpPr>
        <p:spPr>
          <a:xfrm>
            <a:off x="70614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50CA26CF-EFEF-2A7C-942A-1E799FB6536D}"/>
              </a:ext>
            </a:extLst>
          </p:cNvPr>
          <p:cNvSpPr>
            <a:spLocks/>
          </p:cNvSpPr>
          <p:nvPr/>
        </p:nvSpPr>
        <p:spPr>
          <a:xfrm>
            <a:off x="71689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A058C4C1-9BE1-5528-6A41-23B37C638697}"/>
              </a:ext>
            </a:extLst>
          </p:cNvPr>
          <p:cNvSpPr>
            <a:spLocks/>
          </p:cNvSpPr>
          <p:nvPr/>
        </p:nvSpPr>
        <p:spPr>
          <a:xfrm>
            <a:off x="7078468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D0E51308-1443-5D5E-1BF2-B5466CE180E4}"/>
              </a:ext>
            </a:extLst>
          </p:cNvPr>
          <p:cNvSpPr>
            <a:spLocks/>
          </p:cNvSpPr>
          <p:nvPr/>
        </p:nvSpPr>
        <p:spPr>
          <a:xfrm>
            <a:off x="7147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BF0FC214-CFAC-45F9-9911-76D3A3D13D2C}"/>
              </a:ext>
            </a:extLst>
          </p:cNvPr>
          <p:cNvSpPr>
            <a:spLocks/>
          </p:cNvSpPr>
          <p:nvPr/>
        </p:nvSpPr>
        <p:spPr>
          <a:xfrm>
            <a:off x="707345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0913406F-C99E-30B5-6C44-DD43381F2186}"/>
              </a:ext>
            </a:extLst>
          </p:cNvPr>
          <p:cNvSpPr>
            <a:spLocks/>
          </p:cNvSpPr>
          <p:nvPr/>
        </p:nvSpPr>
        <p:spPr>
          <a:xfrm>
            <a:off x="71608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408F268D-1279-7EBA-2758-69A8ED6B77BF}"/>
              </a:ext>
            </a:extLst>
          </p:cNvPr>
          <p:cNvSpPr>
            <a:spLocks/>
          </p:cNvSpPr>
          <p:nvPr/>
        </p:nvSpPr>
        <p:spPr>
          <a:xfrm>
            <a:off x="7139865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3ECDEB5D-E2B1-A67F-0083-7727AA84C32D}"/>
              </a:ext>
            </a:extLst>
          </p:cNvPr>
          <p:cNvSpPr>
            <a:spLocks/>
          </p:cNvSpPr>
          <p:nvPr/>
        </p:nvSpPr>
        <p:spPr>
          <a:xfrm>
            <a:off x="71458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D062329F-89D2-0DD1-27F7-799DA8B75DE6}"/>
              </a:ext>
            </a:extLst>
          </p:cNvPr>
          <p:cNvSpPr>
            <a:spLocks/>
          </p:cNvSpPr>
          <p:nvPr/>
        </p:nvSpPr>
        <p:spPr>
          <a:xfrm>
            <a:off x="7126891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9A0AEFD-96FC-7368-EE50-9EFBBC5583CB}"/>
              </a:ext>
            </a:extLst>
          </p:cNvPr>
          <p:cNvSpPr>
            <a:spLocks/>
          </p:cNvSpPr>
          <p:nvPr/>
        </p:nvSpPr>
        <p:spPr>
          <a:xfrm>
            <a:off x="70842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0A9D98FE-4033-6AEB-F97A-899D0D51646C}"/>
              </a:ext>
            </a:extLst>
          </p:cNvPr>
          <p:cNvSpPr>
            <a:spLocks/>
          </p:cNvSpPr>
          <p:nvPr/>
        </p:nvSpPr>
        <p:spPr>
          <a:xfrm>
            <a:off x="70981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A8A1AC09-5DF4-E258-67F9-29EF3E10E873}"/>
              </a:ext>
            </a:extLst>
          </p:cNvPr>
          <p:cNvSpPr>
            <a:spLocks/>
          </p:cNvSpPr>
          <p:nvPr/>
        </p:nvSpPr>
        <p:spPr>
          <a:xfrm>
            <a:off x="712436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A8883660-E217-D2EC-60A9-A5A975521400}"/>
              </a:ext>
            </a:extLst>
          </p:cNvPr>
          <p:cNvSpPr>
            <a:spLocks/>
          </p:cNvSpPr>
          <p:nvPr/>
        </p:nvSpPr>
        <p:spPr>
          <a:xfrm>
            <a:off x="70870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E270A492-565D-C771-9731-0B03A6B4DBE4}"/>
              </a:ext>
            </a:extLst>
          </p:cNvPr>
          <p:cNvSpPr>
            <a:spLocks/>
          </p:cNvSpPr>
          <p:nvPr/>
        </p:nvSpPr>
        <p:spPr>
          <a:xfrm>
            <a:off x="715634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9E803F25-6276-D342-DF1E-A3288A6BB2EF}"/>
              </a:ext>
            </a:extLst>
          </p:cNvPr>
          <p:cNvSpPr>
            <a:spLocks/>
          </p:cNvSpPr>
          <p:nvPr/>
        </p:nvSpPr>
        <p:spPr>
          <a:xfrm>
            <a:off x="7106275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D549CF1C-E496-615C-2B8C-3269A41B56C8}"/>
              </a:ext>
            </a:extLst>
          </p:cNvPr>
          <p:cNvSpPr>
            <a:spLocks/>
          </p:cNvSpPr>
          <p:nvPr/>
        </p:nvSpPr>
        <p:spPr>
          <a:xfrm>
            <a:off x="7117410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FA93054C-5AA0-3532-51BC-D027D6D78434}"/>
              </a:ext>
            </a:extLst>
          </p:cNvPr>
          <p:cNvSpPr>
            <a:spLocks/>
          </p:cNvSpPr>
          <p:nvPr/>
        </p:nvSpPr>
        <p:spPr>
          <a:xfrm>
            <a:off x="7050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914B5829-CF4C-9C52-05B3-5010C124ECDF}"/>
              </a:ext>
            </a:extLst>
          </p:cNvPr>
          <p:cNvSpPr>
            <a:spLocks/>
          </p:cNvSpPr>
          <p:nvPr/>
        </p:nvSpPr>
        <p:spPr>
          <a:xfrm>
            <a:off x="7089181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9FCD556F-FD9B-3CDA-A6AB-A628561A71A3}"/>
              </a:ext>
            </a:extLst>
          </p:cNvPr>
          <p:cNvSpPr>
            <a:spLocks/>
          </p:cNvSpPr>
          <p:nvPr/>
        </p:nvSpPr>
        <p:spPr>
          <a:xfrm>
            <a:off x="7098101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27600BE9-52E1-760C-8870-23CDCA35EFAF}"/>
              </a:ext>
            </a:extLst>
          </p:cNvPr>
          <p:cNvSpPr>
            <a:spLocks/>
          </p:cNvSpPr>
          <p:nvPr/>
        </p:nvSpPr>
        <p:spPr>
          <a:xfrm>
            <a:off x="70739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A7FDD678-AC5A-FC9C-2A67-AF406C9651B1}"/>
              </a:ext>
            </a:extLst>
          </p:cNvPr>
          <p:cNvSpPr>
            <a:spLocks/>
          </p:cNvSpPr>
          <p:nvPr/>
        </p:nvSpPr>
        <p:spPr>
          <a:xfrm>
            <a:off x="706831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96DF1B0-D169-92C7-B8E0-349B1831D82A}"/>
              </a:ext>
            </a:extLst>
          </p:cNvPr>
          <p:cNvSpPr>
            <a:spLocks/>
          </p:cNvSpPr>
          <p:nvPr/>
        </p:nvSpPr>
        <p:spPr>
          <a:xfrm>
            <a:off x="7167587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2889F27E-3DA1-8707-5E84-F706F8C2DD2E}"/>
              </a:ext>
            </a:extLst>
          </p:cNvPr>
          <p:cNvSpPr>
            <a:spLocks/>
          </p:cNvSpPr>
          <p:nvPr/>
        </p:nvSpPr>
        <p:spPr>
          <a:xfrm>
            <a:off x="705871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53403375-26E8-B8EA-21F0-54EF1387C629}"/>
              </a:ext>
            </a:extLst>
          </p:cNvPr>
          <p:cNvSpPr>
            <a:spLocks/>
          </p:cNvSpPr>
          <p:nvPr/>
        </p:nvSpPr>
        <p:spPr>
          <a:xfrm>
            <a:off x="7060016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BB1D7C73-D5E8-80AD-B4A6-FBAC27059936}"/>
              </a:ext>
            </a:extLst>
          </p:cNvPr>
          <p:cNvSpPr>
            <a:spLocks/>
          </p:cNvSpPr>
          <p:nvPr/>
        </p:nvSpPr>
        <p:spPr>
          <a:xfrm>
            <a:off x="7142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E056E81F-E8C8-D3D3-442C-4B2D23177074}"/>
              </a:ext>
            </a:extLst>
          </p:cNvPr>
          <p:cNvSpPr>
            <a:spLocks/>
          </p:cNvSpPr>
          <p:nvPr/>
        </p:nvSpPr>
        <p:spPr>
          <a:xfrm>
            <a:off x="70584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9BE6483A-AE22-2335-7E65-1FBE7B657CC0}"/>
              </a:ext>
            </a:extLst>
          </p:cNvPr>
          <p:cNvSpPr>
            <a:spLocks/>
          </p:cNvSpPr>
          <p:nvPr/>
        </p:nvSpPr>
        <p:spPr>
          <a:xfrm>
            <a:off x="71326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439F6063-2DCE-AE3D-BF8A-707CB18D3039}"/>
              </a:ext>
            </a:extLst>
          </p:cNvPr>
          <p:cNvSpPr>
            <a:spLocks/>
          </p:cNvSpPr>
          <p:nvPr/>
        </p:nvSpPr>
        <p:spPr>
          <a:xfrm>
            <a:off x="70535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690720B0-FAE0-5861-67B5-164DBD9489E8}"/>
              </a:ext>
            </a:extLst>
          </p:cNvPr>
          <p:cNvSpPr>
            <a:spLocks/>
          </p:cNvSpPr>
          <p:nvPr/>
        </p:nvSpPr>
        <p:spPr>
          <a:xfrm>
            <a:off x="71261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156DD6BB-CDAA-9EF2-4081-D2FF08E87912}"/>
              </a:ext>
            </a:extLst>
          </p:cNvPr>
          <p:cNvSpPr>
            <a:spLocks/>
          </p:cNvSpPr>
          <p:nvPr/>
        </p:nvSpPr>
        <p:spPr>
          <a:xfrm>
            <a:off x="712078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8DD8F556-5B2A-66F4-7561-A3C8CD9CADDE}"/>
              </a:ext>
            </a:extLst>
          </p:cNvPr>
          <p:cNvSpPr>
            <a:spLocks/>
          </p:cNvSpPr>
          <p:nvPr/>
        </p:nvSpPr>
        <p:spPr>
          <a:xfrm>
            <a:off x="714613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79B0847D-EE0A-6E5D-87EA-10494689B1C8}"/>
              </a:ext>
            </a:extLst>
          </p:cNvPr>
          <p:cNvSpPr>
            <a:spLocks/>
          </p:cNvSpPr>
          <p:nvPr/>
        </p:nvSpPr>
        <p:spPr>
          <a:xfrm>
            <a:off x="71088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6E4D8E67-F549-564E-4AF1-46BBCCF24160}"/>
              </a:ext>
            </a:extLst>
          </p:cNvPr>
          <p:cNvSpPr>
            <a:spLocks/>
          </p:cNvSpPr>
          <p:nvPr/>
        </p:nvSpPr>
        <p:spPr>
          <a:xfrm>
            <a:off x="70692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0AF10DAA-7E27-368A-52F2-004FC23989D7}"/>
              </a:ext>
            </a:extLst>
          </p:cNvPr>
          <p:cNvSpPr>
            <a:spLocks/>
          </p:cNvSpPr>
          <p:nvPr/>
        </p:nvSpPr>
        <p:spPr>
          <a:xfrm>
            <a:off x="716175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9E9AE04D-1F33-D9D3-61AE-DE858ECECABD}"/>
              </a:ext>
            </a:extLst>
          </p:cNvPr>
          <p:cNvSpPr>
            <a:spLocks/>
          </p:cNvSpPr>
          <p:nvPr/>
        </p:nvSpPr>
        <p:spPr>
          <a:xfrm>
            <a:off x="70561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56CDA38B-C342-02EF-BE50-768EAE697EF5}"/>
              </a:ext>
            </a:extLst>
          </p:cNvPr>
          <p:cNvSpPr>
            <a:spLocks/>
          </p:cNvSpPr>
          <p:nvPr/>
        </p:nvSpPr>
        <p:spPr>
          <a:xfrm>
            <a:off x="714632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B0ADBC7A-4518-7D30-98A3-8E368E80B363}"/>
              </a:ext>
            </a:extLst>
          </p:cNvPr>
          <p:cNvSpPr>
            <a:spLocks/>
          </p:cNvSpPr>
          <p:nvPr/>
        </p:nvSpPr>
        <p:spPr>
          <a:xfrm>
            <a:off x="705218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2AC81007-A455-BB3D-AC05-2DA53495D733}"/>
              </a:ext>
            </a:extLst>
          </p:cNvPr>
          <p:cNvSpPr>
            <a:spLocks/>
          </p:cNvSpPr>
          <p:nvPr/>
        </p:nvSpPr>
        <p:spPr>
          <a:xfrm>
            <a:off x="712006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00FB27A7-1EFF-2EE2-8EA1-3181F6398D09}"/>
              </a:ext>
            </a:extLst>
          </p:cNvPr>
          <p:cNvSpPr>
            <a:spLocks/>
          </p:cNvSpPr>
          <p:nvPr/>
        </p:nvSpPr>
        <p:spPr>
          <a:xfrm>
            <a:off x="7055114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E0E3581-7192-1C24-1673-161C97FCC633}"/>
              </a:ext>
            </a:extLst>
          </p:cNvPr>
          <p:cNvSpPr>
            <a:spLocks/>
          </p:cNvSpPr>
          <p:nvPr/>
        </p:nvSpPr>
        <p:spPr>
          <a:xfrm>
            <a:off x="7146758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E56095B1-EEF2-33F4-AE3D-D74D83305267}"/>
              </a:ext>
            </a:extLst>
          </p:cNvPr>
          <p:cNvSpPr>
            <a:spLocks/>
          </p:cNvSpPr>
          <p:nvPr/>
        </p:nvSpPr>
        <p:spPr>
          <a:xfrm>
            <a:off x="7153075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67B26B98-27B1-AF85-B14B-DB47CFAB2474}"/>
              </a:ext>
            </a:extLst>
          </p:cNvPr>
          <p:cNvSpPr>
            <a:spLocks/>
          </p:cNvSpPr>
          <p:nvPr/>
        </p:nvSpPr>
        <p:spPr>
          <a:xfrm>
            <a:off x="71279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6095EB20-A2CE-673A-7795-5C1F91DD9170}"/>
              </a:ext>
            </a:extLst>
          </p:cNvPr>
          <p:cNvSpPr>
            <a:spLocks/>
          </p:cNvSpPr>
          <p:nvPr/>
        </p:nvSpPr>
        <p:spPr>
          <a:xfrm>
            <a:off x="70812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D57C8E48-F5E0-B040-7A21-1A220FFD0716}"/>
              </a:ext>
            </a:extLst>
          </p:cNvPr>
          <p:cNvSpPr>
            <a:spLocks/>
          </p:cNvSpPr>
          <p:nvPr/>
        </p:nvSpPr>
        <p:spPr>
          <a:xfrm>
            <a:off x="71667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4FF6FA6E-F6E5-6F49-E49D-010BA6A8596A}"/>
              </a:ext>
            </a:extLst>
          </p:cNvPr>
          <p:cNvSpPr>
            <a:spLocks/>
          </p:cNvSpPr>
          <p:nvPr/>
        </p:nvSpPr>
        <p:spPr>
          <a:xfrm>
            <a:off x="71428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4FA464B8-465E-45CF-EA6E-CD0700CB5C17}"/>
              </a:ext>
            </a:extLst>
          </p:cNvPr>
          <p:cNvSpPr>
            <a:spLocks/>
          </p:cNvSpPr>
          <p:nvPr/>
        </p:nvSpPr>
        <p:spPr>
          <a:xfrm>
            <a:off x="710853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3A0C24BB-3F52-AD96-B8DB-8B2B1B860ECF}"/>
              </a:ext>
            </a:extLst>
          </p:cNvPr>
          <p:cNvSpPr>
            <a:spLocks/>
          </p:cNvSpPr>
          <p:nvPr/>
        </p:nvSpPr>
        <p:spPr>
          <a:xfrm>
            <a:off x="716670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3B7F8CCE-354B-792A-D60C-55E7D02CE302}"/>
              </a:ext>
            </a:extLst>
          </p:cNvPr>
          <p:cNvSpPr>
            <a:spLocks/>
          </p:cNvSpPr>
          <p:nvPr/>
        </p:nvSpPr>
        <p:spPr>
          <a:xfrm>
            <a:off x="7117321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30D4AB7F-5C97-7EBC-5615-215A2D2E38A9}"/>
              </a:ext>
            </a:extLst>
          </p:cNvPr>
          <p:cNvSpPr>
            <a:spLocks/>
          </p:cNvSpPr>
          <p:nvPr/>
        </p:nvSpPr>
        <p:spPr>
          <a:xfrm>
            <a:off x="7096307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03130797-52C2-6570-31AF-3C90BB9090AA}"/>
              </a:ext>
            </a:extLst>
          </p:cNvPr>
          <p:cNvSpPr>
            <a:spLocks/>
          </p:cNvSpPr>
          <p:nvPr/>
        </p:nvSpPr>
        <p:spPr>
          <a:xfrm>
            <a:off x="712070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8F2601A5-F6FC-4223-E5E1-963AFD1720F6}"/>
              </a:ext>
            </a:extLst>
          </p:cNvPr>
          <p:cNvSpPr>
            <a:spLocks/>
          </p:cNvSpPr>
          <p:nvPr/>
        </p:nvSpPr>
        <p:spPr>
          <a:xfrm>
            <a:off x="7064381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5A8F92CB-0270-B55D-EF24-3ECC7109B7DF}"/>
              </a:ext>
            </a:extLst>
          </p:cNvPr>
          <p:cNvSpPr>
            <a:spLocks/>
          </p:cNvSpPr>
          <p:nvPr/>
        </p:nvSpPr>
        <p:spPr>
          <a:xfrm>
            <a:off x="708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AA0D0E6B-202D-8141-069B-8C179148AFD1}"/>
              </a:ext>
            </a:extLst>
          </p:cNvPr>
          <p:cNvSpPr>
            <a:spLocks/>
          </p:cNvSpPr>
          <p:nvPr/>
        </p:nvSpPr>
        <p:spPr>
          <a:xfrm>
            <a:off x="71668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5E776E64-EF09-E663-28E8-0094078E6BD4}"/>
              </a:ext>
            </a:extLst>
          </p:cNvPr>
          <p:cNvSpPr>
            <a:spLocks/>
          </p:cNvSpPr>
          <p:nvPr/>
        </p:nvSpPr>
        <p:spPr>
          <a:xfrm>
            <a:off x="707856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0E52B390-465D-BD30-2190-5153FC8D989E}"/>
              </a:ext>
            </a:extLst>
          </p:cNvPr>
          <p:cNvSpPr>
            <a:spLocks/>
          </p:cNvSpPr>
          <p:nvPr/>
        </p:nvSpPr>
        <p:spPr>
          <a:xfrm>
            <a:off x="7112084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AAAF9EF4-AC39-34FC-7B11-96F59D09B7BA}"/>
              </a:ext>
            </a:extLst>
          </p:cNvPr>
          <p:cNvSpPr>
            <a:spLocks/>
          </p:cNvSpPr>
          <p:nvPr/>
        </p:nvSpPr>
        <p:spPr>
          <a:xfrm>
            <a:off x="7138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AA7A8F1E-C597-0DE4-EDF2-B064B0A88C7C}"/>
              </a:ext>
            </a:extLst>
          </p:cNvPr>
          <p:cNvSpPr>
            <a:spLocks/>
          </p:cNvSpPr>
          <p:nvPr/>
        </p:nvSpPr>
        <p:spPr>
          <a:xfrm>
            <a:off x="70979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773156B0-ED8A-49F4-0824-80AB07AB6180}"/>
              </a:ext>
            </a:extLst>
          </p:cNvPr>
          <p:cNvSpPr>
            <a:spLocks/>
          </p:cNvSpPr>
          <p:nvPr/>
        </p:nvSpPr>
        <p:spPr>
          <a:xfrm>
            <a:off x="7114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20822048-3A8A-5E95-F1F0-FE775BFEDB76}"/>
              </a:ext>
            </a:extLst>
          </p:cNvPr>
          <p:cNvSpPr>
            <a:spLocks/>
          </p:cNvSpPr>
          <p:nvPr/>
        </p:nvSpPr>
        <p:spPr>
          <a:xfrm>
            <a:off x="7125679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A988D9F6-31D3-FF0C-AD72-39D9EB63D507}"/>
              </a:ext>
            </a:extLst>
          </p:cNvPr>
          <p:cNvSpPr>
            <a:spLocks/>
          </p:cNvSpPr>
          <p:nvPr/>
        </p:nvSpPr>
        <p:spPr>
          <a:xfrm>
            <a:off x="7138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BF99469F-748C-D15D-59B1-2960C2AC74DD}"/>
              </a:ext>
            </a:extLst>
          </p:cNvPr>
          <p:cNvSpPr>
            <a:spLocks/>
          </p:cNvSpPr>
          <p:nvPr/>
        </p:nvSpPr>
        <p:spPr>
          <a:xfrm>
            <a:off x="7162133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E14CAB5F-A421-EFE4-77C9-D39712C9DA46}"/>
              </a:ext>
            </a:extLst>
          </p:cNvPr>
          <p:cNvSpPr>
            <a:spLocks/>
          </p:cNvSpPr>
          <p:nvPr/>
        </p:nvSpPr>
        <p:spPr>
          <a:xfrm>
            <a:off x="7136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922D462A-826C-4095-8861-BE15B599ED05}"/>
              </a:ext>
            </a:extLst>
          </p:cNvPr>
          <p:cNvSpPr>
            <a:spLocks/>
          </p:cNvSpPr>
          <p:nvPr/>
        </p:nvSpPr>
        <p:spPr>
          <a:xfrm>
            <a:off x="709552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D53D6734-1CEF-FB60-9ADA-C45A79D11A5C}"/>
              </a:ext>
            </a:extLst>
          </p:cNvPr>
          <p:cNvSpPr>
            <a:spLocks/>
          </p:cNvSpPr>
          <p:nvPr/>
        </p:nvSpPr>
        <p:spPr>
          <a:xfrm>
            <a:off x="710811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1B24D15B-04CC-F0B9-898A-634B82A06FB9}"/>
              </a:ext>
            </a:extLst>
          </p:cNvPr>
          <p:cNvSpPr>
            <a:spLocks/>
          </p:cNvSpPr>
          <p:nvPr/>
        </p:nvSpPr>
        <p:spPr>
          <a:xfrm>
            <a:off x="7153444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6A5AF809-170D-7472-398C-837E002C60F4}"/>
              </a:ext>
            </a:extLst>
          </p:cNvPr>
          <p:cNvSpPr>
            <a:spLocks/>
          </p:cNvSpPr>
          <p:nvPr/>
        </p:nvSpPr>
        <p:spPr>
          <a:xfrm>
            <a:off x="7065232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5F19FB4B-B59A-5339-2183-3B7CE8F362B0}"/>
              </a:ext>
            </a:extLst>
          </p:cNvPr>
          <p:cNvSpPr>
            <a:spLocks/>
          </p:cNvSpPr>
          <p:nvPr/>
        </p:nvSpPr>
        <p:spPr>
          <a:xfrm>
            <a:off x="71627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A5D110AB-FE99-6677-9C41-5683DF1940CF}"/>
              </a:ext>
            </a:extLst>
          </p:cNvPr>
          <p:cNvSpPr>
            <a:spLocks/>
          </p:cNvSpPr>
          <p:nvPr/>
        </p:nvSpPr>
        <p:spPr>
          <a:xfrm>
            <a:off x="71003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A50E2757-7118-7329-13F6-1008F19E77CD}"/>
              </a:ext>
            </a:extLst>
          </p:cNvPr>
          <p:cNvSpPr>
            <a:spLocks/>
          </p:cNvSpPr>
          <p:nvPr/>
        </p:nvSpPr>
        <p:spPr>
          <a:xfrm>
            <a:off x="715935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E2E224EC-E1B4-4D29-C1D2-EB8CE1EA4234}"/>
              </a:ext>
            </a:extLst>
          </p:cNvPr>
          <p:cNvSpPr>
            <a:spLocks/>
          </p:cNvSpPr>
          <p:nvPr/>
        </p:nvSpPr>
        <p:spPr>
          <a:xfrm>
            <a:off x="7079581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2F055E31-D9A8-DAB6-B4EB-F09FA7E87826}"/>
              </a:ext>
            </a:extLst>
          </p:cNvPr>
          <p:cNvSpPr>
            <a:spLocks/>
          </p:cNvSpPr>
          <p:nvPr/>
        </p:nvSpPr>
        <p:spPr>
          <a:xfrm>
            <a:off x="7119509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E6D45869-D433-A2BD-DD2A-80E22A14CF69}"/>
              </a:ext>
            </a:extLst>
          </p:cNvPr>
          <p:cNvSpPr>
            <a:spLocks/>
          </p:cNvSpPr>
          <p:nvPr/>
        </p:nvSpPr>
        <p:spPr>
          <a:xfrm>
            <a:off x="710820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B3E02E47-9F21-B6B0-EC9D-F8CB731E6CC9}"/>
              </a:ext>
            </a:extLst>
          </p:cNvPr>
          <p:cNvSpPr>
            <a:spLocks/>
          </p:cNvSpPr>
          <p:nvPr/>
        </p:nvSpPr>
        <p:spPr>
          <a:xfrm>
            <a:off x="7091155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0E66D557-658A-C336-0590-0C2B83703F9C}"/>
              </a:ext>
            </a:extLst>
          </p:cNvPr>
          <p:cNvSpPr>
            <a:spLocks/>
          </p:cNvSpPr>
          <p:nvPr/>
        </p:nvSpPr>
        <p:spPr>
          <a:xfrm>
            <a:off x="70836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B0E7C34D-3FEE-D9F6-D00C-F690B82311AF}"/>
              </a:ext>
            </a:extLst>
          </p:cNvPr>
          <p:cNvSpPr>
            <a:spLocks/>
          </p:cNvSpPr>
          <p:nvPr/>
        </p:nvSpPr>
        <p:spPr>
          <a:xfrm>
            <a:off x="7108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881031ED-8111-7550-5995-D075DD1166CD}"/>
              </a:ext>
            </a:extLst>
          </p:cNvPr>
          <p:cNvSpPr>
            <a:spLocks/>
          </p:cNvSpPr>
          <p:nvPr/>
        </p:nvSpPr>
        <p:spPr>
          <a:xfrm>
            <a:off x="7050636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DBD54DFF-4529-EDCA-E9E0-2D84F9F73E57}"/>
              </a:ext>
            </a:extLst>
          </p:cNvPr>
          <p:cNvSpPr>
            <a:spLocks/>
          </p:cNvSpPr>
          <p:nvPr/>
        </p:nvSpPr>
        <p:spPr>
          <a:xfrm>
            <a:off x="713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BCB6D99A-E889-71AC-5689-7C388FC43A4E}"/>
              </a:ext>
            </a:extLst>
          </p:cNvPr>
          <p:cNvSpPr>
            <a:spLocks/>
          </p:cNvSpPr>
          <p:nvPr/>
        </p:nvSpPr>
        <p:spPr>
          <a:xfrm>
            <a:off x="71380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8862ECA9-0CBF-E82B-AA66-DA961E1D06FA}"/>
              </a:ext>
            </a:extLst>
          </p:cNvPr>
          <p:cNvSpPr>
            <a:spLocks/>
          </p:cNvSpPr>
          <p:nvPr/>
        </p:nvSpPr>
        <p:spPr>
          <a:xfrm>
            <a:off x="7126317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5CCF9FA9-5C7A-D836-4058-223D7A6FA208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908F3D9F-06F9-FE1D-9BAE-67854B2486D3}"/>
              </a:ext>
            </a:extLst>
          </p:cNvPr>
          <p:cNvSpPr>
            <a:spLocks/>
          </p:cNvSpPr>
          <p:nvPr/>
        </p:nvSpPr>
        <p:spPr>
          <a:xfrm>
            <a:off x="7088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B67C5665-4E27-9A73-6C82-EBCA46CF1042}"/>
              </a:ext>
            </a:extLst>
          </p:cNvPr>
          <p:cNvSpPr>
            <a:spLocks/>
          </p:cNvSpPr>
          <p:nvPr/>
        </p:nvSpPr>
        <p:spPr>
          <a:xfrm>
            <a:off x="7117077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7EBE71DA-5837-9259-EB1D-C8C6E60DCF27}"/>
              </a:ext>
            </a:extLst>
          </p:cNvPr>
          <p:cNvSpPr>
            <a:spLocks/>
          </p:cNvSpPr>
          <p:nvPr/>
        </p:nvSpPr>
        <p:spPr>
          <a:xfrm>
            <a:off x="71072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A2363708-8622-5A50-C8CE-045F5691D404}"/>
              </a:ext>
            </a:extLst>
          </p:cNvPr>
          <p:cNvSpPr>
            <a:spLocks/>
          </p:cNvSpPr>
          <p:nvPr/>
        </p:nvSpPr>
        <p:spPr>
          <a:xfrm>
            <a:off x="70870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E1CA3EF-6754-C7D6-3F98-3A18E1A7EBB7}"/>
              </a:ext>
            </a:extLst>
          </p:cNvPr>
          <p:cNvSpPr>
            <a:spLocks/>
          </p:cNvSpPr>
          <p:nvPr/>
        </p:nvSpPr>
        <p:spPr>
          <a:xfrm>
            <a:off x="712615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161CAF75-5B54-A381-1C8B-B06DC97B2434}"/>
              </a:ext>
            </a:extLst>
          </p:cNvPr>
          <p:cNvSpPr>
            <a:spLocks/>
          </p:cNvSpPr>
          <p:nvPr/>
        </p:nvSpPr>
        <p:spPr>
          <a:xfrm>
            <a:off x="7051612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2345F337-62F8-D822-676C-EDF265C7CFB3}"/>
              </a:ext>
            </a:extLst>
          </p:cNvPr>
          <p:cNvSpPr>
            <a:spLocks/>
          </p:cNvSpPr>
          <p:nvPr/>
        </p:nvSpPr>
        <p:spPr>
          <a:xfrm>
            <a:off x="70692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00C061C2-802C-B9BF-2D22-23F984D1791E}"/>
              </a:ext>
            </a:extLst>
          </p:cNvPr>
          <p:cNvSpPr>
            <a:spLocks/>
          </p:cNvSpPr>
          <p:nvPr/>
        </p:nvSpPr>
        <p:spPr>
          <a:xfrm>
            <a:off x="70498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47A57D2C-6763-E107-FD00-07E0D3A05C43}"/>
              </a:ext>
            </a:extLst>
          </p:cNvPr>
          <p:cNvSpPr>
            <a:spLocks/>
          </p:cNvSpPr>
          <p:nvPr/>
        </p:nvSpPr>
        <p:spPr>
          <a:xfrm>
            <a:off x="7069306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F3BFE77A-0FEB-1CFD-A9E8-259BB83E7AB7}"/>
              </a:ext>
            </a:extLst>
          </p:cNvPr>
          <p:cNvSpPr>
            <a:spLocks/>
          </p:cNvSpPr>
          <p:nvPr/>
        </p:nvSpPr>
        <p:spPr>
          <a:xfrm>
            <a:off x="71169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BBCCD9E1-C4A8-B936-65C2-B6BDBFC48228}"/>
              </a:ext>
            </a:extLst>
          </p:cNvPr>
          <p:cNvSpPr>
            <a:spLocks/>
          </p:cNvSpPr>
          <p:nvPr/>
        </p:nvSpPr>
        <p:spPr>
          <a:xfrm>
            <a:off x="71580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2C88B9F2-97F5-74B8-C4EE-F48D0BC8E85D}"/>
              </a:ext>
            </a:extLst>
          </p:cNvPr>
          <p:cNvSpPr>
            <a:spLocks/>
          </p:cNvSpPr>
          <p:nvPr/>
        </p:nvSpPr>
        <p:spPr>
          <a:xfrm>
            <a:off x="70520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5C2AC123-9DB2-DF69-37A3-C525E31AB80F}"/>
              </a:ext>
            </a:extLst>
          </p:cNvPr>
          <p:cNvSpPr>
            <a:spLocks/>
          </p:cNvSpPr>
          <p:nvPr/>
        </p:nvSpPr>
        <p:spPr>
          <a:xfrm>
            <a:off x="71231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E6387605-6BDD-6221-88ED-9BAB571FCF1C}"/>
              </a:ext>
            </a:extLst>
          </p:cNvPr>
          <p:cNvSpPr>
            <a:spLocks/>
          </p:cNvSpPr>
          <p:nvPr/>
        </p:nvSpPr>
        <p:spPr>
          <a:xfrm>
            <a:off x="70682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0469A77B-B4BB-7125-8A15-2E1A977980B6}"/>
              </a:ext>
            </a:extLst>
          </p:cNvPr>
          <p:cNvSpPr>
            <a:spLocks/>
          </p:cNvSpPr>
          <p:nvPr/>
        </p:nvSpPr>
        <p:spPr>
          <a:xfrm>
            <a:off x="71661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B23C6F90-B455-8888-5B2A-CB93522ADB61}"/>
              </a:ext>
            </a:extLst>
          </p:cNvPr>
          <p:cNvSpPr>
            <a:spLocks/>
          </p:cNvSpPr>
          <p:nvPr/>
        </p:nvSpPr>
        <p:spPr>
          <a:xfrm>
            <a:off x="7094163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77E50A6-D6C3-F56F-02E0-09F66BEF398C}"/>
              </a:ext>
            </a:extLst>
          </p:cNvPr>
          <p:cNvSpPr>
            <a:spLocks/>
          </p:cNvSpPr>
          <p:nvPr/>
        </p:nvSpPr>
        <p:spPr>
          <a:xfrm>
            <a:off x="7084939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4F1EC3F1-4190-F232-3721-F44DD82A3FA1}"/>
              </a:ext>
            </a:extLst>
          </p:cNvPr>
          <p:cNvSpPr>
            <a:spLocks/>
          </p:cNvSpPr>
          <p:nvPr/>
        </p:nvSpPr>
        <p:spPr>
          <a:xfrm>
            <a:off x="70569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CD053F39-DF9D-779D-DDCD-8C2035726A74}"/>
              </a:ext>
            </a:extLst>
          </p:cNvPr>
          <p:cNvSpPr>
            <a:spLocks/>
          </p:cNvSpPr>
          <p:nvPr/>
        </p:nvSpPr>
        <p:spPr>
          <a:xfrm>
            <a:off x="7160498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D50A4621-BA69-E08D-CF32-33563972D009}"/>
              </a:ext>
            </a:extLst>
          </p:cNvPr>
          <p:cNvSpPr>
            <a:spLocks/>
          </p:cNvSpPr>
          <p:nvPr/>
        </p:nvSpPr>
        <p:spPr>
          <a:xfrm>
            <a:off x="7109088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1049A167-F099-2AB1-55B9-1A37C7D30B16}"/>
              </a:ext>
            </a:extLst>
          </p:cNvPr>
          <p:cNvSpPr>
            <a:spLocks/>
          </p:cNvSpPr>
          <p:nvPr/>
        </p:nvSpPr>
        <p:spPr>
          <a:xfrm>
            <a:off x="7084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EA72E82-46AF-EBFF-9502-B821AA026C88}"/>
              </a:ext>
            </a:extLst>
          </p:cNvPr>
          <p:cNvSpPr>
            <a:spLocks/>
          </p:cNvSpPr>
          <p:nvPr/>
        </p:nvSpPr>
        <p:spPr>
          <a:xfrm>
            <a:off x="7133707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F58A0C7-B8A3-9737-1CE0-BF532CE8D16F}"/>
              </a:ext>
            </a:extLst>
          </p:cNvPr>
          <p:cNvSpPr>
            <a:spLocks/>
          </p:cNvSpPr>
          <p:nvPr/>
        </p:nvSpPr>
        <p:spPr>
          <a:xfrm>
            <a:off x="706672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D20FF045-07F3-E93F-FF7E-598838FFDF26}"/>
              </a:ext>
            </a:extLst>
          </p:cNvPr>
          <p:cNvSpPr>
            <a:spLocks/>
          </p:cNvSpPr>
          <p:nvPr/>
        </p:nvSpPr>
        <p:spPr>
          <a:xfrm>
            <a:off x="71193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D5BE9A7-23D4-B7FF-259F-96D51032D944}"/>
              </a:ext>
            </a:extLst>
          </p:cNvPr>
          <p:cNvSpPr>
            <a:spLocks/>
          </p:cNvSpPr>
          <p:nvPr/>
        </p:nvSpPr>
        <p:spPr>
          <a:xfrm>
            <a:off x="711695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3845BBA7-B73B-121D-D79E-5750BF95AD99}"/>
              </a:ext>
            </a:extLst>
          </p:cNvPr>
          <p:cNvSpPr>
            <a:spLocks/>
          </p:cNvSpPr>
          <p:nvPr/>
        </p:nvSpPr>
        <p:spPr>
          <a:xfrm>
            <a:off x="711248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0CCC9AF-A0B3-C5C9-1BFE-4F0442AD8977}"/>
              </a:ext>
            </a:extLst>
          </p:cNvPr>
          <p:cNvSpPr>
            <a:spLocks/>
          </p:cNvSpPr>
          <p:nvPr/>
        </p:nvSpPr>
        <p:spPr>
          <a:xfrm>
            <a:off x="71040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00ABB397-1809-6A1B-6B61-8EA1153BB0B1}"/>
              </a:ext>
            </a:extLst>
          </p:cNvPr>
          <p:cNvSpPr>
            <a:spLocks/>
          </p:cNvSpPr>
          <p:nvPr/>
        </p:nvSpPr>
        <p:spPr>
          <a:xfrm>
            <a:off x="7115000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D86E4D5E-B964-A954-6600-978620E79A3F}"/>
              </a:ext>
            </a:extLst>
          </p:cNvPr>
          <p:cNvSpPr>
            <a:spLocks/>
          </p:cNvSpPr>
          <p:nvPr/>
        </p:nvSpPr>
        <p:spPr>
          <a:xfrm>
            <a:off x="71356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9EC9F0C3-B340-8C36-6944-981E796929AF}"/>
              </a:ext>
            </a:extLst>
          </p:cNvPr>
          <p:cNvSpPr>
            <a:spLocks/>
          </p:cNvSpPr>
          <p:nvPr/>
        </p:nvSpPr>
        <p:spPr>
          <a:xfrm>
            <a:off x="712400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D1E2E336-289E-80EF-719B-EF6018C2EEC5}"/>
              </a:ext>
            </a:extLst>
          </p:cNvPr>
          <p:cNvSpPr>
            <a:spLocks/>
          </p:cNvSpPr>
          <p:nvPr/>
        </p:nvSpPr>
        <p:spPr>
          <a:xfrm>
            <a:off x="7090869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3F525D52-74C4-A51E-DBF3-101EC9AFFE3A}"/>
              </a:ext>
            </a:extLst>
          </p:cNvPr>
          <p:cNvSpPr>
            <a:spLocks/>
          </p:cNvSpPr>
          <p:nvPr/>
        </p:nvSpPr>
        <p:spPr>
          <a:xfrm>
            <a:off x="7165869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1BC6A622-CF50-9437-76AD-4FD88D6CA5E3}"/>
              </a:ext>
            </a:extLst>
          </p:cNvPr>
          <p:cNvSpPr>
            <a:spLocks/>
          </p:cNvSpPr>
          <p:nvPr/>
        </p:nvSpPr>
        <p:spPr>
          <a:xfrm>
            <a:off x="71348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BFAF6606-3DCF-4D62-F51B-6AE37D01D169}"/>
              </a:ext>
            </a:extLst>
          </p:cNvPr>
          <p:cNvSpPr>
            <a:spLocks/>
          </p:cNvSpPr>
          <p:nvPr/>
        </p:nvSpPr>
        <p:spPr>
          <a:xfrm>
            <a:off x="70701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635EA03A-E8DF-C567-B34F-A9B87D31D8A5}"/>
              </a:ext>
            </a:extLst>
          </p:cNvPr>
          <p:cNvSpPr>
            <a:spLocks/>
          </p:cNvSpPr>
          <p:nvPr/>
        </p:nvSpPr>
        <p:spPr>
          <a:xfrm>
            <a:off x="7062796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E1729821-1F71-7103-C759-3BA9B10E3D43}"/>
              </a:ext>
            </a:extLst>
          </p:cNvPr>
          <p:cNvSpPr>
            <a:spLocks/>
          </p:cNvSpPr>
          <p:nvPr/>
        </p:nvSpPr>
        <p:spPr>
          <a:xfrm>
            <a:off x="71368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5F5F89EB-B6F7-C50C-B6A1-923AE9133026}"/>
              </a:ext>
            </a:extLst>
          </p:cNvPr>
          <p:cNvSpPr>
            <a:spLocks/>
          </p:cNvSpPr>
          <p:nvPr/>
        </p:nvSpPr>
        <p:spPr>
          <a:xfrm>
            <a:off x="7162727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11FE196D-C771-F0C9-267E-B775DD9455FE}"/>
              </a:ext>
            </a:extLst>
          </p:cNvPr>
          <p:cNvSpPr>
            <a:spLocks/>
          </p:cNvSpPr>
          <p:nvPr/>
        </p:nvSpPr>
        <p:spPr>
          <a:xfrm>
            <a:off x="71528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9A52DE51-2EA8-9D2B-8C63-86B7E583C90C}"/>
              </a:ext>
            </a:extLst>
          </p:cNvPr>
          <p:cNvSpPr>
            <a:spLocks/>
          </p:cNvSpPr>
          <p:nvPr/>
        </p:nvSpPr>
        <p:spPr>
          <a:xfrm>
            <a:off x="7143256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8EC30557-6ED4-5FBE-BBE7-D9CADE37D475}"/>
              </a:ext>
            </a:extLst>
          </p:cNvPr>
          <p:cNvSpPr>
            <a:spLocks/>
          </p:cNvSpPr>
          <p:nvPr/>
        </p:nvSpPr>
        <p:spPr>
          <a:xfrm>
            <a:off x="7130762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D698F3C7-1827-766C-71B9-CBD0189012DB}"/>
              </a:ext>
            </a:extLst>
          </p:cNvPr>
          <p:cNvSpPr>
            <a:spLocks/>
          </p:cNvSpPr>
          <p:nvPr/>
        </p:nvSpPr>
        <p:spPr>
          <a:xfrm>
            <a:off x="71228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A366AEA3-44DB-859A-250D-36A06BB57A56}"/>
              </a:ext>
            </a:extLst>
          </p:cNvPr>
          <p:cNvSpPr>
            <a:spLocks/>
          </p:cNvSpPr>
          <p:nvPr/>
        </p:nvSpPr>
        <p:spPr>
          <a:xfrm>
            <a:off x="7133535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CD491F49-8C89-B675-4F69-9B07821E2F46}"/>
              </a:ext>
            </a:extLst>
          </p:cNvPr>
          <p:cNvSpPr>
            <a:spLocks/>
          </p:cNvSpPr>
          <p:nvPr/>
        </p:nvSpPr>
        <p:spPr>
          <a:xfrm>
            <a:off x="709711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FB1353-5445-F787-EE87-A6907AA47172}"/>
              </a:ext>
            </a:extLst>
          </p:cNvPr>
          <p:cNvSpPr>
            <a:spLocks/>
          </p:cNvSpPr>
          <p:nvPr/>
        </p:nvSpPr>
        <p:spPr>
          <a:xfrm>
            <a:off x="7092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033E59C9-6950-76F0-BAB7-5BA44F582C39}"/>
              </a:ext>
            </a:extLst>
          </p:cNvPr>
          <p:cNvSpPr>
            <a:spLocks/>
          </p:cNvSpPr>
          <p:nvPr/>
        </p:nvSpPr>
        <p:spPr>
          <a:xfrm>
            <a:off x="710470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5DA1DBDB-7A5D-6ED3-E5B2-72B60080A86E}"/>
              </a:ext>
            </a:extLst>
          </p:cNvPr>
          <p:cNvSpPr>
            <a:spLocks/>
          </p:cNvSpPr>
          <p:nvPr/>
        </p:nvSpPr>
        <p:spPr>
          <a:xfrm>
            <a:off x="707402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37CAAB34-C112-C8AA-DB6F-F6110087EFCC}"/>
              </a:ext>
            </a:extLst>
          </p:cNvPr>
          <p:cNvSpPr>
            <a:spLocks/>
          </p:cNvSpPr>
          <p:nvPr/>
        </p:nvSpPr>
        <p:spPr>
          <a:xfrm>
            <a:off x="70737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9984C9BE-114B-A980-F8F8-02EA8C43512F}"/>
              </a:ext>
            </a:extLst>
          </p:cNvPr>
          <p:cNvSpPr>
            <a:spLocks/>
          </p:cNvSpPr>
          <p:nvPr/>
        </p:nvSpPr>
        <p:spPr>
          <a:xfrm>
            <a:off x="7109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D4658E7C-3F7E-260C-E949-25335ADB2C9B}"/>
              </a:ext>
            </a:extLst>
          </p:cNvPr>
          <p:cNvSpPr>
            <a:spLocks/>
          </p:cNvSpPr>
          <p:nvPr/>
        </p:nvSpPr>
        <p:spPr>
          <a:xfrm>
            <a:off x="71250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E49C38ED-EE47-5169-E5B3-556B405B06D2}"/>
              </a:ext>
            </a:extLst>
          </p:cNvPr>
          <p:cNvSpPr>
            <a:spLocks/>
          </p:cNvSpPr>
          <p:nvPr/>
        </p:nvSpPr>
        <p:spPr>
          <a:xfrm>
            <a:off x="711748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3F60457F-9F67-6F9D-FB33-F1253FDBA533}"/>
              </a:ext>
            </a:extLst>
          </p:cNvPr>
          <p:cNvSpPr>
            <a:spLocks/>
          </p:cNvSpPr>
          <p:nvPr/>
        </p:nvSpPr>
        <p:spPr>
          <a:xfrm>
            <a:off x="714108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A5B93C18-F292-EFC2-67E2-4180B9E81E0C}"/>
              </a:ext>
            </a:extLst>
          </p:cNvPr>
          <p:cNvSpPr>
            <a:spLocks/>
          </p:cNvSpPr>
          <p:nvPr/>
        </p:nvSpPr>
        <p:spPr>
          <a:xfrm>
            <a:off x="70693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92150048-1F15-49B5-6126-17AB360F1544}"/>
              </a:ext>
            </a:extLst>
          </p:cNvPr>
          <p:cNvSpPr>
            <a:spLocks/>
          </p:cNvSpPr>
          <p:nvPr/>
        </p:nvSpPr>
        <p:spPr>
          <a:xfrm>
            <a:off x="707393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0BBFB315-3AF3-ADF4-3517-78DDF596D762}"/>
              </a:ext>
            </a:extLst>
          </p:cNvPr>
          <p:cNvSpPr>
            <a:spLocks/>
          </p:cNvSpPr>
          <p:nvPr/>
        </p:nvSpPr>
        <p:spPr>
          <a:xfrm>
            <a:off x="704997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FDC1EF-EC57-1788-C73D-37DBE8CB98EC}"/>
              </a:ext>
            </a:extLst>
          </p:cNvPr>
          <p:cNvSpPr>
            <a:spLocks/>
          </p:cNvSpPr>
          <p:nvPr/>
        </p:nvSpPr>
        <p:spPr>
          <a:xfrm>
            <a:off x="711948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55A8B376-13B7-1ED3-1C0D-24A1A33B1DEF}"/>
              </a:ext>
            </a:extLst>
          </p:cNvPr>
          <p:cNvSpPr>
            <a:spLocks/>
          </p:cNvSpPr>
          <p:nvPr/>
        </p:nvSpPr>
        <p:spPr>
          <a:xfrm>
            <a:off x="70636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3938ED65-C92C-1D40-4ED2-B793ED92AC46}"/>
              </a:ext>
            </a:extLst>
          </p:cNvPr>
          <p:cNvSpPr>
            <a:spLocks/>
          </p:cNvSpPr>
          <p:nvPr/>
        </p:nvSpPr>
        <p:spPr>
          <a:xfrm>
            <a:off x="715017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D10B9D82-DDFA-F113-D348-BCE36E697830}"/>
              </a:ext>
            </a:extLst>
          </p:cNvPr>
          <p:cNvSpPr>
            <a:spLocks/>
          </p:cNvSpPr>
          <p:nvPr/>
        </p:nvSpPr>
        <p:spPr>
          <a:xfrm>
            <a:off x="70879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6B23926D-33B5-6F99-61AD-AFEB70A941DD}"/>
              </a:ext>
            </a:extLst>
          </p:cNvPr>
          <p:cNvSpPr>
            <a:spLocks/>
          </p:cNvSpPr>
          <p:nvPr/>
        </p:nvSpPr>
        <p:spPr>
          <a:xfrm>
            <a:off x="71001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407F78D3-8482-9E6E-0B54-6AA4CB04ABB7}"/>
              </a:ext>
            </a:extLst>
          </p:cNvPr>
          <p:cNvSpPr>
            <a:spLocks/>
          </p:cNvSpPr>
          <p:nvPr/>
        </p:nvSpPr>
        <p:spPr>
          <a:xfrm>
            <a:off x="7063382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4BA5EF88-5CFC-DAA0-2B33-5BAB10FA31C4}"/>
              </a:ext>
            </a:extLst>
          </p:cNvPr>
          <p:cNvSpPr>
            <a:spLocks/>
          </p:cNvSpPr>
          <p:nvPr/>
        </p:nvSpPr>
        <p:spPr>
          <a:xfrm>
            <a:off x="709416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5AA3DA55-29F3-C5C8-1C20-17F9CC13B4DB}"/>
              </a:ext>
            </a:extLst>
          </p:cNvPr>
          <p:cNvSpPr>
            <a:spLocks/>
          </p:cNvSpPr>
          <p:nvPr/>
        </p:nvSpPr>
        <p:spPr>
          <a:xfrm>
            <a:off x="714479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03BAB55E-3169-6B92-5E22-BEAD4B6BCD79}"/>
              </a:ext>
            </a:extLst>
          </p:cNvPr>
          <p:cNvSpPr>
            <a:spLocks/>
          </p:cNvSpPr>
          <p:nvPr/>
        </p:nvSpPr>
        <p:spPr>
          <a:xfrm>
            <a:off x="7133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2D741FC9-4402-E68A-202E-B9982A5412AE}"/>
              </a:ext>
            </a:extLst>
          </p:cNvPr>
          <p:cNvSpPr>
            <a:spLocks/>
          </p:cNvSpPr>
          <p:nvPr/>
        </p:nvSpPr>
        <p:spPr>
          <a:xfrm>
            <a:off x="7072130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C7BE8587-850D-E761-D888-9665910327A2}"/>
              </a:ext>
            </a:extLst>
          </p:cNvPr>
          <p:cNvSpPr>
            <a:spLocks/>
          </p:cNvSpPr>
          <p:nvPr/>
        </p:nvSpPr>
        <p:spPr>
          <a:xfrm>
            <a:off x="73147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0BA2B9C9-016C-4995-D9DD-E0EBE346EBFB}"/>
              </a:ext>
            </a:extLst>
          </p:cNvPr>
          <p:cNvSpPr>
            <a:spLocks/>
          </p:cNvSpPr>
          <p:nvPr/>
        </p:nvSpPr>
        <p:spPr>
          <a:xfrm>
            <a:off x="7380587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792A5149-206F-53A6-AC37-381EFE73AC53}"/>
              </a:ext>
            </a:extLst>
          </p:cNvPr>
          <p:cNvSpPr>
            <a:spLocks/>
          </p:cNvSpPr>
          <p:nvPr/>
        </p:nvSpPr>
        <p:spPr>
          <a:xfrm>
            <a:off x="7371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22DDAEBC-676D-1287-C1D2-A1F614E8915F}"/>
              </a:ext>
            </a:extLst>
          </p:cNvPr>
          <p:cNvSpPr>
            <a:spLocks/>
          </p:cNvSpPr>
          <p:nvPr/>
        </p:nvSpPr>
        <p:spPr>
          <a:xfrm>
            <a:off x="7372882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1F36A175-FDC9-8A50-EE36-6F9B91B02B76}"/>
              </a:ext>
            </a:extLst>
          </p:cNvPr>
          <p:cNvSpPr>
            <a:spLocks/>
          </p:cNvSpPr>
          <p:nvPr/>
        </p:nvSpPr>
        <p:spPr>
          <a:xfrm>
            <a:off x="7350290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56C7FBEE-2102-0A78-3F9C-7250BC98007B}"/>
              </a:ext>
            </a:extLst>
          </p:cNvPr>
          <p:cNvSpPr>
            <a:spLocks/>
          </p:cNvSpPr>
          <p:nvPr/>
        </p:nvSpPr>
        <p:spPr>
          <a:xfrm>
            <a:off x="73837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B6990DE8-F65E-4C25-1A0C-13BEE8EE3AC6}"/>
              </a:ext>
            </a:extLst>
          </p:cNvPr>
          <p:cNvSpPr>
            <a:spLocks/>
          </p:cNvSpPr>
          <p:nvPr/>
        </p:nvSpPr>
        <p:spPr>
          <a:xfrm>
            <a:off x="73130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EDAE6B1F-9938-475F-280D-2091E6C2F575}"/>
              </a:ext>
            </a:extLst>
          </p:cNvPr>
          <p:cNvSpPr>
            <a:spLocks/>
          </p:cNvSpPr>
          <p:nvPr/>
        </p:nvSpPr>
        <p:spPr>
          <a:xfrm>
            <a:off x="73494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084D9845-0B09-E1F8-162D-CDA1E4F95F05}"/>
              </a:ext>
            </a:extLst>
          </p:cNvPr>
          <p:cNvSpPr>
            <a:spLocks/>
          </p:cNvSpPr>
          <p:nvPr/>
        </p:nvSpPr>
        <p:spPr>
          <a:xfrm>
            <a:off x="74168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75E5AF78-D738-B7F0-F2E2-D5207FBD1DB0}"/>
              </a:ext>
            </a:extLst>
          </p:cNvPr>
          <p:cNvSpPr>
            <a:spLocks/>
          </p:cNvSpPr>
          <p:nvPr/>
        </p:nvSpPr>
        <p:spPr>
          <a:xfrm>
            <a:off x="73490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C9588DA6-86A2-CDF6-CE0B-44C26888EBA6}"/>
              </a:ext>
            </a:extLst>
          </p:cNvPr>
          <p:cNvSpPr>
            <a:spLocks/>
          </p:cNvSpPr>
          <p:nvPr/>
        </p:nvSpPr>
        <p:spPr>
          <a:xfrm>
            <a:off x="7357111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1D4EECE6-846B-C70F-E84E-28E0D268FAC1}"/>
              </a:ext>
            </a:extLst>
          </p:cNvPr>
          <p:cNvSpPr>
            <a:spLocks/>
          </p:cNvSpPr>
          <p:nvPr/>
        </p:nvSpPr>
        <p:spPr>
          <a:xfrm>
            <a:off x="73107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87E62B9E-E0AA-E430-9474-DEE9D1530176}"/>
              </a:ext>
            </a:extLst>
          </p:cNvPr>
          <p:cNvSpPr>
            <a:spLocks/>
          </p:cNvSpPr>
          <p:nvPr/>
        </p:nvSpPr>
        <p:spPr>
          <a:xfrm>
            <a:off x="732632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BE139FB1-34F5-0DA9-FFF0-13E1D2ED1683}"/>
              </a:ext>
            </a:extLst>
          </p:cNvPr>
          <p:cNvSpPr>
            <a:spLocks/>
          </p:cNvSpPr>
          <p:nvPr/>
        </p:nvSpPr>
        <p:spPr>
          <a:xfrm>
            <a:off x="73763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4FB74308-A799-354B-D735-6997D4BD185D}"/>
              </a:ext>
            </a:extLst>
          </p:cNvPr>
          <p:cNvSpPr>
            <a:spLocks/>
          </p:cNvSpPr>
          <p:nvPr/>
        </p:nvSpPr>
        <p:spPr>
          <a:xfrm>
            <a:off x="74073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A4C06815-2EF5-2E30-2C4C-ECAEA8F71BB9}"/>
              </a:ext>
            </a:extLst>
          </p:cNvPr>
          <p:cNvSpPr>
            <a:spLocks/>
          </p:cNvSpPr>
          <p:nvPr/>
        </p:nvSpPr>
        <p:spPr>
          <a:xfrm>
            <a:off x="73965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EF219DC9-D50A-823B-31E8-54A87A38AA0E}"/>
              </a:ext>
            </a:extLst>
          </p:cNvPr>
          <p:cNvSpPr>
            <a:spLocks/>
          </p:cNvSpPr>
          <p:nvPr/>
        </p:nvSpPr>
        <p:spPr>
          <a:xfrm>
            <a:off x="73697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EE2CCC48-129D-1224-C9CB-103913884963}"/>
              </a:ext>
            </a:extLst>
          </p:cNvPr>
          <p:cNvSpPr>
            <a:spLocks/>
          </p:cNvSpPr>
          <p:nvPr/>
        </p:nvSpPr>
        <p:spPr>
          <a:xfrm>
            <a:off x="73293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837B49AF-5C8D-F691-DAAF-C9B42808E211}"/>
              </a:ext>
            </a:extLst>
          </p:cNvPr>
          <p:cNvSpPr>
            <a:spLocks/>
          </p:cNvSpPr>
          <p:nvPr/>
        </p:nvSpPr>
        <p:spPr>
          <a:xfrm>
            <a:off x="7367816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F44503AE-42E6-31E2-845E-3CDF220E5A06}"/>
              </a:ext>
            </a:extLst>
          </p:cNvPr>
          <p:cNvSpPr>
            <a:spLocks/>
          </p:cNvSpPr>
          <p:nvPr/>
        </p:nvSpPr>
        <p:spPr>
          <a:xfrm>
            <a:off x="737664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3002053B-6372-2790-3820-2163ACFB8834}"/>
              </a:ext>
            </a:extLst>
          </p:cNvPr>
          <p:cNvSpPr>
            <a:spLocks/>
          </p:cNvSpPr>
          <p:nvPr/>
        </p:nvSpPr>
        <p:spPr>
          <a:xfrm>
            <a:off x="733109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C2E66DF-17E8-36B8-8C75-4F71CA6EE454}"/>
              </a:ext>
            </a:extLst>
          </p:cNvPr>
          <p:cNvSpPr>
            <a:spLocks/>
          </p:cNvSpPr>
          <p:nvPr/>
        </p:nvSpPr>
        <p:spPr>
          <a:xfrm>
            <a:off x="736337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CCB3CB88-AA6E-AC13-1C39-E91F03B254B3}"/>
              </a:ext>
            </a:extLst>
          </p:cNvPr>
          <p:cNvSpPr>
            <a:spLocks/>
          </p:cNvSpPr>
          <p:nvPr/>
        </p:nvSpPr>
        <p:spPr>
          <a:xfrm>
            <a:off x="7325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E9D94BAF-202F-6EE8-F431-7F7BC2DADC4B}"/>
              </a:ext>
            </a:extLst>
          </p:cNvPr>
          <p:cNvSpPr>
            <a:spLocks/>
          </p:cNvSpPr>
          <p:nvPr/>
        </p:nvSpPr>
        <p:spPr>
          <a:xfrm>
            <a:off x="73714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CF8101E0-C891-6184-BBE8-E27EB2CD1459}"/>
              </a:ext>
            </a:extLst>
          </p:cNvPr>
          <p:cNvSpPr>
            <a:spLocks/>
          </p:cNvSpPr>
          <p:nvPr/>
        </p:nvSpPr>
        <p:spPr>
          <a:xfrm>
            <a:off x="733212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788E4105-099D-0D88-C70A-DBF16D130331}"/>
              </a:ext>
            </a:extLst>
          </p:cNvPr>
          <p:cNvSpPr>
            <a:spLocks/>
          </p:cNvSpPr>
          <p:nvPr/>
        </p:nvSpPr>
        <p:spPr>
          <a:xfrm>
            <a:off x="731241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E8E3686C-C39B-8B1D-7ECD-37048B4C3D67}"/>
              </a:ext>
            </a:extLst>
          </p:cNvPr>
          <p:cNvSpPr>
            <a:spLocks/>
          </p:cNvSpPr>
          <p:nvPr/>
        </p:nvSpPr>
        <p:spPr>
          <a:xfrm>
            <a:off x="7361039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0CD70638-46C2-DFAB-50B2-4E7DD7311F9E}"/>
              </a:ext>
            </a:extLst>
          </p:cNvPr>
          <p:cNvSpPr>
            <a:spLocks/>
          </p:cNvSpPr>
          <p:nvPr/>
        </p:nvSpPr>
        <p:spPr>
          <a:xfrm>
            <a:off x="7370907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B9B6BFE4-B679-791C-6E33-D300E3D1DB7E}"/>
              </a:ext>
            </a:extLst>
          </p:cNvPr>
          <p:cNvSpPr>
            <a:spLocks/>
          </p:cNvSpPr>
          <p:nvPr/>
        </p:nvSpPr>
        <p:spPr>
          <a:xfrm>
            <a:off x="74208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CD64FB9A-3747-B06E-96C2-BB7E4C4DF473}"/>
              </a:ext>
            </a:extLst>
          </p:cNvPr>
          <p:cNvSpPr>
            <a:spLocks/>
          </p:cNvSpPr>
          <p:nvPr/>
        </p:nvSpPr>
        <p:spPr>
          <a:xfrm>
            <a:off x="74116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28814283-05DC-F9CF-9836-9547C0844D1F}"/>
              </a:ext>
            </a:extLst>
          </p:cNvPr>
          <p:cNvSpPr>
            <a:spLocks/>
          </p:cNvSpPr>
          <p:nvPr/>
        </p:nvSpPr>
        <p:spPr>
          <a:xfrm>
            <a:off x="73496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39D0954D-9E04-A7BE-59B5-925DA6867CF9}"/>
              </a:ext>
            </a:extLst>
          </p:cNvPr>
          <p:cNvSpPr>
            <a:spLocks/>
          </p:cNvSpPr>
          <p:nvPr/>
        </p:nvSpPr>
        <p:spPr>
          <a:xfrm>
            <a:off x="7358553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D53BA69D-F884-24F3-2482-D6CC75DFB1C7}"/>
              </a:ext>
            </a:extLst>
          </p:cNvPr>
          <p:cNvSpPr>
            <a:spLocks/>
          </p:cNvSpPr>
          <p:nvPr/>
        </p:nvSpPr>
        <p:spPr>
          <a:xfrm>
            <a:off x="73767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B81CF9C6-E691-9165-042D-078F3323AE4F}"/>
              </a:ext>
            </a:extLst>
          </p:cNvPr>
          <p:cNvSpPr>
            <a:spLocks/>
          </p:cNvSpPr>
          <p:nvPr/>
        </p:nvSpPr>
        <p:spPr>
          <a:xfrm>
            <a:off x="734054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00C6565B-A141-5AC0-C352-1C11352E9796}"/>
              </a:ext>
            </a:extLst>
          </p:cNvPr>
          <p:cNvSpPr>
            <a:spLocks/>
          </p:cNvSpPr>
          <p:nvPr/>
        </p:nvSpPr>
        <p:spPr>
          <a:xfrm>
            <a:off x="73194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BCB7BFB8-CD1D-8430-A4FD-C952EE97B039}"/>
              </a:ext>
            </a:extLst>
          </p:cNvPr>
          <p:cNvSpPr>
            <a:spLocks/>
          </p:cNvSpPr>
          <p:nvPr/>
        </p:nvSpPr>
        <p:spPr>
          <a:xfrm>
            <a:off x="73776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65B809E5-EA7B-0F8F-EC39-6DABF3F7C7F2}"/>
              </a:ext>
            </a:extLst>
          </p:cNvPr>
          <p:cNvSpPr>
            <a:spLocks/>
          </p:cNvSpPr>
          <p:nvPr/>
        </p:nvSpPr>
        <p:spPr>
          <a:xfrm>
            <a:off x="73899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E1D3C19C-FF73-E344-60DD-2A54DFF8BD24}"/>
              </a:ext>
            </a:extLst>
          </p:cNvPr>
          <p:cNvSpPr>
            <a:spLocks/>
          </p:cNvSpPr>
          <p:nvPr/>
        </p:nvSpPr>
        <p:spPr>
          <a:xfrm>
            <a:off x="73713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44BE6BC2-60E5-F921-6288-BAD121916D11}"/>
              </a:ext>
            </a:extLst>
          </p:cNvPr>
          <p:cNvSpPr>
            <a:spLocks/>
          </p:cNvSpPr>
          <p:nvPr/>
        </p:nvSpPr>
        <p:spPr>
          <a:xfrm>
            <a:off x="742384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3AD0AD6E-E4AC-15BE-A634-722FB5F2DE18}"/>
              </a:ext>
            </a:extLst>
          </p:cNvPr>
          <p:cNvSpPr>
            <a:spLocks/>
          </p:cNvSpPr>
          <p:nvPr/>
        </p:nvSpPr>
        <p:spPr>
          <a:xfrm>
            <a:off x="733237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D6C35605-8D3A-9B5F-5FF3-DA15DD8E0FC9}"/>
              </a:ext>
            </a:extLst>
          </p:cNvPr>
          <p:cNvSpPr>
            <a:spLocks/>
          </p:cNvSpPr>
          <p:nvPr/>
        </p:nvSpPr>
        <p:spPr>
          <a:xfrm>
            <a:off x="74101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24DE6CEC-6F1C-2452-7AAB-FB3BDE95BE47}"/>
              </a:ext>
            </a:extLst>
          </p:cNvPr>
          <p:cNvSpPr>
            <a:spLocks/>
          </p:cNvSpPr>
          <p:nvPr/>
        </p:nvSpPr>
        <p:spPr>
          <a:xfrm>
            <a:off x="73593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77155F1F-34BD-A5C6-3397-DBB0AC247B79}"/>
              </a:ext>
            </a:extLst>
          </p:cNvPr>
          <p:cNvSpPr>
            <a:spLocks/>
          </p:cNvSpPr>
          <p:nvPr/>
        </p:nvSpPr>
        <p:spPr>
          <a:xfrm>
            <a:off x="73231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539EDE2C-7652-DE6D-2CCC-6DAC11D4BBCC}"/>
              </a:ext>
            </a:extLst>
          </p:cNvPr>
          <p:cNvSpPr>
            <a:spLocks/>
          </p:cNvSpPr>
          <p:nvPr/>
        </p:nvSpPr>
        <p:spPr>
          <a:xfrm>
            <a:off x="7366509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D4F0AC08-CFF6-938D-7089-78F8B14FA0CB}"/>
              </a:ext>
            </a:extLst>
          </p:cNvPr>
          <p:cNvSpPr>
            <a:spLocks/>
          </p:cNvSpPr>
          <p:nvPr/>
        </p:nvSpPr>
        <p:spPr>
          <a:xfrm>
            <a:off x="73709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AA4EC749-224A-B1F0-03A0-BF00F9C614BC}"/>
              </a:ext>
            </a:extLst>
          </p:cNvPr>
          <p:cNvSpPr>
            <a:spLocks/>
          </p:cNvSpPr>
          <p:nvPr/>
        </p:nvSpPr>
        <p:spPr>
          <a:xfrm>
            <a:off x="7323588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E47023B7-D9AA-202C-2B83-8A1479AC030D}"/>
              </a:ext>
            </a:extLst>
          </p:cNvPr>
          <p:cNvSpPr>
            <a:spLocks/>
          </p:cNvSpPr>
          <p:nvPr/>
        </p:nvSpPr>
        <p:spPr>
          <a:xfrm>
            <a:off x="734259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C60287A4-4D43-D3B0-BD17-CC0740FD8B76}"/>
              </a:ext>
            </a:extLst>
          </p:cNvPr>
          <p:cNvSpPr>
            <a:spLocks/>
          </p:cNvSpPr>
          <p:nvPr/>
        </p:nvSpPr>
        <p:spPr>
          <a:xfrm>
            <a:off x="731541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24BFB5FE-F596-4269-013F-67A3536FD253}"/>
              </a:ext>
            </a:extLst>
          </p:cNvPr>
          <p:cNvSpPr>
            <a:spLocks/>
          </p:cNvSpPr>
          <p:nvPr/>
        </p:nvSpPr>
        <p:spPr>
          <a:xfrm>
            <a:off x="736811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6E6582D-674D-6F03-22DC-0909FB103648}"/>
              </a:ext>
            </a:extLst>
          </p:cNvPr>
          <p:cNvSpPr>
            <a:spLocks/>
          </p:cNvSpPr>
          <p:nvPr/>
        </p:nvSpPr>
        <p:spPr>
          <a:xfrm>
            <a:off x="736007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BAFEBAB4-2E77-D983-911A-CEC644E5B6EB}"/>
              </a:ext>
            </a:extLst>
          </p:cNvPr>
          <p:cNvSpPr>
            <a:spLocks/>
          </p:cNvSpPr>
          <p:nvPr/>
        </p:nvSpPr>
        <p:spPr>
          <a:xfrm>
            <a:off x="7315596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BB519A58-24BF-803F-E2E5-E0F0530B8D44}"/>
              </a:ext>
            </a:extLst>
          </p:cNvPr>
          <p:cNvSpPr>
            <a:spLocks/>
          </p:cNvSpPr>
          <p:nvPr/>
        </p:nvSpPr>
        <p:spPr>
          <a:xfrm>
            <a:off x="738582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11A5E0BE-E3B8-BDB4-0B97-C778EB2ED21D}"/>
              </a:ext>
            </a:extLst>
          </p:cNvPr>
          <p:cNvSpPr>
            <a:spLocks/>
          </p:cNvSpPr>
          <p:nvPr/>
        </p:nvSpPr>
        <p:spPr>
          <a:xfrm>
            <a:off x="7375271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3C2ECF4E-DB25-2715-50FE-C4538F912F0E}"/>
              </a:ext>
            </a:extLst>
          </p:cNvPr>
          <p:cNvSpPr>
            <a:spLocks/>
          </p:cNvSpPr>
          <p:nvPr/>
        </p:nvSpPr>
        <p:spPr>
          <a:xfrm>
            <a:off x="7341857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2E2EFC9D-37CE-7FBF-6720-0F2ADEA1389D}"/>
              </a:ext>
            </a:extLst>
          </p:cNvPr>
          <p:cNvSpPr>
            <a:spLocks/>
          </p:cNvSpPr>
          <p:nvPr/>
        </p:nvSpPr>
        <p:spPr>
          <a:xfrm>
            <a:off x="73929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C86C769C-612A-AC57-C2C7-15EDF5842247}"/>
              </a:ext>
            </a:extLst>
          </p:cNvPr>
          <p:cNvSpPr>
            <a:spLocks/>
          </p:cNvSpPr>
          <p:nvPr/>
        </p:nvSpPr>
        <p:spPr>
          <a:xfrm>
            <a:off x="73802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8B1C1202-426C-9056-82E3-B4969E487BA0}"/>
              </a:ext>
            </a:extLst>
          </p:cNvPr>
          <p:cNvSpPr>
            <a:spLocks/>
          </p:cNvSpPr>
          <p:nvPr/>
        </p:nvSpPr>
        <p:spPr>
          <a:xfrm>
            <a:off x="7404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785C996-BE6D-2BCF-4F1F-BA4702670DA2}"/>
              </a:ext>
            </a:extLst>
          </p:cNvPr>
          <p:cNvSpPr>
            <a:spLocks/>
          </p:cNvSpPr>
          <p:nvPr/>
        </p:nvSpPr>
        <p:spPr>
          <a:xfrm>
            <a:off x="73596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D9DA0E0B-4C85-0CD5-FA99-4CB9A5900EF2}"/>
              </a:ext>
            </a:extLst>
          </p:cNvPr>
          <p:cNvSpPr>
            <a:spLocks/>
          </p:cNvSpPr>
          <p:nvPr/>
        </p:nvSpPr>
        <p:spPr>
          <a:xfrm>
            <a:off x="7345156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C9420DB5-3653-1E1A-0918-6EC66FB9491E}"/>
              </a:ext>
            </a:extLst>
          </p:cNvPr>
          <p:cNvSpPr>
            <a:spLocks/>
          </p:cNvSpPr>
          <p:nvPr/>
        </p:nvSpPr>
        <p:spPr>
          <a:xfrm>
            <a:off x="73481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64DE565D-6511-CA2E-3173-8CAC3ECB3871}"/>
              </a:ext>
            </a:extLst>
          </p:cNvPr>
          <p:cNvSpPr>
            <a:spLocks/>
          </p:cNvSpPr>
          <p:nvPr/>
        </p:nvSpPr>
        <p:spPr>
          <a:xfrm>
            <a:off x="735459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10E1BF99-ED99-D169-656A-2217FAD5B7A9}"/>
              </a:ext>
            </a:extLst>
          </p:cNvPr>
          <p:cNvSpPr>
            <a:spLocks/>
          </p:cNvSpPr>
          <p:nvPr/>
        </p:nvSpPr>
        <p:spPr>
          <a:xfrm>
            <a:off x="73775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E71A819C-FF34-1035-2179-3E2019004112}"/>
              </a:ext>
            </a:extLst>
          </p:cNvPr>
          <p:cNvSpPr>
            <a:spLocks/>
          </p:cNvSpPr>
          <p:nvPr/>
        </p:nvSpPr>
        <p:spPr>
          <a:xfrm>
            <a:off x="738882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EBA9097-DA71-408F-ACF0-85FF6B8CB9D2}"/>
              </a:ext>
            </a:extLst>
          </p:cNvPr>
          <p:cNvSpPr>
            <a:spLocks/>
          </p:cNvSpPr>
          <p:nvPr/>
        </p:nvSpPr>
        <p:spPr>
          <a:xfrm>
            <a:off x="73527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34C43B0D-DE08-DD35-A14C-60B1534982FB}"/>
              </a:ext>
            </a:extLst>
          </p:cNvPr>
          <p:cNvSpPr>
            <a:spLocks/>
          </p:cNvSpPr>
          <p:nvPr/>
        </p:nvSpPr>
        <p:spPr>
          <a:xfrm>
            <a:off x="74073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F8F1FF87-BB4A-6903-8869-CF416D03C9CD}"/>
              </a:ext>
            </a:extLst>
          </p:cNvPr>
          <p:cNvSpPr>
            <a:spLocks/>
          </p:cNvSpPr>
          <p:nvPr/>
        </p:nvSpPr>
        <p:spPr>
          <a:xfrm>
            <a:off x="7384835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DA6835AD-B7D9-02C6-86B3-4E45A7C217D1}"/>
              </a:ext>
            </a:extLst>
          </p:cNvPr>
          <p:cNvSpPr>
            <a:spLocks/>
          </p:cNvSpPr>
          <p:nvPr/>
        </p:nvSpPr>
        <p:spPr>
          <a:xfrm>
            <a:off x="7414976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3E0FF38F-682D-1C1B-3AB4-A48AA8305D37}"/>
              </a:ext>
            </a:extLst>
          </p:cNvPr>
          <p:cNvSpPr>
            <a:spLocks/>
          </p:cNvSpPr>
          <p:nvPr/>
        </p:nvSpPr>
        <p:spPr>
          <a:xfrm>
            <a:off x="740852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0DFC737A-AAFB-5320-579E-DDCFB3A8377C}"/>
              </a:ext>
            </a:extLst>
          </p:cNvPr>
          <p:cNvSpPr>
            <a:spLocks/>
          </p:cNvSpPr>
          <p:nvPr/>
        </p:nvSpPr>
        <p:spPr>
          <a:xfrm>
            <a:off x="74033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5E4040F4-7E8E-06AB-833E-86DA68DB8222}"/>
              </a:ext>
            </a:extLst>
          </p:cNvPr>
          <p:cNvSpPr>
            <a:spLocks/>
          </p:cNvSpPr>
          <p:nvPr/>
        </p:nvSpPr>
        <p:spPr>
          <a:xfrm>
            <a:off x="7307904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5ED7546C-70EE-3611-C9A5-A1BB57C0091B}"/>
              </a:ext>
            </a:extLst>
          </p:cNvPr>
          <p:cNvSpPr>
            <a:spLocks/>
          </p:cNvSpPr>
          <p:nvPr/>
        </p:nvSpPr>
        <p:spPr>
          <a:xfrm>
            <a:off x="7422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2FA82451-085D-5EF8-12CF-84C6D98B162A}"/>
              </a:ext>
            </a:extLst>
          </p:cNvPr>
          <p:cNvSpPr>
            <a:spLocks/>
          </p:cNvSpPr>
          <p:nvPr/>
        </p:nvSpPr>
        <p:spPr>
          <a:xfrm>
            <a:off x="7366866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77DC0314-CBB3-4C4B-6873-98819D6F1A98}"/>
              </a:ext>
            </a:extLst>
          </p:cNvPr>
          <p:cNvSpPr>
            <a:spLocks/>
          </p:cNvSpPr>
          <p:nvPr/>
        </p:nvSpPr>
        <p:spPr>
          <a:xfrm>
            <a:off x="740098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EA7EB885-6D46-5F79-E4E4-415FF06B55A8}"/>
              </a:ext>
            </a:extLst>
          </p:cNvPr>
          <p:cNvSpPr>
            <a:spLocks/>
          </p:cNvSpPr>
          <p:nvPr/>
        </p:nvSpPr>
        <p:spPr>
          <a:xfrm>
            <a:off x="73539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6204BC30-6110-479A-63B6-CB813361100E}"/>
              </a:ext>
            </a:extLst>
          </p:cNvPr>
          <p:cNvSpPr>
            <a:spLocks/>
          </p:cNvSpPr>
          <p:nvPr/>
        </p:nvSpPr>
        <p:spPr>
          <a:xfrm>
            <a:off x="7309935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1C526922-C739-8A7E-935A-90A2522E7360}"/>
              </a:ext>
            </a:extLst>
          </p:cNvPr>
          <p:cNvSpPr>
            <a:spLocks/>
          </p:cNvSpPr>
          <p:nvPr/>
        </p:nvSpPr>
        <p:spPr>
          <a:xfrm>
            <a:off x="7357985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8C4E9C58-8E4D-1D1E-1050-F3D53D54866D}"/>
              </a:ext>
            </a:extLst>
          </p:cNvPr>
          <p:cNvSpPr>
            <a:spLocks/>
          </p:cNvSpPr>
          <p:nvPr/>
        </p:nvSpPr>
        <p:spPr>
          <a:xfrm>
            <a:off x="7319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6301DA4A-54D0-26A9-F09C-B94F3A46E332}"/>
              </a:ext>
            </a:extLst>
          </p:cNvPr>
          <p:cNvSpPr>
            <a:spLocks/>
          </p:cNvSpPr>
          <p:nvPr/>
        </p:nvSpPr>
        <p:spPr>
          <a:xfrm>
            <a:off x="73399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7415268F-D258-B047-3850-0CD0E298A897}"/>
              </a:ext>
            </a:extLst>
          </p:cNvPr>
          <p:cNvSpPr>
            <a:spLocks/>
          </p:cNvSpPr>
          <p:nvPr/>
        </p:nvSpPr>
        <p:spPr>
          <a:xfrm>
            <a:off x="73816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ED21F18B-9EC9-34A6-3B92-B56C6E6CCBDA}"/>
              </a:ext>
            </a:extLst>
          </p:cNvPr>
          <p:cNvSpPr>
            <a:spLocks/>
          </p:cNvSpPr>
          <p:nvPr/>
        </p:nvSpPr>
        <p:spPr>
          <a:xfrm>
            <a:off x="734425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E690F29F-C610-90C3-7D2E-F71D34CECE1C}"/>
              </a:ext>
            </a:extLst>
          </p:cNvPr>
          <p:cNvSpPr>
            <a:spLocks/>
          </p:cNvSpPr>
          <p:nvPr/>
        </p:nvSpPr>
        <p:spPr>
          <a:xfrm>
            <a:off x="740457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BA488A-6B71-2EFA-7DF4-1E27750135A5}"/>
              </a:ext>
            </a:extLst>
          </p:cNvPr>
          <p:cNvSpPr>
            <a:spLocks/>
          </p:cNvSpPr>
          <p:nvPr/>
        </p:nvSpPr>
        <p:spPr>
          <a:xfrm>
            <a:off x="741936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266A447F-CB69-3036-3C45-15ED35C49267}"/>
              </a:ext>
            </a:extLst>
          </p:cNvPr>
          <p:cNvSpPr>
            <a:spLocks/>
          </p:cNvSpPr>
          <p:nvPr/>
        </p:nvSpPr>
        <p:spPr>
          <a:xfrm>
            <a:off x="73669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E95A74BD-4F8C-207D-2F49-B9AECEA0D744}"/>
              </a:ext>
            </a:extLst>
          </p:cNvPr>
          <p:cNvSpPr>
            <a:spLocks/>
          </p:cNvSpPr>
          <p:nvPr/>
        </p:nvSpPr>
        <p:spPr>
          <a:xfrm>
            <a:off x="73499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026FF340-DA67-3E98-D12E-AD08E9C19D47}"/>
              </a:ext>
            </a:extLst>
          </p:cNvPr>
          <p:cNvSpPr>
            <a:spLocks/>
          </p:cNvSpPr>
          <p:nvPr/>
        </p:nvSpPr>
        <p:spPr>
          <a:xfrm>
            <a:off x="7352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B1D2BBD3-A637-F461-1A01-7E6B8E038DBF}"/>
              </a:ext>
            </a:extLst>
          </p:cNvPr>
          <p:cNvSpPr>
            <a:spLocks/>
          </p:cNvSpPr>
          <p:nvPr/>
        </p:nvSpPr>
        <p:spPr>
          <a:xfrm>
            <a:off x="73466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3AA0F9C8-E488-4EA4-DABA-918548AA3D36}"/>
              </a:ext>
            </a:extLst>
          </p:cNvPr>
          <p:cNvSpPr>
            <a:spLocks/>
          </p:cNvSpPr>
          <p:nvPr/>
        </p:nvSpPr>
        <p:spPr>
          <a:xfrm>
            <a:off x="74159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CC632D5A-3781-E7AC-49CE-E4A11AD67008}"/>
              </a:ext>
            </a:extLst>
          </p:cNvPr>
          <p:cNvSpPr>
            <a:spLocks/>
          </p:cNvSpPr>
          <p:nvPr/>
        </p:nvSpPr>
        <p:spPr>
          <a:xfrm>
            <a:off x="73260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C834BB45-57FC-29BB-0DB5-823B8A79EE96}"/>
              </a:ext>
            </a:extLst>
          </p:cNvPr>
          <p:cNvSpPr>
            <a:spLocks/>
          </p:cNvSpPr>
          <p:nvPr/>
        </p:nvSpPr>
        <p:spPr>
          <a:xfrm>
            <a:off x="7345850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E0842384-A778-CD75-289B-9310EA7F1BA6}"/>
              </a:ext>
            </a:extLst>
          </p:cNvPr>
          <p:cNvSpPr>
            <a:spLocks/>
          </p:cNvSpPr>
          <p:nvPr/>
        </p:nvSpPr>
        <p:spPr>
          <a:xfrm>
            <a:off x="7352599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ABC7DC8D-2B46-DE40-27FC-369BC9192337}"/>
              </a:ext>
            </a:extLst>
          </p:cNvPr>
          <p:cNvSpPr>
            <a:spLocks/>
          </p:cNvSpPr>
          <p:nvPr/>
        </p:nvSpPr>
        <p:spPr>
          <a:xfrm>
            <a:off x="738979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4B9E2770-B9A1-C1E1-A6BB-08F28E794288}"/>
              </a:ext>
            </a:extLst>
          </p:cNvPr>
          <p:cNvSpPr>
            <a:spLocks/>
          </p:cNvSpPr>
          <p:nvPr/>
        </p:nvSpPr>
        <p:spPr>
          <a:xfrm>
            <a:off x="73558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567F4A2-863C-E62F-D1DD-35E88F563EEE}"/>
              </a:ext>
            </a:extLst>
          </p:cNvPr>
          <p:cNvSpPr>
            <a:spLocks/>
          </p:cNvSpPr>
          <p:nvPr/>
        </p:nvSpPr>
        <p:spPr>
          <a:xfrm>
            <a:off x="73934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22515DF5-4A86-76BD-47F3-F22B4C3ECF63}"/>
              </a:ext>
            </a:extLst>
          </p:cNvPr>
          <p:cNvSpPr>
            <a:spLocks/>
          </p:cNvSpPr>
          <p:nvPr/>
        </p:nvSpPr>
        <p:spPr>
          <a:xfrm>
            <a:off x="737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EF47C682-542A-D92D-D007-72AE7A61B7A1}"/>
              </a:ext>
            </a:extLst>
          </p:cNvPr>
          <p:cNvSpPr>
            <a:spLocks/>
          </p:cNvSpPr>
          <p:nvPr/>
        </p:nvSpPr>
        <p:spPr>
          <a:xfrm>
            <a:off x="73707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5F065D8D-5DA8-CE7D-56D3-ADF2B7EF6B35}"/>
              </a:ext>
            </a:extLst>
          </p:cNvPr>
          <p:cNvSpPr>
            <a:spLocks/>
          </p:cNvSpPr>
          <p:nvPr/>
        </p:nvSpPr>
        <p:spPr>
          <a:xfrm>
            <a:off x="734378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F194F0C7-8F50-DB7C-2F3C-DF6A5944038E}"/>
              </a:ext>
            </a:extLst>
          </p:cNvPr>
          <p:cNvSpPr>
            <a:spLocks/>
          </p:cNvSpPr>
          <p:nvPr/>
        </p:nvSpPr>
        <p:spPr>
          <a:xfrm>
            <a:off x="732830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9454373A-40F1-D347-48C8-AB5C345982A4}"/>
              </a:ext>
            </a:extLst>
          </p:cNvPr>
          <p:cNvSpPr>
            <a:spLocks/>
          </p:cNvSpPr>
          <p:nvPr/>
        </p:nvSpPr>
        <p:spPr>
          <a:xfrm>
            <a:off x="737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0FF97B39-E81E-799B-FCD5-C2ADC1D28ACF}"/>
              </a:ext>
            </a:extLst>
          </p:cNvPr>
          <p:cNvSpPr>
            <a:spLocks/>
          </p:cNvSpPr>
          <p:nvPr/>
        </p:nvSpPr>
        <p:spPr>
          <a:xfrm>
            <a:off x="732455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45E3DE11-1698-FC42-825B-25FDCA6E1D90}"/>
              </a:ext>
            </a:extLst>
          </p:cNvPr>
          <p:cNvSpPr>
            <a:spLocks/>
          </p:cNvSpPr>
          <p:nvPr/>
        </p:nvSpPr>
        <p:spPr>
          <a:xfrm>
            <a:off x="7331112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3874D2EF-3C0B-1FB8-048B-2F70CB5E28A9}"/>
              </a:ext>
            </a:extLst>
          </p:cNvPr>
          <p:cNvSpPr>
            <a:spLocks/>
          </p:cNvSpPr>
          <p:nvPr/>
        </p:nvSpPr>
        <p:spPr>
          <a:xfrm>
            <a:off x="7334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12964787-7C17-AD1E-F136-4E03AA07519B}"/>
              </a:ext>
            </a:extLst>
          </p:cNvPr>
          <p:cNvSpPr>
            <a:spLocks/>
          </p:cNvSpPr>
          <p:nvPr/>
        </p:nvSpPr>
        <p:spPr>
          <a:xfrm>
            <a:off x="737699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AB80A916-E655-F412-9600-FBA611B52CF2}"/>
              </a:ext>
            </a:extLst>
          </p:cNvPr>
          <p:cNvSpPr>
            <a:spLocks/>
          </p:cNvSpPr>
          <p:nvPr/>
        </p:nvSpPr>
        <p:spPr>
          <a:xfrm>
            <a:off x="741204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21B01F70-82C1-7534-A992-D5DCAB74961C}"/>
              </a:ext>
            </a:extLst>
          </p:cNvPr>
          <p:cNvSpPr>
            <a:spLocks/>
          </p:cNvSpPr>
          <p:nvPr/>
        </p:nvSpPr>
        <p:spPr>
          <a:xfrm>
            <a:off x="738728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CC5248D0-611F-4AF7-729D-4E9EEDF56249}"/>
              </a:ext>
            </a:extLst>
          </p:cNvPr>
          <p:cNvSpPr>
            <a:spLocks/>
          </p:cNvSpPr>
          <p:nvPr/>
        </p:nvSpPr>
        <p:spPr>
          <a:xfrm>
            <a:off x="7401880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5A2A9066-B529-0072-8496-2DFA718EAE91}"/>
              </a:ext>
            </a:extLst>
          </p:cNvPr>
          <p:cNvSpPr>
            <a:spLocks/>
          </p:cNvSpPr>
          <p:nvPr/>
        </p:nvSpPr>
        <p:spPr>
          <a:xfrm>
            <a:off x="735778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AA2672EA-E5B3-0E49-FFD1-2A72FA481CF0}"/>
              </a:ext>
            </a:extLst>
          </p:cNvPr>
          <p:cNvSpPr>
            <a:spLocks/>
          </p:cNvSpPr>
          <p:nvPr/>
        </p:nvSpPr>
        <p:spPr>
          <a:xfrm>
            <a:off x="740175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F4E1BB25-DEB7-3126-8EFF-A1662244A604}"/>
              </a:ext>
            </a:extLst>
          </p:cNvPr>
          <p:cNvSpPr>
            <a:spLocks/>
          </p:cNvSpPr>
          <p:nvPr/>
        </p:nvSpPr>
        <p:spPr>
          <a:xfrm>
            <a:off x="7394210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B00E9FC7-5E0A-2953-277C-336CB7065A24}"/>
              </a:ext>
            </a:extLst>
          </p:cNvPr>
          <p:cNvSpPr>
            <a:spLocks/>
          </p:cNvSpPr>
          <p:nvPr/>
        </p:nvSpPr>
        <p:spPr>
          <a:xfrm>
            <a:off x="73439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DFEA72F3-03D6-8DD8-15DC-B78E9CB95D2E}"/>
              </a:ext>
            </a:extLst>
          </p:cNvPr>
          <p:cNvSpPr>
            <a:spLocks/>
          </p:cNvSpPr>
          <p:nvPr/>
        </p:nvSpPr>
        <p:spPr>
          <a:xfrm>
            <a:off x="742093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4E423424-8753-9978-8D55-C445CB181406}"/>
              </a:ext>
            </a:extLst>
          </p:cNvPr>
          <p:cNvSpPr>
            <a:spLocks/>
          </p:cNvSpPr>
          <p:nvPr/>
        </p:nvSpPr>
        <p:spPr>
          <a:xfrm>
            <a:off x="730627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E9A28637-84DE-1AA2-534E-C66EF8770E73}"/>
              </a:ext>
            </a:extLst>
          </p:cNvPr>
          <p:cNvSpPr>
            <a:spLocks/>
          </p:cNvSpPr>
          <p:nvPr/>
        </p:nvSpPr>
        <p:spPr>
          <a:xfrm>
            <a:off x="73647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02E535EC-737B-6600-D3C7-8133C2D5A6FB}"/>
              </a:ext>
            </a:extLst>
          </p:cNvPr>
          <p:cNvSpPr>
            <a:spLocks/>
          </p:cNvSpPr>
          <p:nvPr/>
        </p:nvSpPr>
        <p:spPr>
          <a:xfrm>
            <a:off x="7322348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B02FA086-6D18-EC11-E657-A63E989F770B}"/>
              </a:ext>
            </a:extLst>
          </p:cNvPr>
          <p:cNvSpPr>
            <a:spLocks/>
          </p:cNvSpPr>
          <p:nvPr/>
        </p:nvSpPr>
        <p:spPr>
          <a:xfrm>
            <a:off x="741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3AF6D0FC-A40F-27FA-C156-4ECC7E367878}"/>
              </a:ext>
            </a:extLst>
          </p:cNvPr>
          <p:cNvSpPr>
            <a:spLocks/>
          </p:cNvSpPr>
          <p:nvPr/>
        </p:nvSpPr>
        <p:spPr>
          <a:xfrm>
            <a:off x="73384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89FDA344-8EBD-0072-5EAC-7C0726A36C98}"/>
              </a:ext>
            </a:extLst>
          </p:cNvPr>
          <p:cNvSpPr>
            <a:spLocks/>
          </p:cNvSpPr>
          <p:nvPr/>
        </p:nvSpPr>
        <p:spPr>
          <a:xfrm>
            <a:off x="73302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9E835751-DB8B-15CB-D5B5-CDAF54DAE80A}"/>
              </a:ext>
            </a:extLst>
          </p:cNvPr>
          <p:cNvSpPr>
            <a:spLocks/>
          </p:cNvSpPr>
          <p:nvPr/>
        </p:nvSpPr>
        <p:spPr>
          <a:xfrm>
            <a:off x="73854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635835B-99B0-0C80-FFF0-221C3A8403B9}"/>
              </a:ext>
            </a:extLst>
          </p:cNvPr>
          <p:cNvSpPr>
            <a:spLocks/>
          </p:cNvSpPr>
          <p:nvPr/>
        </p:nvSpPr>
        <p:spPr>
          <a:xfrm>
            <a:off x="73581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330FFF3-9527-544C-60DE-28C9F1184CC4}"/>
              </a:ext>
            </a:extLst>
          </p:cNvPr>
          <p:cNvSpPr>
            <a:spLocks/>
          </p:cNvSpPr>
          <p:nvPr/>
        </p:nvSpPr>
        <p:spPr>
          <a:xfrm>
            <a:off x="732111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5F8F6E5C-596C-72C5-D8FE-B875D85CCC9B}"/>
              </a:ext>
            </a:extLst>
          </p:cNvPr>
          <p:cNvSpPr>
            <a:spLocks/>
          </p:cNvSpPr>
          <p:nvPr/>
        </p:nvSpPr>
        <p:spPr>
          <a:xfrm>
            <a:off x="732218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8874A787-FD77-9E9C-AD3F-A9AA9D20FD7A}"/>
              </a:ext>
            </a:extLst>
          </p:cNvPr>
          <p:cNvSpPr>
            <a:spLocks/>
          </p:cNvSpPr>
          <p:nvPr/>
        </p:nvSpPr>
        <p:spPr>
          <a:xfrm>
            <a:off x="73460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ABEB19B0-0E07-5F44-C56D-661689339DD6}"/>
              </a:ext>
            </a:extLst>
          </p:cNvPr>
          <p:cNvSpPr>
            <a:spLocks/>
          </p:cNvSpPr>
          <p:nvPr/>
        </p:nvSpPr>
        <p:spPr>
          <a:xfrm>
            <a:off x="7369668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C631101C-8F3E-34FE-9343-652979C0B92A}"/>
              </a:ext>
            </a:extLst>
          </p:cNvPr>
          <p:cNvSpPr>
            <a:spLocks/>
          </p:cNvSpPr>
          <p:nvPr/>
        </p:nvSpPr>
        <p:spPr>
          <a:xfrm>
            <a:off x="73311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925EB0C-8726-F6A9-41FF-9A9C2827E08D}"/>
              </a:ext>
            </a:extLst>
          </p:cNvPr>
          <p:cNvSpPr>
            <a:spLocks/>
          </p:cNvSpPr>
          <p:nvPr/>
        </p:nvSpPr>
        <p:spPr>
          <a:xfrm>
            <a:off x="734338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F7495B4E-BEB8-BD3F-C8ED-6F5D27A4E71D}"/>
              </a:ext>
            </a:extLst>
          </p:cNvPr>
          <p:cNvSpPr>
            <a:spLocks/>
          </p:cNvSpPr>
          <p:nvPr/>
        </p:nvSpPr>
        <p:spPr>
          <a:xfrm>
            <a:off x="73197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5CD5913F-822C-E62F-8758-575799E72D4C}"/>
              </a:ext>
            </a:extLst>
          </p:cNvPr>
          <p:cNvSpPr>
            <a:spLocks/>
          </p:cNvSpPr>
          <p:nvPr/>
        </p:nvSpPr>
        <p:spPr>
          <a:xfrm>
            <a:off x="73743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2531F485-1597-F69F-B73F-89B4C376808E}"/>
              </a:ext>
            </a:extLst>
          </p:cNvPr>
          <p:cNvSpPr>
            <a:spLocks/>
          </p:cNvSpPr>
          <p:nvPr/>
        </p:nvSpPr>
        <p:spPr>
          <a:xfrm>
            <a:off x="73182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DC382EC6-6F15-8243-DEEB-A3B55AC0F9E3}"/>
              </a:ext>
            </a:extLst>
          </p:cNvPr>
          <p:cNvSpPr>
            <a:spLocks/>
          </p:cNvSpPr>
          <p:nvPr/>
        </p:nvSpPr>
        <p:spPr>
          <a:xfrm>
            <a:off x="74040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F6667B93-46A2-9AC2-6345-654A67653740}"/>
              </a:ext>
            </a:extLst>
          </p:cNvPr>
          <p:cNvSpPr>
            <a:spLocks/>
          </p:cNvSpPr>
          <p:nvPr/>
        </p:nvSpPr>
        <p:spPr>
          <a:xfrm>
            <a:off x="73622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F47BC60B-6C8F-CF9E-84EA-3A025437A954}"/>
              </a:ext>
            </a:extLst>
          </p:cNvPr>
          <p:cNvSpPr>
            <a:spLocks/>
          </p:cNvSpPr>
          <p:nvPr/>
        </p:nvSpPr>
        <p:spPr>
          <a:xfrm>
            <a:off x="739122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5B8E47B8-89BE-7D79-E8CA-35A4BBB0D4A9}"/>
              </a:ext>
            </a:extLst>
          </p:cNvPr>
          <p:cNvSpPr>
            <a:spLocks/>
          </p:cNvSpPr>
          <p:nvPr/>
        </p:nvSpPr>
        <p:spPr>
          <a:xfrm>
            <a:off x="73769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27B726E6-A9A0-9E6E-DB6D-5B47A07AFBB4}"/>
              </a:ext>
            </a:extLst>
          </p:cNvPr>
          <p:cNvSpPr>
            <a:spLocks/>
          </p:cNvSpPr>
          <p:nvPr/>
        </p:nvSpPr>
        <p:spPr>
          <a:xfrm>
            <a:off x="733176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62838878-6CB3-508D-B18F-E812A32F1DE4}"/>
              </a:ext>
            </a:extLst>
          </p:cNvPr>
          <p:cNvSpPr>
            <a:spLocks/>
          </p:cNvSpPr>
          <p:nvPr/>
        </p:nvSpPr>
        <p:spPr>
          <a:xfrm>
            <a:off x="73077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FA7D3134-B7AE-3AB0-9473-2A6AA2B5E1BA}"/>
              </a:ext>
            </a:extLst>
          </p:cNvPr>
          <p:cNvSpPr>
            <a:spLocks/>
          </p:cNvSpPr>
          <p:nvPr/>
        </p:nvSpPr>
        <p:spPr>
          <a:xfrm>
            <a:off x="73489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7B020AE7-1119-FDE7-1255-007E44D11B48}"/>
              </a:ext>
            </a:extLst>
          </p:cNvPr>
          <p:cNvSpPr>
            <a:spLocks/>
          </p:cNvSpPr>
          <p:nvPr/>
        </p:nvSpPr>
        <p:spPr>
          <a:xfrm>
            <a:off x="7407235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E21FF83-AEAA-0343-1D6A-C6D6F89941D2}"/>
              </a:ext>
            </a:extLst>
          </p:cNvPr>
          <p:cNvSpPr>
            <a:spLocks/>
          </p:cNvSpPr>
          <p:nvPr/>
        </p:nvSpPr>
        <p:spPr>
          <a:xfrm>
            <a:off x="73063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210BE708-7ACD-85CB-0BA5-439397360116}"/>
              </a:ext>
            </a:extLst>
          </p:cNvPr>
          <p:cNvSpPr>
            <a:spLocks/>
          </p:cNvSpPr>
          <p:nvPr/>
        </p:nvSpPr>
        <p:spPr>
          <a:xfrm>
            <a:off x="7415223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E02D6855-B16C-CD5C-76E0-832426DA4D11}"/>
              </a:ext>
            </a:extLst>
          </p:cNvPr>
          <p:cNvSpPr>
            <a:spLocks/>
          </p:cNvSpPr>
          <p:nvPr/>
        </p:nvSpPr>
        <p:spPr>
          <a:xfrm>
            <a:off x="7406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F001C588-5FAB-4705-B568-F0B45C54A098}"/>
              </a:ext>
            </a:extLst>
          </p:cNvPr>
          <p:cNvSpPr>
            <a:spLocks/>
          </p:cNvSpPr>
          <p:nvPr/>
        </p:nvSpPr>
        <p:spPr>
          <a:xfrm>
            <a:off x="737893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0CDDC6A9-F962-7015-7B0C-8D3DA152788C}"/>
              </a:ext>
            </a:extLst>
          </p:cNvPr>
          <p:cNvSpPr>
            <a:spLocks/>
          </p:cNvSpPr>
          <p:nvPr/>
        </p:nvSpPr>
        <p:spPr>
          <a:xfrm>
            <a:off x="740403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60CE51BA-0E78-2294-CA1A-E5A3A9F8B185}"/>
              </a:ext>
            </a:extLst>
          </p:cNvPr>
          <p:cNvSpPr>
            <a:spLocks/>
          </p:cNvSpPr>
          <p:nvPr/>
        </p:nvSpPr>
        <p:spPr>
          <a:xfrm>
            <a:off x="7404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7C5723D5-613A-3FB7-C696-1F4BC8D2AB88}"/>
              </a:ext>
            </a:extLst>
          </p:cNvPr>
          <p:cNvSpPr>
            <a:spLocks/>
          </p:cNvSpPr>
          <p:nvPr/>
        </p:nvSpPr>
        <p:spPr>
          <a:xfrm>
            <a:off x="73463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DC85C471-1B0C-27F6-38CD-952F02799FB7}"/>
              </a:ext>
            </a:extLst>
          </p:cNvPr>
          <p:cNvSpPr>
            <a:spLocks/>
          </p:cNvSpPr>
          <p:nvPr/>
        </p:nvSpPr>
        <p:spPr>
          <a:xfrm>
            <a:off x="7356820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CCB03C7-3947-1C69-57F4-779722387653}"/>
              </a:ext>
            </a:extLst>
          </p:cNvPr>
          <p:cNvSpPr>
            <a:spLocks/>
          </p:cNvSpPr>
          <p:nvPr/>
        </p:nvSpPr>
        <p:spPr>
          <a:xfrm>
            <a:off x="736591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03505D6-70CD-F0A5-E67C-754DADDC974D}"/>
              </a:ext>
            </a:extLst>
          </p:cNvPr>
          <p:cNvSpPr>
            <a:spLocks/>
          </p:cNvSpPr>
          <p:nvPr/>
        </p:nvSpPr>
        <p:spPr>
          <a:xfrm>
            <a:off x="739059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1CDB0A80-F7C4-1A77-BFBF-E8488216D4DF}"/>
              </a:ext>
            </a:extLst>
          </p:cNvPr>
          <p:cNvSpPr>
            <a:spLocks/>
          </p:cNvSpPr>
          <p:nvPr/>
        </p:nvSpPr>
        <p:spPr>
          <a:xfrm>
            <a:off x="74205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BD26202D-7AE5-DF03-DD31-A0B455531D38}"/>
              </a:ext>
            </a:extLst>
          </p:cNvPr>
          <p:cNvSpPr>
            <a:spLocks/>
          </p:cNvSpPr>
          <p:nvPr/>
        </p:nvSpPr>
        <p:spPr>
          <a:xfrm>
            <a:off x="7376120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C06DD212-2594-EEFC-4206-6A7E99583C36}"/>
              </a:ext>
            </a:extLst>
          </p:cNvPr>
          <p:cNvSpPr>
            <a:spLocks/>
          </p:cNvSpPr>
          <p:nvPr/>
        </p:nvSpPr>
        <p:spPr>
          <a:xfrm>
            <a:off x="7374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CD774914-9220-36EE-6724-7E0E64514FA6}"/>
              </a:ext>
            </a:extLst>
          </p:cNvPr>
          <p:cNvSpPr>
            <a:spLocks/>
          </p:cNvSpPr>
          <p:nvPr/>
        </p:nvSpPr>
        <p:spPr>
          <a:xfrm>
            <a:off x="73904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F2DC7A58-839F-94DF-401C-14E392F468A3}"/>
              </a:ext>
            </a:extLst>
          </p:cNvPr>
          <p:cNvSpPr>
            <a:spLocks/>
          </p:cNvSpPr>
          <p:nvPr/>
        </p:nvSpPr>
        <p:spPr>
          <a:xfrm>
            <a:off x="736151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CB31A59A-2B47-D122-EBAC-54072A23CFAD}"/>
              </a:ext>
            </a:extLst>
          </p:cNvPr>
          <p:cNvSpPr>
            <a:spLocks/>
          </p:cNvSpPr>
          <p:nvPr/>
        </p:nvSpPr>
        <p:spPr>
          <a:xfrm>
            <a:off x="730813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E730556D-79C7-D65C-DE49-CC0BE798AE6C}"/>
              </a:ext>
            </a:extLst>
          </p:cNvPr>
          <p:cNvSpPr>
            <a:spLocks/>
          </p:cNvSpPr>
          <p:nvPr/>
        </p:nvSpPr>
        <p:spPr>
          <a:xfrm>
            <a:off x="74062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0FE4F12B-3195-8326-054E-93199C0A1936}"/>
              </a:ext>
            </a:extLst>
          </p:cNvPr>
          <p:cNvSpPr>
            <a:spLocks/>
          </p:cNvSpPr>
          <p:nvPr/>
        </p:nvSpPr>
        <p:spPr>
          <a:xfrm>
            <a:off x="73764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D2931CCB-872A-242B-F42A-52E3EEF5A2CF}"/>
              </a:ext>
            </a:extLst>
          </p:cNvPr>
          <p:cNvSpPr>
            <a:spLocks/>
          </p:cNvSpPr>
          <p:nvPr/>
        </p:nvSpPr>
        <p:spPr>
          <a:xfrm>
            <a:off x="7327398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8155DFE1-9152-6D58-ADD0-7835986E4C9D}"/>
              </a:ext>
            </a:extLst>
          </p:cNvPr>
          <p:cNvSpPr>
            <a:spLocks/>
          </p:cNvSpPr>
          <p:nvPr/>
        </p:nvSpPr>
        <p:spPr>
          <a:xfrm>
            <a:off x="7423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5B877D69-F5A9-1967-B0DF-3757AD6021F2}"/>
              </a:ext>
            </a:extLst>
          </p:cNvPr>
          <p:cNvSpPr>
            <a:spLocks/>
          </p:cNvSpPr>
          <p:nvPr/>
        </p:nvSpPr>
        <p:spPr>
          <a:xfrm>
            <a:off x="734595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4CE2FAFB-1159-C7B1-8DEB-2861C669CCDC}"/>
              </a:ext>
            </a:extLst>
          </p:cNvPr>
          <p:cNvSpPr>
            <a:spLocks/>
          </p:cNvSpPr>
          <p:nvPr/>
        </p:nvSpPr>
        <p:spPr>
          <a:xfrm>
            <a:off x="741478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6FE275DA-4E98-B8FA-2174-9FB8DEAB25E8}"/>
              </a:ext>
            </a:extLst>
          </p:cNvPr>
          <p:cNvSpPr>
            <a:spLocks/>
          </p:cNvSpPr>
          <p:nvPr/>
        </p:nvSpPr>
        <p:spPr>
          <a:xfrm>
            <a:off x="73149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59E5A222-489F-B131-692D-BDF95FC8C75A}"/>
              </a:ext>
            </a:extLst>
          </p:cNvPr>
          <p:cNvSpPr>
            <a:spLocks/>
          </p:cNvSpPr>
          <p:nvPr/>
        </p:nvSpPr>
        <p:spPr>
          <a:xfrm>
            <a:off x="742394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6D175F6A-7EDA-4DC7-827C-EBA8F5628A8D}"/>
              </a:ext>
            </a:extLst>
          </p:cNvPr>
          <p:cNvSpPr>
            <a:spLocks/>
          </p:cNvSpPr>
          <p:nvPr/>
        </p:nvSpPr>
        <p:spPr>
          <a:xfrm>
            <a:off x="742180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47C71262-9180-A0AA-7CE8-44A5AB5E52EE}"/>
              </a:ext>
            </a:extLst>
          </p:cNvPr>
          <p:cNvSpPr>
            <a:spLocks/>
          </p:cNvSpPr>
          <p:nvPr/>
        </p:nvSpPr>
        <p:spPr>
          <a:xfrm>
            <a:off x="739476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D391378C-C2D6-DFD3-D000-E67071890E93}"/>
              </a:ext>
            </a:extLst>
          </p:cNvPr>
          <p:cNvSpPr>
            <a:spLocks/>
          </p:cNvSpPr>
          <p:nvPr/>
        </p:nvSpPr>
        <p:spPr>
          <a:xfrm>
            <a:off x="736538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CB048A3C-D79F-4BEC-0633-BEFB8D30CB02}"/>
              </a:ext>
            </a:extLst>
          </p:cNvPr>
          <p:cNvSpPr>
            <a:spLocks/>
          </p:cNvSpPr>
          <p:nvPr/>
        </p:nvSpPr>
        <p:spPr>
          <a:xfrm>
            <a:off x="733104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7996BB53-B6ED-D026-A048-E877C0E898A9}"/>
              </a:ext>
            </a:extLst>
          </p:cNvPr>
          <p:cNvSpPr>
            <a:spLocks/>
          </p:cNvSpPr>
          <p:nvPr/>
        </p:nvSpPr>
        <p:spPr>
          <a:xfrm>
            <a:off x="74004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4BD3EE8F-394A-92D2-65B5-C6574EDB4F66}"/>
              </a:ext>
            </a:extLst>
          </p:cNvPr>
          <p:cNvSpPr>
            <a:spLocks/>
          </p:cNvSpPr>
          <p:nvPr/>
        </p:nvSpPr>
        <p:spPr>
          <a:xfrm>
            <a:off x="7419156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74DDDFD6-F301-D4AA-AD42-DC2F91589BDC}"/>
              </a:ext>
            </a:extLst>
          </p:cNvPr>
          <p:cNvSpPr>
            <a:spLocks/>
          </p:cNvSpPr>
          <p:nvPr/>
        </p:nvSpPr>
        <p:spPr>
          <a:xfrm>
            <a:off x="7331362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AD1127B4-F077-1F7A-C847-3228A841054A}"/>
              </a:ext>
            </a:extLst>
          </p:cNvPr>
          <p:cNvSpPr>
            <a:spLocks/>
          </p:cNvSpPr>
          <p:nvPr/>
        </p:nvSpPr>
        <p:spPr>
          <a:xfrm>
            <a:off x="7321580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0E01AF3A-CB48-93B7-A307-F2F1B21094C9}"/>
              </a:ext>
            </a:extLst>
          </p:cNvPr>
          <p:cNvSpPr>
            <a:spLocks/>
          </p:cNvSpPr>
          <p:nvPr/>
        </p:nvSpPr>
        <p:spPr>
          <a:xfrm>
            <a:off x="73917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EF275049-59F7-674F-CE33-EAF32673EEF9}"/>
              </a:ext>
            </a:extLst>
          </p:cNvPr>
          <p:cNvSpPr>
            <a:spLocks/>
          </p:cNvSpPr>
          <p:nvPr/>
        </p:nvSpPr>
        <p:spPr>
          <a:xfrm>
            <a:off x="7306189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0FFDA4B4-0A80-B4C0-A448-B5AC0BDC4AE8}"/>
              </a:ext>
            </a:extLst>
          </p:cNvPr>
          <p:cNvSpPr>
            <a:spLocks/>
          </p:cNvSpPr>
          <p:nvPr/>
        </p:nvSpPr>
        <p:spPr>
          <a:xfrm>
            <a:off x="73449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485F9E70-C268-CD6C-2E68-C08B5A48128D}"/>
              </a:ext>
            </a:extLst>
          </p:cNvPr>
          <p:cNvSpPr>
            <a:spLocks/>
          </p:cNvSpPr>
          <p:nvPr/>
        </p:nvSpPr>
        <p:spPr>
          <a:xfrm>
            <a:off x="734519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8DC47433-810C-F7B7-3356-7AB9A3D11EC5}"/>
              </a:ext>
            </a:extLst>
          </p:cNvPr>
          <p:cNvSpPr>
            <a:spLocks/>
          </p:cNvSpPr>
          <p:nvPr/>
        </p:nvSpPr>
        <p:spPr>
          <a:xfrm>
            <a:off x="7378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301AC46E-2D74-C958-EDA8-4EA032DED8B9}"/>
              </a:ext>
            </a:extLst>
          </p:cNvPr>
          <p:cNvSpPr>
            <a:spLocks/>
          </p:cNvSpPr>
          <p:nvPr/>
        </p:nvSpPr>
        <p:spPr>
          <a:xfrm>
            <a:off x="739582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8E2C71C6-A0AC-236B-C1D7-E140D319FAC9}"/>
              </a:ext>
            </a:extLst>
          </p:cNvPr>
          <p:cNvSpPr>
            <a:spLocks/>
          </p:cNvSpPr>
          <p:nvPr/>
        </p:nvSpPr>
        <p:spPr>
          <a:xfrm>
            <a:off x="7394854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DA6E19E4-5591-FF82-1F60-E0EF2872DBC5}"/>
              </a:ext>
            </a:extLst>
          </p:cNvPr>
          <p:cNvSpPr>
            <a:spLocks/>
          </p:cNvSpPr>
          <p:nvPr/>
        </p:nvSpPr>
        <p:spPr>
          <a:xfrm>
            <a:off x="739358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F19130D-2F3C-70DF-D5EE-F5A467DB5922}"/>
              </a:ext>
            </a:extLst>
          </p:cNvPr>
          <p:cNvSpPr>
            <a:spLocks/>
          </p:cNvSpPr>
          <p:nvPr/>
        </p:nvSpPr>
        <p:spPr>
          <a:xfrm>
            <a:off x="73268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F62D6ECA-D920-6D84-EDB8-796531DC1193}"/>
              </a:ext>
            </a:extLst>
          </p:cNvPr>
          <p:cNvSpPr>
            <a:spLocks/>
          </p:cNvSpPr>
          <p:nvPr/>
        </p:nvSpPr>
        <p:spPr>
          <a:xfrm>
            <a:off x="7355887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0FA2FC6A-514C-3135-D24D-BA1BB830F5C8}"/>
              </a:ext>
            </a:extLst>
          </p:cNvPr>
          <p:cNvSpPr>
            <a:spLocks/>
          </p:cNvSpPr>
          <p:nvPr/>
        </p:nvSpPr>
        <p:spPr>
          <a:xfrm>
            <a:off x="73353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EDBAC598-B7AC-4CF6-0E6C-4F9C10F9B8DE}"/>
              </a:ext>
            </a:extLst>
          </p:cNvPr>
          <p:cNvSpPr>
            <a:spLocks/>
          </p:cNvSpPr>
          <p:nvPr/>
        </p:nvSpPr>
        <p:spPr>
          <a:xfrm>
            <a:off x="735320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31728B07-A20C-F2B1-4F7A-3F422E56BCA4}"/>
              </a:ext>
            </a:extLst>
          </p:cNvPr>
          <p:cNvSpPr>
            <a:spLocks/>
          </p:cNvSpPr>
          <p:nvPr/>
        </p:nvSpPr>
        <p:spPr>
          <a:xfrm>
            <a:off x="76498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5DF9E8AB-B820-19F9-78A5-A13C02952D08}"/>
              </a:ext>
            </a:extLst>
          </p:cNvPr>
          <p:cNvSpPr>
            <a:spLocks/>
          </p:cNvSpPr>
          <p:nvPr/>
        </p:nvSpPr>
        <p:spPr>
          <a:xfrm>
            <a:off x="76497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B0B70D52-6B96-AEF3-937E-831E5E9267F2}"/>
              </a:ext>
            </a:extLst>
          </p:cNvPr>
          <p:cNvSpPr>
            <a:spLocks/>
          </p:cNvSpPr>
          <p:nvPr/>
        </p:nvSpPr>
        <p:spPr>
          <a:xfrm>
            <a:off x="7643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8180D596-D3B7-36BE-E932-D89E93B59BF0}"/>
              </a:ext>
            </a:extLst>
          </p:cNvPr>
          <p:cNvSpPr>
            <a:spLocks/>
          </p:cNvSpPr>
          <p:nvPr/>
        </p:nvSpPr>
        <p:spPr>
          <a:xfrm>
            <a:off x="765522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FBB684A2-B67C-E083-CCCC-20C4FA8364B3}"/>
              </a:ext>
            </a:extLst>
          </p:cNvPr>
          <p:cNvSpPr>
            <a:spLocks/>
          </p:cNvSpPr>
          <p:nvPr/>
        </p:nvSpPr>
        <p:spPr>
          <a:xfrm>
            <a:off x="7604030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F588F662-6F54-7832-6E17-26EF244F4908}"/>
              </a:ext>
            </a:extLst>
          </p:cNvPr>
          <p:cNvSpPr>
            <a:spLocks/>
          </p:cNvSpPr>
          <p:nvPr/>
        </p:nvSpPr>
        <p:spPr>
          <a:xfrm>
            <a:off x="76667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9CB8C1FE-FC6E-D993-FEE8-274465CA4EE9}"/>
              </a:ext>
            </a:extLst>
          </p:cNvPr>
          <p:cNvSpPr>
            <a:spLocks/>
          </p:cNvSpPr>
          <p:nvPr/>
        </p:nvSpPr>
        <p:spPr>
          <a:xfrm>
            <a:off x="76239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347D7411-6086-1FB2-E542-67D434BF47A7}"/>
              </a:ext>
            </a:extLst>
          </p:cNvPr>
          <p:cNvSpPr>
            <a:spLocks/>
          </p:cNvSpPr>
          <p:nvPr/>
        </p:nvSpPr>
        <p:spPr>
          <a:xfrm>
            <a:off x="75679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7BF19283-D68E-13D6-9F1D-94C386FECE97}"/>
              </a:ext>
            </a:extLst>
          </p:cNvPr>
          <p:cNvSpPr>
            <a:spLocks/>
          </p:cNvSpPr>
          <p:nvPr/>
        </p:nvSpPr>
        <p:spPr>
          <a:xfrm>
            <a:off x="755741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F146ED12-A88E-D5A5-BF2E-0CB0574EB2C0}"/>
              </a:ext>
            </a:extLst>
          </p:cNvPr>
          <p:cNvSpPr>
            <a:spLocks/>
          </p:cNvSpPr>
          <p:nvPr/>
        </p:nvSpPr>
        <p:spPr>
          <a:xfrm>
            <a:off x="76514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C1271690-E8C2-926C-A551-202970EE9C02}"/>
              </a:ext>
            </a:extLst>
          </p:cNvPr>
          <p:cNvSpPr>
            <a:spLocks/>
          </p:cNvSpPr>
          <p:nvPr/>
        </p:nvSpPr>
        <p:spPr>
          <a:xfrm>
            <a:off x="7623113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951545E7-F94F-98F1-42BF-CC274C889B4F}"/>
              </a:ext>
            </a:extLst>
          </p:cNvPr>
          <p:cNvSpPr>
            <a:spLocks/>
          </p:cNvSpPr>
          <p:nvPr/>
        </p:nvSpPr>
        <p:spPr>
          <a:xfrm>
            <a:off x="75855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DC49C031-0C71-4CFC-C269-89942918B0C3}"/>
              </a:ext>
            </a:extLst>
          </p:cNvPr>
          <p:cNvSpPr>
            <a:spLocks/>
          </p:cNvSpPr>
          <p:nvPr/>
        </p:nvSpPr>
        <p:spPr>
          <a:xfrm>
            <a:off x="76199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5AA163B1-94E8-1FB2-AE4A-E8451CCDE4EC}"/>
              </a:ext>
            </a:extLst>
          </p:cNvPr>
          <p:cNvSpPr>
            <a:spLocks/>
          </p:cNvSpPr>
          <p:nvPr/>
        </p:nvSpPr>
        <p:spPr>
          <a:xfrm>
            <a:off x="7624785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5C62046E-2B56-8281-8ADE-A0B211D40574}"/>
              </a:ext>
            </a:extLst>
          </p:cNvPr>
          <p:cNvSpPr>
            <a:spLocks/>
          </p:cNvSpPr>
          <p:nvPr/>
        </p:nvSpPr>
        <p:spPr>
          <a:xfrm>
            <a:off x="7559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C190675F-C1EB-ADE8-5E74-6E120023FBA4}"/>
              </a:ext>
            </a:extLst>
          </p:cNvPr>
          <p:cNvSpPr>
            <a:spLocks/>
          </p:cNvSpPr>
          <p:nvPr/>
        </p:nvSpPr>
        <p:spPr>
          <a:xfrm>
            <a:off x="7646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A7573966-9729-4CE2-BCF5-ABF7C14DBB85}"/>
              </a:ext>
            </a:extLst>
          </p:cNvPr>
          <p:cNvSpPr>
            <a:spLocks/>
          </p:cNvSpPr>
          <p:nvPr/>
        </p:nvSpPr>
        <p:spPr>
          <a:xfrm>
            <a:off x="76665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F4839EDA-C3A9-E775-80DB-2DBAB57573DE}"/>
              </a:ext>
            </a:extLst>
          </p:cNvPr>
          <p:cNvSpPr>
            <a:spLocks/>
          </p:cNvSpPr>
          <p:nvPr/>
        </p:nvSpPr>
        <p:spPr>
          <a:xfrm>
            <a:off x="76074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FBFBFE6D-E367-38C6-275A-9FB4D639B1B4}"/>
              </a:ext>
            </a:extLst>
          </p:cNvPr>
          <p:cNvSpPr>
            <a:spLocks/>
          </p:cNvSpPr>
          <p:nvPr/>
        </p:nvSpPr>
        <p:spPr>
          <a:xfrm>
            <a:off x="763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8EFC5879-FD44-616C-4ACD-483AB7FD114F}"/>
              </a:ext>
            </a:extLst>
          </p:cNvPr>
          <p:cNvSpPr>
            <a:spLocks/>
          </p:cNvSpPr>
          <p:nvPr/>
        </p:nvSpPr>
        <p:spPr>
          <a:xfrm>
            <a:off x="765123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E57B599E-0ECA-446B-9907-A26DFA447AFA}"/>
              </a:ext>
            </a:extLst>
          </p:cNvPr>
          <p:cNvSpPr>
            <a:spLocks/>
          </p:cNvSpPr>
          <p:nvPr/>
        </p:nvSpPr>
        <p:spPr>
          <a:xfrm>
            <a:off x="7579744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0929B9F2-8332-63C7-A442-A6FAEFB334FA}"/>
              </a:ext>
            </a:extLst>
          </p:cNvPr>
          <p:cNvSpPr>
            <a:spLocks/>
          </p:cNvSpPr>
          <p:nvPr/>
        </p:nvSpPr>
        <p:spPr>
          <a:xfrm>
            <a:off x="7625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B3E26B22-A344-6A7E-22CB-D70A33CEB413}"/>
              </a:ext>
            </a:extLst>
          </p:cNvPr>
          <p:cNvSpPr>
            <a:spLocks/>
          </p:cNvSpPr>
          <p:nvPr/>
        </p:nvSpPr>
        <p:spPr>
          <a:xfrm>
            <a:off x="76750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9A943B62-7CC3-AB42-CC69-6041E9315036}"/>
              </a:ext>
            </a:extLst>
          </p:cNvPr>
          <p:cNvSpPr>
            <a:spLocks/>
          </p:cNvSpPr>
          <p:nvPr/>
        </p:nvSpPr>
        <p:spPr>
          <a:xfrm>
            <a:off x="75820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79240B92-0887-8FBD-B7C7-1CA6F4D2E95B}"/>
              </a:ext>
            </a:extLst>
          </p:cNvPr>
          <p:cNvSpPr>
            <a:spLocks/>
          </p:cNvSpPr>
          <p:nvPr/>
        </p:nvSpPr>
        <p:spPr>
          <a:xfrm>
            <a:off x="7614380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E74ACC0A-388B-BA3B-3303-C255AD7A0BDD}"/>
              </a:ext>
            </a:extLst>
          </p:cNvPr>
          <p:cNvSpPr>
            <a:spLocks/>
          </p:cNvSpPr>
          <p:nvPr/>
        </p:nvSpPr>
        <p:spPr>
          <a:xfrm>
            <a:off x="759076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8F562D94-9F52-4C09-C2B4-55F92DFA536C}"/>
              </a:ext>
            </a:extLst>
          </p:cNvPr>
          <p:cNvSpPr>
            <a:spLocks/>
          </p:cNvSpPr>
          <p:nvPr/>
        </p:nvSpPr>
        <p:spPr>
          <a:xfrm>
            <a:off x="762031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2605F43C-4E99-A572-8BEB-5B7349022A2D}"/>
              </a:ext>
            </a:extLst>
          </p:cNvPr>
          <p:cNvSpPr>
            <a:spLocks/>
          </p:cNvSpPr>
          <p:nvPr/>
        </p:nvSpPr>
        <p:spPr>
          <a:xfrm>
            <a:off x="7645233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931156AE-543F-7261-185F-88D5015CD718}"/>
              </a:ext>
            </a:extLst>
          </p:cNvPr>
          <p:cNvSpPr>
            <a:spLocks/>
          </p:cNvSpPr>
          <p:nvPr/>
        </p:nvSpPr>
        <p:spPr>
          <a:xfrm>
            <a:off x="76329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D45DE0B8-2326-7FD9-AA5A-4B8FD909DBF1}"/>
              </a:ext>
            </a:extLst>
          </p:cNvPr>
          <p:cNvSpPr>
            <a:spLocks/>
          </p:cNvSpPr>
          <p:nvPr/>
        </p:nvSpPr>
        <p:spPr>
          <a:xfrm>
            <a:off x="760317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F495B8E4-93A2-3135-5911-71D0478833C6}"/>
              </a:ext>
            </a:extLst>
          </p:cNvPr>
          <p:cNvSpPr>
            <a:spLocks/>
          </p:cNvSpPr>
          <p:nvPr/>
        </p:nvSpPr>
        <p:spPr>
          <a:xfrm>
            <a:off x="76161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43CDD125-ECEF-89EB-1C90-A97D868F9646}"/>
              </a:ext>
            </a:extLst>
          </p:cNvPr>
          <p:cNvSpPr>
            <a:spLocks/>
          </p:cNvSpPr>
          <p:nvPr/>
        </p:nvSpPr>
        <p:spPr>
          <a:xfrm>
            <a:off x="7569346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420566EC-88FC-50A8-1C71-3A7673276515}"/>
              </a:ext>
            </a:extLst>
          </p:cNvPr>
          <p:cNvSpPr>
            <a:spLocks/>
          </p:cNvSpPr>
          <p:nvPr/>
        </p:nvSpPr>
        <p:spPr>
          <a:xfrm>
            <a:off x="766275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F681368C-FA7E-B629-D60E-B883A6768CCB}"/>
              </a:ext>
            </a:extLst>
          </p:cNvPr>
          <p:cNvSpPr>
            <a:spLocks/>
          </p:cNvSpPr>
          <p:nvPr/>
        </p:nvSpPr>
        <p:spPr>
          <a:xfrm>
            <a:off x="7563121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666199F3-7039-F275-ACB7-4FBCCAFFDD7E}"/>
              </a:ext>
            </a:extLst>
          </p:cNvPr>
          <p:cNvSpPr>
            <a:spLocks/>
          </p:cNvSpPr>
          <p:nvPr/>
        </p:nvSpPr>
        <p:spPr>
          <a:xfrm>
            <a:off x="76185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F1D07EA3-8726-D384-E974-4B3EA5826A07}"/>
              </a:ext>
            </a:extLst>
          </p:cNvPr>
          <p:cNvSpPr>
            <a:spLocks/>
          </p:cNvSpPr>
          <p:nvPr/>
        </p:nvSpPr>
        <p:spPr>
          <a:xfrm>
            <a:off x="759178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4815412D-0D76-5A30-3D1E-49AE066E62BC}"/>
              </a:ext>
            </a:extLst>
          </p:cNvPr>
          <p:cNvSpPr>
            <a:spLocks/>
          </p:cNvSpPr>
          <p:nvPr/>
        </p:nvSpPr>
        <p:spPr>
          <a:xfrm>
            <a:off x="759843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93780D49-B53C-399C-736B-C6B929DB3B75}"/>
              </a:ext>
            </a:extLst>
          </p:cNvPr>
          <p:cNvSpPr>
            <a:spLocks/>
          </p:cNvSpPr>
          <p:nvPr/>
        </p:nvSpPr>
        <p:spPr>
          <a:xfrm>
            <a:off x="76223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7EBE2B13-0264-5AF6-9608-D0412B299B74}"/>
              </a:ext>
            </a:extLst>
          </p:cNvPr>
          <p:cNvSpPr>
            <a:spLocks/>
          </p:cNvSpPr>
          <p:nvPr/>
        </p:nvSpPr>
        <p:spPr>
          <a:xfrm>
            <a:off x="75624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79422E07-36F1-35DA-1C8E-57F094691454}"/>
              </a:ext>
            </a:extLst>
          </p:cNvPr>
          <p:cNvSpPr>
            <a:spLocks/>
          </p:cNvSpPr>
          <p:nvPr/>
        </p:nvSpPr>
        <p:spPr>
          <a:xfrm>
            <a:off x="7674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1CB97C48-C7BB-FDA1-2E50-5A23F60E0072}"/>
              </a:ext>
            </a:extLst>
          </p:cNvPr>
          <p:cNvSpPr>
            <a:spLocks/>
          </p:cNvSpPr>
          <p:nvPr/>
        </p:nvSpPr>
        <p:spPr>
          <a:xfrm>
            <a:off x="764419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A24ED552-F501-49D0-AD89-5592C53DD813}"/>
              </a:ext>
            </a:extLst>
          </p:cNvPr>
          <p:cNvSpPr>
            <a:spLocks/>
          </p:cNvSpPr>
          <p:nvPr/>
        </p:nvSpPr>
        <p:spPr>
          <a:xfrm>
            <a:off x="76405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18E9D7B8-0F33-7CF4-CDCD-67E743DA89C8}"/>
              </a:ext>
            </a:extLst>
          </p:cNvPr>
          <p:cNvSpPr>
            <a:spLocks/>
          </p:cNvSpPr>
          <p:nvPr/>
        </p:nvSpPr>
        <p:spPr>
          <a:xfrm>
            <a:off x="76737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E02AE19A-1F12-A7D4-4267-2EC5024B225B}"/>
              </a:ext>
            </a:extLst>
          </p:cNvPr>
          <p:cNvSpPr>
            <a:spLocks/>
          </p:cNvSpPr>
          <p:nvPr/>
        </p:nvSpPr>
        <p:spPr>
          <a:xfrm>
            <a:off x="76264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F946882D-7F94-432F-9AD5-18F7C6BB2ED3}"/>
              </a:ext>
            </a:extLst>
          </p:cNvPr>
          <p:cNvSpPr>
            <a:spLocks/>
          </p:cNvSpPr>
          <p:nvPr/>
        </p:nvSpPr>
        <p:spPr>
          <a:xfrm>
            <a:off x="764879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0F431146-376A-C0D2-A71B-D92C1A998B59}"/>
              </a:ext>
            </a:extLst>
          </p:cNvPr>
          <p:cNvSpPr>
            <a:spLocks/>
          </p:cNvSpPr>
          <p:nvPr/>
        </p:nvSpPr>
        <p:spPr>
          <a:xfrm>
            <a:off x="75961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818C824D-DA9F-40DE-2C06-95EF0ED84AD2}"/>
              </a:ext>
            </a:extLst>
          </p:cNvPr>
          <p:cNvSpPr>
            <a:spLocks/>
          </p:cNvSpPr>
          <p:nvPr/>
        </p:nvSpPr>
        <p:spPr>
          <a:xfrm>
            <a:off x="75783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4A734FE3-CB6C-520C-C557-AC58F1BA79EF}"/>
              </a:ext>
            </a:extLst>
          </p:cNvPr>
          <p:cNvSpPr>
            <a:spLocks/>
          </p:cNvSpPr>
          <p:nvPr/>
        </p:nvSpPr>
        <p:spPr>
          <a:xfrm>
            <a:off x="76246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3FBD21DC-145A-1458-D387-2CDE559CCA29}"/>
              </a:ext>
            </a:extLst>
          </p:cNvPr>
          <p:cNvSpPr>
            <a:spLocks/>
          </p:cNvSpPr>
          <p:nvPr/>
        </p:nvSpPr>
        <p:spPr>
          <a:xfrm>
            <a:off x="755776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2DB69FD8-4147-B1FA-658A-92C470A8217B}"/>
              </a:ext>
            </a:extLst>
          </p:cNvPr>
          <p:cNvSpPr>
            <a:spLocks/>
          </p:cNvSpPr>
          <p:nvPr/>
        </p:nvSpPr>
        <p:spPr>
          <a:xfrm>
            <a:off x="76000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C3BE5F78-F58C-F800-07F1-446A5B0C147D}"/>
              </a:ext>
            </a:extLst>
          </p:cNvPr>
          <p:cNvSpPr>
            <a:spLocks/>
          </p:cNvSpPr>
          <p:nvPr/>
        </p:nvSpPr>
        <p:spPr>
          <a:xfrm>
            <a:off x="7606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23D7B5C6-F89A-3725-4187-0A6947B2E1B1}"/>
              </a:ext>
            </a:extLst>
          </p:cNvPr>
          <p:cNvSpPr>
            <a:spLocks/>
          </p:cNvSpPr>
          <p:nvPr/>
        </p:nvSpPr>
        <p:spPr>
          <a:xfrm>
            <a:off x="76369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A9A5A213-FE90-559B-EA07-F48323CD1623}"/>
              </a:ext>
            </a:extLst>
          </p:cNvPr>
          <p:cNvSpPr>
            <a:spLocks/>
          </p:cNvSpPr>
          <p:nvPr/>
        </p:nvSpPr>
        <p:spPr>
          <a:xfrm>
            <a:off x="76598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740C164E-2F98-49F0-66BC-93F52340F74F}"/>
              </a:ext>
            </a:extLst>
          </p:cNvPr>
          <p:cNvSpPr>
            <a:spLocks/>
          </p:cNvSpPr>
          <p:nvPr/>
        </p:nvSpPr>
        <p:spPr>
          <a:xfrm>
            <a:off x="7621325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1E3A87EC-5DF8-4795-79BE-3E7437F47C00}"/>
              </a:ext>
            </a:extLst>
          </p:cNvPr>
          <p:cNvSpPr>
            <a:spLocks/>
          </p:cNvSpPr>
          <p:nvPr/>
        </p:nvSpPr>
        <p:spPr>
          <a:xfrm>
            <a:off x="7655778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829630-8352-796B-0BBD-C1A6FA6EEABF}"/>
              </a:ext>
            </a:extLst>
          </p:cNvPr>
          <p:cNvSpPr>
            <a:spLocks/>
          </p:cNvSpPr>
          <p:nvPr/>
        </p:nvSpPr>
        <p:spPr>
          <a:xfrm>
            <a:off x="755824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B17E06D3-F62B-26CF-C3FD-E53A155D0E10}"/>
              </a:ext>
            </a:extLst>
          </p:cNvPr>
          <p:cNvSpPr>
            <a:spLocks/>
          </p:cNvSpPr>
          <p:nvPr/>
        </p:nvSpPr>
        <p:spPr>
          <a:xfrm>
            <a:off x="75602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7FC57F6C-1B44-47D4-8213-F69C39294ECF}"/>
              </a:ext>
            </a:extLst>
          </p:cNvPr>
          <p:cNvSpPr>
            <a:spLocks/>
          </p:cNvSpPr>
          <p:nvPr/>
        </p:nvSpPr>
        <p:spPr>
          <a:xfrm>
            <a:off x="758676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EBCE074A-ABB9-1907-45CB-8E98CDB1F11A}"/>
              </a:ext>
            </a:extLst>
          </p:cNvPr>
          <p:cNvSpPr>
            <a:spLocks/>
          </p:cNvSpPr>
          <p:nvPr/>
        </p:nvSpPr>
        <p:spPr>
          <a:xfrm>
            <a:off x="7622030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AF730E12-0BC7-3761-7728-1080189BF9EB}"/>
              </a:ext>
            </a:extLst>
          </p:cNvPr>
          <p:cNvSpPr>
            <a:spLocks/>
          </p:cNvSpPr>
          <p:nvPr/>
        </p:nvSpPr>
        <p:spPr>
          <a:xfrm>
            <a:off x="75809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DC2D4C99-ABE9-65C8-100D-8405FD16EECB}"/>
              </a:ext>
            </a:extLst>
          </p:cNvPr>
          <p:cNvSpPr>
            <a:spLocks/>
          </p:cNvSpPr>
          <p:nvPr/>
        </p:nvSpPr>
        <p:spPr>
          <a:xfrm>
            <a:off x="7611833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AF645F1-236C-F7C7-476A-F42A08586FA3}"/>
              </a:ext>
            </a:extLst>
          </p:cNvPr>
          <p:cNvSpPr>
            <a:spLocks/>
          </p:cNvSpPr>
          <p:nvPr/>
        </p:nvSpPr>
        <p:spPr>
          <a:xfrm>
            <a:off x="7627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442AEB9E-6D72-B5A1-68B3-1FB725CB729C}"/>
              </a:ext>
            </a:extLst>
          </p:cNvPr>
          <p:cNvSpPr>
            <a:spLocks/>
          </p:cNvSpPr>
          <p:nvPr/>
        </p:nvSpPr>
        <p:spPr>
          <a:xfrm>
            <a:off x="76283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939985F1-2C55-5597-2003-8537C9235906}"/>
              </a:ext>
            </a:extLst>
          </p:cNvPr>
          <p:cNvSpPr>
            <a:spLocks/>
          </p:cNvSpPr>
          <p:nvPr/>
        </p:nvSpPr>
        <p:spPr>
          <a:xfrm>
            <a:off x="759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7DFC5C41-CFE0-D762-FD4C-17C905594185}"/>
              </a:ext>
            </a:extLst>
          </p:cNvPr>
          <p:cNvSpPr>
            <a:spLocks/>
          </p:cNvSpPr>
          <p:nvPr/>
        </p:nvSpPr>
        <p:spPr>
          <a:xfrm>
            <a:off x="76444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F88086AB-A99D-8164-12CD-BAFAE30D7FA6}"/>
              </a:ext>
            </a:extLst>
          </p:cNvPr>
          <p:cNvSpPr>
            <a:spLocks/>
          </p:cNvSpPr>
          <p:nvPr/>
        </p:nvSpPr>
        <p:spPr>
          <a:xfrm>
            <a:off x="7632452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47AA87EF-DE06-3560-71AD-832189EAA8B0}"/>
              </a:ext>
            </a:extLst>
          </p:cNvPr>
          <p:cNvSpPr>
            <a:spLocks/>
          </p:cNvSpPr>
          <p:nvPr/>
        </p:nvSpPr>
        <p:spPr>
          <a:xfrm>
            <a:off x="7647660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326904EE-3407-9606-CE43-EE162CFC4F3F}"/>
              </a:ext>
            </a:extLst>
          </p:cNvPr>
          <p:cNvSpPr>
            <a:spLocks/>
          </p:cNvSpPr>
          <p:nvPr/>
        </p:nvSpPr>
        <p:spPr>
          <a:xfrm>
            <a:off x="75978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03084BD5-EADF-2249-63E4-92165650E3B8}"/>
              </a:ext>
            </a:extLst>
          </p:cNvPr>
          <p:cNvSpPr>
            <a:spLocks/>
          </p:cNvSpPr>
          <p:nvPr/>
        </p:nvSpPr>
        <p:spPr>
          <a:xfrm>
            <a:off x="76313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B4B7C3AD-BA90-9FEE-F626-BA9D60B66C3B}"/>
              </a:ext>
            </a:extLst>
          </p:cNvPr>
          <p:cNvSpPr>
            <a:spLocks/>
          </p:cNvSpPr>
          <p:nvPr/>
        </p:nvSpPr>
        <p:spPr>
          <a:xfrm>
            <a:off x="7662090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3BCCEE17-F1DF-A6A3-5998-A6A55011DE25}"/>
              </a:ext>
            </a:extLst>
          </p:cNvPr>
          <p:cNvSpPr>
            <a:spLocks/>
          </p:cNvSpPr>
          <p:nvPr/>
        </p:nvSpPr>
        <p:spPr>
          <a:xfrm>
            <a:off x="76157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4CB3C868-F858-8A14-C813-9C3FBB1DE301}"/>
              </a:ext>
            </a:extLst>
          </p:cNvPr>
          <p:cNvSpPr>
            <a:spLocks/>
          </p:cNvSpPr>
          <p:nvPr/>
        </p:nvSpPr>
        <p:spPr>
          <a:xfrm>
            <a:off x="7561952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8D0753D6-584C-6D86-FBF2-7516CDCE5407}"/>
              </a:ext>
            </a:extLst>
          </p:cNvPr>
          <p:cNvSpPr>
            <a:spLocks/>
          </p:cNvSpPr>
          <p:nvPr/>
        </p:nvSpPr>
        <p:spPr>
          <a:xfrm>
            <a:off x="7641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0AD82466-5404-5BB3-80DE-3DF4191F62EC}"/>
              </a:ext>
            </a:extLst>
          </p:cNvPr>
          <p:cNvSpPr>
            <a:spLocks/>
          </p:cNvSpPr>
          <p:nvPr/>
        </p:nvSpPr>
        <p:spPr>
          <a:xfrm>
            <a:off x="75859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CC435BE-507B-183E-378E-1C187AF101BB}"/>
              </a:ext>
            </a:extLst>
          </p:cNvPr>
          <p:cNvSpPr>
            <a:spLocks/>
          </p:cNvSpPr>
          <p:nvPr/>
        </p:nvSpPr>
        <p:spPr>
          <a:xfrm>
            <a:off x="76687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27B39A1C-0FB1-AB88-EB6C-292C5C164737}"/>
              </a:ext>
            </a:extLst>
          </p:cNvPr>
          <p:cNvSpPr>
            <a:spLocks/>
          </p:cNvSpPr>
          <p:nvPr/>
        </p:nvSpPr>
        <p:spPr>
          <a:xfrm>
            <a:off x="7595547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8A17A2DE-866B-1017-885E-A272A45DBCDC}"/>
              </a:ext>
            </a:extLst>
          </p:cNvPr>
          <p:cNvSpPr>
            <a:spLocks/>
          </p:cNvSpPr>
          <p:nvPr/>
        </p:nvSpPr>
        <p:spPr>
          <a:xfrm>
            <a:off x="75561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75B40A12-99E2-3166-652F-3382D215ADEB}"/>
              </a:ext>
            </a:extLst>
          </p:cNvPr>
          <p:cNvSpPr>
            <a:spLocks/>
          </p:cNvSpPr>
          <p:nvPr/>
        </p:nvSpPr>
        <p:spPr>
          <a:xfrm>
            <a:off x="76540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621EA03E-AC7A-AC0F-487D-43879B1960AB}"/>
              </a:ext>
            </a:extLst>
          </p:cNvPr>
          <p:cNvSpPr>
            <a:spLocks/>
          </p:cNvSpPr>
          <p:nvPr/>
        </p:nvSpPr>
        <p:spPr>
          <a:xfrm>
            <a:off x="76164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28883CF8-663C-674F-32CE-BD7ABDC3F6EC}"/>
              </a:ext>
            </a:extLst>
          </p:cNvPr>
          <p:cNvSpPr>
            <a:spLocks/>
          </p:cNvSpPr>
          <p:nvPr/>
        </p:nvSpPr>
        <p:spPr>
          <a:xfrm>
            <a:off x="7653853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5DD009C4-3825-6EDA-613D-E79954B217AC}"/>
              </a:ext>
            </a:extLst>
          </p:cNvPr>
          <p:cNvSpPr>
            <a:spLocks/>
          </p:cNvSpPr>
          <p:nvPr/>
        </p:nvSpPr>
        <p:spPr>
          <a:xfrm>
            <a:off x="75780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9865CC9F-D14E-D357-F9B2-CA3AC6B47203}"/>
              </a:ext>
            </a:extLst>
          </p:cNvPr>
          <p:cNvSpPr>
            <a:spLocks/>
          </p:cNvSpPr>
          <p:nvPr/>
        </p:nvSpPr>
        <p:spPr>
          <a:xfrm>
            <a:off x="75919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2864D616-C45C-333E-0790-B865DC453905}"/>
              </a:ext>
            </a:extLst>
          </p:cNvPr>
          <p:cNvSpPr>
            <a:spLocks/>
          </p:cNvSpPr>
          <p:nvPr/>
        </p:nvSpPr>
        <p:spPr>
          <a:xfrm>
            <a:off x="7565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68AAFAC6-4C39-FF16-74A5-F702F0D13A40}"/>
              </a:ext>
            </a:extLst>
          </p:cNvPr>
          <p:cNvSpPr>
            <a:spLocks/>
          </p:cNvSpPr>
          <p:nvPr/>
        </p:nvSpPr>
        <p:spPr>
          <a:xfrm>
            <a:off x="76179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2776468B-A9E2-CCA7-4A28-EA93C601797A}"/>
              </a:ext>
            </a:extLst>
          </p:cNvPr>
          <p:cNvSpPr>
            <a:spLocks/>
          </p:cNvSpPr>
          <p:nvPr/>
        </p:nvSpPr>
        <p:spPr>
          <a:xfrm>
            <a:off x="76585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93F1A117-FCBD-1E84-1613-E27664D5D46E}"/>
              </a:ext>
            </a:extLst>
          </p:cNvPr>
          <p:cNvSpPr>
            <a:spLocks/>
          </p:cNvSpPr>
          <p:nvPr/>
        </p:nvSpPr>
        <p:spPr>
          <a:xfrm>
            <a:off x="7633885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05163773-6ECD-8175-984C-57393B3EA92E}"/>
              </a:ext>
            </a:extLst>
          </p:cNvPr>
          <p:cNvSpPr>
            <a:spLocks/>
          </p:cNvSpPr>
          <p:nvPr/>
        </p:nvSpPr>
        <p:spPr>
          <a:xfrm>
            <a:off x="757134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7CE4DDF0-A171-44DD-FC63-78A04E054353}"/>
              </a:ext>
            </a:extLst>
          </p:cNvPr>
          <p:cNvSpPr>
            <a:spLocks/>
          </p:cNvSpPr>
          <p:nvPr/>
        </p:nvSpPr>
        <p:spPr>
          <a:xfrm>
            <a:off x="75650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44460560-A7B7-0242-1266-A6CFDBA208F1}"/>
              </a:ext>
            </a:extLst>
          </p:cNvPr>
          <p:cNvSpPr>
            <a:spLocks/>
          </p:cNvSpPr>
          <p:nvPr/>
        </p:nvSpPr>
        <p:spPr>
          <a:xfrm>
            <a:off x="761256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1C4DE1CD-7249-72FA-83CF-8F687EA39148}"/>
              </a:ext>
            </a:extLst>
          </p:cNvPr>
          <p:cNvSpPr>
            <a:spLocks/>
          </p:cNvSpPr>
          <p:nvPr/>
        </p:nvSpPr>
        <p:spPr>
          <a:xfrm>
            <a:off x="7592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3E510411-6F83-C802-8B88-9FBEF5423177}"/>
              </a:ext>
            </a:extLst>
          </p:cNvPr>
          <p:cNvSpPr>
            <a:spLocks/>
          </p:cNvSpPr>
          <p:nvPr/>
        </p:nvSpPr>
        <p:spPr>
          <a:xfrm>
            <a:off x="7603941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EAF369BC-A143-7B8E-BACB-1FFF9D05C074}"/>
              </a:ext>
            </a:extLst>
          </p:cNvPr>
          <p:cNvSpPr>
            <a:spLocks/>
          </p:cNvSpPr>
          <p:nvPr/>
        </p:nvSpPr>
        <p:spPr>
          <a:xfrm>
            <a:off x="76443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3F921BCC-D0E3-0000-5CF4-7419120DC098}"/>
              </a:ext>
            </a:extLst>
          </p:cNvPr>
          <p:cNvSpPr>
            <a:spLocks/>
          </p:cNvSpPr>
          <p:nvPr/>
        </p:nvSpPr>
        <p:spPr>
          <a:xfrm>
            <a:off x="75933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94E136E1-D944-EABB-5D55-4E6F2A56AE34}"/>
              </a:ext>
            </a:extLst>
          </p:cNvPr>
          <p:cNvSpPr>
            <a:spLocks/>
          </p:cNvSpPr>
          <p:nvPr/>
        </p:nvSpPr>
        <p:spPr>
          <a:xfrm>
            <a:off x="75978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A6FA64DF-87D5-C927-6696-0B0F3061AA7F}"/>
              </a:ext>
            </a:extLst>
          </p:cNvPr>
          <p:cNvSpPr>
            <a:spLocks/>
          </p:cNvSpPr>
          <p:nvPr/>
        </p:nvSpPr>
        <p:spPr>
          <a:xfrm>
            <a:off x="7640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66FA69DD-617D-C6FF-234D-11008CE534AE}"/>
              </a:ext>
            </a:extLst>
          </p:cNvPr>
          <p:cNvSpPr>
            <a:spLocks/>
          </p:cNvSpPr>
          <p:nvPr/>
        </p:nvSpPr>
        <p:spPr>
          <a:xfrm>
            <a:off x="758220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F4815128-DDC3-E79E-A6D9-00982011C435}"/>
              </a:ext>
            </a:extLst>
          </p:cNvPr>
          <p:cNvSpPr>
            <a:spLocks/>
          </p:cNvSpPr>
          <p:nvPr/>
        </p:nvSpPr>
        <p:spPr>
          <a:xfrm>
            <a:off x="7587776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F83D455F-15FC-01A9-473F-A11E152DFBCA}"/>
              </a:ext>
            </a:extLst>
          </p:cNvPr>
          <p:cNvSpPr>
            <a:spLocks/>
          </p:cNvSpPr>
          <p:nvPr/>
        </p:nvSpPr>
        <p:spPr>
          <a:xfrm>
            <a:off x="75866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7A44936D-D9E4-7A80-489A-5959D3DE6629}"/>
              </a:ext>
            </a:extLst>
          </p:cNvPr>
          <p:cNvSpPr>
            <a:spLocks/>
          </p:cNvSpPr>
          <p:nvPr/>
        </p:nvSpPr>
        <p:spPr>
          <a:xfrm>
            <a:off x="76510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DF9F522B-B8CD-1792-368B-AC127DA1D766}"/>
              </a:ext>
            </a:extLst>
          </p:cNvPr>
          <p:cNvSpPr>
            <a:spLocks/>
          </p:cNvSpPr>
          <p:nvPr/>
        </p:nvSpPr>
        <p:spPr>
          <a:xfrm>
            <a:off x="7565981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B0EFA0CF-4C1F-C797-B082-77F971CB24C3}"/>
              </a:ext>
            </a:extLst>
          </p:cNvPr>
          <p:cNvSpPr>
            <a:spLocks/>
          </p:cNvSpPr>
          <p:nvPr/>
        </p:nvSpPr>
        <p:spPr>
          <a:xfrm>
            <a:off x="7560248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932DE4A7-45E9-1F1F-D2D3-98F553DF02D2}"/>
              </a:ext>
            </a:extLst>
          </p:cNvPr>
          <p:cNvSpPr>
            <a:spLocks/>
          </p:cNvSpPr>
          <p:nvPr/>
        </p:nvSpPr>
        <p:spPr>
          <a:xfrm>
            <a:off x="76743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A2BC5349-BC10-15BD-4993-11BD29AEB6AF}"/>
              </a:ext>
            </a:extLst>
          </p:cNvPr>
          <p:cNvSpPr>
            <a:spLocks/>
          </p:cNvSpPr>
          <p:nvPr/>
        </p:nvSpPr>
        <p:spPr>
          <a:xfrm>
            <a:off x="766118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B08B924C-3362-DC83-DFE1-F21340FAA22C}"/>
              </a:ext>
            </a:extLst>
          </p:cNvPr>
          <p:cNvSpPr>
            <a:spLocks/>
          </p:cNvSpPr>
          <p:nvPr/>
        </p:nvSpPr>
        <p:spPr>
          <a:xfrm>
            <a:off x="75923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8501FFA0-19E2-7CDE-B287-7E967B1FE55C}"/>
              </a:ext>
            </a:extLst>
          </p:cNvPr>
          <p:cNvSpPr>
            <a:spLocks/>
          </p:cNvSpPr>
          <p:nvPr/>
        </p:nvSpPr>
        <p:spPr>
          <a:xfrm>
            <a:off x="7611050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BA7D2D9B-4A84-94BC-0169-5237C653781E}"/>
              </a:ext>
            </a:extLst>
          </p:cNvPr>
          <p:cNvSpPr>
            <a:spLocks/>
          </p:cNvSpPr>
          <p:nvPr/>
        </p:nvSpPr>
        <p:spPr>
          <a:xfrm>
            <a:off x="763187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B70DFE39-5B43-FCFC-0230-B8BF9CF0C258}"/>
              </a:ext>
            </a:extLst>
          </p:cNvPr>
          <p:cNvSpPr>
            <a:spLocks/>
          </p:cNvSpPr>
          <p:nvPr/>
        </p:nvSpPr>
        <p:spPr>
          <a:xfrm>
            <a:off x="75616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2B34F920-A181-D73C-6070-735D718DFB9C}"/>
              </a:ext>
            </a:extLst>
          </p:cNvPr>
          <p:cNvSpPr>
            <a:spLocks/>
          </p:cNvSpPr>
          <p:nvPr/>
        </p:nvSpPr>
        <p:spPr>
          <a:xfrm>
            <a:off x="7564469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BDD14FF5-5359-41DC-5A42-A3BDEAB782B6}"/>
              </a:ext>
            </a:extLst>
          </p:cNvPr>
          <p:cNvSpPr>
            <a:spLocks/>
          </p:cNvSpPr>
          <p:nvPr/>
        </p:nvSpPr>
        <p:spPr>
          <a:xfrm>
            <a:off x="766407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0A683D1E-B7A0-011A-271F-98B85D9E9DDC}"/>
              </a:ext>
            </a:extLst>
          </p:cNvPr>
          <p:cNvSpPr>
            <a:spLocks/>
          </p:cNvSpPr>
          <p:nvPr/>
        </p:nvSpPr>
        <p:spPr>
          <a:xfrm>
            <a:off x="760140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64B926DC-CA57-E3B2-9D2D-87FC357C2012}"/>
              </a:ext>
            </a:extLst>
          </p:cNvPr>
          <p:cNvSpPr>
            <a:spLocks/>
          </p:cNvSpPr>
          <p:nvPr/>
        </p:nvSpPr>
        <p:spPr>
          <a:xfrm>
            <a:off x="76393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E6D994BB-46E4-5973-17A4-3ED758E8A819}"/>
              </a:ext>
            </a:extLst>
          </p:cNvPr>
          <p:cNvSpPr>
            <a:spLocks/>
          </p:cNvSpPr>
          <p:nvPr/>
        </p:nvSpPr>
        <p:spPr>
          <a:xfrm>
            <a:off x="76151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9ABB1EA1-FE4F-7F9A-6F49-7E7205B3C16B}"/>
              </a:ext>
            </a:extLst>
          </p:cNvPr>
          <p:cNvSpPr>
            <a:spLocks/>
          </p:cNvSpPr>
          <p:nvPr/>
        </p:nvSpPr>
        <p:spPr>
          <a:xfrm>
            <a:off x="76709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C562DA8D-48E0-538B-13AC-46DAE4A922C0}"/>
              </a:ext>
            </a:extLst>
          </p:cNvPr>
          <p:cNvSpPr>
            <a:spLocks/>
          </p:cNvSpPr>
          <p:nvPr/>
        </p:nvSpPr>
        <p:spPr>
          <a:xfrm>
            <a:off x="75660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87AB0C0A-17B2-3DF1-5476-C6F4699ADF6E}"/>
              </a:ext>
            </a:extLst>
          </p:cNvPr>
          <p:cNvSpPr>
            <a:spLocks/>
          </p:cNvSpPr>
          <p:nvPr/>
        </p:nvSpPr>
        <p:spPr>
          <a:xfrm>
            <a:off x="759101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14215025-9814-A94B-208B-8267B72F6EDA}"/>
              </a:ext>
            </a:extLst>
          </p:cNvPr>
          <p:cNvSpPr>
            <a:spLocks/>
          </p:cNvSpPr>
          <p:nvPr/>
        </p:nvSpPr>
        <p:spPr>
          <a:xfrm>
            <a:off x="76583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89BBBB5E-4D55-2B75-1A7B-EBAC1BE4AFC6}"/>
              </a:ext>
            </a:extLst>
          </p:cNvPr>
          <p:cNvSpPr>
            <a:spLocks/>
          </p:cNvSpPr>
          <p:nvPr/>
        </p:nvSpPr>
        <p:spPr>
          <a:xfrm>
            <a:off x="7645302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9527550-D5EA-61BD-86C3-3AC68F69F1EF}"/>
              </a:ext>
            </a:extLst>
          </p:cNvPr>
          <p:cNvSpPr>
            <a:spLocks/>
          </p:cNvSpPr>
          <p:nvPr/>
        </p:nvSpPr>
        <p:spPr>
          <a:xfrm>
            <a:off x="7597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9141F0BC-A779-EDB5-A7B5-06D5576B3320}"/>
              </a:ext>
            </a:extLst>
          </p:cNvPr>
          <p:cNvSpPr>
            <a:spLocks/>
          </p:cNvSpPr>
          <p:nvPr/>
        </p:nvSpPr>
        <p:spPr>
          <a:xfrm>
            <a:off x="760496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8D71DFE8-B995-E064-EBE1-15E2A06912CA}"/>
              </a:ext>
            </a:extLst>
          </p:cNvPr>
          <p:cNvSpPr>
            <a:spLocks/>
          </p:cNvSpPr>
          <p:nvPr/>
        </p:nvSpPr>
        <p:spPr>
          <a:xfrm>
            <a:off x="76240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EA4F5B88-C5CF-5E1D-08B4-9C820C24F60C}"/>
              </a:ext>
            </a:extLst>
          </p:cNvPr>
          <p:cNvSpPr>
            <a:spLocks/>
          </p:cNvSpPr>
          <p:nvPr/>
        </p:nvSpPr>
        <p:spPr>
          <a:xfrm>
            <a:off x="76332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BC24E488-BF8D-3719-ACF5-DB485C0D3826}"/>
              </a:ext>
            </a:extLst>
          </p:cNvPr>
          <p:cNvSpPr>
            <a:spLocks/>
          </p:cNvSpPr>
          <p:nvPr/>
        </p:nvSpPr>
        <p:spPr>
          <a:xfrm>
            <a:off x="7591803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1B532D97-6BBF-855A-81F8-2AFA87955090}"/>
              </a:ext>
            </a:extLst>
          </p:cNvPr>
          <p:cNvSpPr>
            <a:spLocks/>
          </p:cNvSpPr>
          <p:nvPr/>
        </p:nvSpPr>
        <p:spPr>
          <a:xfrm>
            <a:off x="75892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91DF09C8-D568-FE63-DB2F-D7ED74ADE55C}"/>
              </a:ext>
            </a:extLst>
          </p:cNvPr>
          <p:cNvSpPr>
            <a:spLocks/>
          </p:cNvSpPr>
          <p:nvPr/>
        </p:nvSpPr>
        <p:spPr>
          <a:xfrm>
            <a:off x="762114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5B16E34E-7B79-E944-BC56-6115A324CB8E}"/>
              </a:ext>
            </a:extLst>
          </p:cNvPr>
          <p:cNvSpPr>
            <a:spLocks/>
          </p:cNvSpPr>
          <p:nvPr/>
        </p:nvSpPr>
        <p:spPr>
          <a:xfrm>
            <a:off x="76265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ACD4170A-2F96-D7DD-9797-FD8B3CBEAF7D}"/>
              </a:ext>
            </a:extLst>
          </p:cNvPr>
          <p:cNvSpPr>
            <a:spLocks/>
          </p:cNvSpPr>
          <p:nvPr/>
        </p:nvSpPr>
        <p:spPr>
          <a:xfrm>
            <a:off x="75618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7F279991-06F8-B31E-4650-491E0769ADB7}"/>
              </a:ext>
            </a:extLst>
          </p:cNvPr>
          <p:cNvSpPr>
            <a:spLocks/>
          </p:cNvSpPr>
          <p:nvPr/>
        </p:nvSpPr>
        <p:spPr>
          <a:xfrm>
            <a:off x="75658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86CD0C72-1FAA-D98E-0BEE-A39F5252A907}"/>
              </a:ext>
            </a:extLst>
          </p:cNvPr>
          <p:cNvSpPr>
            <a:spLocks/>
          </p:cNvSpPr>
          <p:nvPr/>
        </p:nvSpPr>
        <p:spPr>
          <a:xfrm>
            <a:off x="759125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4328511B-C6BF-317D-66C7-6FFB0CE7F34F}"/>
              </a:ext>
            </a:extLst>
          </p:cNvPr>
          <p:cNvSpPr>
            <a:spLocks/>
          </p:cNvSpPr>
          <p:nvPr/>
        </p:nvSpPr>
        <p:spPr>
          <a:xfrm>
            <a:off x="75564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A8956CFC-5E5C-3F59-4B6B-7591C7239547}"/>
              </a:ext>
            </a:extLst>
          </p:cNvPr>
          <p:cNvSpPr>
            <a:spLocks/>
          </p:cNvSpPr>
          <p:nvPr/>
        </p:nvSpPr>
        <p:spPr>
          <a:xfrm>
            <a:off x="76539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D80F0814-10BC-52A4-D387-4BA0096145C9}"/>
              </a:ext>
            </a:extLst>
          </p:cNvPr>
          <p:cNvSpPr>
            <a:spLocks/>
          </p:cNvSpPr>
          <p:nvPr/>
        </p:nvSpPr>
        <p:spPr>
          <a:xfrm>
            <a:off x="76410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9F5EBAEC-9176-78EC-C01F-A85409F0CE56}"/>
              </a:ext>
            </a:extLst>
          </p:cNvPr>
          <p:cNvSpPr>
            <a:spLocks/>
          </p:cNvSpPr>
          <p:nvPr/>
        </p:nvSpPr>
        <p:spPr>
          <a:xfrm>
            <a:off x="758561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3F632EDA-C5BB-A362-750A-2267704E701F}"/>
              </a:ext>
            </a:extLst>
          </p:cNvPr>
          <p:cNvSpPr>
            <a:spLocks/>
          </p:cNvSpPr>
          <p:nvPr/>
        </p:nvSpPr>
        <p:spPr>
          <a:xfrm>
            <a:off x="76600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CFA3B0C6-A44E-8BF6-27CD-3594047E2861}"/>
              </a:ext>
            </a:extLst>
          </p:cNvPr>
          <p:cNvSpPr>
            <a:spLocks/>
          </p:cNvSpPr>
          <p:nvPr/>
        </p:nvSpPr>
        <p:spPr>
          <a:xfrm>
            <a:off x="755737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CE51F41C-BB0E-B3DD-2E41-568F503C0641}"/>
              </a:ext>
            </a:extLst>
          </p:cNvPr>
          <p:cNvSpPr>
            <a:spLocks/>
          </p:cNvSpPr>
          <p:nvPr/>
        </p:nvSpPr>
        <p:spPr>
          <a:xfrm>
            <a:off x="7607033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5F2D78D4-0DEE-19DB-B866-5B0DB8AA6BA3}"/>
              </a:ext>
            </a:extLst>
          </p:cNvPr>
          <p:cNvSpPr>
            <a:spLocks/>
          </p:cNvSpPr>
          <p:nvPr/>
        </p:nvSpPr>
        <p:spPr>
          <a:xfrm>
            <a:off x="75853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CCCC0784-F1C6-87BC-C4E0-1FB952540B76}"/>
              </a:ext>
            </a:extLst>
          </p:cNvPr>
          <p:cNvSpPr>
            <a:spLocks/>
          </p:cNvSpPr>
          <p:nvPr/>
        </p:nvSpPr>
        <p:spPr>
          <a:xfrm>
            <a:off x="7607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C8E88679-F439-F79C-0F8B-8D373E81EE03}"/>
              </a:ext>
            </a:extLst>
          </p:cNvPr>
          <p:cNvSpPr>
            <a:spLocks/>
          </p:cNvSpPr>
          <p:nvPr/>
        </p:nvSpPr>
        <p:spPr>
          <a:xfrm>
            <a:off x="75960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4346DEDD-C0D7-2E44-161C-27F427400124}"/>
              </a:ext>
            </a:extLst>
          </p:cNvPr>
          <p:cNvSpPr>
            <a:spLocks/>
          </p:cNvSpPr>
          <p:nvPr/>
        </p:nvSpPr>
        <p:spPr>
          <a:xfrm>
            <a:off x="76117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2E9D2DA9-7B08-3818-8074-C221F020D3A6}"/>
              </a:ext>
            </a:extLst>
          </p:cNvPr>
          <p:cNvSpPr>
            <a:spLocks/>
          </p:cNvSpPr>
          <p:nvPr/>
        </p:nvSpPr>
        <p:spPr>
          <a:xfrm>
            <a:off x="761479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32661AC6-12FF-F52A-B39E-B09135BA4BC2}"/>
              </a:ext>
            </a:extLst>
          </p:cNvPr>
          <p:cNvSpPr>
            <a:spLocks/>
          </p:cNvSpPr>
          <p:nvPr/>
        </p:nvSpPr>
        <p:spPr>
          <a:xfrm>
            <a:off x="76050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FB382D95-BFA9-FBE5-0B24-EC66ED9F6649}"/>
              </a:ext>
            </a:extLst>
          </p:cNvPr>
          <p:cNvSpPr>
            <a:spLocks/>
          </p:cNvSpPr>
          <p:nvPr/>
        </p:nvSpPr>
        <p:spPr>
          <a:xfrm>
            <a:off x="75859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0EB6AEC4-BEC3-E589-71F6-E2886546EC87}"/>
              </a:ext>
            </a:extLst>
          </p:cNvPr>
          <p:cNvSpPr>
            <a:spLocks/>
          </p:cNvSpPr>
          <p:nvPr/>
        </p:nvSpPr>
        <p:spPr>
          <a:xfrm>
            <a:off x="7672648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4980905D-3CD6-1A2B-ACD5-54F8DFCC0269}"/>
              </a:ext>
            </a:extLst>
          </p:cNvPr>
          <p:cNvSpPr>
            <a:spLocks/>
          </p:cNvSpPr>
          <p:nvPr/>
        </p:nvSpPr>
        <p:spPr>
          <a:xfrm>
            <a:off x="7643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D1A04DFF-D205-398C-CF16-BE8FB4D9F994}"/>
              </a:ext>
            </a:extLst>
          </p:cNvPr>
          <p:cNvSpPr>
            <a:spLocks/>
          </p:cNvSpPr>
          <p:nvPr/>
        </p:nvSpPr>
        <p:spPr>
          <a:xfrm>
            <a:off x="755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A7A1088F-6206-DBB1-3BED-E72DAFD01FB2}"/>
              </a:ext>
            </a:extLst>
          </p:cNvPr>
          <p:cNvSpPr>
            <a:spLocks/>
          </p:cNvSpPr>
          <p:nvPr/>
        </p:nvSpPr>
        <p:spPr>
          <a:xfrm>
            <a:off x="75891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FB104082-0A90-C1E8-233B-3C6AB4006E67}"/>
              </a:ext>
            </a:extLst>
          </p:cNvPr>
          <p:cNvSpPr>
            <a:spLocks/>
          </p:cNvSpPr>
          <p:nvPr/>
        </p:nvSpPr>
        <p:spPr>
          <a:xfrm>
            <a:off x="76207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9AEF97C0-216C-406C-24F0-F7CA3393A83E}"/>
              </a:ext>
            </a:extLst>
          </p:cNvPr>
          <p:cNvSpPr>
            <a:spLocks/>
          </p:cNvSpPr>
          <p:nvPr/>
        </p:nvSpPr>
        <p:spPr>
          <a:xfrm>
            <a:off x="75766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1B19369C-3353-DFCA-B6F9-55439561392C}"/>
              </a:ext>
            </a:extLst>
          </p:cNvPr>
          <p:cNvSpPr>
            <a:spLocks/>
          </p:cNvSpPr>
          <p:nvPr/>
        </p:nvSpPr>
        <p:spPr>
          <a:xfrm>
            <a:off x="7661513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9A25E96D-F383-7610-1C35-E385EE5A0C0E}"/>
              </a:ext>
            </a:extLst>
          </p:cNvPr>
          <p:cNvSpPr>
            <a:spLocks/>
          </p:cNvSpPr>
          <p:nvPr/>
        </p:nvSpPr>
        <p:spPr>
          <a:xfrm>
            <a:off x="7641309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35394BE1-6F8C-A485-675E-C4186B8D9084}"/>
              </a:ext>
            </a:extLst>
          </p:cNvPr>
          <p:cNvSpPr>
            <a:spLocks/>
          </p:cNvSpPr>
          <p:nvPr/>
        </p:nvSpPr>
        <p:spPr>
          <a:xfrm>
            <a:off x="7642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5B883D4A-2794-2DFD-41D8-910F3E869F2A}"/>
              </a:ext>
            </a:extLst>
          </p:cNvPr>
          <p:cNvSpPr>
            <a:spLocks/>
          </p:cNvSpPr>
          <p:nvPr/>
        </p:nvSpPr>
        <p:spPr>
          <a:xfrm>
            <a:off x="765389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CA13C1F3-5881-53C0-67CA-45DB4D40514F}"/>
              </a:ext>
            </a:extLst>
          </p:cNvPr>
          <p:cNvSpPr>
            <a:spLocks/>
          </p:cNvSpPr>
          <p:nvPr/>
        </p:nvSpPr>
        <p:spPr>
          <a:xfrm>
            <a:off x="75906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A988EC8E-C64E-6ABA-98D3-AC0F1F41DE2A}"/>
              </a:ext>
            </a:extLst>
          </p:cNvPr>
          <p:cNvSpPr>
            <a:spLocks/>
          </p:cNvSpPr>
          <p:nvPr/>
        </p:nvSpPr>
        <p:spPr>
          <a:xfrm>
            <a:off x="7602566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843B4C1B-77E2-0182-B196-E4FBAA195AAC}"/>
              </a:ext>
            </a:extLst>
          </p:cNvPr>
          <p:cNvSpPr>
            <a:spLocks/>
          </p:cNvSpPr>
          <p:nvPr/>
        </p:nvSpPr>
        <p:spPr>
          <a:xfrm>
            <a:off x="75665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6990D996-8797-41FC-0BDF-E9F8B4188296}"/>
              </a:ext>
            </a:extLst>
          </p:cNvPr>
          <p:cNvSpPr>
            <a:spLocks/>
          </p:cNvSpPr>
          <p:nvPr/>
        </p:nvSpPr>
        <p:spPr>
          <a:xfrm>
            <a:off x="7573581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CDCECE40-706E-DC67-CB45-52641CCFC53E}"/>
              </a:ext>
            </a:extLst>
          </p:cNvPr>
          <p:cNvSpPr>
            <a:spLocks/>
          </p:cNvSpPr>
          <p:nvPr/>
        </p:nvSpPr>
        <p:spPr>
          <a:xfrm>
            <a:off x="760906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BAC614-666C-D972-982E-EAC00C9A0EBE}"/>
              </a:ext>
            </a:extLst>
          </p:cNvPr>
          <p:cNvSpPr>
            <a:spLocks/>
          </p:cNvSpPr>
          <p:nvPr/>
        </p:nvSpPr>
        <p:spPr>
          <a:xfrm>
            <a:off x="76150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4EE38582-FBC8-3A97-D63D-510A5FB43782}"/>
              </a:ext>
            </a:extLst>
          </p:cNvPr>
          <p:cNvSpPr>
            <a:spLocks/>
          </p:cNvSpPr>
          <p:nvPr/>
        </p:nvSpPr>
        <p:spPr>
          <a:xfrm>
            <a:off x="763420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F7AA642E-F0EE-6980-767C-50317E3E4A4B}"/>
              </a:ext>
            </a:extLst>
          </p:cNvPr>
          <p:cNvSpPr>
            <a:spLocks/>
          </p:cNvSpPr>
          <p:nvPr/>
        </p:nvSpPr>
        <p:spPr>
          <a:xfrm>
            <a:off x="763133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8752E1CD-4BAF-0A8B-7509-29E39776778D}"/>
              </a:ext>
            </a:extLst>
          </p:cNvPr>
          <p:cNvSpPr>
            <a:spLocks/>
          </p:cNvSpPr>
          <p:nvPr/>
        </p:nvSpPr>
        <p:spPr>
          <a:xfrm>
            <a:off x="767110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3E8DB68A-239C-3692-9A55-ED97532DA484}"/>
              </a:ext>
            </a:extLst>
          </p:cNvPr>
          <p:cNvSpPr>
            <a:spLocks/>
          </p:cNvSpPr>
          <p:nvPr/>
        </p:nvSpPr>
        <p:spPr>
          <a:xfrm>
            <a:off x="760333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6C1B8276-01AE-7755-FBD2-EC0E45348F58}"/>
              </a:ext>
            </a:extLst>
          </p:cNvPr>
          <p:cNvSpPr>
            <a:spLocks/>
          </p:cNvSpPr>
          <p:nvPr/>
        </p:nvSpPr>
        <p:spPr>
          <a:xfrm>
            <a:off x="757233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1CD13D61-3CE7-A5CA-0CEE-FD65E1BDE331}"/>
              </a:ext>
            </a:extLst>
          </p:cNvPr>
          <p:cNvSpPr>
            <a:spLocks/>
          </p:cNvSpPr>
          <p:nvPr/>
        </p:nvSpPr>
        <p:spPr>
          <a:xfrm>
            <a:off x="75937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E3C3D336-522D-48B4-1050-23B15080CEDA}"/>
              </a:ext>
            </a:extLst>
          </p:cNvPr>
          <p:cNvSpPr>
            <a:spLocks/>
          </p:cNvSpPr>
          <p:nvPr/>
        </p:nvSpPr>
        <p:spPr>
          <a:xfrm>
            <a:off x="758847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B7977031-60CA-2CEE-1FCF-804C7A4EB4BA}"/>
              </a:ext>
            </a:extLst>
          </p:cNvPr>
          <p:cNvSpPr>
            <a:spLocks/>
          </p:cNvSpPr>
          <p:nvPr/>
        </p:nvSpPr>
        <p:spPr>
          <a:xfrm>
            <a:off x="757596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ED3F79E5-166F-F6EA-6945-8E6547382A47}"/>
              </a:ext>
            </a:extLst>
          </p:cNvPr>
          <p:cNvSpPr>
            <a:spLocks/>
          </p:cNvSpPr>
          <p:nvPr/>
        </p:nvSpPr>
        <p:spPr>
          <a:xfrm>
            <a:off x="7612872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82CC0940-9DA7-53A0-48DE-50CAC8B1402D}"/>
              </a:ext>
            </a:extLst>
          </p:cNvPr>
          <p:cNvSpPr>
            <a:spLocks/>
          </p:cNvSpPr>
          <p:nvPr/>
        </p:nvSpPr>
        <p:spPr>
          <a:xfrm>
            <a:off x="76161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B5611640-0F62-B109-480E-12B088AED818}"/>
              </a:ext>
            </a:extLst>
          </p:cNvPr>
          <p:cNvSpPr>
            <a:spLocks/>
          </p:cNvSpPr>
          <p:nvPr/>
        </p:nvSpPr>
        <p:spPr>
          <a:xfrm>
            <a:off x="7653597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347700CB-A81F-4117-2046-DE4541AA2D65}"/>
              </a:ext>
            </a:extLst>
          </p:cNvPr>
          <p:cNvSpPr>
            <a:spLocks/>
          </p:cNvSpPr>
          <p:nvPr/>
        </p:nvSpPr>
        <p:spPr>
          <a:xfrm>
            <a:off x="76181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51711D41-9C4F-606A-3DC5-CF64C2526BC4}"/>
              </a:ext>
            </a:extLst>
          </p:cNvPr>
          <p:cNvSpPr>
            <a:spLocks/>
          </p:cNvSpPr>
          <p:nvPr/>
        </p:nvSpPr>
        <p:spPr>
          <a:xfrm>
            <a:off x="76612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AF015409-D533-DA99-C1BB-04E904B48439}"/>
              </a:ext>
            </a:extLst>
          </p:cNvPr>
          <p:cNvSpPr>
            <a:spLocks/>
          </p:cNvSpPr>
          <p:nvPr/>
        </p:nvSpPr>
        <p:spPr>
          <a:xfrm>
            <a:off x="75842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1DAA4E45-CB20-3F95-259B-CC384CA0555E}"/>
              </a:ext>
            </a:extLst>
          </p:cNvPr>
          <p:cNvSpPr>
            <a:spLocks/>
          </p:cNvSpPr>
          <p:nvPr/>
        </p:nvSpPr>
        <p:spPr>
          <a:xfrm>
            <a:off x="75926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99F645C0-3166-CD71-0EBA-AE5217C9A3D7}"/>
              </a:ext>
            </a:extLst>
          </p:cNvPr>
          <p:cNvSpPr>
            <a:spLocks/>
          </p:cNvSpPr>
          <p:nvPr/>
        </p:nvSpPr>
        <p:spPr>
          <a:xfrm>
            <a:off x="7657432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185E2AA5-538B-3C44-31CA-1BCDC7C60456}"/>
              </a:ext>
            </a:extLst>
          </p:cNvPr>
          <p:cNvSpPr>
            <a:spLocks/>
          </p:cNvSpPr>
          <p:nvPr/>
        </p:nvSpPr>
        <p:spPr>
          <a:xfrm>
            <a:off x="75827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F7A129FB-D99C-18A0-EAD2-25E7E4CA6E21}"/>
              </a:ext>
            </a:extLst>
          </p:cNvPr>
          <p:cNvSpPr>
            <a:spLocks/>
          </p:cNvSpPr>
          <p:nvPr/>
        </p:nvSpPr>
        <p:spPr>
          <a:xfrm>
            <a:off x="759729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93C374B9-8726-32CD-6387-1C94511329F7}"/>
              </a:ext>
            </a:extLst>
          </p:cNvPr>
          <p:cNvSpPr>
            <a:spLocks/>
          </p:cNvSpPr>
          <p:nvPr/>
        </p:nvSpPr>
        <p:spPr>
          <a:xfrm>
            <a:off x="7618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FFF13D71-8019-077C-6FB9-917DCD8F051C}"/>
              </a:ext>
            </a:extLst>
          </p:cNvPr>
          <p:cNvSpPr>
            <a:spLocks/>
          </p:cNvSpPr>
          <p:nvPr/>
        </p:nvSpPr>
        <p:spPr>
          <a:xfrm>
            <a:off x="76421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E4DC4F87-5274-0CAC-80C4-F6F91234DF37}"/>
              </a:ext>
            </a:extLst>
          </p:cNvPr>
          <p:cNvSpPr>
            <a:spLocks/>
          </p:cNvSpPr>
          <p:nvPr/>
        </p:nvSpPr>
        <p:spPr>
          <a:xfrm>
            <a:off x="761997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B1D2EC29-44EA-F117-67A4-7F5C882EB753}"/>
              </a:ext>
            </a:extLst>
          </p:cNvPr>
          <p:cNvSpPr>
            <a:spLocks/>
          </p:cNvSpPr>
          <p:nvPr/>
        </p:nvSpPr>
        <p:spPr>
          <a:xfrm>
            <a:off x="815046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2B8A3CCA-16C1-9E6F-8D7F-DC49B52B658E}"/>
              </a:ext>
            </a:extLst>
          </p:cNvPr>
          <p:cNvSpPr>
            <a:spLocks/>
          </p:cNvSpPr>
          <p:nvPr/>
        </p:nvSpPr>
        <p:spPr>
          <a:xfrm>
            <a:off x="8159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9CB2EB4C-2B0D-D8E9-9A02-464AA0205C3E}"/>
              </a:ext>
            </a:extLst>
          </p:cNvPr>
          <p:cNvSpPr>
            <a:spLocks/>
          </p:cNvSpPr>
          <p:nvPr/>
        </p:nvSpPr>
        <p:spPr>
          <a:xfrm>
            <a:off x="81341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B37FA7B1-5766-933A-DF60-2A1B0CF1536C}"/>
              </a:ext>
            </a:extLst>
          </p:cNvPr>
          <p:cNvSpPr>
            <a:spLocks/>
          </p:cNvSpPr>
          <p:nvPr/>
        </p:nvSpPr>
        <p:spPr>
          <a:xfrm>
            <a:off x="81327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D9F23544-B902-0C64-365F-64DC32E5967C}"/>
              </a:ext>
            </a:extLst>
          </p:cNvPr>
          <p:cNvSpPr>
            <a:spLocks/>
          </p:cNvSpPr>
          <p:nvPr/>
        </p:nvSpPr>
        <p:spPr>
          <a:xfrm>
            <a:off x="8133416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9CC191CC-A384-8300-58AC-B5E9E473D7D7}"/>
              </a:ext>
            </a:extLst>
          </p:cNvPr>
          <p:cNvSpPr>
            <a:spLocks/>
          </p:cNvSpPr>
          <p:nvPr/>
        </p:nvSpPr>
        <p:spPr>
          <a:xfrm>
            <a:off x="81798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D3D4B75-ED21-9A81-7969-26DB0FC8A076}"/>
              </a:ext>
            </a:extLst>
          </p:cNvPr>
          <p:cNvSpPr>
            <a:spLocks/>
          </p:cNvSpPr>
          <p:nvPr/>
        </p:nvSpPr>
        <p:spPr>
          <a:xfrm>
            <a:off x="81449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A3AF359B-2702-2531-F8F9-96B771950CF6}"/>
              </a:ext>
            </a:extLst>
          </p:cNvPr>
          <p:cNvSpPr>
            <a:spLocks/>
          </p:cNvSpPr>
          <p:nvPr/>
        </p:nvSpPr>
        <p:spPr>
          <a:xfrm>
            <a:off x="81553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8EEFBC4E-918E-D4F9-A6A3-09474ECB97B7}"/>
              </a:ext>
            </a:extLst>
          </p:cNvPr>
          <p:cNvSpPr>
            <a:spLocks/>
          </p:cNvSpPr>
          <p:nvPr/>
        </p:nvSpPr>
        <p:spPr>
          <a:xfrm>
            <a:off x="809551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31CE5A82-F56B-9EF1-A3B9-D223A2FD8DFB}"/>
              </a:ext>
            </a:extLst>
          </p:cNvPr>
          <p:cNvSpPr>
            <a:spLocks/>
          </p:cNvSpPr>
          <p:nvPr/>
        </p:nvSpPr>
        <p:spPr>
          <a:xfrm>
            <a:off x="820293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3FEE6F1A-E2F0-D8C9-F672-530F6B5AFEE1}"/>
              </a:ext>
            </a:extLst>
          </p:cNvPr>
          <p:cNvSpPr>
            <a:spLocks/>
          </p:cNvSpPr>
          <p:nvPr/>
        </p:nvSpPr>
        <p:spPr>
          <a:xfrm>
            <a:off x="8187572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C5ADAB9B-4F7A-9DB8-C60C-BAA2B9483282}"/>
              </a:ext>
            </a:extLst>
          </p:cNvPr>
          <p:cNvSpPr>
            <a:spLocks/>
          </p:cNvSpPr>
          <p:nvPr/>
        </p:nvSpPr>
        <p:spPr>
          <a:xfrm>
            <a:off x="8108426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39E277E6-E82D-2E6F-08FB-2317C1F78E40}"/>
              </a:ext>
            </a:extLst>
          </p:cNvPr>
          <p:cNvSpPr>
            <a:spLocks/>
          </p:cNvSpPr>
          <p:nvPr/>
        </p:nvSpPr>
        <p:spPr>
          <a:xfrm>
            <a:off x="813593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DFAB4850-B03C-4A6E-B730-1A6636025374}"/>
              </a:ext>
            </a:extLst>
          </p:cNvPr>
          <p:cNvSpPr>
            <a:spLocks/>
          </p:cNvSpPr>
          <p:nvPr/>
        </p:nvSpPr>
        <p:spPr>
          <a:xfrm>
            <a:off x="820702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1F9A7228-357E-07C4-175C-FEB7E7AD80FF}"/>
              </a:ext>
            </a:extLst>
          </p:cNvPr>
          <p:cNvSpPr>
            <a:spLocks/>
          </p:cNvSpPr>
          <p:nvPr/>
        </p:nvSpPr>
        <p:spPr>
          <a:xfrm>
            <a:off x="809202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B449A891-0C02-D92A-DAE0-6F308D96EBAE}"/>
              </a:ext>
            </a:extLst>
          </p:cNvPr>
          <p:cNvSpPr>
            <a:spLocks/>
          </p:cNvSpPr>
          <p:nvPr/>
        </p:nvSpPr>
        <p:spPr>
          <a:xfrm>
            <a:off x="814949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659281C1-7471-628E-A207-CA418332476C}"/>
              </a:ext>
            </a:extLst>
          </p:cNvPr>
          <p:cNvSpPr>
            <a:spLocks/>
          </p:cNvSpPr>
          <p:nvPr/>
        </p:nvSpPr>
        <p:spPr>
          <a:xfrm>
            <a:off x="81554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8D1C2C58-76BE-48B9-EF5E-47BE24359F6D}"/>
              </a:ext>
            </a:extLst>
          </p:cNvPr>
          <p:cNvSpPr>
            <a:spLocks/>
          </p:cNvSpPr>
          <p:nvPr/>
        </p:nvSpPr>
        <p:spPr>
          <a:xfrm>
            <a:off x="814791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5BF636F4-2C40-D1F1-903A-2FF9447DFED7}"/>
              </a:ext>
            </a:extLst>
          </p:cNvPr>
          <p:cNvSpPr>
            <a:spLocks/>
          </p:cNvSpPr>
          <p:nvPr/>
        </p:nvSpPr>
        <p:spPr>
          <a:xfrm>
            <a:off x="820773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A0FB86BA-8115-20A8-F7EC-64C9EEA52CD2}"/>
              </a:ext>
            </a:extLst>
          </p:cNvPr>
          <p:cNvSpPr>
            <a:spLocks/>
          </p:cNvSpPr>
          <p:nvPr/>
        </p:nvSpPr>
        <p:spPr>
          <a:xfrm>
            <a:off x="819089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E03312CB-E090-5DA5-F169-AE3E13305767}"/>
              </a:ext>
            </a:extLst>
          </p:cNvPr>
          <p:cNvSpPr>
            <a:spLocks/>
          </p:cNvSpPr>
          <p:nvPr/>
        </p:nvSpPr>
        <p:spPr>
          <a:xfrm>
            <a:off x="8100732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D71110F4-6AE9-9114-C710-D4B28F0085F8}"/>
              </a:ext>
            </a:extLst>
          </p:cNvPr>
          <p:cNvSpPr>
            <a:spLocks/>
          </p:cNvSpPr>
          <p:nvPr/>
        </p:nvSpPr>
        <p:spPr>
          <a:xfrm>
            <a:off x="81140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1CBC503B-DFB7-EC8D-58CB-0126263060C7}"/>
              </a:ext>
            </a:extLst>
          </p:cNvPr>
          <p:cNvSpPr>
            <a:spLocks/>
          </p:cNvSpPr>
          <p:nvPr/>
        </p:nvSpPr>
        <p:spPr>
          <a:xfrm>
            <a:off x="812762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7903DE67-B5B0-5F08-A1BE-08EB08873077}"/>
              </a:ext>
            </a:extLst>
          </p:cNvPr>
          <p:cNvSpPr>
            <a:spLocks/>
          </p:cNvSpPr>
          <p:nvPr/>
        </p:nvSpPr>
        <p:spPr>
          <a:xfrm>
            <a:off x="814944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581E69B1-3802-DB97-6102-85E165EA9406}"/>
              </a:ext>
            </a:extLst>
          </p:cNvPr>
          <p:cNvSpPr>
            <a:spLocks/>
          </p:cNvSpPr>
          <p:nvPr/>
        </p:nvSpPr>
        <p:spPr>
          <a:xfrm>
            <a:off x="8185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2EA3CF84-E931-F5D5-40E5-A1A46D0F0EDA}"/>
              </a:ext>
            </a:extLst>
          </p:cNvPr>
          <p:cNvSpPr>
            <a:spLocks/>
          </p:cNvSpPr>
          <p:nvPr/>
        </p:nvSpPr>
        <p:spPr>
          <a:xfrm>
            <a:off x="8163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0BF4AB9A-D94D-7DCA-68F6-469798DE6FF9}"/>
              </a:ext>
            </a:extLst>
          </p:cNvPr>
          <p:cNvSpPr>
            <a:spLocks/>
          </p:cNvSpPr>
          <p:nvPr/>
        </p:nvSpPr>
        <p:spPr>
          <a:xfrm>
            <a:off x="819215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23511596-EB12-D57A-671B-833429703E88}"/>
              </a:ext>
            </a:extLst>
          </p:cNvPr>
          <p:cNvSpPr>
            <a:spLocks/>
          </p:cNvSpPr>
          <p:nvPr/>
        </p:nvSpPr>
        <p:spPr>
          <a:xfrm>
            <a:off x="811653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ACEA5269-0CB4-4C8C-BD1F-F31C536EF921}"/>
              </a:ext>
            </a:extLst>
          </p:cNvPr>
          <p:cNvSpPr>
            <a:spLocks/>
          </p:cNvSpPr>
          <p:nvPr/>
        </p:nvSpPr>
        <p:spPr>
          <a:xfrm>
            <a:off x="8157546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EF617E71-DACF-AA7E-6219-E82741812901}"/>
              </a:ext>
            </a:extLst>
          </p:cNvPr>
          <p:cNvSpPr>
            <a:spLocks/>
          </p:cNvSpPr>
          <p:nvPr/>
        </p:nvSpPr>
        <p:spPr>
          <a:xfrm>
            <a:off x="81582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BAFC64F6-EF5E-912E-F0D7-8A72AB99DDF9}"/>
              </a:ext>
            </a:extLst>
          </p:cNvPr>
          <p:cNvSpPr>
            <a:spLocks/>
          </p:cNvSpPr>
          <p:nvPr/>
        </p:nvSpPr>
        <p:spPr>
          <a:xfrm>
            <a:off x="80912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1D57CA4F-FCC1-F42A-E514-58FF10696777}"/>
              </a:ext>
            </a:extLst>
          </p:cNvPr>
          <p:cNvSpPr>
            <a:spLocks/>
          </p:cNvSpPr>
          <p:nvPr/>
        </p:nvSpPr>
        <p:spPr>
          <a:xfrm>
            <a:off x="8094876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D5329612-B1E7-9EED-7D7D-606F489C6A76}"/>
              </a:ext>
            </a:extLst>
          </p:cNvPr>
          <p:cNvSpPr>
            <a:spLocks/>
          </p:cNvSpPr>
          <p:nvPr/>
        </p:nvSpPr>
        <p:spPr>
          <a:xfrm>
            <a:off x="812576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0AC45884-AAD0-E175-731E-EE0E9EA1D4B0}"/>
              </a:ext>
            </a:extLst>
          </p:cNvPr>
          <p:cNvSpPr>
            <a:spLocks/>
          </p:cNvSpPr>
          <p:nvPr/>
        </p:nvSpPr>
        <p:spPr>
          <a:xfrm>
            <a:off x="811243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6CDE9152-0341-012B-7679-0DCA8DC41E51}"/>
              </a:ext>
            </a:extLst>
          </p:cNvPr>
          <p:cNvSpPr>
            <a:spLocks/>
          </p:cNvSpPr>
          <p:nvPr/>
        </p:nvSpPr>
        <p:spPr>
          <a:xfrm>
            <a:off x="81416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F3656C8D-49E6-E273-914F-FF2D7FB1FC66}"/>
              </a:ext>
            </a:extLst>
          </p:cNvPr>
          <p:cNvSpPr>
            <a:spLocks/>
          </p:cNvSpPr>
          <p:nvPr/>
        </p:nvSpPr>
        <p:spPr>
          <a:xfrm>
            <a:off x="81256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521E58FD-9867-2CF5-91E0-2E418393F570}"/>
              </a:ext>
            </a:extLst>
          </p:cNvPr>
          <p:cNvSpPr>
            <a:spLocks/>
          </p:cNvSpPr>
          <p:nvPr/>
        </p:nvSpPr>
        <p:spPr>
          <a:xfrm>
            <a:off x="81786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08947D36-5749-2FD1-1B5C-A0F96D82F699}"/>
              </a:ext>
            </a:extLst>
          </p:cNvPr>
          <p:cNvSpPr>
            <a:spLocks/>
          </p:cNvSpPr>
          <p:nvPr/>
        </p:nvSpPr>
        <p:spPr>
          <a:xfrm>
            <a:off x="817547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8976F239-EE66-BF3A-4BC0-21DBF04BF394}"/>
              </a:ext>
            </a:extLst>
          </p:cNvPr>
          <p:cNvSpPr>
            <a:spLocks/>
          </p:cNvSpPr>
          <p:nvPr/>
        </p:nvSpPr>
        <p:spPr>
          <a:xfrm>
            <a:off x="808874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E79F842-AB5A-6281-FA74-BB96EDA9F1F2}"/>
              </a:ext>
            </a:extLst>
          </p:cNvPr>
          <p:cNvSpPr>
            <a:spLocks/>
          </p:cNvSpPr>
          <p:nvPr/>
        </p:nvSpPr>
        <p:spPr>
          <a:xfrm>
            <a:off x="8136428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01386D04-3A0A-F6B6-A21D-BAE1ED1C68A7}"/>
              </a:ext>
            </a:extLst>
          </p:cNvPr>
          <p:cNvSpPr>
            <a:spLocks/>
          </p:cNvSpPr>
          <p:nvPr/>
        </p:nvSpPr>
        <p:spPr>
          <a:xfrm>
            <a:off x="81492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221C2B08-3059-96C1-DEE3-53C81D6164DE}"/>
              </a:ext>
            </a:extLst>
          </p:cNvPr>
          <p:cNvSpPr>
            <a:spLocks/>
          </p:cNvSpPr>
          <p:nvPr/>
        </p:nvSpPr>
        <p:spPr>
          <a:xfrm>
            <a:off x="81517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8AB56802-DA3C-787E-4EE8-5C6F220844FD}"/>
              </a:ext>
            </a:extLst>
          </p:cNvPr>
          <p:cNvSpPr>
            <a:spLocks/>
          </p:cNvSpPr>
          <p:nvPr/>
        </p:nvSpPr>
        <p:spPr>
          <a:xfrm>
            <a:off x="81466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E0782DB7-6F62-5AE6-3CD4-D5F4FF8AD9E2}"/>
              </a:ext>
            </a:extLst>
          </p:cNvPr>
          <p:cNvSpPr>
            <a:spLocks/>
          </p:cNvSpPr>
          <p:nvPr/>
        </p:nvSpPr>
        <p:spPr>
          <a:xfrm>
            <a:off x="8185268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90B89148-116F-96A4-4693-0200F44C8BA2}"/>
              </a:ext>
            </a:extLst>
          </p:cNvPr>
          <p:cNvSpPr>
            <a:spLocks/>
          </p:cNvSpPr>
          <p:nvPr/>
        </p:nvSpPr>
        <p:spPr>
          <a:xfrm>
            <a:off x="80994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8847273C-A82D-026F-986F-6D9D9DDD85AC}"/>
              </a:ext>
            </a:extLst>
          </p:cNvPr>
          <p:cNvSpPr>
            <a:spLocks/>
          </p:cNvSpPr>
          <p:nvPr/>
        </p:nvSpPr>
        <p:spPr>
          <a:xfrm>
            <a:off x="8098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223379D-71F0-0DB7-875C-73A927914701}"/>
              </a:ext>
            </a:extLst>
          </p:cNvPr>
          <p:cNvSpPr>
            <a:spLocks/>
          </p:cNvSpPr>
          <p:nvPr/>
        </p:nvSpPr>
        <p:spPr>
          <a:xfrm>
            <a:off x="811443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BB252D65-2994-A90A-5A51-CCF89C6CDCE1}"/>
              </a:ext>
            </a:extLst>
          </p:cNvPr>
          <p:cNvSpPr>
            <a:spLocks/>
          </p:cNvSpPr>
          <p:nvPr/>
        </p:nvSpPr>
        <p:spPr>
          <a:xfrm>
            <a:off x="81593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B93E177B-F762-6253-0F9C-AEEF55802BA1}"/>
              </a:ext>
            </a:extLst>
          </p:cNvPr>
          <p:cNvSpPr>
            <a:spLocks/>
          </p:cNvSpPr>
          <p:nvPr/>
        </p:nvSpPr>
        <p:spPr>
          <a:xfrm>
            <a:off x="81382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8760AA74-5246-836A-BACB-D5F2A7BD88D4}"/>
              </a:ext>
            </a:extLst>
          </p:cNvPr>
          <p:cNvSpPr>
            <a:spLocks/>
          </p:cNvSpPr>
          <p:nvPr/>
        </p:nvSpPr>
        <p:spPr>
          <a:xfrm>
            <a:off x="8187142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700CFD5B-9B99-F709-2B76-A30C8E7A0665}"/>
              </a:ext>
            </a:extLst>
          </p:cNvPr>
          <p:cNvSpPr>
            <a:spLocks/>
          </p:cNvSpPr>
          <p:nvPr/>
        </p:nvSpPr>
        <p:spPr>
          <a:xfrm>
            <a:off x="8189783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01C53DC2-D74C-3EA0-22EC-64350F844AA2}"/>
              </a:ext>
            </a:extLst>
          </p:cNvPr>
          <p:cNvSpPr>
            <a:spLocks/>
          </p:cNvSpPr>
          <p:nvPr/>
        </p:nvSpPr>
        <p:spPr>
          <a:xfrm>
            <a:off x="81236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8AF9BE51-2EBD-F1B0-16F0-7352A87C417F}"/>
              </a:ext>
            </a:extLst>
          </p:cNvPr>
          <p:cNvSpPr>
            <a:spLocks/>
          </p:cNvSpPr>
          <p:nvPr/>
        </p:nvSpPr>
        <p:spPr>
          <a:xfrm>
            <a:off x="8129614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A19F1406-DFE6-E26B-BA35-0EDE16EB7197}"/>
              </a:ext>
            </a:extLst>
          </p:cNvPr>
          <p:cNvSpPr>
            <a:spLocks/>
          </p:cNvSpPr>
          <p:nvPr/>
        </p:nvSpPr>
        <p:spPr>
          <a:xfrm>
            <a:off x="8117024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AE6969AF-DFA2-701B-25AF-196A36AA42B5}"/>
              </a:ext>
            </a:extLst>
          </p:cNvPr>
          <p:cNvSpPr>
            <a:spLocks/>
          </p:cNvSpPr>
          <p:nvPr/>
        </p:nvSpPr>
        <p:spPr>
          <a:xfrm>
            <a:off x="8155797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873EF3FB-D675-46D4-A1E0-7A7762FD670F}"/>
              </a:ext>
            </a:extLst>
          </p:cNvPr>
          <p:cNvSpPr>
            <a:spLocks/>
          </p:cNvSpPr>
          <p:nvPr/>
        </p:nvSpPr>
        <p:spPr>
          <a:xfrm>
            <a:off x="817286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4E808158-5C31-9C8A-2B9B-6ED80111D8B2}"/>
              </a:ext>
            </a:extLst>
          </p:cNvPr>
          <p:cNvSpPr>
            <a:spLocks/>
          </p:cNvSpPr>
          <p:nvPr/>
        </p:nvSpPr>
        <p:spPr>
          <a:xfrm>
            <a:off x="815063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76FC1451-D9B8-9437-3B60-39E0E86BB340}"/>
              </a:ext>
            </a:extLst>
          </p:cNvPr>
          <p:cNvSpPr>
            <a:spLocks/>
          </p:cNvSpPr>
          <p:nvPr/>
        </p:nvSpPr>
        <p:spPr>
          <a:xfrm>
            <a:off x="8200488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81158394-4365-BA5F-A8FC-231B64FBC197}"/>
              </a:ext>
            </a:extLst>
          </p:cNvPr>
          <p:cNvSpPr>
            <a:spLocks/>
          </p:cNvSpPr>
          <p:nvPr/>
        </p:nvSpPr>
        <p:spPr>
          <a:xfrm>
            <a:off x="8205708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96024170-4627-EED8-F461-36FBA2588A0A}"/>
              </a:ext>
            </a:extLst>
          </p:cNvPr>
          <p:cNvSpPr>
            <a:spLocks/>
          </p:cNvSpPr>
          <p:nvPr/>
        </p:nvSpPr>
        <p:spPr>
          <a:xfrm>
            <a:off x="815801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86DA29A1-93B1-3455-9C29-049C09EC0591}"/>
              </a:ext>
            </a:extLst>
          </p:cNvPr>
          <p:cNvSpPr>
            <a:spLocks/>
          </p:cNvSpPr>
          <p:nvPr/>
        </p:nvSpPr>
        <p:spPr>
          <a:xfrm>
            <a:off x="814571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DA08DFC0-179B-DBD3-D3DF-38BE06EF554D}"/>
              </a:ext>
            </a:extLst>
          </p:cNvPr>
          <p:cNvSpPr>
            <a:spLocks/>
          </p:cNvSpPr>
          <p:nvPr/>
        </p:nvSpPr>
        <p:spPr>
          <a:xfrm>
            <a:off x="8159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49D0EE9F-4113-A976-F957-AF9D087DB656}"/>
              </a:ext>
            </a:extLst>
          </p:cNvPr>
          <p:cNvSpPr>
            <a:spLocks/>
          </p:cNvSpPr>
          <p:nvPr/>
        </p:nvSpPr>
        <p:spPr>
          <a:xfrm>
            <a:off x="8163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C2F096FC-4066-0840-9B9C-1204EAB3C867}"/>
              </a:ext>
            </a:extLst>
          </p:cNvPr>
          <p:cNvSpPr>
            <a:spLocks/>
          </p:cNvSpPr>
          <p:nvPr/>
        </p:nvSpPr>
        <p:spPr>
          <a:xfrm>
            <a:off x="81132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631DE6F7-2B4D-596B-55B8-E1E334129F4F}"/>
              </a:ext>
            </a:extLst>
          </p:cNvPr>
          <p:cNvSpPr>
            <a:spLocks/>
          </p:cNvSpPr>
          <p:nvPr/>
        </p:nvSpPr>
        <p:spPr>
          <a:xfrm>
            <a:off x="817223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309FB651-46C1-0110-864B-4890D5D711FF}"/>
              </a:ext>
            </a:extLst>
          </p:cNvPr>
          <p:cNvSpPr>
            <a:spLocks/>
          </p:cNvSpPr>
          <p:nvPr/>
        </p:nvSpPr>
        <p:spPr>
          <a:xfrm>
            <a:off x="8194814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E25F263E-5027-FE46-FFA8-93655EB1F3EF}"/>
              </a:ext>
            </a:extLst>
          </p:cNvPr>
          <p:cNvSpPr>
            <a:spLocks/>
          </p:cNvSpPr>
          <p:nvPr/>
        </p:nvSpPr>
        <p:spPr>
          <a:xfrm>
            <a:off x="81177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250B3FD6-B6CD-5D69-FFEF-63F88382E0EA}"/>
              </a:ext>
            </a:extLst>
          </p:cNvPr>
          <p:cNvSpPr>
            <a:spLocks/>
          </p:cNvSpPr>
          <p:nvPr/>
        </p:nvSpPr>
        <p:spPr>
          <a:xfrm>
            <a:off x="80896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C567033D-0A55-815B-44EF-649F266C972F}"/>
              </a:ext>
            </a:extLst>
          </p:cNvPr>
          <p:cNvSpPr>
            <a:spLocks/>
          </p:cNvSpPr>
          <p:nvPr/>
        </p:nvSpPr>
        <p:spPr>
          <a:xfrm>
            <a:off x="817630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AE3EB0CC-C53C-61D8-8C87-69E409462998}"/>
              </a:ext>
            </a:extLst>
          </p:cNvPr>
          <p:cNvSpPr>
            <a:spLocks/>
          </p:cNvSpPr>
          <p:nvPr/>
        </p:nvSpPr>
        <p:spPr>
          <a:xfrm>
            <a:off x="8112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96A98221-CC54-E88C-98A7-78DB224AB059}"/>
              </a:ext>
            </a:extLst>
          </p:cNvPr>
          <p:cNvSpPr>
            <a:spLocks/>
          </p:cNvSpPr>
          <p:nvPr/>
        </p:nvSpPr>
        <p:spPr>
          <a:xfrm>
            <a:off x="813194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4C9288F5-91D3-10FB-1018-4FD6BE15B4C2}"/>
              </a:ext>
            </a:extLst>
          </p:cNvPr>
          <p:cNvSpPr>
            <a:spLocks/>
          </p:cNvSpPr>
          <p:nvPr/>
        </p:nvSpPr>
        <p:spPr>
          <a:xfrm>
            <a:off x="8116321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542E736E-D3B6-FDC2-870A-4731F6838DF5}"/>
              </a:ext>
            </a:extLst>
          </p:cNvPr>
          <p:cNvSpPr>
            <a:spLocks/>
          </p:cNvSpPr>
          <p:nvPr/>
        </p:nvSpPr>
        <p:spPr>
          <a:xfrm>
            <a:off x="81034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C921A60B-408F-37D3-CF26-28F61CC8199D}"/>
              </a:ext>
            </a:extLst>
          </p:cNvPr>
          <p:cNvSpPr>
            <a:spLocks/>
          </p:cNvSpPr>
          <p:nvPr/>
        </p:nvSpPr>
        <p:spPr>
          <a:xfrm>
            <a:off x="81627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15474E62-64C3-3D06-DD4E-F67B3B533A28}"/>
              </a:ext>
            </a:extLst>
          </p:cNvPr>
          <p:cNvSpPr>
            <a:spLocks/>
          </p:cNvSpPr>
          <p:nvPr/>
        </p:nvSpPr>
        <p:spPr>
          <a:xfrm>
            <a:off x="818381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2812FE00-F664-7F12-4388-CE5959293D1F}"/>
              </a:ext>
            </a:extLst>
          </p:cNvPr>
          <p:cNvSpPr>
            <a:spLocks/>
          </p:cNvSpPr>
          <p:nvPr/>
        </p:nvSpPr>
        <p:spPr>
          <a:xfrm>
            <a:off x="81036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0375BC5D-0D16-AB92-8686-E97748212211}"/>
              </a:ext>
            </a:extLst>
          </p:cNvPr>
          <p:cNvSpPr>
            <a:spLocks/>
          </p:cNvSpPr>
          <p:nvPr/>
        </p:nvSpPr>
        <p:spPr>
          <a:xfrm>
            <a:off x="81228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BEA4302A-1109-8670-C8B2-46BBC72DC4D6}"/>
              </a:ext>
            </a:extLst>
          </p:cNvPr>
          <p:cNvSpPr>
            <a:spLocks/>
          </p:cNvSpPr>
          <p:nvPr/>
        </p:nvSpPr>
        <p:spPr>
          <a:xfrm>
            <a:off x="818492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2055110E-D20D-4009-DF4B-B8E7DD7E983E}"/>
              </a:ext>
            </a:extLst>
          </p:cNvPr>
          <p:cNvSpPr>
            <a:spLocks/>
          </p:cNvSpPr>
          <p:nvPr/>
        </p:nvSpPr>
        <p:spPr>
          <a:xfrm>
            <a:off x="8134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CBB6BCC4-4A19-BEB8-8922-4FBC50A7D0A0}"/>
              </a:ext>
            </a:extLst>
          </p:cNvPr>
          <p:cNvSpPr>
            <a:spLocks/>
          </p:cNvSpPr>
          <p:nvPr/>
        </p:nvSpPr>
        <p:spPr>
          <a:xfrm>
            <a:off x="81319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60A3864C-6323-0EB1-668B-6CA758E0CDC6}"/>
              </a:ext>
            </a:extLst>
          </p:cNvPr>
          <p:cNvSpPr>
            <a:spLocks/>
          </p:cNvSpPr>
          <p:nvPr/>
        </p:nvSpPr>
        <p:spPr>
          <a:xfrm>
            <a:off x="81050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6F94B2E8-9933-DD85-30E2-A4F42BFDB56C}"/>
              </a:ext>
            </a:extLst>
          </p:cNvPr>
          <p:cNvSpPr>
            <a:spLocks/>
          </p:cNvSpPr>
          <p:nvPr/>
        </p:nvSpPr>
        <p:spPr>
          <a:xfrm>
            <a:off x="82068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72C2252-670C-6401-57C8-FDA97B111A39}"/>
              </a:ext>
            </a:extLst>
          </p:cNvPr>
          <p:cNvSpPr>
            <a:spLocks/>
          </p:cNvSpPr>
          <p:nvPr/>
        </p:nvSpPr>
        <p:spPr>
          <a:xfrm>
            <a:off x="816980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608968B1-B070-B563-8F5B-C9D033CF098E}"/>
              </a:ext>
            </a:extLst>
          </p:cNvPr>
          <p:cNvSpPr>
            <a:spLocks/>
          </p:cNvSpPr>
          <p:nvPr/>
        </p:nvSpPr>
        <p:spPr>
          <a:xfrm>
            <a:off x="813425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4CA15903-3946-5EA7-BB98-22F4CEE33B17}"/>
              </a:ext>
            </a:extLst>
          </p:cNvPr>
          <p:cNvSpPr>
            <a:spLocks/>
          </p:cNvSpPr>
          <p:nvPr/>
        </p:nvSpPr>
        <p:spPr>
          <a:xfrm>
            <a:off x="810738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0DDACCC6-AC6F-FF05-2D03-4FA608D7B84C}"/>
              </a:ext>
            </a:extLst>
          </p:cNvPr>
          <p:cNvSpPr>
            <a:spLocks/>
          </p:cNvSpPr>
          <p:nvPr/>
        </p:nvSpPr>
        <p:spPr>
          <a:xfrm>
            <a:off x="8168148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82835E32-8455-8A5C-15AA-5338B747AE36}"/>
              </a:ext>
            </a:extLst>
          </p:cNvPr>
          <p:cNvSpPr>
            <a:spLocks/>
          </p:cNvSpPr>
          <p:nvPr/>
        </p:nvSpPr>
        <p:spPr>
          <a:xfrm>
            <a:off x="813898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AD55CBDA-544D-81F2-624F-2F50F82934E1}"/>
              </a:ext>
            </a:extLst>
          </p:cNvPr>
          <p:cNvSpPr>
            <a:spLocks/>
          </p:cNvSpPr>
          <p:nvPr/>
        </p:nvSpPr>
        <p:spPr>
          <a:xfrm>
            <a:off x="81359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B0B15004-A1AC-8937-05BD-92F2E846C6AC}"/>
              </a:ext>
            </a:extLst>
          </p:cNvPr>
          <p:cNvSpPr>
            <a:spLocks/>
          </p:cNvSpPr>
          <p:nvPr/>
        </p:nvSpPr>
        <p:spPr>
          <a:xfrm>
            <a:off x="81198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B63E733-879B-C8CF-56C0-A97661661129}"/>
              </a:ext>
            </a:extLst>
          </p:cNvPr>
          <p:cNvSpPr>
            <a:spLocks/>
          </p:cNvSpPr>
          <p:nvPr/>
        </p:nvSpPr>
        <p:spPr>
          <a:xfrm>
            <a:off x="814348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23D45316-5E8C-58BA-167F-C7C04D377C4F}"/>
              </a:ext>
            </a:extLst>
          </p:cNvPr>
          <p:cNvSpPr>
            <a:spLocks/>
          </p:cNvSpPr>
          <p:nvPr/>
        </p:nvSpPr>
        <p:spPr>
          <a:xfrm>
            <a:off x="81324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366EA651-A0E1-100D-0BCD-F60B8917961B}"/>
              </a:ext>
            </a:extLst>
          </p:cNvPr>
          <p:cNvSpPr>
            <a:spLocks/>
          </p:cNvSpPr>
          <p:nvPr/>
        </p:nvSpPr>
        <p:spPr>
          <a:xfrm>
            <a:off x="8141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070BE9D0-38FF-CAD1-B3CE-A6802388CB25}"/>
              </a:ext>
            </a:extLst>
          </p:cNvPr>
          <p:cNvSpPr>
            <a:spLocks/>
          </p:cNvSpPr>
          <p:nvPr/>
        </p:nvSpPr>
        <p:spPr>
          <a:xfrm>
            <a:off x="82019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9EF07235-AB48-B2B4-740C-9922342E8A61}"/>
              </a:ext>
            </a:extLst>
          </p:cNvPr>
          <p:cNvSpPr>
            <a:spLocks/>
          </p:cNvSpPr>
          <p:nvPr/>
        </p:nvSpPr>
        <p:spPr>
          <a:xfrm>
            <a:off x="809827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8707BDF0-C990-02ED-0514-31F04AAE8BF3}"/>
              </a:ext>
            </a:extLst>
          </p:cNvPr>
          <p:cNvSpPr>
            <a:spLocks/>
          </p:cNvSpPr>
          <p:nvPr/>
        </p:nvSpPr>
        <p:spPr>
          <a:xfrm>
            <a:off x="8180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B70EEC92-D76A-2205-3351-E7BD119895D5}"/>
              </a:ext>
            </a:extLst>
          </p:cNvPr>
          <p:cNvSpPr>
            <a:spLocks/>
          </p:cNvSpPr>
          <p:nvPr/>
        </p:nvSpPr>
        <p:spPr>
          <a:xfrm>
            <a:off x="819068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F03E25CD-D152-D425-1B8C-EF711A10B3BB}"/>
              </a:ext>
            </a:extLst>
          </p:cNvPr>
          <p:cNvSpPr>
            <a:spLocks/>
          </p:cNvSpPr>
          <p:nvPr/>
        </p:nvSpPr>
        <p:spPr>
          <a:xfrm>
            <a:off x="814303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F699FBD8-132B-1B1D-CAF7-F0B94D2EA6B0}"/>
              </a:ext>
            </a:extLst>
          </p:cNvPr>
          <p:cNvSpPr>
            <a:spLocks/>
          </p:cNvSpPr>
          <p:nvPr/>
        </p:nvSpPr>
        <p:spPr>
          <a:xfrm>
            <a:off x="819734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F304A6E6-F5C1-D750-C0BB-B81DA00DEBF3}"/>
              </a:ext>
            </a:extLst>
          </p:cNvPr>
          <p:cNvSpPr>
            <a:spLocks/>
          </p:cNvSpPr>
          <p:nvPr/>
        </p:nvSpPr>
        <p:spPr>
          <a:xfrm>
            <a:off x="809881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2FCA5FF1-FF84-ED38-0643-0A90C454CA68}"/>
              </a:ext>
            </a:extLst>
          </p:cNvPr>
          <p:cNvSpPr>
            <a:spLocks/>
          </p:cNvSpPr>
          <p:nvPr/>
        </p:nvSpPr>
        <p:spPr>
          <a:xfrm>
            <a:off x="8136658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7790FE9D-F0C3-6615-C56D-29BAF15D431B}"/>
              </a:ext>
            </a:extLst>
          </p:cNvPr>
          <p:cNvSpPr>
            <a:spLocks/>
          </p:cNvSpPr>
          <p:nvPr/>
        </p:nvSpPr>
        <p:spPr>
          <a:xfrm>
            <a:off x="8118131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81E5CB71-E5DB-976C-4F0C-B46CAB5C707C}"/>
              </a:ext>
            </a:extLst>
          </p:cNvPr>
          <p:cNvSpPr>
            <a:spLocks/>
          </p:cNvSpPr>
          <p:nvPr/>
        </p:nvSpPr>
        <p:spPr>
          <a:xfrm>
            <a:off x="8176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86D7D3E5-F017-9F43-15D1-A7F68FBFEC76}"/>
              </a:ext>
            </a:extLst>
          </p:cNvPr>
          <p:cNvSpPr>
            <a:spLocks/>
          </p:cNvSpPr>
          <p:nvPr/>
        </p:nvSpPr>
        <p:spPr>
          <a:xfrm>
            <a:off x="81585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8E42D57D-BDF4-1C7A-2C16-2BE9325DE2E1}"/>
              </a:ext>
            </a:extLst>
          </p:cNvPr>
          <p:cNvSpPr>
            <a:spLocks/>
          </p:cNvSpPr>
          <p:nvPr/>
        </p:nvSpPr>
        <p:spPr>
          <a:xfrm>
            <a:off x="819739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144E818A-5746-BADA-3EE4-531E55876CA2}"/>
              </a:ext>
            </a:extLst>
          </p:cNvPr>
          <p:cNvSpPr>
            <a:spLocks/>
          </p:cNvSpPr>
          <p:nvPr/>
        </p:nvSpPr>
        <p:spPr>
          <a:xfrm>
            <a:off x="8111512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25DF0A51-B1D9-22DF-49A9-101F3F15DBB4}"/>
              </a:ext>
            </a:extLst>
          </p:cNvPr>
          <p:cNvSpPr>
            <a:spLocks/>
          </p:cNvSpPr>
          <p:nvPr/>
        </p:nvSpPr>
        <p:spPr>
          <a:xfrm>
            <a:off x="8126500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8716F93A-99C9-8DAE-AC59-26B9202048C4}"/>
              </a:ext>
            </a:extLst>
          </p:cNvPr>
          <p:cNvSpPr>
            <a:spLocks/>
          </p:cNvSpPr>
          <p:nvPr/>
        </p:nvSpPr>
        <p:spPr>
          <a:xfrm>
            <a:off x="818988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8F1951A0-BF5C-B0D4-7972-AE4C9F7D8E5B}"/>
              </a:ext>
            </a:extLst>
          </p:cNvPr>
          <p:cNvSpPr>
            <a:spLocks/>
          </p:cNvSpPr>
          <p:nvPr/>
        </p:nvSpPr>
        <p:spPr>
          <a:xfrm>
            <a:off x="8199959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F83D299E-7B4C-9C42-373A-9AE4A275C877}"/>
              </a:ext>
            </a:extLst>
          </p:cNvPr>
          <p:cNvSpPr>
            <a:spLocks/>
          </p:cNvSpPr>
          <p:nvPr/>
        </p:nvSpPr>
        <p:spPr>
          <a:xfrm>
            <a:off x="8150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8AFD6151-1645-8211-4967-95E745FA44BB}"/>
              </a:ext>
            </a:extLst>
          </p:cNvPr>
          <p:cNvSpPr>
            <a:spLocks/>
          </p:cNvSpPr>
          <p:nvPr/>
        </p:nvSpPr>
        <p:spPr>
          <a:xfrm>
            <a:off x="809845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5E90E9E2-2818-A202-3736-1FB1CD31C966}"/>
              </a:ext>
            </a:extLst>
          </p:cNvPr>
          <p:cNvSpPr>
            <a:spLocks/>
          </p:cNvSpPr>
          <p:nvPr/>
        </p:nvSpPr>
        <p:spPr>
          <a:xfrm>
            <a:off x="813897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50C4BDE5-4D2F-F06B-9928-B824C730CCDB}"/>
              </a:ext>
            </a:extLst>
          </p:cNvPr>
          <p:cNvSpPr>
            <a:spLocks/>
          </p:cNvSpPr>
          <p:nvPr/>
        </p:nvSpPr>
        <p:spPr>
          <a:xfrm>
            <a:off x="81035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4C89A62C-3559-1070-473B-337E52A87F90}"/>
              </a:ext>
            </a:extLst>
          </p:cNvPr>
          <p:cNvSpPr>
            <a:spLocks/>
          </p:cNvSpPr>
          <p:nvPr/>
        </p:nvSpPr>
        <p:spPr>
          <a:xfrm>
            <a:off x="8199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03C8D4D3-7660-FFB3-209C-9D3672D8AFC0}"/>
              </a:ext>
            </a:extLst>
          </p:cNvPr>
          <p:cNvSpPr>
            <a:spLocks/>
          </p:cNvSpPr>
          <p:nvPr/>
        </p:nvSpPr>
        <p:spPr>
          <a:xfrm>
            <a:off x="80926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328DABC9-90A8-72E7-C4E8-B3E626DED150}"/>
              </a:ext>
            </a:extLst>
          </p:cNvPr>
          <p:cNvSpPr>
            <a:spLocks/>
          </p:cNvSpPr>
          <p:nvPr/>
        </p:nvSpPr>
        <p:spPr>
          <a:xfrm>
            <a:off x="812598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C66433B5-885B-0065-FF65-33C7B9805ED3}"/>
              </a:ext>
            </a:extLst>
          </p:cNvPr>
          <p:cNvSpPr>
            <a:spLocks/>
          </p:cNvSpPr>
          <p:nvPr/>
        </p:nvSpPr>
        <p:spPr>
          <a:xfrm>
            <a:off x="81744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BA7CA14A-34DF-39DA-B6B6-55F432CA051E}"/>
              </a:ext>
            </a:extLst>
          </p:cNvPr>
          <p:cNvSpPr>
            <a:spLocks/>
          </p:cNvSpPr>
          <p:nvPr/>
        </p:nvSpPr>
        <p:spPr>
          <a:xfrm>
            <a:off x="8113040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0EFB2F1A-7475-CDDB-8A09-4D78FBC9B201}"/>
              </a:ext>
            </a:extLst>
          </p:cNvPr>
          <p:cNvSpPr>
            <a:spLocks/>
          </p:cNvSpPr>
          <p:nvPr/>
        </p:nvSpPr>
        <p:spPr>
          <a:xfrm>
            <a:off x="80899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1FA6E4C9-DA0D-759E-17D9-DBB4F638CACE}"/>
              </a:ext>
            </a:extLst>
          </p:cNvPr>
          <p:cNvSpPr>
            <a:spLocks/>
          </p:cNvSpPr>
          <p:nvPr/>
        </p:nvSpPr>
        <p:spPr>
          <a:xfrm>
            <a:off x="8157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868649B0-343A-29AC-D616-89E5C8AD6C60}"/>
              </a:ext>
            </a:extLst>
          </p:cNvPr>
          <p:cNvSpPr>
            <a:spLocks/>
          </p:cNvSpPr>
          <p:nvPr/>
        </p:nvSpPr>
        <p:spPr>
          <a:xfrm>
            <a:off x="817974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BDB3039A-40E0-2DB9-5229-B0A7C007334E}"/>
              </a:ext>
            </a:extLst>
          </p:cNvPr>
          <p:cNvSpPr>
            <a:spLocks/>
          </p:cNvSpPr>
          <p:nvPr/>
        </p:nvSpPr>
        <p:spPr>
          <a:xfrm>
            <a:off x="8128306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7537E43E-A372-4DE4-F733-B30DA716564B}"/>
              </a:ext>
            </a:extLst>
          </p:cNvPr>
          <p:cNvSpPr>
            <a:spLocks/>
          </p:cNvSpPr>
          <p:nvPr/>
        </p:nvSpPr>
        <p:spPr>
          <a:xfrm>
            <a:off x="81423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F46F0012-C763-B587-8F17-1A4890217345}"/>
              </a:ext>
            </a:extLst>
          </p:cNvPr>
          <p:cNvSpPr>
            <a:spLocks/>
          </p:cNvSpPr>
          <p:nvPr/>
        </p:nvSpPr>
        <p:spPr>
          <a:xfrm>
            <a:off x="81008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15DBB81B-A20A-37B2-200E-E953E00B7EC0}"/>
              </a:ext>
            </a:extLst>
          </p:cNvPr>
          <p:cNvSpPr>
            <a:spLocks/>
          </p:cNvSpPr>
          <p:nvPr/>
        </p:nvSpPr>
        <p:spPr>
          <a:xfrm>
            <a:off x="8207855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CE94AC6F-4CAD-B123-5D81-9B3F22FAC4BA}"/>
              </a:ext>
            </a:extLst>
          </p:cNvPr>
          <p:cNvSpPr>
            <a:spLocks/>
          </p:cNvSpPr>
          <p:nvPr/>
        </p:nvSpPr>
        <p:spPr>
          <a:xfrm>
            <a:off x="81217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8C283269-179F-9CB0-18FB-551B92685961}"/>
              </a:ext>
            </a:extLst>
          </p:cNvPr>
          <p:cNvSpPr>
            <a:spLocks/>
          </p:cNvSpPr>
          <p:nvPr/>
        </p:nvSpPr>
        <p:spPr>
          <a:xfrm>
            <a:off x="81005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0FF5D60C-DC00-6779-BFAF-25CDA249E389}"/>
              </a:ext>
            </a:extLst>
          </p:cNvPr>
          <p:cNvSpPr>
            <a:spLocks/>
          </p:cNvSpPr>
          <p:nvPr/>
        </p:nvSpPr>
        <p:spPr>
          <a:xfrm>
            <a:off x="80970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D8F291BE-B9F3-E49C-358D-ACE153180139}"/>
              </a:ext>
            </a:extLst>
          </p:cNvPr>
          <p:cNvSpPr>
            <a:spLocks/>
          </p:cNvSpPr>
          <p:nvPr/>
        </p:nvSpPr>
        <p:spPr>
          <a:xfrm>
            <a:off x="8167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48522D6D-4B0E-D700-AFE3-0712912AE408}"/>
              </a:ext>
            </a:extLst>
          </p:cNvPr>
          <p:cNvSpPr>
            <a:spLocks/>
          </p:cNvSpPr>
          <p:nvPr/>
        </p:nvSpPr>
        <p:spPr>
          <a:xfrm>
            <a:off x="81812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77D961B2-BFB9-B199-40AD-EA5E940AC109}"/>
              </a:ext>
            </a:extLst>
          </p:cNvPr>
          <p:cNvSpPr>
            <a:spLocks/>
          </p:cNvSpPr>
          <p:nvPr/>
        </p:nvSpPr>
        <p:spPr>
          <a:xfrm>
            <a:off x="815515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EB4917CE-C81E-87C4-1736-25C9EE29ED81}"/>
              </a:ext>
            </a:extLst>
          </p:cNvPr>
          <p:cNvSpPr>
            <a:spLocks/>
          </p:cNvSpPr>
          <p:nvPr/>
        </p:nvSpPr>
        <p:spPr>
          <a:xfrm>
            <a:off x="8176124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FD9FA338-1D72-9D1D-0F3E-93173B9A2849}"/>
              </a:ext>
            </a:extLst>
          </p:cNvPr>
          <p:cNvSpPr>
            <a:spLocks/>
          </p:cNvSpPr>
          <p:nvPr/>
        </p:nvSpPr>
        <p:spPr>
          <a:xfrm>
            <a:off x="8107635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009D36B-0055-B17B-49D9-D395453CC540}"/>
              </a:ext>
            </a:extLst>
          </p:cNvPr>
          <p:cNvSpPr>
            <a:spLocks/>
          </p:cNvSpPr>
          <p:nvPr/>
        </p:nvSpPr>
        <p:spPr>
          <a:xfrm>
            <a:off x="81416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C7ECA22D-371C-CBA3-76D4-69621691E6D2}"/>
              </a:ext>
            </a:extLst>
          </p:cNvPr>
          <p:cNvSpPr>
            <a:spLocks/>
          </p:cNvSpPr>
          <p:nvPr/>
        </p:nvSpPr>
        <p:spPr>
          <a:xfrm>
            <a:off x="811815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A86F2E71-9FB3-7E0B-7F8F-F14A78E56771}"/>
              </a:ext>
            </a:extLst>
          </p:cNvPr>
          <p:cNvSpPr>
            <a:spLocks/>
          </p:cNvSpPr>
          <p:nvPr/>
        </p:nvSpPr>
        <p:spPr>
          <a:xfrm>
            <a:off x="8176080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F3D014F4-4D7B-01A3-B438-6C76180B4763}"/>
              </a:ext>
            </a:extLst>
          </p:cNvPr>
          <p:cNvSpPr>
            <a:spLocks/>
          </p:cNvSpPr>
          <p:nvPr/>
        </p:nvSpPr>
        <p:spPr>
          <a:xfrm>
            <a:off x="818077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DCB0A840-55A7-F220-8814-5060FBCE5F94}"/>
              </a:ext>
            </a:extLst>
          </p:cNvPr>
          <p:cNvSpPr>
            <a:spLocks/>
          </p:cNvSpPr>
          <p:nvPr/>
        </p:nvSpPr>
        <p:spPr>
          <a:xfrm>
            <a:off x="812366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95F94CE3-BF5D-87E6-0FE9-57BA153182F3}"/>
              </a:ext>
            </a:extLst>
          </p:cNvPr>
          <p:cNvSpPr>
            <a:spLocks/>
          </p:cNvSpPr>
          <p:nvPr/>
        </p:nvSpPr>
        <p:spPr>
          <a:xfrm>
            <a:off x="808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3E77A4F3-2C35-B53A-F7C6-FD810E22DE9C}"/>
              </a:ext>
            </a:extLst>
          </p:cNvPr>
          <p:cNvSpPr>
            <a:spLocks/>
          </p:cNvSpPr>
          <p:nvPr/>
        </p:nvSpPr>
        <p:spPr>
          <a:xfrm>
            <a:off x="81421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35708914-7A36-E141-D144-73BD90366693}"/>
              </a:ext>
            </a:extLst>
          </p:cNvPr>
          <p:cNvSpPr>
            <a:spLocks/>
          </p:cNvSpPr>
          <p:nvPr/>
        </p:nvSpPr>
        <p:spPr>
          <a:xfrm>
            <a:off x="810027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484B67C1-4060-1079-B9CA-A7413F4A0D3D}"/>
              </a:ext>
            </a:extLst>
          </p:cNvPr>
          <p:cNvSpPr>
            <a:spLocks/>
          </p:cNvSpPr>
          <p:nvPr/>
        </p:nvSpPr>
        <p:spPr>
          <a:xfrm>
            <a:off x="817013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1C4021DC-2C74-1B1D-9E05-F44086F43295}"/>
              </a:ext>
            </a:extLst>
          </p:cNvPr>
          <p:cNvSpPr>
            <a:spLocks/>
          </p:cNvSpPr>
          <p:nvPr/>
        </p:nvSpPr>
        <p:spPr>
          <a:xfrm>
            <a:off x="81632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C8E73C6E-AE68-FA35-0863-0B634C1415AB}"/>
              </a:ext>
            </a:extLst>
          </p:cNvPr>
          <p:cNvSpPr>
            <a:spLocks/>
          </p:cNvSpPr>
          <p:nvPr/>
        </p:nvSpPr>
        <p:spPr>
          <a:xfrm>
            <a:off x="8133252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121AE8AD-82E5-ED3F-0DBE-7EB7E1111CF6}"/>
              </a:ext>
            </a:extLst>
          </p:cNvPr>
          <p:cNvSpPr>
            <a:spLocks/>
          </p:cNvSpPr>
          <p:nvPr/>
        </p:nvSpPr>
        <p:spPr>
          <a:xfrm>
            <a:off x="818353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7FACA24A-7927-ABE8-B731-5892C37989ED}"/>
              </a:ext>
            </a:extLst>
          </p:cNvPr>
          <p:cNvSpPr>
            <a:spLocks/>
          </p:cNvSpPr>
          <p:nvPr/>
        </p:nvSpPr>
        <p:spPr>
          <a:xfrm>
            <a:off x="8092759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D2FFB4FC-61CC-0313-CBF1-7358641EFFC7}"/>
              </a:ext>
            </a:extLst>
          </p:cNvPr>
          <p:cNvSpPr>
            <a:spLocks/>
          </p:cNvSpPr>
          <p:nvPr/>
        </p:nvSpPr>
        <p:spPr>
          <a:xfrm>
            <a:off x="8124703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5BA02F31-4373-DD5A-B74C-5AFAB37F275E}"/>
              </a:ext>
            </a:extLst>
          </p:cNvPr>
          <p:cNvSpPr>
            <a:spLocks/>
          </p:cNvSpPr>
          <p:nvPr/>
        </p:nvSpPr>
        <p:spPr>
          <a:xfrm>
            <a:off x="8154868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2F17B1C2-67EE-B737-5B4F-0FEADCAB0C6D}"/>
              </a:ext>
            </a:extLst>
          </p:cNvPr>
          <p:cNvSpPr>
            <a:spLocks/>
          </p:cNvSpPr>
          <p:nvPr/>
        </p:nvSpPr>
        <p:spPr>
          <a:xfrm>
            <a:off x="81330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15DF7DE2-4A58-F8A9-AA1A-766E913D3BE5}"/>
              </a:ext>
            </a:extLst>
          </p:cNvPr>
          <p:cNvSpPr>
            <a:spLocks/>
          </p:cNvSpPr>
          <p:nvPr/>
        </p:nvSpPr>
        <p:spPr>
          <a:xfrm>
            <a:off x="82021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95B5AEAB-202D-CD73-9A66-6D1277391AD6}"/>
              </a:ext>
            </a:extLst>
          </p:cNvPr>
          <p:cNvSpPr>
            <a:spLocks/>
          </p:cNvSpPr>
          <p:nvPr/>
        </p:nvSpPr>
        <p:spPr>
          <a:xfrm>
            <a:off x="8138568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E40B5C8B-116D-1D33-5FBA-0F090AB84800}"/>
              </a:ext>
            </a:extLst>
          </p:cNvPr>
          <p:cNvSpPr>
            <a:spLocks/>
          </p:cNvSpPr>
          <p:nvPr/>
        </p:nvSpPr>
        <p:spPr>
          <a:xfrm>
            <a:off x="81101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1476AAD9-A3FE-F8CB-4508-DC3DEABF40BE}"/>
              </a:ext>
            </a:extLst>
          </p:cNvPr>
          <p:cNvSpPr>
            <a:spLocks/>
          </p:cNvSpPr>
          <p:nvPr/>
        </p:nvSpPr>
        <p:spPr>
          <a:xfrm>
            <a:off x="816726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15CB5CF-50CF-7554-8A12-A998E97C47EF}"/>
              </a:ext>
            </a:extLst>
          </p:cNvPr>
          <p:cNvSpPr>
            <a:spLocks/>
          </p:cNvSpPr>
          <p:nvPr/>
        </p:nvSpPr>
        <p:spPr>
          <a:xfrm>
            <a:off x="81889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615C1138-5167-92D3-5597-FCD2112E2A18}"/>
              </a:ext>
            </a:extLst>
          </p:cNvPr>
          <p:cNvSpPr>
            <a:spLocks/>
          </p:cNvSpPr>
          <p:nvPr/>
        </p:nvSpPr>
        <p:spPr>
          <a:xfrm>
            <a:off x="814368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E112AA89-EBCD-B04D-9893-5B94274DE69D}"/>
              </a:ext>
            </a:extLst>
          </p:cNvPr>
          <p:cNvSpPr>
            <a:spLocks/>
          </p:cNvSpPr>
          <p:nvPr/>
        </p:nvSpPr>
        <p:spPr>
          <a:xfrm>
            <a:off x="8200178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0C44131E-F33F-2DF8-4367-4784E73EA2DF}"/>
              </a:ext>
            </a:extLst>
          </p:cNvPr>
          <p:cNvSpPr>
            <a:spLocks/>
          </p:cNvSpPr>
          <p:nvPr/>
        </p:nvSpPr>
        <p:spPr>
          <a:xfrm>
            <a:off x="81403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79463938-A116-40B9-974D-271F3C847B00}"/>
              </a:ext>
            </a:extLst>
          </p:cNvPr>
          <p:cNvSpPr>
            <a:spLocks/>
          </p:cNvSpPr>
          <p:nvPr/>
        </p:nvSpPr>
        <p:spPr>
          <a:xfrm>
            <a:off x="812454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C2AB0595-FC44-4924-2B4A-17989C542A73}"/>
              </a:ext>
            </a:extLst>
          </p:cNvPr>
          <p:cNvSpPr>
            <a:spLocks/>
          </p:cNvSpPr>
          <p:nvPr/>
        </p:nvSpPr>
        <p:spPr>
          <a:xfrm>
            <a:off x="817878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B4A9C7A5-2451-41DB-EEE1-7A4469089F59}"/>
              </a:ext>
            </a:extLst>
          </p:cNvPr>
          <p:cNvSpPr>
            <a:spLocks/>
          </p:cNvSpPr>
          <p:nvPr/>
        </p:nvSpPr>
        <p:spPr>
          <a:xfrm>
            <a:off x="81276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3BE156A9-706C-4D1D-38F3-7099CE5B64E5}"/>
              </a:ext>
            </a:extLst>
          </p:cNvPr>
          <p:cNvSpPr>
            <a:spLocks/>
          </p:cNvSpPr>
          <p:nvPr/>
        </p:nvSpPr>
        <p:spPr>
          <a:xfrm>
            <a:off x="8115363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77105365-E4F6-5212-0E9C-790C571D9B16}"/>
              </a:ext>
            </a:extLst>
          </p:cNvPr>
          <p:cNvSpPr>
            <a:spLocks/>
          </p:cNvSpPr>
          <p:nvPr/>
        </p:nvSpPr>
        <p:spPr>
          <a:xfrm>
            <a:off x="817071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21A3A174-B8C3-F7F3-805C-8D5DB91A6A59}"/>
              </a:ext>
            </a:extLst>
          </p:cNvPr>
          <p:cNvSpPr>
            <a:spLocks/>
          </p:cNvSpPr>
          <p:nvPr/>
        </p:nvSpPr>
        <p:spPr>
          <a:xfrm>
            <a:off x="818949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70E73D2E-8E3B-B0AB-ABA7-81E3DEC27A21}"/>
              </a:ext>
            </a:extLst>
          </p:cNvPr>
          <p:cNvSpPr>
            <a:spLocks/>
          </p:cNvSpPr>
          <p:nvPr/>
        </p:nvSpPr>
        <p:spPr>
          <a:xfrm>
            <a:off x="814531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6ED612AD-119D-EB96-7BBA-22EEA7A6C638}"/>
              </a:ext>
            </a:extLst>
          </p:cNvPr>
          <p:cNvSpPr>
            <a:spLocks/>
          </p:cNvSpPr>
          <p:nvPr/>
        </p:nvSpPr>
        <p:spPr>
          <a:xfrm>
            <a:off x="81713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4382D0A3-E076-F68C-1F4F-266F37ACE9B0}"/>
              </a:ext>
            </a:extLst>
          </p:cNvPr>
          <p:cNvSpPr>
            <a:spLocks/>
          </p:cNvSpPr>
          <p:nvPr/>
        </p:nvSpPr>
        <p:spPr>
          <a:xfrm>
            <a:off x="8135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688E9A4E-13A6-DD80-F65B-AA7ECA0E0DF1}"/>
              </a:ext>
            </a:extLst>
          </p:cNvPr>
          <p:cNvSpPr>
            <a:spLocks/>
          </p:cNvSpPr>
          <p:nvPr/>
        </p:nvSpPr>
        <p:spPr>
          <a:xfrm>
            <a:off x="8117099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41DACA21-68D5-D522-2218-1495E6DC69BB}"/>
              </a:ext>
            </a:extLst>
          </p:cNvPr>
          <p:cNvSpPr>
            <a:spLocks/>
          </p:cNvSpPr>
          <p:nvPr/>
        </p:nvSpPr>
        <p:spPr>
          <a:xfrm>
            <a:off x="81496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774183F9-4861-6296-D57B-B1231A290842}"/>
              </a:ext>
            </a:extLst>
          </p:cNvPr>
          <p:cNvSpPr>
            <a:spLocks/>
          </p:cNvSpPr>
          <p:nvPr/>
        </p:nvSpPr>
        <p:spPr>
          <a:xfrm>
            <a:off x="80989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181FC9E9-A9AF-BCE0-0ED8-C9168E9B639C}"/>
              </a:ext>
            </a:extLst>
          </p:cNvPr>
          <p:cNvSpPr>
            <a:spLocks/>
          </p:cNvSpPr>
          <p:nvPr/>
        </p:nvSpPr>
        <p:spPr>
          <a:xfrm>
            <a:off x="8186809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C0D9B106-5182-990D-9835-19BCA6DA9FCA}"/>
              </a:ext>
            </a:extLst>
          </p:cNvPr>
          <p:cNvSpPr>
            <a:spLocks/>
          </p:cNvSpPr>
          <p:nvPr/>
        </p:nvSpPr>
        <p:spPr>
          <a:xfrm>
            <a:off x="8155834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183B6075-604E-431A-E4B7-8D0E60754797}"/>
              </a:ext>
            </a:extLst>
          </p:cNvPr>
          <p:cNvSpPr>
            <a:spLocks/>
          </p:cNvSpPr>
          <p:nvPr/>
        </p:nvSpPr>
        <p:spPr>
          <a:xfrm>
            <a:off x="81423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463BB78E-F21B-2B5E-3DBB-2C400EA28D14}"/>
              </a:ext>
            </a:extLst>
          </p:cNvPr>
          <p:cNvSpPr>
            <a:spLocks/>
          </p:cNvSpPr>
          <p:nvPr/>
        </p:nvSpPr>
        <p:spPr>
          <a:xfrm>
            <a:off x="8184810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06382A98-6855-0314-A050-56E920C0D159}"/>
              </a:ext>
            </a:extLst>
          </p:cNvPr>
          <p:cNvSpPr>
            <a:spLocks/>
          </p:cNvSpPr>
          <p:nvPr/>
        </p:nvSpPr>
        <p:spPr>
          <a:xfrm>
            <a:off x="819226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686E6472-3B91-EFE0-44E7-62A6F6B22B8F}"/>
              </a:ext>
            </a:extLst>
          </p:cNvPr>
          <p:cNvSpPr>
            <a:spLocks/>
          </p:cNvSpPr>
          <p:nvPr/>
        </p:nvSpPr>
        <p:spPr>
          <a:xfrm>
            <a:off x="80911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95301A21-DC24-2B97-778C-5E594D86F840}"/>
              </a:ext>
            </a:extLst>
          </p:cNvPr>
          <p:cNvSpPr>
            <a:spLocks/>
          </p:cNvSpPr>
          <p:nvPr/>
        </p:nvSpPr>
        <p:spPr>
          <a:xfrm>
            <a:off x="819270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A0AF28E1-2C1E-0804-D691-24CD9DB091F0}"/>
              </a:ext>
            </a:extLst>
          </p:cNvPr>
          <p:cNvSpPr>
            <a:spLocks/>
          </p:cNvSpPr>
          <p:nvPr/>
        </p:nvSpPr>
        <p:spPr>
          <a:xfrm>
            <a:off x="815123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1C796CED-26DA-E1D2-82CF-D569AB74DD23}"/>
              </a:ext>
            </a:extLst>
          </p:cNvPr>
          <p:cNvSpPr>
            <a:spLocks/>
          </p:cNvSpPr>
          <p:nvPr/>
        </p:nvSpPr>
        <p:spPr>
          <a:xfrm>
            <a:off x="8155159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109A8FDA-DA1D-1A98-9BED-23695BA7574E}"/>
              </a:ext>
            </a:extLst>
          </p:cNvPr>
          <p:cNvSpPr>
            <a:spLocks/>
          </p:cNvSpPr>
          <p:nvPr/>
        </p:nvSpPr>
        <p:spPr>
          <a:xfrm>
            <a:off x="81731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B2A56E87-6629-26F6-E05D-F955CF52CB5E}"/>
              </a:ext>
            </a:extLst>
          </p:cNvPr>
          <p:cNvSpPr>
            <a:spLocks/>
          </p:cNvSpPr>
          <p:nvPr/>
        </p:nvSpPr>
        <p:spPr>
          <a:xfrm>
            <a:off x="8157483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E060D5FB-071D-1514-57AE-76E1AA866311}"/>
              </a:ext>
            </a:extLst>
          </p:cNvPr>
          <p:cNvSpPr>
            <a:spLocks/>
          </p:cNvSpPr>
          <p:nvPr/>
        </p:nvSpPr>
        <p:spPr>
          <a:xfrm>
            <a:off x="83643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32E15B20-1991-D606-6B95-D871C1DB9798}"/>
              </a:ext>
            </a:extLst>
          </p:cNvPr>
          <p:cNvSpPr>
            <a:spLocks/>
          </p:cNvSpPr>
          <p:nvPr/>
        </p:nvSpPr>
        <p:spPr>
          <a:xfrm>
            <a:off x="84072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BD5B29C2-18DC-30D7-4FB6-F3BFA45934AA}"/>
              </a:ext>
            </a:extLst>
          </p:cNvPr>
          <p:cNvSpPr>
            <a:spLocks/>
          </p:cNvSpPr>
          <p:nvPr/>
        </p:nvSpPr>
        <p:spPr>
          <a:xfrm>
            <a:off x="84099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C400B3D3-F2B5-F6C5-DA9B-4BB53A283C1C}"/>
              </a:ext>
            </a:extLst>
          </p:cNvPr>
          <p:cNvSpPr>
            <a:spLocks/>
          </p:cNvSpPr>
          <p:nvPr/>
        </p:nvSpPr>
        <p:spPr>
          <a:xfrm>
            <a:off x="83907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20344909-4CF6-3AEB-A223-9BB49CD342B4}"/>
              </a:ext>
            </a:extLst>
          </p:cNvPr>
          <p:cNvSpPr>
            <a:spLocks/>
          </p:cNvSpPr>
          <p:nvPr/>
        </p:nvSpPr>
        <p:spPr>
          <a:xfrm>
            <a:off x="8371508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EEDA2CF6-9635-1476-1039-06A438BC03DD}"/>
              </a:ext>
            </a:extLst>
          </p:cNvPr>
          <p:cNvSpPr>
            <a:spLocks/>
          </p:cNvSpPr>
          <p:nvPr/>
        </p:nvSpPr>
        <p:spPr>
          <a:xfrm>
            <a:off x="8397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4FE28FED-9465-0BAA-ED6C-B0FEF0BB75FF}"/>
              </a:ext>
            </a:extLst>
          </p:cNvPr>
          <p:cNvSpPr>
            <a:spLocks/>
          </p:cNvSpPr>
          <p:nvPr/>
        </p:nvSpPr>
        <p:spPr>
          <a:xfrm>
            <a:off x="836945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CF8204D2-1848-CA3A-DDFF-9C6CC9F1AEB3}"/>
              </a:ext>
            </a:extLst>
          </p:cNvPr>
          <p:cNvSpPr>
            <a:spLocks/>
          </p:cNvSpPr>
          <p:nvPr/>
        </p:nvSpPr>
        <p:spPr>
          <a:xfrm>
            <a:off x="838357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D762A8F2-F2D9-3451-7254-08A64A438E64}"/>
              </a:ext>
            </a:extLst>
          </p:cNvPr>
          <p:cNvSpPr>
            <a:spLocks/>
          </p:cNvSpPr>
          <p:nvPr/>
        </p:nvSpPr>
        <p:spPr>
          <a:xfrm>
            <a:off x="8462422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292AA784-8AC2-75DB-5D80-7D43493D8222}"/>
              </a:ext>
            </a:extLst>
          </p:cNvPr>
          <p:cNvSpPr>
            <a:spLocks/>
          </p:cNvSpPr>
          <p:nvPr/>
        </p:nvSpPr>
        <p:spPr>
          <a:xfrm>
            <a:off x="84492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3999F4FE-852F-9DBA-0AF7-671E3AE02612}"/>
              </a:ext>
            </a:extLst>
          </p:cNvPr>
          <p:cNvSpPr>
            <a:spLocks/>
          </p:cNvSpPr>
          <p:nvPr/>
        </p:nvSpPr>
        <p:spPr>
          <a:xfrm>
            <a:off x="8417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05FD485E-663A-FBA7-F80A-9E2AC4B3CF52}"/>
              </a:ext>
            </a:extLst>
          </p:cNvPr>
          <p:cNvSpPr>
            <a:spLocks/>
          </p:cNvSpPr>
          <p:nvPr/>
        </p:nvSpPr>
        <p:spPr>
          <a:xfrm>
            <a:off x="837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B79C123-D109-8A3B-5A78-F14EA32C7177}"/>
              </a:ext>
            </a:extLst>
          </p:cNvPr>
          <p:cNvSpPr>
            <a:spLocks/>
          </p:cNvSpPr>
          <p:nvPr/>
        </p:nvSpPr>
        <p:spPr>
          <a:xfrm>
            <a:off x="8358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B7AC40DE-02EF-990C-FCCC-1842BAC40EA3}"/>
              </a:ext>
            </a:extLst>
          </p:cNvPr>
          <p:cNvSpPr>
            <a:spLocks/>
          </p:cNvSpPr>
          <p:nvPr/>
        </p:nvSpPr>
        <p:spPr>
          <a:xfrm>
            <a:off x="8369931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2A96EC7E-5B94-7678-28BD-5F52A90C70B7}"/>
              </a:ext>
            </a:extLst>
          </p:cNvPr>
          <p:cNvSpPr>
            <a:spLocks/>
          </p:cNvSpPr>
          <p:nvPr/>
        </p:nvSpPr>
        <p:spPr>
          <a:xfrm>
            <a:off x="8381722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4818C035-F8A3-3A0F-9DF7-0C5A65D1DA95}"/>
              </a:ext>
            </a:extLst>
          </p:cNvPr>
          <p:cNvSpPr>
            <a:spLocks/>
          </p:cNvSpPr>
          <p:nvPr/>
        </p:nvSpPr>
        <p:spPr>
          <a:xfrm>
            <a:off x="8378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4D3DE86-8B64-ECE2-6978-FCF703BE0A2F}"/>
              </a:ext>
            </a:extLst>
          </p:cNvPr>
          <p:cNvSpPr>
            <a:spLocks/>
          </p:cNvSpPr>
          <p:nvPr/>
        </p:nvSpPr>
        <p:spPr>
          <a:xfrm>
            <a:off x="835390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FC08B268-DBE3-C095-57C6-3188AC70D315}"/>
              </a:ext>
            </a:extLst>
          </p:cNvPr>
          <p:cNvSpPr>
            <a:spLocks/>
          </p:cNvSpPr>
          <p:nvPr/>
        </p:nvSpPr>
        <p:spPr>
          <a:xfrm>
            <a:off x="84139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5D403826-CAA9-F4E9-6D5D-20CF095F378D}"/>
              </a:ext>
            </a:extLst>
          </p:cNvPr>
          <p:cNvSpPr>
            <a:spLocks/>
          </p:cNvSpPr>
          <p:nvPr/>
        </p:nvSpPr>
        <p:spPr>
          <a:xfrm>
            <a:off x="844816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4DD102C5-E898-1B74-80E7-0E78E1301F93}"/>
              </a:ext>
            </a:extLst>
          </p:cNvPr>
          <p:cNvSpPr>
            <a:spLocks/>
          </p:cNvSpPr>
          <p:nvPr/>
        </p:nvSpPr>
        <p:spPr>
          <a:xfrm>
            <a:off x="835933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A1D6537E-2C9E-A4F7-CEC7-AA001B1CD77B}"/>
              </a:ext>
            </a:extLst>
          </p:cNvPr>
          <p:cNvSpPr>
            <a:spLocks/>
          </p:cNvSpPr>
          <p:nvPr/>
        </p:nvSpPr>
        <p:spPr>
          <a:xfrm>
            <a:off x="8425788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7023B34B-D6F6-552E-70A5-2BCFB16BB243}"/>
              </a:ext>
            </a:extLst>
          </p:cNvPr>
          <p:cNvSpPr>
            <a:spLocks/>
          </p:cNvSpPr>
          <p:nvPr/>
        </p:nvSpPr>
        <p:spPr>
          <a:xfrm>
            <a:off x="84366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FF12FDC5-70DC-A344-D066-569431EA62E9}"/>
              </a:ext>
            </a:extLst>
          </p:cNvPr>
          <p:cNvSpPr>
            <a:spLocks/>
          </p:cNvSpPr>
          <p:nvPr/>
        </p:nvSpPr>
        <p:spPr>
          <a:xfrm>
            <a:off x="8386051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854365B2-21C0-C2EC-FD59-9D6F80C4FF9C}"/>
              </a:ext>
            </a:extLst>
          </p:cNvPr>
          <p:cNvSpPr>
            <a:spLocks/>
          </p:cNvSpPr>
          <p:nvPr/>
        </p:nvSpPr>
        <p:spPr>
          <a:xfrm>
            <a:off x="8444332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AA8DD0C5-79F6-B394-6DB4-2441FA661212}"/>
              </a:ext>
            </a:extLst>
          </p:cNvPr>
          <p:cNvSpPr>
            <a:spLocks/>
          </p:cNvSpPr>
          <p:nvPr/>
        </p:nvSpPr>
        <p:spPr>
          <a:xfrm>
            <a:off x="840395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EB34FC54-F87C-B08D-540E-7FA53847668C}"/>
              </a:ext>
            </a:extLst>
          </p:cNvPr>
          <p:cNvSpPr>
            <a:spLocks/>
          </p:cNvSpPr>
          <p:nvPr/>
        </p:nvSpPr>
        <p:spPr>
          <a:xfrm>
            <a:off x="840671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50741185-FF1F-B0BA-AE1A-625AA2EB283D}"/>
              </a:ext>
            </a:extLst>
          </p:cNvPr>
          <p:cNvSpPr>
            <a:spLocks/>
          </p:cNvSpPr>
          <p:nvPr/>
        </p:nvSpPr>
        <p:spPr>
          <a:xfrm>
            <a:off x="845412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F8042C99-7971-C0F9-9378-1D976A4318F1}"/>
              </a:ext>
            </a:extLst>
          </p:cNvPr>
          <p:cNvSpPr>
            <a:spLocks/>
          </p:cNvSpPr>
          <p:nvPr/>
        </p:nvSpPr>
        <p:spPr>
          <a:xfrm>
            <a:off x="8442422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85A7B1E7-DB8C-0E3A-E711-B7581D6018B8}"/>
              </a:ext>
            </a:extLst>
          </p:cNvPr>
          <p:cNvSpPr>
            <a:spLocks/>
          </p:cNvSpPr>
          <p:nvPr/>
        </p:nvSpPr>
        <p:spPr>
          <a:xfrm>
            <a:off x="8428243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83FFA2E1-01B6-1D18-8F5F-9ED3303CE4D0}"/>
              </a:ext>
            </a:extLst>
          </p:cNvPr>
          <p:cNvSpPr>
            <a:spLocks/>
          </p:cNvSpPr>
          <p:nvPr/>
        </p:nvSpPr>
        <p:spPr>
          <a:xfrm>
            <a:off x="839009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81D2D8D0-D02C-913B-C1E6-559967F0990A}"/>
              </a:ext>
            </a:extLst>
          </p:cNvPr>
          <p:cNvSpPr>
            <a:spLocks/>
          </p:cNvSpPr>
          <p:nvPr/>
        </p:nvSpPr>
        <p:spPr>
          <a:xfrm>
            <a:off x="84358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AF881393-DB8F-46B0-625A-0B0C609952CB}"/>
              </a:ext>
            </a:extLst>
          </p:cNvPr>
          <p:cNvSpPr>
            <a:spLocks/>
          </p:cNvSpPr>
          <p:nvPr/>
        </p:nvSpPr>
        <p:spPr>
          <a:xfrm>
            <a:off x="8438916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FA8F0BBA-9253-6650-C0BE-A8D491F9B76B}"/>
              </a:ext>
            </a:extLst>
          </p:cNvPr>
          <p:cNvSpPr>
            <a:spLocks/>
          </p:cNvSpPr>
          <p:nvPr/>
        </p:nvSpPr>
        <p:spPr>
          <a:xfrm>
            <a:off x="839483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916FDF7F-86DA-6B57-19EA-56B4B45D3ADA}"/>
              </a:ext>
            </a:extLst>
          </p:cNvPr>
          <p:cNvSpPr>
            <a:spLocks/>
          </p:cNvSpPr>
          <p:nvPr/>
        </p:nvSpPr>
        <p:spPr>
          <a:xfrm>
            <a:off x="83508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52F59DD2-7A67-8689-5D55-626698FB7EC5}"/>
              </a:ext>
            </a:extLst>
          </p:cNvPr>
          <p:cNvSpPr>
            <a:spLocks/>
          </p:cNvSpPr>
          <p:nvPr/>
        </p:nvSpPr>
        <p:spPr>
          <a:xfrm>
            <a:off x="83810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C018B7B-B77F-82C5-243C-48C8F50B2ABE}"/>
              </a:ext>
            </a:extLst>
          </p:cNvPr>
          <p:cNvSpPr>
            <a:spLocks/>
          </p:cNvSpPr>
          <p:nvPr/>
        </p:nvSpPr>
        <p:spPr>
          <a:xfrm>
            <a:off x="83623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BBDF54FF-1D7D-6207-4681-B5F3CA7FAD37}"/>
              </a:ext>
            </a:extLst>
          </p:cNvPr>
          <p:cNvSpPr>
            <a:spLocks/>
          </p:cNvSpPr>
          <p:nvPr/>
        </p:nvSpPr>
        <p:spPr>
          <a:xfrm>
            <a:off x="838183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4888DB22-215D-6508-CB6D-97D573BE0DCC}"/>
              </a:ext>
            </a:extLst>
          </p:cNvPr>
          <p:cNvSpPr>
            <a:spLocks/>
          </p:cNvSpPr>
          <p:nvPr/>
        </p:nvSpPr>
        <p:spPr>
          <a:xfrm>
            <a:off x="835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4D4A175C-EF3C-E436-78D0-947A8CCC7A1F}"/>
              </a:ext>
            </a:extLst>
          </p:cNvPr>
          <p:cNvSpPr>
            <a:spLocks/>
          </p:cNvSpPr>
          <p:nvPr/>
        </p:nvSpPr>
        <p:spPr>
          <a:xfrm>
            <a:off x="84506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84F696-3007-B322-88A8-B6EABA329060}"/>
              </a:ext>
            </a:extLst>
          </p:cNvPr>
          <p:cNvSpPr>
            <a:spLocks/>
          </p:cNvSpPr>
          <p:nvPr/>
        </p:nvSpPr>
        <p:spPr>
          <a:xfrm>
            <a:off x="8427774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D73582D4-3888-4D96-2749-22A5853C4975}"/>
              </a:ext>
            </a:extLst>
          </p:cNvPr>
          <p:cNvSpPr>
            <a:spLocks/>
          </p:cNvSpPr>
          <p:nvPr/>
        </p:nvSpPr>
        <p:spPr>
          <a:xfrm>
            <a:off x="84488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4CC9BE5-D444-21DA-24C0-ED0CE26A31F8}"/>
              </a:ext>
            </a:extLst>
          </p:cNvPr>
          <p:cNvSpPr>
            <a:spLocks/>
          </p:cNvSpPr>
          <p:nvPr/>
        </p:nvSpPr>
        <p:spPr>
          <a:xfrm>
            <a:off x="835014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73D9F231-7ECF-4A0E-54C6-B5A53A329E73}"/>
              </a:ext>
            </a:extLst>
          </p:cNvPr>
          <p:cNvSpPr>
            <a:spLocks/>
          </p:cNvSpPr>
          <p:nvPr/>
        </p:nvSpPr>
        <p:spPr>
          <a:xfrm>
            <a:off x="84386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C6E94FDE-AF7D-85FB-3800-E70DF78DF5C2}"/>
              </a:ext>
            </a:extLst>
          </p:cNvPr>
          <p:cNvSpPr>
            <a:spLocks/>
          </p:cNvSpPr>
          <p:nvPr/>
        </p:nvSpPr>
        <p:spPr>
          <a:xfrm>
            <a:off x="84447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FDC2D864-AA3B-0A61-2D3C-0EB59217ED0A}"/>
              </a:ext>
            </a:extLst>
          </p:cNvPr>
          <p:cNvSpPr>
            <a:spLocks/>
          </p:cNvSpPr>
          <p:nvPr/>
        </p:nvSpPr>
        <p:spPr>
          <a:xfrm>
            <a:off x="8347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A6E27761-EEEA-CB87-3891-326A2C3BE1A7}"/>
              </a:ext>
            </a:extLst>
          </p:cNvPr>
          <p:cNvSpPr>
            <a:spLocks/>
          </p:cNvSpPr>
          <p:nvPr/>
        </p:nvSpPr>
        <p:spPr>
          <a:xfrm>
            <a:off x="8396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19ED1CD-65EE-E10A-0FF4-1A4A308BD166}"/>
              </a:ext>
            </a:extLst>
          </p:cNvPr>
          <p:cNvSpPr>
            <a:spLocks/>
          </p:cNvSpPr>
          <p:nvPr/>
        </p:nvSpPr>
        <p:spPr>
          <a:xfrm>
            <a:off x="842614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546FC975-771B-9A61-C225-3E5FDC0D95AB}"/>
              </a:ext>
            </a:extLst>
          </p:cNvPr>
          <p:cNvSpPr>
            <a:spLocks/>
          </p:cNvSpPr>
          <p:nvPr/>
        </p:nvSpPr>
        <p:spPr>
          <a:xfrm>
            <a:off x="836547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3EB2C4D8-7A99-2308-30B8-5E58BFD24B9F}"/>
              </a:ext>
            </a:extLst>
          </p:cNvPr>
          <p:cNvSpPr>
            <a:spLocks/>
          </p:cNvSpPr>
          <p:nvPr/>
        </p:nvSpPr>
        <p:spPr>
          <a:xfrm>
            <a:off x="840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451A1830-3FF0-EF3E-E36F-3438BB74470D}"/>
              </a:ext>
            </a:extLst>
          </p:cNvPr>
          <p:cNvSpPr>
            <a:spLocks/>
          </p:cNvSpPr>
          <p:nvPr/>
        </p:nvSpPr>
        <p:spPr>
          <a:xfrm>
            <a:off x="8446624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1DC7C22F-F161-DFE5-DF77-1D0648380AC2}"/>
              </a:ext>
            </a:extLst>
          </p:cNvPr>
          <p:cNvSpPr>
            <a:spLocks/>
          </p:cNvSpPr>
          <p:nvPr/>
        </p:nvSpPr>
        <p:spPr>
          <a:xfrm>
            <a:off x="8390820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3FEFD538-0071-B404-95D2-E4441FD4C969}"/>
              </a:ext>
            </a:extLst>
          </p:cNvPr>
          <p:cNvSpPr>
            <a:spLocks/>
          </p:cNvSpPr>
          <p:nvPr/>
        </p:nvSpPr>
        <p:spPr>
          <a:xfrm>
            <a:off x="835564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EA223E46-A2CE-42F7-3D4E-D4B764447DBF}"/>
              </a:ext>
            </a:extLst>
          </p:cNvPr>
          <p:cNvSpPr>
            <a:spLocks/>
          </p:cNvSpPr>
          <p:nvPr/>
        </p:nvSpPr>
        <p:spPr>
          <a:xfrm>
            <a:off x="8440440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CC463C21-3E8A-94D1-5A07-ACCB9CDDDB85}"/>
              </a:ext>
            </a:extLst>
          </p:cNvPr>
          <p:cNvSpPr>
            <a:spLocks/>
          </p:cNvSpPr>
          <p:nvPr/>
        </p:nvSpPr>
        <p:spPr>
          <a:xfrm>
            <a:off x="8370719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C2C660D6-D37C-DB74-FEF5-CA91DF0E9E50}"/>
              </a:ext>
            </a:extLst>
          </p:cNvPr>
          <p:cNvSpPr>
            <a:spLocks/>
          </p:cNvSpPr>
          <p:nvPr/>
        </p:nvSpPr>
        <p:spPr>
          <a:xfrm>
            <a:off x="8393118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97D7A6FD-CA09-DE7D-54E9-3DA7A32348A1}"/>
              </a:ext>
            </a:extLst>
          </p:cNvPr>
          <p:cNvSpPr>
            <a:spLocks/>
          </p:cNvSpPr>
          <p:nvPr/>
        </p:nvSpPr>
        <p:spPr>
          <a:xfrm>
            <a:off x="84052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5903F92-9F20-1D3B-13C4-A3D47E107CB2}"/>
              </a:ext>
            </a:extLst>
          </p:cNvPr>
          <p:cNvSpPr>
            <a:spLocks/>
          </p:cNvSpPr>
          <p:nvPr/>
        </p:nvSpPr>
        <p:spPr>
          <a:xfrm>
            <a:off x="8342479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F8CFE1A9-CBA1-DA6E-9D55-B5595F2DB10A}"/>
              </a:ext>
            </a:extLst>
          </p:cNvPr>
          <p:cNvSpPr>
            <a:spLocks/>
          </p:cNvSpPr>
          <p:nvPr/>
        </p:nvSpPr>
        <p:spPr>
          <a:xfrm>
            <a:off x="844300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0BC5D62C-6C24-77CC-6202-48AA3D4BD5FD}"/>
              </a:ext>
            </a:extLst>
          </p:cNvPr>
          <p:cNvSpPr>
            <a:spLocks/>
          </p:cNvSpPr>
          <p:nvPr/>
        </p:nvSpPr>
        <p:spPr>
          <a:xfrm>
            <a:off x="8455551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4EA13970-AF55-4C51-65CA-A07E4EBE5585}"/>
              </a:ext>
            </a:extLst>
          </p:cNvPr>
          <p:cNvSpPr>
            <a:spLocks/>
          </p:cNvSpPr>
          <p:nvPr/>
        </p:nvSpPr>
        <p:spPr>
          <a:xfrm>
            <a:off x="837612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5F05F5F8-0250-0DD5-536C-3B50A6976DE2}"/>
              </a:ext>
            </a:extLst>
          </p:cNvPr>
          <p:cNvSpPr>
            <a:spLocks/>
          </p:cNvSpPr>
          <p:nvPr/>
        </p:nvSpPr>
        <p:spPr>
          <a:xfrm>
            <a:off x="84190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521AD2D9-6EBF-0F3C-BD25-088C34597A44}"/>
              </a:ext>
            </a:extLst>
          </p:cNvPr>
          <p:cNvSpPr>
            <a:spLocks/>
          </p:cNvSpPr>
          <p:nvPr/>
        </p:nvSpPr>
        <p:spPr>
          <a:xfrm>
            <a:off x="8382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91F86D79-2150-1976-891D-033AFC15245E}"/>
              </a:ext>
            </a:extLst>
          </p:cNvPr>
          <p:cNvSpPr>
            <a:spLocks/>
          </p:cNvSpPr>
          <p:nvPr/>
        </p:nvSpPr>
        <p:spPr>
          <a:xfrm>
            <a:off x="83952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E5E755CF-0249-2E51-0982-04FFA627D0C6}"/>
              </a:ext>
            </a:extLst>
          </p:cNvPr>
          <p:cNvSpPr>
            <a:spLocks/>
          </p:cNvSpPr>
          <p:nvPr/>
        </p:nvSpPr>
        <p:spPr>
          <a:xfrm>
            <a:off x="845695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E2DCFF88-D92B-6F5C-2394-321454878064}"/>
              </a:ext>
            </a:extLst>
          </p:cNvPr>
          <p:cNvSpPr>
            <a:spLocks/>
          </p:cNvSpPr>
          <p:nvPr/>
        </p:nvSpPr>
        <p:spPr>
          <a:xfrm>
            <a:off x="840148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ACF74987-F378-00A1-D801-C27CD3B162EB}"/>
              </a:ext>
            </a:extLst>
          </p:cNvPr>
          <p:cNvSpPr>
            <a:spLocks/>
          </p:cNvSpPr>
          <p:nvPr/>
        </p:nvSpPr>
        <p:spPr>
          <a:xfrm>
            <a:off x="845529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ECB72A18-DF75-B12C-DF8D-25CFDE62AE5E}"/>
              </a:ext>
            </a:extLst>
          </p:cNvPr>
          <p:cNvSpPr>
            <a:spLocks/>
          </p:cNvSpPr>
          <p:nvPr/>
        </p:nvSpPr>
        <p:spPr>
          <a:xfrm>
            <a:off x="8393825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2331A7C2-8C5D-25D6-901B-376194487DC8}"/>
              </a:ext>
            </a:extLst>
          </p:cNvPr>
          <p:cNvSpPr>
            <a:spLocks/>
          </p:cNvSpPr>
          <p:nvPr/>
        </p:nvSpPr>
        <p:spPr>
          <a:xfrm>
            <a:off x="84344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20936AA8-B3E9-CC58-808C-D2D874A89FD3}"/>
              </a:ext>
            </a:extLst>
          </p:cNvPr>
          <p:cNvSpPr>
            <a:spLocks/>
          </p:cNvSpPr>
          <p:nvPr/>
        </p:nvSpPr>
        <p:spPr>
          <a:xfrm>
            <a:off x="84179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38B886B1-B321-3B5E-B003-A9A3120B3A13}"/>
              </a:ext>
            </a:extLst>
          </p:cNvPr>
          <p:cNvSpPr>
            <a:spLocks/>
          </p:cNvSpPr>
          <p:nvPr/>
        </p:nvSpPr>
        <p:spPr>
          <a:xfrm>
            <a:off x="8413104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35D1473D-CD7D-0D1E-4090-FF9016B42784}"/>
              </a:ext>
            </a:extLst>
          </p:cNvPr>
          <p:cNvSpPr>
            <a:spLocks/>
          </p:cNvSpPr>
          <p:nvPr/>
        </p:nvSpPr>
        <p:spPr>
          <a:xfrm>
            <a:off x="834665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6AFDCA71-D3BE-13C8-A56A-69391D788FB9}"/>
              </a:ext>
            </a:extLst>
          </p:cNvPr>
          <p:cNvSpPr>
            <a:spLocks/>
          </p:cNvSpPr>
          <p:nvPr/>
        </p:nvSpPr>
        <p:spPr>
          <a:xfrm>
            <a:off x="8368213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4DDA4F33-EB35-7578-1F83-9435DE72843B}"/>
              </a:ext>
            </a:extLst>
          </p:cNvPr>
          <p:cNvSpPr>
            <a:spLocks/>
          </p:cNvSpPr>
          <p:nvPr/>
        </p:nvSpPr>
        <p:spPr>
          <a:xfrm>
            <a:off x="846138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9B7C0034-E8DA-9D00-738C-95ED34C1FA36}"/>
              </a:ext>
            </a:extLst>
          </p:cNvPr>
          <p:cNvSpPr>
            <a:spLocks/>
          </p:cNvSpPr>
          <p:nvPr/>
        </p:nvSpPr>
        <p:spPr>
          <a:xfrm>
            <a:off x="843197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A7414D81-39E5-9FC2-A81A-FDFFE3BEB497}"/>
              </a:ext>
            </a:extLst>
          </p:cNvPr>
          <p:cNvSpPr>
            <a:spLocks/>
          </p:cNvSpPr>
          <p:nvPr/>
        </p:nvSpPr>
        <p:spPr>
          <a:xfrm>
            <a:off x="8429108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ADAA0D5A-9751-6E60-08FD-97CC711F2E87}"/>
              </a:ext>
            </a:extLst>
          </p:cNvPr>
          <p:cNvSpPr>
            <a:spLocks/>
          </p:cNvSpPr>
          <p:nvPr/>
        </p:nvSpPr>
        <p:spPr>
          <a:xfrm>
            <a:off x="8372575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88575450-0EDA-F96C-248C-A1AF7A4AF8D9}"/>
              </a:ext>
            </a:extLst>
          </p:cNvPr>
          <p:cNvSpPr>
            <a:spLocks/>
          </p:cNvSpPr>
          <p:nvPr/>
        </p:nvSpPr>
        <p:spPr>
          <a:xfrm>
            <a:off x="84218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99A71492-C27F-E58E-4EE1-24D0F1BC94BC}"/>
              </a:ext>
            </a:extLst>
          </p:cNvPr>
          <p:cNvSpPr>
            <a:spLocks/>
          </p:cNvSpPr>
          <p:nvPr/>
        </p:nvSpPr>
        <p:spPr>
          <a:xfrm>
            <a:off x="838833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EFE37A5C-372B-1FB5-AE89-A7261929489A}"/>
              </a:ext>
            </a:extLst>
          </p:cNvPr>
          <p:cNvSpPr>
            <a:spLocks/>
          </p:cNvSpPr>
          <p:nvPr/>
        </p:nvSpPr>
        <p:spPr>
          <a:xfrm>
            <a:off x="83460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8B5481A9-1D58-B940-094E-9D428C51976C}"/>
              </a:ext>
            </a:extLst>
          </p:cNvPr>
          <p:cNvSpPr>
            <a:spLocks/>
          </p:cNvSpPr>
          <p:nvPr/>
        </p:nvSpPr>
        <p:spPr>
          <a:xfrm>
            <a:off x="8358725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EB4A620E-8E10-366B-9786-89765B9D7ED5}"/>
              </a:ext>
            </a:extLst>
          </p:cNvPr>
          <p:cNvSpPr>
            <a:spLocks/>
          </p:cNvSpPr>
          <p:nvPr/>
        </p:nvSpPr>
        <p:spPr>
          <a:xfrm>
            <a:off x="843382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D247269-ACA7-7E4E-865F-E0A5CDAB46CF}"/>
              </a:ext>
            </a:extLst>
          </p:cNvPr>
          <p:cNvSpPr>
            <a:spLocks/>
          </p:cNvSpPr>
          <p:nvPr/>
        </p:nvSpPr>
        <p:spPr>
          <a:xfrm>
            <a:off x="84508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D5514313-0F75-321F-F34B-143B1A664DB7}"/>
              </a:ext>
            </a:extLst>
          </p:cNvPr>
          <p:cNvSpPr>
            <a:spLocks/>
          </p:cNvSpPr>
          <p:nvPr/>
        </p:nvSpPr>
        <p:spPr>
          <a:xfrm>
            <a:off x="8402184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331C8367-86FC-B4AA-5C56-7BBBE3F7641A}"/>
              </a:ext>
            </a:extLst>
          </p:cNvPr>
          <p:cNvSpPr>
            <a:spLocks/>
          </p:cNvSpPr>
          <p:nvPr/>
        </p:nvSpPr>
        <p:spPr>
          <a:xfrm>
            <a:off x="8414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93C7F897-087A-40A1-84CD-CC8A0F52A9FE}"/>
              </a:ext>
            </a:extLst>
          </p:cNvPr>
          <p:cNvSpPr>
            <a:spLocks/>
          </p:cNvSpPr>
          <p:nvPr/>
        </p:nvSpPr>
        <p:spPr>
          <a:xfrm>
            <a:off x="83822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FC1FB3BD-E6EF-D171-35DF-FA950D98646D}"/>
              </a:ext>
            </a:extLst>
          </p:cNvPr>
          <p:cNvSpPr>
            <a:spLocks/>
          </p:cNvSpPr>
          <p:nvPr/>
        </p:nvSpPr>
        <p:spPr>
          <a:xfrm>
            <a:off x="8355526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CE8E5315-5039-2F18-8F11-8E646777C13E}"/>
              </a:ext>
            </a:extLst>
          </p:cNvPr>
          <p:cNvSpPr>
            <a:spLocks/>
          </p:cNvSpPr>
          <p:nvPr/>
        </p:nvSpPr>
        <p:spPr>
          <a:xfrm>
            <a:off x="836798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A078EB7B-3F8D-D2EA-E452-59968F999890}"/>
              </a:ext>
            </a:extLst>
          </p:cNvPr>
          <p:cNvSpPr>
            <a:spLocks/>
          </p:cNvSpPr>
          <p:nvPr/>
        </p:nvSpPr>
        <p:spPr>
          <a:xfrm>
            <a:off x="8352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F583D314-1ADD-2638-642D-2605ED6429CC}"/>
              </a:ext>
            </a:extLst>
          </p:cNvPr>
          <p:cNvSpPr>
            <a:spLocks/>
          </p:cNvSpPr>
          <p:nvPr/>
        </p:nvSpPr>
        <p:spPr>
          <a:xfrm>
            <a:off x="8376309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B36AE0AE-F476-C238-CC84-00B61B8110D5}"/>
              </a:ext>
            </a:extLst>
          </p:cNvPr>
          <p:cNvSpPr>
            <a:spLocks/>
          </p:cNvSpPr>
          <p:nvPr/>
        </p:nvSpPr>
        <p:spPr>
          <a:xfrm>
            <a:off x="836497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2BEA7A4E-4ADF-6A1C-0BD0-0E998815F624}"/>
              </a:ext>
            </a:extLst>
          </p:cNvPr>
          <p:cNvSpPr>
            <a:spLocks/>
          </p:cNvSpPr>
          <p:nvPr/>
        </p:nvSpPr>
        <p:spPr>
          <a:xfrm>
            <a:off x="838700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BC0E2CE0-AB3D-4DE2-D7BB-5A38B1F96EEF}"/>
              </a:ext>
            </a:extLst>
          </p:cNvPr>
          <p:cNvSpPr>
            <a:spLocks/>
          </p:cNvSpPr>
          <p:nvPr/>
        </p:nvSpPr>
        <p:spPr>
          <a:xfrm>
            <a:off x="843216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367E7F33-1171-FEFF-87E5-94E63B13B3C7}"/>
              </a:ext>
            </a:extLst>
          </p:cNvPr>
          <p:cNvSpPr>
            <a:spLocks/>
          </p:cNvSpPr>
          <p:nvPr/>
        </p:nvSpPr>
        <p:spPr>
          <a:xfrm>
            <a:off x="838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BB5E6EDA-AADC-F221-BA74-A00B96B9FBD0}"/>
              </a:ext>
            </a:extLst>
          </p:cNvPr>
          <p:cNvSpPr>
            <a:spLocks/>
          </p:cNvSpPr>
          <p:nvPr/>
        </p:nvSpPr>
        <p:spPr>
          <a:xfrm>
            <a:off x="8441381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F89F7737-06CF-8191-1DD4-D544AB1EAFC0}"/>
              </a:ext>
            </a:extLst>
          </p:cNvPr>
          <p:cNvSpPr>
            <a:spLocks/>
          </p:cNvSpPr>
          <p:nvPr/>
        </p:nvSpPr>
        <p:spPr>
          <a:xfrm>
            <a:off x="839658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90FABB1C-A1AD-B2DC-FE30-CCD19581E997}"/>
              </a:ext>
            </a:extLst>
          </p:cNvPr>
          <p:cNvSpPr>
            <a:spLocks/>
          </p:cNvSpPr>
          <p:nvPr/>
        </p:nvSpPr>
        <p:spPr>
          <a:xfrm>
            <a:off x="84068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089EF493-8CB7-70BE-F537-B6F51C3FE8BE}"/>
              </a:ext>
            </a:extLst>
          </p:cNvPr>
          <p:cNvSpPr>
            <a:spLocks/>
          </p:cNvSpPr>
          <p:nvPr/>
        </p:nvSpPr>
        <p:spPr>
          <a:xfrm>
            <a:off x="8406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C744A853-B934-D055-4644-5DDFA68DA097}"/>
              </a:ext>
            </a:extLst>
          </p:cNvPr>
          <p:cNvSpPr>
            <a:spLocks/>
          </p:cNvSpPr>
          <p:nvPr/>
        </p:nvSpPr>
        <p:spPr>
          <a:xfrm>
            <a:off x="844129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47909206-54F7-D865-2CCF-D338F221B4FF}"/>
              </a:ext>
            </a:extLst>
          </p:cNvPr>
          <p:cNvSpPr>
            <a:spLocks/>
          </p:cNvSpPr>
          <p:nvPr/>
        </p:nvSpPr>
        <p:spPr>
          <a:xfrm>
            <a:off x="8444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16738510-0B84-51B5-998C-93916740193F}"/>
              </a:ext>
            </a:extLst>
          </p:cNvPr>
          <p:cNvSpPr>
            <a:spLocks/>
          </p:cNvSpPr>
          <p:nvPr/>
        </p:nvSpPr>
        <p:spPr>
          <a:xfrm>
            <a:off x="8435848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E2C8FC43-7AC1-AB04-CB74-1DDDF8DA014D}"/>
              </a:ext>
            </a:extLst>
          </p:cNvPr>
          <p:cNvSpPr>
            <a:spLocks/>
          </p:cNvSpPr>
          <p:nvPr/>
        </p:nvSpPr>
        <p:spPr>
          <a:xfrm>
            <a:off x="836945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D0285D29-9D12-9C0E-0C25-0F3DB755818F}"/>
              </a:ext>
            </a:extLst>
          </p:cNvPr>
          <p:cNvSpPr>
            <a:spLocks/>
          </p:cNvSpPr>
          <p:nvPr/>
        </p:nvSpPr>
        <p:spPr>
          <a:xfrm>
            <a:off x="835364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9A1D5FAA-7550-3663-E3F1-7CA83EFD573F}"/>
              </a:ext>
            </a:extLst>
          </p:cNvPr>
          <p:cNvSpPr>
            <a:spLocks/>
          </p:cNvSpPr>
          <p:nvPr/>
        </p:nvSpPr>
        <p:spPr>
          <a:xfrm>
            <a:off x="836173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35B8A054-11A5-DA47-D70F-7844C154E9D3}"/>
              </a:ext>
            </a:extLst>
          </p:cNvPr>
          <p:cNvSpPr>
            <a:spLocks/>
          </p:cNvSpPr>
          <p:nvPr/>
        </p:nvSpPr>
        <p:spPr>
          <a:xfrm>
            <a:off x="84432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E8DF8757-C60A-D5DD-BF91-DB60416028DB}"/>
              </a:ext>
            </a:extLst>
          </p:cNvPr>
          <p:cNvSpPr>
            <a:spLocks/>
          </p:cNvSpPr>
          <p:nvPr/>
        </p:nvSpPr>
        <p:spPr>
          <a:xfrm>
            <a:off x="83978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E25C11BD-065B-2A34-7A16-555B270587DC}"/>
              </a:ext>
            </a:extLst>
          </p:cNvPr>
          <p:cNvSpPr>
            <a:spLocks/>
          </p:cNvSpPr>
          <p:nvPr/>
        </p:nvSpPr>
        <p:spPr>
          <a:xfrm>
            <a:off x="83466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898EAB9B-7295-1656-1ECD-2ABD4FC89D71}"/>
              </a:ext>
            </a:extLst>
          </p:cNvPr>
          <p:cNvSpPr>
            <a:spLocks/>
          </p:cNvSpPr>
          <p:nvPr/>
        </p:nvSpPr>
        <p:spPr>
          <a:xfrm>
            <a:off x="838723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C38CB5F1-1827-AB87-3267-95BD7DED5B26}"/>
              </a:ext>
            </a:extLst>
          </p:cNvPr>
          <p:cNvSpPr>
            <a:spLocks/>
          </p:cNvSpPr>
          <p:nvPr/>
        </p:nvSpPr>
        <p:spPr>
          <a:xfrm>
            <a:off x="8342694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D21905F4-E555-92A8-F296-8192DBA0D63A}"/>
              </a:ext>
            </a:extLst>
          </p:cNvPr>
          <p:cNvSpPr>
            <a:spLocks/>
          </p:cNvSpPr>
          <p:nvPr/>
        </p:nvSpPr>
        <p:spPr>
          <a:xfrm>
            <a:off x="83969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345C4F80-9162-6F9E-3BE8-BB439E35B071}"/>
              </a:ext>
            </a:extLst>
          </p:cNvPr>
          <p:cNvSpPr>
            <a:spLocks/>
          </p:cNvSpPr>
          <p:nvPr/>
        </p:nvSpPr>
        <p:spPr>
          <a:xfrm>
            <a:off x="83979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4A8F900F-9603-F21A-1BE9-B0755A5076E1}"/>
              </a:ext>
            </a:extLst>
          </p:cNvPr>
          <p:cNvSpPr>
            <a:spLocks/>
          </p:cNvSpPr>
          <p:nvPr/>
        </p:nvSpPr>
        <p:spPr>
          <a:xfrm>
            <a:off x="83612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06EE19C7-1B24-281A-4849-1654CB1E24A6}"/>
              </a:ext>
            </a:extLst>
          </p:cNvPr>
          <p:cNvSpPr>
            <a:spLocks/>
          </p:cNvSpPr>
          <p:nvPr/>
        </p:nvSpPr>
        <p:spPr>
          <a:xfrm>
            <a:off x="84212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F3BD279F-B6C0-56A9-46DA-A3A136CF4EDE}"/>
              </a:ext>
            </a:extLst>
          </p:cNvPr>
          <p:cNvSpPr>
            <a:spLocks/>
          </p:cNvSpPr>
          <p:nvPr/>
        </p:nvSpPr>
        <p:spPr>
          <a:xfrm>
            <a:off x="8457219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FEE6DCE7-103F-BAE9-F084-4D7DD4BB26CB}"/>
              </a:ext>
            </a:extLst>
          </p:cNvPr>
          <p:cNvSpPr>
            <a:spLocks/>
          </p:cNvSpPr>
          <p:nvPr/>
        </p:nvSpPr>
        <p:spPr>
          <a:xfrm>
            <a:off x="8447203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891EE9B-FD83-EF87-F1EE-EB3CCB88DB7A}"/>
              </a:ext>
            </a:extLst>
          </p:cNvPr>
          <p:cNvSpPr>
            <a:spLocks/>
          </p:cNvSpPr>
          <p:nvPr/>
        </p:nvSpPr>
        <p:spPr>
          <a:xfrm>
            <a:off x="839901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95652E0C-E1D1-C62F-E3AE-2E72ED18E2C3}"/>
              </a:ext>
            </a:extLst>
          </p:cNvPr>
          <p:cNvSpPr>
            <a:spLocks/>
          </p:cNvSpPr>
          <p:nvPr/>
        </p:nvSpPr>
        <p:spPr>
          <a:xfrm>
            <a:off x="840444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D115EF1F-DBA8-614F-9F7B-111271B78AB7}"/>
              </a:ext>
            </a:extLst>
          </p:cNvPr>
          <p:cNvSpPr>
            <a:spLocks/>
          </p:cNvSpPr>
          <p:nvPr/>
        </p:nvSpPr>
        <p:spPr>
          <a:xfrm>
            <a:off x="84510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1FAB922-ADD6-48EB-45AC-EC92393CB8F2}"/>
              </a:ext>
            </a:extLst>
          </p:cNvPr>
          <p:cNvSpPr>
            <a:spLocks/>
          </p:cNvSpPr>
          <p:nvPr/>
        </p:nvSpPr>
        <p:spPr>
          <a:xfrm>
            <a:off x="84258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96FE92D0-4976-BC17-1B3F-3495EA3F7148}"/>
              </a:ext>
            </a:extLst>
          </p:cNvPr>
          <p:cNvSpPr>
            <a:spLocks/>
          </p:cNvSpPr>
          <p:nvPr/>
        </p:nvSpPr>
        <p:spPr>
          <a:xfrm>
            <a:off x="840110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75977082-FBB6-6A9F-8E1D-B3EBE0D63F69}"/>
              </a:ext>
            </a:extLst>
          </p:cNvPr>
          <p:cNvSpPr>
            <a:spLocks/>
          </p:cNvSpPr>
          <p:nvPr/>
        </p:nvSpPr>
        <p:spPr>
          <a:xfrm>
            <a:off x="846223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50F049C2-2BED-B1D3-9912-9901462471C6}"/>
              </a:ext>
            </a:extLst>
          </p:cNvPr>
          <p:cNvSpPr>
            <a:spLocks/>
          </p:cNvSpPr>
          <p:nvPr/>
        </p:nvSpPr>
        <p:spPr>
          <a:xfrm>
            <a:off x="83428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15EBC52A-A556-168E-5E5E-DC6394356C73}"/>
              </a:ext>
            </a:extLst>
          </p:cNvPr>
          <p:cNvSpPr>
            <a:spLocks/>
          </p:cNvSpPr>
          <p:nvPr/>
        </p:nvSpPr>
        <p:spPr>
          <a:xfrm>
            <a:off x="8413706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33A35273-1BA7-D192-EE8F-51353BD6B0F1}"/>
              </a:ext>
            </a:extLst>
          </p:cNvPr>
          <p:cNvSpPr>
            <a:spLocks/>
          </p:cNvSpPr>
          <p:nvPr/>
        </p:nvSpPr>
        <p:spPr>
          <a:xfrm>
            <a:off x="83496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14382081-E49F-6EB1-3993-A28F6B3E8168}"/>
              </a:ext>
            </a:extLst>
          </p:cNvPr>
          <p:cNvSpPr>
            <a:spLocks/>
          </p:cNvSpPr>
          <p:nvPr/>
        </p:nvSpPr>
        <p:spPr>
          <a:xfrm>
            <a:off x="8449134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A2051297-9C1E-7BCA-98AC-BA43859779C0}"/>
              </a:ext>
            </a:extLst>
          </p:cNvPr>
          <p:cNvSpPr>
            <a:spLocks/>
          </p:cNvSpPr>
          <p:nvPr/>
        </p:nvSpPr>
        <p:spPr>
          <a:xfrm>
            <a:off x="84166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6681E148-955F-DEE3-8CBF-0A893CEEA16A}"/>
              </a:ext>
            </a:extLst>
          </p:cNvPr>
          <p:cNvSpPr>
            <a:spLocks/>
          </p:cNvSpPr>
          <p:nvPr/>
        </p:nvSpPr>
        <p:spPr>
          <a:xfrm>
            <a:off x="84151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6A7738B0-D2E6-805F-37CA-7BD32E63B2AA}"/>
              </a:ext>
            </a:extLst>
          </p:cNvPr>
          <p:cNvSpPr>
            <a:spLocks/>
          </p:cNvSpPr>
          <p:nvPr/>
        </p:nvSpPr>
        <p:spPr>
          <a:xfrm>
            <a:off x="83723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45973B2F-C890-F993-C17C-1700613F3A6F}"/>
              </a:ext>
            </a:extLst>
          </p:cNvPr>
          <p:cNvSpPr>
            <a:spLocks/>
          </p:cNvSpPr>
          <p:nvPr/>
        </p:nvSpPr>
        <p:spPr>
          <a:xfrm>
            <a:off x="845820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9BB45C42-FB76-40A5-17BF-F5A5008FCC75}"/>
              </a:ext>
            </a:extLst>
          </p:cNvPr>
          <p:cNvSpPr>
            <a:spLocks/>
          </p:cNvSpPr>
          <p:nvPr/>
        </p:nvSpPr>
        <p:spPr>
          <a:xfrm>
            <a:off x="83616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6676D2B5-AF8E-C854-5531-E067321463EA}"/>
              </a:ext>
            </a:extLst>
          </p:cNvPr>
          <p:cNvSpPr>
            <a:spLocks/>
          </p:cNvSpPr>
          <p:nvPr/>
        </p:nvSpPr>
        <p:spPr>
          <a:xfrm>
            <a:off x="838385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CC28F96E-5B5F-1BF3-8CE8-B187AEBCDC4B}"/>
              </a:ext>
            </a:extLst>
          </p:cNvPr>
          <p:cNvSpPr>
            <a:spLocks/>
          </p:cNvSpPr>
          <p:nvPr/>
        </p:nvSpPr>
        <p:spPr>
          <a:xfrm>
            <a:off x="83933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CDCF8CB2-1ABB-3B10-4774-F9AB5915EBF7}"/>
              </a:ext>
            </a:extLst>
          </p:cNvPr>
          <p:cNvSpPr>
            <a:spLocks/>
          </p:cNvSpPr>
          <p:nvPr/>
        </p:nvSpPr>
        <p:spPr>
          <a:xfrm>
            <a:off x="83843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1E5A016D-194D-CECD-276A-1E8C33CF6557}"/>
              </a:ext>
            </a:extLst>
          </p:cNvPr>
          <p:cNvSpPr>
            <a:spLocks/>
          </p:cNvSpPr>
          <p:nvPr/>
        </p:nvSpPr>
        <p:spPr>
          <a:xfrm>
            <a:off x="8408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42884356-5E67-1FA7-94E0-2743047176D7}"/>
              </a:ext>
            </a:extLst>
          </p:cNvPr>
          <p:cNvSpPr>
            <a:spLocks/>
          </p:cNvSpPr>
          <p:nvPr/>
        </p:nvSpPr>
        <p:spPr>
          <a:xfrm>
            <a:off x="839022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C8399C5D-40BF-B4B9-7784-18BC40BC8B3E}"/>
              </a:ext>
            </a:extLst>
          </p:cNvPr>
          <p:cNvSpPr>
            <a:spLocks/>
          </p:cNvSpPr>
          <p:nvPr/>
        </p:nvSpPr>
        <p:spPr>
          <a:xfrm>
            <a:off x="8370271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7BF70BAB-C4A7-15E4-FBFB-0D202B6C28D9}"/>
              </a:ext>
            </a:extLst>
          </p:cNvPr>
          <p:cNvSpPr>
            <a:spLocks/>
          </p:cNvSpPr>
          <p:nvPr/>
        </p:nvSpPr>
        <p:spPr>
          <a:xfrm>
            <a:off x="84221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82882D49-1CEB-9BF9-87A2-4E049E3A7B14}"/>
              </a:ext>
            </a:extLst>
          </p:cNvPr>
          <p:cNvSpPr>
            <a:spLocks/>
          </p:cNvSpPr>
          <p:nvPr/>
        </p:nvSpPr>
        <p:spPr>
          <a:xfrm>
            <a:off x="84106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12528089-5FE7-9721-C4C4-C38208345AA3}"/>
              </a:ext>
            </a:extLst>
          </p:cNvPr>
          <p:cNvSpPr>
            <a:spLocks/>
          </p:cNvSpPr>
          <p:nvPr/>
        </p:nvSpPr>
        <p:spPr>
          <a:xfrm>
            <a:off x="835301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E3B07345-CA1D-5AA5-9E44-73E4B504D1DE}"/>
              </a:ext>
            </a:extLst>
          </p:cNvPr>
          <p:cNvSpPr>
            <a:spLocks/>
          </p:cNvSpPr>
          <p:nvPr/>
        </p:nvSpPr>
        <p:spPr>
          <a:xfrm>
            <a:off x="8425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53C0C4E-5DB8-F5AA-C1B2-688AFEB0E32C}"/>
              </a:ext>
            </a:extLst>
          </p:cNvPr>
          <p:cNvSpPr>
            <a:spLocks/>
          </p:cNvSpPr>
          <p:nvPr/>
        </p:nvSpPr>
        <p:spPr>
          <a:xfrm>
            <a:off x="835384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055E9851-219C-35AC-6BAC-BFCCFEBB5E39}"/>
              </a:ext>
            </a:extLst>
          </p:cNvPr>
          <p:cNvSpPr>
            <a:spLocks/>
          </p:cNvSpPr>
          <p:nvPr/>
        </p:nvSpPr>
        <p:spPr>
          <a:xfrm>
            <a:off x="845980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29A6561C-2247-DBC8-CA19-052B5D4C60AB}"/>
              </a:ext>
            </a:extLst>
          </p:cNvPr>
          <p:cNvSpPr>
            <a:spLocks/>
          </p:cNvSpPr>
          <p:nvPr/>
        </p:nvSpPr>
        <p:spPr>
          <a:xfrm>
            <a:off x="839510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EBA65C9B-6CC1-0268-7202-5077872D4D53}"/>
              </a:ext>
            </a:extLst>
          </p:cNvPr>
          <p:cNvSpPr>
            <a:spLocks/>
          </p:cNvSpPr>
          <p:nvPr/>
        </p:nvSpPr>
        <p:spPr>
          <a:xfrm>
            <a:off x="8355295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3102E159-7EFB-AC3C-D653-BCB4F7B17D27}"/>
              </a:ext>
            </a:extLst>
          </p:cNvPr>
          <p:cNvSpPr>
            <a:spLocks/>
          </p:cNvSpPr>
          <p:nvPr/>
        </p:nvSpPr>
        <p:spPr>
          <a:xfrm>
            <a:off x="843278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A7A6C462-1167-024A-EBB6-3F222CAC9201}"/>
              </a:ext>
            </a:extLst>
          </p:cNvPr>
          <p:cNvSpPr>
            <a:spLocks/>
          </p:cNvSpPr>
          <p:nvPr/>
        </p:nvSpPr>
        <p:spPr>
          <a:xfrm>
            <a:off x="84002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35FA4981-44FC-9E09-6A8F-C86FA411CC94}"/>
              </a:ext>
            </a:extLst>
          </p:cNvPr>
          <p:cNvSpPr>
            <a:spLocks/>
          </p:cNvSpPr>
          <p:nvPr/>
        </p:nvSpPr>
        <p:spPr>
          <a:xfrm>
            <a:off x="83845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F150E10-06BD-ADF0-2B17-4CF23220953B}"/>
              </a:ext>
            </a:extLst>
          </p:cNvPr>
          <p:cNvSpPr>
            <a:spLocks/>
          </p:cNvSpPr>
          <p:nvPr/>
        </p:nvSpPr>
        <p:spPr>
          <a:xfrm>
            <a:off x="8422598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69C00DD1-84D7-D31A-2FB1-16A0F1BF69C0}"/>
              </a:ext>
            </a:extLst>
          </p:cNvPr>
          <p:cNvSpPr>
            <a:spLocks/>
          </p:cNvSpPr>
          <p:nvPr/>
        </p:nvSpPr>
        <p:spPr>
          <a:xfrm>
            <a:off x="836830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78357C0D-4615-A66A-4924-5B43904584AB}"/>
              </a:ext>
            </a:extLst>
          </p:cNvPr>
          <p:cNvSpPr>
            <a:spLocks/>
          </p:cNvSpPr>
          <p:nvPr/>
        </p:nvSpPr>
        <p:spPr>
          <a:xfrm>
            <a:off x="84474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09CF5F2B-C90E-55A7-C5B7-1325DDCC74A7}"/>
              </a:ext>
            </a:extLst>
          </p:cNvPr>
          <p:cNvSpPr>
            <a:spLocks/>
          </p:cNvSpPr>
          <p:nvPr/>
        </p:nvSpPr>
        <p:spPr>
          <a:xfrm>
            <a:off x="839541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F1744093-449D-DB00-523D-D47D269B2131}"/>
              </a:ext>
            </a:extLst>
          </p:cNvPr>
          <p:cNvSpPr>
            <a:spLocks/>
          </p:cNvSpPr>
          <p:nvPr/>
        </p:nvSpPr>
        <p:spPr>
          <a:xfrm>
            <a:off x="83729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BDA65F7C-FC6E-8FDA-711E-5F23F008EFB2}"/>
              </a:ext>
            </a:extLst>
          </p:cNvPr>
          <p:cNvSpPr>
            <a:spLocks/>
          </p:cNvSpPr>
          <p:nvPr/>
        </p:nvSpPr>
        <p:spPr>
          <a:xfrm>
            <a:off x="841987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57AD9784-7EF4-AEAC-EB24-D83621D2B396}"/>
              </a:ext>
            </a:extLst>
          </p:cNvPr>
          <p:cNvSpPr>
            <a:spLocks/>
          </p:cNvSpPr>
          <p:nvPr/>
        </p:nvSpPr>
        <p:spPr>
          <a:xfrm>
            <a:off x="8353721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5F88A90-2374-202C-A483-5EC6E2BE1B69}"/>
              </a:ext>
            </a:extLst>
          </p:cNvPr>
          <p:cNvSpPr>
            <a:spLocks/>
          </p:cNvSpPr>
          <p:nvPr/>
        </p:nvSpPr>
        <p:spPr>
          <a:xfrm>
            <a:off x="8450486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230292E6-6D47-6508-F9E3-8E751E27288D}"/>
              </a:ext>
            </a:extLst>
          </p:cNvPr>
          <p:cNvSpPr>
            <a:spLocks/>
          </p:cNvSpPr>
          <p:nvPr/>
        </p:nvSpPr>
        <p:spPr>
          <a:xfrm>
            <a:off x="8449442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3D18254D-36B6-A6F2-2FF5-D3F9D2AFB83B}"/>
              </a:ext>
            </a:extLst>
          </p:cNvPr>
          <p:cNvSpPr>
            <a:spLocks/>
          </p:cNvSpPr>
          <p:nvPr/>
        </p:nvSpPr>
        <p:spPr>
          <a:xfrm>
            <a:off x="844700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7C9CCD20-1A40-FCD3-D417-3C56E6892CF7}"/>
              </a:ext>
            </a:extLst>
          </p:cNvPr>
          <p:cNvSpPr>
            <a:spLocks/>
          </p:cNvSpPr>
          <p:nvPr/>
        </p:nvSpPr>
        <p:spPr>
          <a:xfrm>
            <a:off x="84353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B012C2D9-EB00-23C0-D6FA-888BE844D76D}"/>
              </a:ext>
            </a:extLst>
          </p:cNvPr>
          <p:cNvSpPr>
            <a:spLocks/>
          </p:cNvSpPr>
          <p:nvPr/>
        </p:nvSpPr>
        <p:spPr>
          <a:xfrm>
            <a:off x="84140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6820FA71-4D9B-38C9-C66B-9DE1D090E4BE}"/>
              </a:ext>
            </a:extLst>
          </p:cNvPr>
          <p:cNvSpPr>
            <a:spLocks/>
          </p:cNvSpPr>
          <p:nvPr/>
        </p:nvSpPr>
        <p:spPr>
          <a:xfrm>
            <a:off x="8360860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4397C5DE-CD5A-D540-743F-BC55C2719E24}"/>
              </a:ext>
            </a:extLst>
          </p:cNvPr>
          <p:cNvSpPr>
            <a:spLocks/>
          </p:cNvSpPr>
          <p:nvPr/>
        </p:nvSpPr>
        <p:spPr>
          <a:xfrm>
            <a:off x="8365286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11C060FB-A328-6EFF-3DA6-0D4F871FC7CA}"/>
              </a:ext>
            </a:extLst>
          </p:cNvPr>
          <p:cNvSpPr>
            <a:spLocks/>
          </p:cNvSpPr>
          <p:nvPr/>
        </p:nvSpPr>
        <p:spPr>
          <a:xfrm>
            <a:off x="84483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BB1C1682-53C7-1666-4781-B95B7879FD69}"/>
              </a:ext>
            </a:extLst>
          </p:cNvPr>
          <p:cNvSpPr>
            <a:spLocks/>
          </p:cNvSpPr>
          <p:nvPr/>
        </p:nvSpPr>
        <p:spPr>
          <a:xfrm>
            <a:off x="838399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94B412AD-10AD-359C-4590-0B0E91A15BD1}"/>
              </a:ext>
            </a:extLst>
          </p:cNvPr>
          <p:cNvSpPr>
            <a:spLocks/>
          </p:cNvSpPr>
          <p:nvPr/>
        </p:nvSpPr>
        <p:spPr>
          <a:xfrm>
            <a:off x="844184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1B6DCE0A-08FD-4F12-E90B-DA1D195F2E45}"/>
              </a:ext>
            </a:extLst>
          </p:cNvPr>
          <p:cNvSpPr>
            <a:spLocks/>
          </p:cNvSpPr>
          <p:nvPr/>
        </p:nvSpPr>
        <p:spPr>
          <a:xfrm>
            <a:off x="83744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61840EBF-152F-621F-59DD-30AB865225B8}"/>
              </a:ext>
            </a:extLst>
          </p:cNvPr>
          <p:cNvSpPr>
            <a:spLocks/>
          </p:cNvSpPr>
          <p:nvPr/>
        </p:nvSpPr>
        <p:spPr>
          <a:xfrm>
            <a:off x="83464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96B9DEA9-882C-D14B-D328-7D3B7868D878}"/>
              </a:ext>
            </a:extLst>
          </p:cNvPr>
          <p:cNvSpPr>
            <a:spLocks/>
          </p:cNvSpPr>
          <p:nvPr/>
        </p:nvSpPr>
        <p:spPr>
          <a:xfrm>
            <a:off x="8371538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000BAA44-62D7-C4FD-CCDC-59302715BA8B}"/>
              </a:ext>
            </a:extLst>
          </p:cNvPr>
          <p:cNvSpPr>
            <a:spLocks/>
          </p:cNvSpPr>
          <p:nvPr/>
        </p:nvSpPr>
        <p:spPr>
          <a:xfrm>
            <a:off x="8432716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01A5175E-6AA6-855D-5C86-D3C67DB3F2E3}"/>
              </a:ext>
            </a:extLst>
          </p:cNvPr>
          <p:cNvSpPr>
            <a:spLocks/>
          </p:cNvSpPr>
          <p:nvPr/>
        </p:nvSpPr>
        <p:spPr>
          <a:xfrm>
            <a:off x="841262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290E531B-5A6C-A103-44CD-BFB2968B8AF3}"/>
              </a:ext>
            </a:extLst>
          </p:cNvPr>
          <p:cNvSpPr>
            <a:spLocks/>
          </p:cNvSpPr>
          <p:nvPr/>
        </p:nvSpPr>
        <p:spPr>
          <a:xfrm>
            <a:off x="8415491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ECEB1F11-04BB-196D-F3FD-E63C2AC9420D}"/>
              </a:ext>
            </a:extLst>
          </p:cNvPr>
          <p:cNvSpPr>
            <a:spLocks/>
          </p:cNvSpPr>
          <p:nvPr/>
        </p:nvSpPr>
        <p:spPr>
          <a:xfrm>
            <a:off x="84176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ACCD268F-5648-92B0-71F5-3B46EDC3465D}"/>
              </a:ext>
            </a:extLst>
          </p:cNvPr>
          <p:cNvSpPr>
            <a:spLocks/>
          </p:cNvSpPr>
          <p:nvPr/>
        </p:nvSpPr>
        <p:spPr>
          <a:xfrm>
            <a:off x="843186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EB144DDA-A4BD-8988-070D-5E1BC8F7F9F3}"/>
              </a:ext>
            </a:extLst>
          </p:cNvPr>
          <p:cNvSpPr>
            <a:spLocks/>
          </p:cNvSpPr>
          <p:nvPr/>
        </p:nvSpPr>
        <p:spPr>
          <a:xfrm>
            <a:off x="8350937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6196AC00-158C-9E4A-63A8-2C313AD37C2A}"/>
              </a:ext>
            </a:extLst>
          </p:cNvPr>
          <p:cNvSpPr>
            <a:spLocks/>
          </p:cNvSpPr>
          <p:nvPr/>
        </p:nvSpPr>
        <p:spPr>
          <a:xfrm>
            <a:off x="835113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BC469E6E-B9AD-D4DA-AAE3-C4FFCB724CC1}"/>
              </a:ext>
            </a:extLst>
          </p:cNvPr>
          <p:cNvSpPr>
            <a:spLocks/>
          </p:cNvSpPr>
          <p:nvPr/>
        </p:nvSpPr>
        <p:spPr>
          <a:xfrm>
            <a:off x="84199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73A516C-0802-3F9F-DC50-EE2E8BFC3F63}"/>
              </a:ext>
            </a:extLst>
          </p:cNvPr>
          <p:cNvSpPr>
            <a:spLocks/>
          </p:cNvSpPr>
          <p:nvPr/>
        </p:nvSpPr>
        <p:spPr>
          <a:xfrm>
            <a:off x="83520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3CC5E045-BB61-B585-6397-7BEA86B23717}"/>
              </a:ext>
            </a:extLst>
          </p:cNvPr>
          <p:cNvSpPr>
            <a:spLocks/>
          </p:cNvSpPr>
          <p:nvPr/>
        </p:nvSpPr>
        <p:spPr>
          <a:xfrm>
            <a:off x="83653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C71D338E-8F31-C923-D56A-AE862127CAC2}"/>
              </a:ext>
            </a:extLst>
          </p:cNvPr>
          <p:cNvSpPr>
            <a:spLocks/>
          </p:cNvSpPr>
          <p:nvPr/>
        </p:nvSpPr>
        <p:spPr>
          <a:xfrm>
            <a:off x="8400775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A2787AC-A405-9933-01E4-9C9E61D5A1D2}"/>
              </a:ext>
            </a:extLst>
          </p:cNvPr>
          <p:cNvSpPr>
            <a:spLocks/>
          </p:cNvSpPr>
          <p:nvPr/>
        </p:nvSpPr>
        <p:spPr>
          <a:xfrm>
            <a:off x="83462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EE2E28AE-F01E-ACDA-904C-7665DEADA81C}"/>
              </a:ext>
            </a:extLst>
          </p:cNvPr>
          <p:cNvSpPr>
            <a:spLocks/>
          </p:cNvSpPr>
          <p:nvPr/>
        </p:nvSpPr>
        <p:spPr>
          <a:xfrm>
            <a:off x="83978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821F6356-F4B2-A267-5848-FA6406B9982F}"/>
              </a:ext>
            </a:extLst>
          </p:cNvPr>
          <p:cNvSpPr>
            <a:spLocks/>
          </p:cNvSpPr>
          <p:nvPr/>
        </p:nvSpPr>
        <p:spPr>
          <a:xfrm>
            <a:off x="86244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E7E47E71-3340-5AB1-87F0-6D085EFF56B5}"/>
              </a:ext>
            </a:extLst>
          </p:cNvPr>
          <p:cNvSpPr>
            <a:spLocks/>
          </p:cNvSpPr>
          <p:nvPr/>
        </p:nvSpPr>
        <p:spPr>
          <a:xfrm>
            <a:off x="85955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21882460-CF84-C827-4B16-24449AF89291}"/>
              </a:ext>
            </a:extLst>
          </p:cNvPr>
          <p:cNvSpPr>
            <a:spLocks/>
          </p:cNvSpPr>
          <p:nvPr/>
        </p:nvSpPr>
        <p:spPr>
          <a:xfrm>
            <a:off x="8626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4C70667E-6639-21F6-6A8E-CAA0F6AA678E}"/>
              </a:ext>
            </a:extLst>
          </p:cNvPr>
          <p:cNvSpPr>
            <a:spLocks/>
          </p:cNvSpPr>
          <p:nvPr/>
        </p:nvSpPr>
        <p:spPr>
          <a:xfrm>
            <a:off x="8611783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EA91E996-DBB0-0C29-D36F-617CDFFB6496}"/>
              </a:ext>
            </a:extLst>
          </p:cNvPr>
          <p:cNvSpPr>
            <a:spLocks/>
          </p:cNvSpPr>
          <p:nvPr/>
        </p:nvSpPr>
        <p:spPr>
          <a:xfrm>
            <a:off x="8629728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E7E7C9A6-7E5B-90B9-A7B0-49223574802F}"/>
              </a:ext>
            </a:extLst>
          </p:cNvPr>
          <p:cNvSpPr>
            <a:spLocks/>
          </p:cNvSpPr>
          <p:nvPr/>
        </p:nvSpPr>
        <p:spPr>
          <a:xfrm>
            <a:off x="86866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929E85B4-786F-3768-FA5E-28AB45C9AECD}"/>
              </a:ext>
            </a:extLst>
          </p:cNvPr>
          <p:cNvSpPr>
            <a:spLocks/>
          </p:cNvSpPr>
          <p:nvPr/>
        </p:nvSpPr>
        <p:spPr>
          <a:xfrm>
            <a:off x="86547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6412089A-05A3-ECCD-BC92-C3A29A3040D6}"/>
              </a:ext>
            </a:extLst>
          </p:cNvPr>
          <p:cNvSpPr>
            <a:spLocks/>
          </p:cNvSpPr>
          <p:nvPr/>
        </p:nvSpPr>
        <p:spPr>
          <a:xfrm>
            <a:off x="85979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2F06136E-3B48-A967-CA57-572A51CC342E}"/>
              </a:ext>
            </a:extLst>
          </p:cNvPr>
          <p:cNvSpPr>
            <a:spLocks/>
          </p:cNvSpPr>
          <p:nvPr/>
        </p:nvSpPr>
        <p:spPr>
          <a:xfrm>
            <a:off x="8649762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0CABA161-1369-2E4A-9737-A0D99E63BEB8}"/>
              </a:ext>
            </a:extLst>
          </p:cNvPr>
          <p:cNvSpPr>
            <a:spLocks/>
          </p:cNvSpPr>
          <p:nvPr/>
        </p:nvSpPr>
        <p:spPr>
          <a:xfrm>
            <a:off x="86087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A3A60E1B-4E2B-D97B-E80A-24A1B5FFA461}"/>
              </a:ext>
            </a:extLst>
          </p:cNvPr>
          <p:cNvSpPr>
            <a:spLocks/>
          </p:cNvSpPr>
          <p:nvPr/>
        </p:nvSpPr>
        <p:spPr>
          <a:xfrm>
            <a:off x="863079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30E89381-2F8A-EA4A-6822-B0D1BB7E3491}"/>
              </a:ext>
            </a:extLst>
          </p:cNvPr>
          <p:cNvSpPr>
            <a:spLocks/>
          </p:cNvSpPr>
          <p:nvPr/>
        </p:nvSpPr>
        <p:spPr>
          <a:xfrm>
            <a:off x="86054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5D545439-175F-9075-0E37-66288981A7F9}"/>
              </a:ext>
            </a:extLst>
          </p:cNvPr>
          <p:cNvSpPr>
            <a:spLocks/>
          </p:cNvSpPr>
          <p:nvPr/>
        </p:nvSpPr>
        <p:spPr>
          <a:xfrm>
            <a:off x="869674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F57E5871-A8B2-291E-2590-951423DDEFBF}"/>
              </a:ext>
            </a:extLst>
          </p:cNvPr>
          <p:cNvSpPr>
            <a:spLocks/>
          </p:cNvSpPr>
          <p:nvPr/>
        </p:nvSpPr>
        <p:spPr>
          <a:xfrm>
            <a:off x="86118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9FD4755D-D40A-6AFA-39F2-B1DB67AB83F0}"/>
              </a:ext>
            </a:extLst>
          </p:cNvPr>
          <p:cNvSpPr>
            <a:spLocks/>
          </p:cNvSpPr>
          <p:nvPr/>
        </p:nvSpPr>
        <p:spPr>
          <a:xfrm>
            <a:off x="861496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5517DFB3-FDBF-741B-D1F4-6FB3AB138B56}"/>
              </a:ext>
            </a:extLst>
          </p:cNvPr>
          <p:cNvSpPr>
            <a:spLocks/>
          </p:cNvSpPr>
          <p:nvPr/>
        </p:nvSpPr>
        <p:spPr>
          <a:xfrm>
            <a:off x="86469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F797D6BA-5D60-F68C-B075-390EF4760983}"/>
              </a:ext>
            </a:extLst>
          </p:cNvPr>
          <p:cNvSpPr>
            <a:spLocks/>
          </p:cNvSpPr>
          <p:nvPr/>
        </p:nvSpPr>
        <p:spPr>
          <a:xfrm>
            <a:off x="867787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DA1CA1EE-F267-566C-B118-33190C6311AB}"/>
              </a:ext>
            </a:extLst>
          </p:cNvPr>
          <p:cNvSpPr>
            <a:spLocks/>
          </p:cNvSpPr>
          <p:nvPr/>
        </p:nvSpPr>
        <p:spPr>
          <a:xfrm>
            <a:off x="8682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46E6C2F1-DB50-98DE-7225-9759F0375A56}"/>
              </a:ext>
            </a:extLst>
          </p:cNvPr>
          <p:cNvSpPr>
            <a:spLocks/>
          </p:cNvSpPr>
          <p:nvPr/>
        </p:nvSpPr>
        <p:spPr>
          <a:xfrm>
            <a:off x="861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8A37E348-B8FC-A9AA-B1D6-FDCF7CBF207E}"/>
              </a:ext>
            </a:extLst>
          </p:cNvPr>
          <p:cNvSpPr>
            <a:spLocks/>
          </p:cNvSpPr>
          <p:nvPr/>
        </p:nvSpPr>
        <p:spPr>
          <a:xfrm>
            <a:off x="85978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DC04E07C-6E7F-DBF3-F45F-E43CCCF05385}"/>
              </a:ext>
            </a:extLst>
          </p:cNvPr>
          <p:cNvSpPr>
            <a:spLocks/>
          </p:cNvSpPr>
          <p:nvPr/>
        </p:nvSpPr>
        <p:spPr>
          <a:xfrm>
            <a:off x="8663336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1608E1D1-BC45-672C-A29F-5D2397E8DE0C}"/>
              </a:ext>
            </a:extLst>
          </p:cNvPr>
          <p:cNvSpPr>
            <a:spLocks/>
          </p:cNvSpPr>
          <p:nvPr/>
        </p:nvSpPr>
        <p:spPr>
          <a:xfrm>
            <a:off x="86547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ADC85143-3A00-FAC3-4F32-0340232E5641}"/>
              </a:ext>
            </a:extLst>
          </p:cNvPr>
          <p:cNvSpPr>
            <a:spLocks/>
          </p:cNvSpPr>
          <p:nvPr/>
        </p:nvSpPr>
        <p:spPr>
          <a:xfrm>
            <a:off x="869961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0F9DC650-4328-697F-F2BE-F74981901967}"/>
              </a:ext>
            </a:extLst>
          </p:cNvPr>
          <p:cNvSpPr>
            <a:spLocks/>
          </p:cNvSpPr>
          <p:nvPr/>
        </p:nvSpPr>
        <p:spPr>
          <a:xfrm>
            <a:off x="8645160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9E44E90E-D56C-9BFC-157E-8E90C55021FE}"/>
              </a:ext>
            </a:extLst>
          </p:cNvPr>
          <p:cNvSpPr>
            <a:spLocks/>
          </p:cNvSpPr>
          <p:nvPr/>
        </p:nvSpPr>
        <p:spPr>
          <a:xfrm>
            <a:off x="8715523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87E82FFB-4C4A-9F82-7203-4AE21C56C3AB}"/>
              </a:ext>
            </a:extLst>
          </p:cNvPr>
          <p:cNvSpPr>
            <a:spLocks/>
          </p:cNvSpPr>
          <p:nvPr/>
        </p:nvSpPr>
        <p:spPr>
          <a:xfrm>
            <a:off x="865036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8B54FED0-831B-2EEB-8BAB-37966F588E2B}"/>
              </a:ext>
            </a:extLst>
          </p:cNvPr>
          <p:cNvSpPr>
            <a:spLocks/>
          </p:cNvSpPr>
          <p:nvPr/>
        </p:nvSpPr>
        <p:spPr>
          <a:xfrm>
            <a:off x="863428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196FB425-ADF7-412E-242C-606508912782}"/>
              </a:ext>
            </a:extLst>
          </p:cNvPr>
          <p:cNvSpPr>
            <a:spLocks/>
          </p:cNvSpPr>
          <p:nvPr/>
        </p:nvSpPr>
        <p:spPr>
          <a:xfrm>
            <a:off x="8678000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D4D3F4BF-0F02-577F-C78A-71D36901CAFB}"/>
              </a:ext>
            </a:extLst>
          </p:cNvPr>
          <p:cNvSpPr>
            <a:spLocks/>
          </p:cNvSpPr>
          <p:nvPr/>
        </p:nvSpPr>
        <p:spPr>
          <a:xfrm>
            <a:off x="861366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49040AB2-12BB-1089-A1BC-0DEE499964BD}"/>
              </a:ext>
            </a:extLst>
          </p:cNvPr>
          <p:cNvSpPr>
            <a:spLocks/>
          </p:cNvSpPr>
          <p:nvPr/>
        </p:nvSpPr>
        <p:spPr>
          <a:xfrm>
            <a:off x="86901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5CDB456-DBFB-9A9D-7761-485421C2A0BF}"/>
              </a:ext>
            </a:extLst>
          </p:cNvPr>
          <p:cNvSpPr>
            <a:spLocks/>
          </p:cNvSpPr>
          <p:nvPr/>
        </p:nvSpPr>
        <p:spPr>
          <a:xfrm>
            <a:off x="86626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57DAD542-BC30-9FDC-EAFE-CB4F9214DD20}"/>
              </a:ext>
            </a:extLst>
          </p:cNvPr>
          <p:cNvSpPr>
            <a:spLocks/>
          </p:cNvSpPr>
          <p:nvPr/>
        </p:nvSpPr>
        <p:spPr>
          <a:xfrm>
            <a:off x="8655385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A466D613-DABA-85EA-1E9E-F58A67615CF2}"/>
              </a:ext>
            </a:extLst>
          </p:cNvPr>
          <p:cNvSpPr>
            <a:spLocks/>
          </p:cNvSpPr>
          <p:nvPr/>
        </p:nvSpPr>
        <p:spPr>
          <a:xfrm>
            <a:off x="866953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665B0F62-A158-7525-1C31-83D75639C811}"/>
              </a:ext>
            </a:extLst>
          </p:cNvPr>
          <p:cNvSpPr>
            <a:spLocks/>
          </p:cNvSpPr>
          <p:nvPr/>
        </p:nvSpPr>
        <p:spPr>
          <a:xfrm>
            <a:off x="86964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97DB7C75-B19B-9AE6-7042-CD1A0AD81D50}"/>
              </a:ext>
            </a:extLst>
          </p:cNvPr>
          <p:cNvSpPr>
            <a:spLocks/>
          </p:cNvSpPr>
          <p:nvPr/>
        </p:nvSpPr>
        <p:spPr>
          <a:xfrm>
            <a:off x="86355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8E6FDAFC-19E6-2CB1-9E1D-6F38A1DB0866}"/>
              </a:ext>
            </a:extLst>
          </p:cNvPr>
          <p:cNvSpPr>
            <a:spLocks/>
          </p:cNvSpPr>
          <p:nvPr/>
        </p:nvSpPr>
        <p:spPr>
          <a:xfrm>
            <a:off x="86228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7EF56E9B-B56D-E32C-D4BB-C1F60CA33458}"/>
              </a:ext>
            </a:extLst>
          </p:cNvPr>
          <p:cNvSpPr>
            <a:spLocks/>
          </p:cNvSpPr>
          <p:nvPr/>
        </p:nvSpPr>
        <p:spPr>
          <a:xfrm>
            <a:off x="8686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B05FBF00-D4B6-2647-7F94-AA8037AED211}"/>
              </a:ext>
            </a:extLst>
          </p:cNvPr>
          <p:cNvSpPr>
            <a:spLocks/>
          </p:cNvSpPr>
          <p:nvPr/>
        </p:nvSpPr>
        <p:spPr>
          <a:xfrm>
            <a:off x="8659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4F6276AE-1050-296F-B2CA-E16EC6830E69}"/>
              </a:ext>
            </a:extLst>
          </p:cNvPr>
          <p:cNvSpPr>
            <a:spLocks/>
          </p:cNvSpPr>
          <p:nvPr/>
        </p:nvSpPr>
        <p:spPr>
          <a:xfrm>
            <a:off x="86680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251980D2-4BB4-6496-34D5-1AE390BA8751}"/>
              </a:ext>
            </a:extLst>
          </p:cNvPr>
          <p:cNvSpPr>
            <a:spLocks/>
          </p:cNvSpPr>
          <p:nvPr/>
        </p:nvSpPr>
        <p:spPr>
          <a:xfrm>
            <a:off x="8594472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6D376F4D-20AC-324E-CE19-760062741C77}"/>
              </a:ext>
            </a:extLst>
          </p:cNvPr>
          <p:cNvSpPr>
            <a:spLocks/>
          </p:cNvSpPr>
          <p:nvPr/>
        </p:nvSpPr>
        <p:spPr>
          <a:xfrm>
            <a:off x="86744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39D19283-C0F0-58FB-FAA8-C87D0D8E7029}"/>
              </a:ext>
            </a:extLst>
          </p:cNvPr>
          <p:cNvSpPr>
            <a:spLocks/>
          </p:cNvSpPr>
          <p:nvPr/>
        </p:nvSpPr>
        <p:spPr>
          <a:xfrm>
            <a:off x="869304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9F515C8E-9EE5-57B0-910F-6C7D1CECD40D}"/>
              </a:ext>
            </a:extLst>
          </p:cNvPr>
          <p:cNvSpPr>
            <a:spLocks/>
          </p:cNvSpPr>
          <p:nvPr/>
        </p:nvSpPr>
        <p:spPr>
          <a:xfrm>
            <a:off x="86016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3A4B9516-7196-06BE-59CD-8AE6B0771B13}"/>
              </a:ext>
            </a:extLst>
          </p:cNvPr>
          <p:cNvSpPr>
            <a:spLocks/>
          </p:cNvSpPr>
          <p:nvPr/>
        </p:nvSpPr>
        <p:spPr>
          <a:xfrm>
            <a:off x="86357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43843008-3AFE-C04E-0A5A-50D01D988161}"/>
              </a:ext>
            </a:extLst>
          </p:cNvPr>
          <p:cNvSpPr>
            <a:spLocks/>
          </p:cNvSpPr>
          <p:nvPr/>
        </p:nvSpPr>
        <p:spPr>
          <a:xfrm>
            <a:off x="8700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49318967-3622-016F-0A0D-16934EE2E102}"/>
              </a:ext>
            </a:extLst>
          </p:cNvPr>
          <p:cNvSpPr>
            <a:spLocks/>
          </p:cNvSpPr>
          <p:nvPr/>
        </p:nvSpPr>
        <p:spPr>
          <a:xfrm>
            <a:off x="8607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921BCC18-59A1-79E8-DF76-23DFBD7EB4D2}"/>
              </a:ext>
            </a:extLst>
          </p:cNvPr>
          <p:cNvSpPr>
            <a:spLocks/>
          </p:cNvSpPr>
          <p:nvPr/>
        </p:nvSpPr>
        <p:spPr>
          <a:xfrm>
            <a:off x="864066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907A132F-ADAF-BF40-C65B-E4ECE9458F13}"/>
              </a:ext>
            </a:extLst>
          </p:cNvPr>
          <p:cNvSpPr>
            <a:spLocks/>
          </p:cNvSpPr>
          <p:nvPr/>
        </p:nvSpPr>
        <p:spPr>
          <a:xfrm>
            <a:off x="8647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D573179E-55F1-B17A-8327-0065F667DBAD}"/>
              </a:ext>
            </a:extLst>
          </p:cNvPr>
          <p:cNvSpPr>
            <a:spLocks/>
          </p:cNvSpPr>
          <p:nvPr/>
        </p:nvSpPr>
        <p:spPr>
          <a:xfrm>
            <a:off x="86624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7D583CAF-480E-F542-AA40-7F6C2F55CBEE}"/>
              </a:ext>
            </a:extLst>
          </p:cNvPr>
          <p:cNvSpPr>
            <a:spLocks/>
          </p:cNvSpPr>
          <p:nvPr/>
        </p:nvSpPr>
        <p:spPr>
          <a:xfrm>
            <a:off x="866063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051E83C4-F5B6-3AA8-21FD-94AE45D37B25}"/>
              </a:ext>
            </a:extLst>
          </p:cNvPr>
          <p:cNvSpPr>
            <a:spLocks/>
          </p:cNvSpPr>
          <p:nvPr/>
        </p:nvSpPr>
        <p:spPr>
          <a:xfrm>
            <a:off x="867291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78109438-1E59-9A57-F7B3-D909F8D2FD93}"/>
              </a:ext>
            </a:extLst>
          </p:cNvPr>
          <p:cNvSpPr>
            <a:spLocks/>
          </p:cNvSpPr>
          <p:nvPr/>
        </p:nvSpPr>
        <p:spPr>
          <a:xfrm>
            <a:off x="87056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013E8D-0522-878B-3C14-EDCF971E7A69}"/>
              </a:ext>
            </a:extLst>
          </p:cNvPr>
          <p:cNvSpPr>
            <a:spLocks/>
          </p:cNvSpPr>
          <p:nvPr/>
        </p:nvSpPr>
        <p:spPr>
          <a:xfrm>
            <a:off x="86636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B114EB8F-C1EC-DE2C-A06E-6B34610E9B1F}"/>
              </a:ext>
            </a:extLst>
          </p:cNvPr>
          <p:cNvSpPr>
            <a:spLocks/>
          </p:cNvSpPr>
          <p:nvPr/>
        </p:nvSpPr>
        <p:spPr>
          <a:xfrm>
            <a:off x="8623502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56F0D316-A812-6980-E9D1-E10137895D10}"/>
              </a:ext>
            </a:extLst>
          </p:cNvPr>
          <p:cNvSpPr>
            <a:spLocks/>
          </p:cNvSpPr>
          <p:nvPr/>
        </p:nvSpPr>
        <p:spPr>
          <a:xfrm>
            <a:off x="8708380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558FB50E-898C-F51B-D116-E3FE3F8C8290}"/>
              </a:ext>
            </a:extLst>
          </p:cNvPr>
          <p:cNvSpPr>
            <a:spLocks/>
          </p:cNvSpPr>
          <p:nvPr/>
        </p:nvSpPr>
        <p:spPr>
          <a:xfrm>
            <a:off x="865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2A027ED7-746B-BEB5-E33D-9C063DFA261B}"/>
              </a:ext>
            </a:extLst>
          </p:cNvPr>
          <p:cNvSpPr>
            <a:spLocks/>
          </p:cNvSpPr>
          <p:nvPr/>
        </p:nvSpPr>
        <p:spPr>
          <a:xfrm>
            <a:off x="8684479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0FE29C3F-12E9-23A1-F29D-EB7091B1EBF7}"/>
              </a:ext>
            </a:extLst>
          </p:cNvPr>
          <p:cNvSpPr>
            <a:spLocks/>
          </p:cNvSpPr>
          <p:nvPr/>
        </p:nvSpPr>
        <p:spPr>
          <a:xfrm>
            <a:off x="86290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4853447E-88D4-F70F-4056-55466833C8F1}"/>
              </a:ext>
            </a:extLst>
          </p:cNvPr>
          <p:cNvSpPr>
            <a:spLocks/>
          </p:cNvSpPr>
          <p:nvPr/>
        </p:nvSpPr>
        <p:spPr>
          <a:xfrm>
            <a:off x="8644404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996A031F-D180-37BF-CBEA-6095BB51DC57}"/>
              </a:ext>
            </a:extLst>
          </p:cNvPr>
          <p:cNvSpPr>
            <a:spLocks/>
          </p:cNvSpPr>
          <p:nvPr/>
        </p:nvSpPr>
        <p:spPr>
          <a:xfrm>
            <a:off x="867357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B33E2D5B-3CB3-FFAE-D790-EB4690A5E704}"/>
              </a:ext>
            </a:extLst>
          </p:cNvPr>
          <p:cNvSpPr>
            <a:spLocks/>
          </p:cNvSpPr>
          <p:nvPr/>
        </p:nvSpPr>
        <p:spPr>
          <a:xfrm>
            <a:off x="86673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5F72E47F-52E8-32F9-B031-FDFAEF9CDE64}"/>
              </a:ext>
            </a:extLst>
          </p:cNvPr>
          <p:cNvSpPr>
            <a:spLocks/>
          </p:cNvSpPr>
          <p:nvPr/>
        </p:nvSpPr>
        <p:spPr>
          <a:xfrm>
            <a:off x="86456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419CA515-8DDD-0FCD-1393-CD208326ED6A}"/>
              </a:ext>
            </a:extLst>
          </p:cNvPr>
          <p:cNvSpPr>
            <a:spLocks/>
          </p:cNvSpPr>
          <p:nvPr/>
        </p:nvSpPr>
        <p:spPr>
          <a:xfrm>
            <a:off x="86346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5CD1022C-BD59-CED3-EEE9-006C5364DE23}"/>
              </a:ext>
            </a:extLst>
          </p:cNvPr>
          <p:cNvSpPr>
            <a:spLocks/>
          </p:cNvSpPr>
          <p:nvPr/>
        </p:nvSpPr>
        <p:spPr>
          <a:xfrm>
            <a:off x="86830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C76B36E-1D57-CC55-B61A-772CB82BABD0}"/>
              </a:ext>
            </a:extLst>
          </p:cNvPr>
          <p:cNvSpPr>
            <a:spLocks/>
          </p:cNvSpPr>
          <p:nvPr/>
        </p:nvSpPr>
        <p:spPr>
          <a:xfrm>
            <a:off x="8603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2494BDA2-1ABC-051C-CD9D-4E9A02225B9D}"/>
              </a:ext>
            </a:extLst>
          </p:cNvPr>
          <p:cNvSpPr>
            <a:spLocks/>
          </p:cNvSpPr>
          <p:nvPr/>
        </p:nvSpPr>
        <p:spPr>
          <a:xfrm>
            <a:off x="867347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68797508-F148-35E0-DF9D-DFA4E41E3F8C}"/>
              </a:ext>
            </a:extLst>
          </p:cNvPr>
          <p:cNvSpPr>
            <a:spLocks/>
          </p:cNvSpPr>
          <p:nvPr/>
        </p:nvSpPr>
        <p:spPr>
          <a:xfrm>
            <a:off x="8621071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4ED6B5EF-AC49-83CD-AD55-88578E9EF903}"/>
              </a:ext>
            </a:extLst>
          </p:cNvPr>
          <p:cNvSpPr>
            <a:spLocks/>
          </p:cNvSpPr>
          <p:nvPr/>
        </p:nvSpPr>
        <p:spPr>
          <a:xfrm>
            <a:off x="869274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503AAA75-663A-750B-3BF5-7C8C84AE89E1}"/>
              </a:ext>
            </a:extLst>
          </p:cNvPr>
          <p:cNvSpPr>
            <a:spLocks/>
          </p:cNvSpPr>
          <p:nvPr/>
        </p:nvSpPr>
        <p:spPr>
          <a:xfrm>
            <a:off x="86864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61ABE27E-0490-9987-EA04-56E8AF3CFE48}"/>
              </a:ext>
            </a:extLst>
          </p:cNvPr>
          <p:cNvSpPr>
            <a:spLocks/>
          </p:cNvSpPr>
          <p:nvPr/>
        </p:nvSpPr>
        <p:spPr>
          <a:xfrm>
            <a:off x="8710404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DE4D7AC7-CAFB-1BB1-1DDF-2F45350C9D24}"/>
              </a:ext>
            </a:extLst>
          </p:cNvPr>
          <p:cNvSpPr>
            <a:spLocks/>
          </p:cNvSpPr>
          <p:nvPr/>
        </p:nvSpPr>
        <p:spPr>
          <a:xfrm>
            <a:off x="86438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D03CEBAF-7033-4EC8-E642-D0534DE3648F}"/>
              </a:ext>
            </a:extLst>
          </p:cNvPr>
          <p:cNvSpPr>
            <a:spLocks/>
          </p:cNvSpPr>
          <p:nvPr/>
        </p:nvSpPr>
        <p:spPr>
          <a:xfrm>
            <a:off x="865974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A5B675DA-CC7F-C4F1-E68C-120F5E38DAB2}"/>
              </a:ext>
            </a:extLst>
          </p:cNvPr>
          <p:cNvSpPr>
            <a:spLocks/>
          </p:cNvSpPr>
          <p:nvPr/>
        </p:nvSpPr>
        <p:spPr>
          <a:xfrm>
            <a:off x="8678230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40EE6951-F3E6-4D26-569A-DDD8A51CE4E0}"/>
              </a:ext>
            </a:extLst>
          </p:cNvPr>
          <p:cNvSpPr>
            <a:spLocks/>
          </p:cNvSpPr>
          <p:nvPr/>
        </p:nvSpPr>
        <p:spPr>
          <a:xfrm>
            <a:off x="868596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AE15AB1C-FE30-5DD1-2F15-652F0D07C029}"/>
              </a:ext>
            </a:extLst>
          </p:cNvPr>
          <p:cNvSpPr>
            <a:spLocks/>
          </p:cNvSpPr>
          <p:nvPr/>
        </p:nvSpPr>
        <p:spPr>
          <a:xfrm>
            <a:off x="862237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54780B24-C3CC-6ADD-18DA-3561A850EB0B}"/>
              </a:ext>
            </a:extLst>
          </p:cNvPr>
          <p:cNvSpPr>
            <a:spLocks/>
          </p:cNvSpPr>
          <p:nvPr/>
        </p:nvSpPr>
        <p:spPr>
          <a:xfrm>
            <a:off x="86491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5D15F954-6121-8427-E299-0AC027E3FFA8}"/>
              </a:ext>
            </a:extLst>
          </p:cNvPr>
          <p:cNvSpPr>
            <a:spLocks/>
          </p:cNvSpPr>
          <p:nvPr/>
        </p:nvSpPr>
        <p:spPr>
          <a:xfrm>
            <a:off x="8639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963C2226-D345-40F8-6938-E23E841F2F9E}"/>
              </a:ext>
            </a:extLst>
          </p:cNvPr>
          <p:cNvSpPr>
            <a:spLocks/>
          </p:cNvSpPr>
          <p:nvPr/>
        </p:nvSpPr>
        <p:spPr>
          <a:xfrm>
            <a:off x="860658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F484249B-D377-673E-9342-7E36FF0171C9}"/>
              </a:ext>
            </a:extLst>
          </p:cNvPr>
          <p:cNvSpPr>
            <a:spLocks/>
          </p:cNvSpPr>
          <p:nvPr/>
        </p:nvSpPr>
        <p:spPr>
          <a:xfrm>
            <a:off x="86076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AEFAF883-8759-3A1C-13C5-859F946B3C61}"/>
              </a:ext>
            </a:extLst>
          </p:cNvPr>
          <p:cNvSpPr>
            <a:spLocks/>
          </p:cNvSpPr>
          <p:nvPr/>
        </p:nvSpPr>
        <p:spPr>
          <a:xfrm>
            <a:off x="8637365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C8954D11-30FC-866A-6601-B1DFD41789F1}"/>
              </a:ext>
            </a:extLst>
          </p:cNvPr>
          <p:cNvSpPr>
            <a:spLocks/>
          </p:cNvSpPr>
          <p:nvPr/>
        </p:nvSpPr>
        <p:spPr>
          <a:xfrm>
            <a:off x="87063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7FCD6523-0867-C9CF-A0E2-003F0D6C28E7}"/>
              </a:ext>
            </a:extLst>
          </p:cNvPr>
          <p:cNvSpPr>
            <a:spLocks/>
          </p:cNvSpPr>
          <p:nvPr/>
        </p:nvSpPr>
        <p:spPr>
          <a:xfrm>
            <a:off x="8625799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D7C6352D-637D-1E7C-6C01-AB6D13F8B4C0}"/>
              </a:ext>
            </a:extLst>
          </p:cNvPr>
          <p:cNvSpPr>
            <a:spLocks/>
          </p:cNvSpPr>
          <p:nvPr/>
        </p:nvSpPr>
        <p:spPr>
          <a:xfrm>
            <a:off x="8705795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DBFF1025-19D8-10AB-8E7A-E9029DFF3325}"/>
              </a:ext>
            </a:extLst>
          </p:cNvPr>
          <p:cNvSpPr>
            <a:spLocks/>
          </p:cNvSpPr>
          <p:nvPr/>
        </p:nvSpPr>
        <p:spPr>
          <a:xfrm>
            <a:off x="8611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094511E9-F91A-4BD5-1E3F-C7C4F0F0AEED}"/>
              </a:ext>
            </a:extLst>
          </p:cNvPr>
          <p:cNvSpPr>
            <a:spLocks/>
          </p:cNvSpPr>
          <p:nvPr/>
        </p:nvSpPr>
        <p:spPr>
          <a:xfrm>
            <a:off x="86958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D7EEC101-28E4-B9FE-D48A-AC73208BDDF7}"/>
              </a:ext>
            </a:extLst>
          </p:cNvPr>
          <p:cNvSpPr>
            <a:spLocks/>
          </p:cNvSpPr>
          <p:nvPr/>
        </p:nvSpPr>
        <p:spPr>
          <a:xfrm>
            <a:off x="8637256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3F066A1F-6130-B1A0-2DB5-69BCFDF68109}"/>
              </a:ext>
            </a:extLst>
          </p:cNvPr>
          <p:cNvSpPr>
            <a:spLocks/>
          </p:cNvSpPr>
          <p:nvPr/>
        </p:nvSpPr>
        <p:spPr>
          <a:xfrm>
            <a:off x="864129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AEF581DB-4C75-F56F-39E7-84F1ADDE598C}"/>
              </a:ext>
            </a:extLst>
          </p:cNvPr>
          <p:cNvSpPr>
            <a:spLocks/>
          </p:cNvSpPr>
          <p:nvPr/>
        </p:nvSpPr>
        <p:spPr>
          <a:xfrm>
            <a:off x="860410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B2AE0CA2-897F-5B74-3CED-6AB747E2572A}"/>
              </a:ext>
            </a:extLst>
          </p:cNvPr>
          <p:cNvSpPr>
            <a:spLocks/>
          </p:cNvSpPr>
          <p:nvPr/>
        </p:nvSpPr>
        <p:spPr>
          <a:xfrm>
            <a:off x="865846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2AAD6D22-328B-FF57-8F76-FE6BF4DA82B9}"/>
              </a:ext>
            </a:extLst>
          </p:cNvPr>
          <p:cNvSpPr>
            <a:spLocks/>
          </p:cNvSpPr>
          <p:nvPr/>
        </p:nvSpPr>
        <p:spPr>
          <a:xfrm>
            <a:off x="86634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CAEA79B6-FBD2-9D00-ACD0-AF675EF33B5B}"/>
              </a:ext>
            </a:extLst>
          </p:cNvPr>
          <p:cNvSpPr>
            <a:spLocks/>
          </p:cNvSpPr>
          <p:nvPr/>
        </p:nvSpPr>
        <p:spPr>
          <a:xfrm>
            <a:off x="867974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14B44D56-3100-1713-0A47-2522FFA303CD}"/>
              </a:ext>
            </a:extLst>
          </p:cNvPr>
          <p:cNvSpPr>
            <a:spLocks/>
          </p:cNvSpPr>
          <p:nvPr/>
        </p:nvSpPr>
        <p:spPr>
          <a:xfrm>
            <a:off x="865813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4274CF10-BE0D-573A-C252-E81CA89EB936}"/>
              </a:ext>
            </a:extLst>
          </p:cNvPr>
          <p:cNvSpPr>
            <a:spLocks/>
          </p:cNvSpPr>
          <p:nvPr/>
        </p:nvSpPr>
        <p:spPr>
          <a:xfrm>
            <a:off x="869291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32CB20EE-2865-A958-2FD9-CDF72EB396E9}"/>
              </a:ext>
            </a:extLst>
          </p:cNvPr>
          <p:cNvSpPr>
            <a:spLocks/>
          </p:cNvSpPr>
          <p:nvPr/>
        </p:nvSpPr>
        <p:spPr>
          <a:xfrm>
            <a:off x="86732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B7B01AB2-C7BE-AFD6-3A7C-BFF381AFF356}"/>
              </a:ext>
            </a:extLst>
          </p:cNvPr>
          <p:cNvSpPr>
            <a:spLocks/>
          </p:cNvSpPr>
          <p:nvPr/>
        </p:nvSpPr>
        <p:spPr>
          <a:xfrm>
            <a:off x="86391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590AD293-AA82-77AC-1AE3-7DBBCB600023}"/>
              </a:ext>
            </a:extLst>
          </p:cNvPr>
          <p:cNvSpPr>
            <a:spLocks/>
          </p:cNvSpPr>
          <p:nvPr/>
        </p:nvSpPr>
        <p:spPr>
          <a:xfrm>
            <a:off x="863861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C871A49E-53CE-1766-7F62-CB8E3FC8CB43}"/>
              </a:ext>
            </a:extLst>
          </p:cNvPr>
          <p:cNvSpPr>
            <a:spLocks/>
          </p:cNvSpPr>
          <p:nvPr/>
        </p:nvSpPr>
        <p:spPr>
          <a:xfrm>
            <a:off x="86558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30240C5A-310A-5715-A4A1-4B450F673DB4}"/>
              </a:ext>
            </a:extLst>
          </p:cNvPr>
          <p:cNvSpPr>
            <a:spLocks/>
          </p:cNvSpPr>
          <p:nvPr/>
        </p:nvSpPr>
        <p:spPr>
          <a:xfrm>
            <a:off x="86704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1A16D9A8-809D-5146-3DCB-EF4029292D52}"/>
              </a:ext>
            </a:extLst>
          </p:cNvPr>
          <p:cNvSpPr>
            <a:spLocks/>
          </p:cNvSpPr>
          <p:nvPr/>
        </p:nvSpPr>
        <p:spPr>
          <a:xfrm>
            <a:off x="8620162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B529C85-1507-1B86-9794-CE5B5DBDBEC1}"/>
              </a:ext>
            </a:extLst>
          </p:cNvPr>
          <p:cNvSpPr>
            <a:spLocks/>
          </p:cNvSpPr>
          <p:nvPr/>
        </p:nvSpPr>
        <p:spPr>
          <a:xfrm>
            <a:off x="8664770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A2EC581F-36F1-4761-9609-DD577A510D5D}"/>
              </a:ext>
            </a:extLst>
          </p:cNvPr>
          <p:cNvSpPr>
            <a:spLocks/>
          </p:cNvSpPr>
          <p:nvPr/>
        </p:nvSpPr>
        <p:spPr>
          <a:xfrm>
            <a:off x="868361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3A3B2CE4-55C1-F77F-3799-3678F318C3A4}"/>
              </a:ext>
            </a:extLst>
          </p:cNvPr>
          <p:cNvSpPr>
            <a:spLocks/>
          </p:cNvSpPr>
          <p:nvPr/>
        </p:nvSpPr>
        <p:spPr>
          <a:xfrm>
            <a:off x="86120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1E059D00-33C5-04CE-C9E0-3CC4D3F364C2}"/>
              </a:ext>
            </a:extLst>
          </p:cNvPr>
          <p:cNvSpPr>
            <a:spLocks/>
          </p:cNvSpPr>
          <p:nvPr/>
        </p:nvSpPr>
        <p:spPr>
          <a:xfrm>
            <a:off x="870425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E642EDEE-7A7C-6366-7462-51AFF416E659}"/>
              </a:ext>
            </a:extLst>
          </p:cNvPr>
          <p:cNvSpPr>
            <a:spLocks/>
          </p:cNvSpPr>
          <p:nvPr/>
        </p:nvSpPr>
        <p:spPr>
          <a:xfrm>
            <a:off x="865967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94E9BD54-897D-5751-3422-D0D201F1ECD5}"/>
              </a:ext>
            </a:extLst>
          </p:cNvPr>
          <p:cNvSpPr>
            <a:spLocks/>
          </p:cNvSpPr>
          <p:nvPr/>
        </p:nvSpPr>
        <p:spPr>
          <a:xfrm>
            <a:off x="8690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5104E710-AD35-8E4E-BC00-F71212C767F5}"/>
              </a:ext>
            </a:extLst>
          </p:cNvPr>
          <p:cNvSpPr>
            <a:spLocks/>
          </p:cNvSpPr>
          <p:nvPr/>
        </p:nvSpPr>
        <p:spPr>
          <a:xfrm>
            <a:off x="8639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340985A4-9B68-2E73-4490-60BCF2EE3109}"/>
              </a:ext>
            </a:extLst>
          </p:cNvPr>
          <p:cNvSpPr>
            <a:spLocks/>
          </p:cNvSpPr>
          <p:nvPr/>
        </p:nvSpPr>
        <p:spPr>
          <a:xfrm>
            <a:off x="86851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5767886F-1FDC-6E94-7D40-4A4E695F3F3B}"/>
              </a:ext>
            </a:extLst>
          </p:cNvPr>
          <p:cNvSpPr>
            <a:spLocks/>
          </p:cNvSpPr>
          <p:nvPr/>
        </p:nvSpPr>
        <p:spPr>
          <a:xfrm>
            <a:off x="8605934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1F7FD4C5-59E8-A700-3186-6CDE6168A510}"/>
              </a:ext>
            </a:extLst>
          </p:cNvPr>
          <p:cNvSpPr>
            <a:spLocks/>
          </p:cNvSpPr>
          <p:nvPr/>
        </p:nvSpPr>
        <p:spPr>
          <a:xfrm>
            <a:off x="8596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729DC675-74D7-4728-33DD-60D142F59D6B}"/>
              </a:ext>
            </a:extLst>
          </p:cNvPr>
          <p:cNvSpPr>
            <a:spLocks/>
          </p:cNvSpPr>
          <p:nvPr/>
        </p:nvSpPr>
        <p:spPr>
          <a:xfrm>
            <a:off x="86960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E65F2F9-CA4B-B46A-1A32-2C1C294D30BA}"/>
              </a:ext>
            </a:extLst>
          </p:cNvPr>
          <p:cNvSpPr>
            <a:spLocks/>
          </p:cNvSpPr>
          <p:nvPr/>
        </p:nvSpPr>
        <p:spPr>
          <a:xfrm>
            <a:off x="86022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20676B0C-ECF8-BFB2-C5AB-8F6346D483EC}"/>
              </a:ext>
            </a:extLst>
          </p:cNvPr>
          <p:cNvSpPr>
            <a:spLocks/>
          </p:cNvSpPr>
          <p:nvPr/>
        </p:nvSpPr>
        <p:spPr>
          <a:xfrm>
            <a:off x="86520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706C0FD7-582F-D8BF-BE3B-193DB2273FC5}"/>
              </a:ext>
            </a:extLst>
          </p:cNvPr>
          <p:cNvSpPr>
            <a:spLocks/>
          </p:cNvSpPr>
          <p:nvPr/>
        </p:nvSpPr>
        <p:spPr>
          <a:xfrm>
            <a:off x="8682990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0E4FE7E3-AE84-9252-5C95-44C6FCE5CD9C}"/>
              </a:ext>
            </a:extLst>
          </p:cNvPr>
          <p:cNvSpPr>
            <a:spLocks/>
          </p:cNvSpPr>
          <p:nvPr/>
        </p:nvSpPr>
        <p:spPr>
          <a:xfrm>
            <a:off x="8638120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B85933C0-7C5A-9A5B-F700-4B2F544DB63E}"/>
              </a:ext>
            </a:extLst>
          </p:cNvPr>
          <p:cNvSpPr>
            <a:spLocks/>
          </p:cNvSpPr>
          <p:nvPr/>
        </p:nvSpPr>
        <p:spPr>
          <a:xfrm>
            <a:off x="869324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F31C409E-927D-0857-450C-CFA6FEF83C5A}"/>
              </a:ext>
            </a:extLst>
          </p:cNvPr>
          <p:cNvSpPr>
            <a:spLocks/>
          </p:cNvSpPr>
          <p:nvPr/>
        </p:nvSpPr>
        <p:spPr>
          <a:xfrm>
            <a:off x="861969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25255275-8B90-F323-EC29-C1A4D43D731E}"/>
              </a:ext>
            </a:extLst>
          </p:cNvPr>
          <p:cNvSpPr>
            <a:spLocks/>
          </p:cNvSpPr>
          <p:nvPr/>
        </p:nvSpPr>
        <p:spPr>
          <a:xfrm>
            <a:off x="866152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C54085EA-69D5-482B-74FC-4BB362996307}"/>
              </a:ext>
            </a:extLst>
          </p:cNvPr>
          <p:cNvSpPr>
            <a:spLocks/>
          </p:cNvSpPr>
          <p:nvPr/>
        </p:nvSpPr>
        <p:spPr>
          <a:xfrm>
            <a:off x="859492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DC000861-39D1-8743-47EA-DEBBF95157C4}"/>
              </a:ext>
            </a:extLst>
          </p:cNvPr>
          <p:cNvSpPr>
            <a:spLocks/>
          </p:cNvSpPr>
          <p:nvPr/>
        </p:nvSpPr>
        <p:spPr>
          <a:xfrm>
            <a:off x="871523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DEFC9463-098A-643C-4326-592E055A572D}"/>
              </a:ext>
            </a:extLst>
          </p:cNvPr>
          <p:cNvSpPr>
            <a:spLocks/>
          </p:cNvSpPr>
          <p:nvPr/>
        </p:nvSpPr>
        <p:spPr>
          <a:xfrm>
            <a:off x="86924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46D4BB7E-7A10-C592-14B6-E561A3F4C671}"/>
              </a:ext>
            </a:extLst>
          </p:cNvPr>
          <p:cNvSpPr>
            <a:spLocks/>
          </p:cNvSpPr>
          <p:nvPr/>
        </p:nvSpPr>
        <p:spPr>
          <a:xfrm>
            <a:off x="868823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3E3337D8-E2EC-7398-3353-18CA47527D64}"/>
              </a:ext>
            </a:extLst>
          </p:cNvPr>
          <p:cNvSpPr>
            <a:spLocks/>
          </p:cNvSpPr>
          <p:nvPr/>
        </p:nvSpPr>
        <p:spPr>
          <a:xfrm>
            <a:off x="8605710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7A63DFEC-3740-BDDC-DA31-68E76A4A31DD}"/>
              </a:ext>
            </a:extLst>
          </p:cNvPr>
          <p:cNvSpPr>
            <a:spLocks/>
          </p:cNvSpPr>
          <p:nvPr/>
        </p:nvSpPr>
        <p:spPr>
          <a:xfrm>
            <a:off x="87079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B63EA09F-680C-07F1-D65C-4D5E15EC2F9D}"/>
              </a:ext>
            </a:extLst>
          </p:cNvPr>
          <p:cNvSpPr>
            <a:spLocks/>
          </p:cNvSpPr>
          <p:nvPr/>
        </p:nvSpPr>
        <p:spPr>
          <a:xfrm>
            <a:off x="8691888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39159F29-B7C2-9BB9-290B-12CD04AAFE80}"/>
              </a:ext>
            </a:extLst>
          </p:cNvPr>
          <p:cNvSpPr>
            <a:spLocks/>
          </p:cNvSpPr>
          <p:nvPr/>
        </p:nvSpPr>
        <p:spPr>
          <a:xfrm>
            <a:off x="86587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70C297D6-85F4-3FE5-735A-17E16C0B5D3C}"/>
              </a:ext>
            </a:extLst>
          </p:cNvPr>
          <p:cNvSpPr>
            <a:spLocks/>
          </p:cNvSpPr>
          <p:nvPr/>
        </p:nvSpPr>
        <p:spPr>
          <a:xfrm>
            <a:off x="8664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265098A3-3425-E566-11DB-C71BB88AAA79}"/>
              </a:ext>
            </a:extLst>
          </p:cNvPr>
          <p:cNvSpPr>
            <a:spLocks/>
          </p:cNvSpPr>
          <p:nvPr/>
        </p:nvSpPr>
        <p:spPr>
          <a:xfrm>
            <a:off x="86412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C9EAE133-BED6-4844-0979-88753448DD68}"/>
              </a:ext>
            </a:extLst>
          </p:cNvPr>
          <p:cNvSpPr>
            <a:spLocks/>
          </p:cNvSpPr>
          <p:nvPr/>
        </p:nvSpPr>
        <p:spPr>
          <a:xfrm>
            <a:off x="867464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4B2403E0-8CC3-C16E-73B9-1FD456726B5B}"/>
              </a:ext>
            </a:extLst>
          </p:cNvPr>
          <p:cNvSpPr>
            <a:spLocks/>
          </p:cNvSpPr>
          <p:nvPr/>
        </p:nvSpPr>
        <p:spPr>
          <a:xfrm>
            <a:off x="86010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EB5DD380-47A1-2B0C-A78E-2499575748E2}"/>
              </a:ext>
            </a:extLst>
          </p:cNvPr>
          <p:cNvSpPr>
            <a:spLocks/>
          </p:cNvSpPr>
          <p:nvPr/>
        </p:nvSpPr>
        <p:spPr>
          <a:xfrm>
            <a:off x="863818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DE576058-6779-0332-C1F0-2174D82951DF}"/>
              </a:ext>
            </a:extLst>
          </p:cNvPr>
          <p:cNvSpPr>
            <a:spLocks/>
          </p:cNvSpPr>
          <p:nvPr/>
        </p:nvSpPr>
        <p:spPr>
          <a:xfrm>
            <a:off x="8636766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B5ED7CA2-BDA5-5896-059B-2B5A6C61F82E}"/>
              </a:ext>
            </a:extLst>
          </p:cNvPr>
          <p:cNvSpPr>
            <a:spLocks/>
          </p:cNvSpPr>
          <p:nvPr/>
        </p:nvSpPr>
        <p:spPr>
          <a:xfrm>
            <a:off x="871288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BD5C62E-B762-DBC8-B1E0-639982E93D09}"/>
              </a:ext>
            </a:extLst>
          </p:cNvPr>
          <p:cNvSpPr>
            <a:spLocks/>
          </p:cNvSpPr>
          <p:nvPr/>
        </p:nvSpPr>
        <p:spPr>
          <a:xfrm>
            <a:off x="8708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041B7454-89CE-BA48-0B5E-932677076EC2}"/>
              </a:ext>
            </a:extLst>
          </p:cNvPr>
          <p:cNvSpPr>
            <a:spLocks/>
          </p:cNvSpPr>
          <p:nvPr/>
        </p:nvSpPr>
        <p:spPr>
          <a:xfrm>
            <a:off x="864852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62FBB904-DA94-67DF-B91B-1537D0A21491}"/>
              </a:ext>
            </a:extLst>
          </p:cNvPr>
          <p:cNvSpPr>
            <a:spLocks/>
          </p:cNvSpPr>
          <p:nvPr/>
        </p:nvSpPr>
        <p:spPr>
          <a:xfrm>
            <a:off x="86296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9DE8FEB8-A101-1947-A617-02B831C4954B}"/>
              </a:ext>
            </a:extLst>
          </p:cNvPr>
          <p:cNvSpPr>
            <a:spLocks/>
          </p:cNvSpPr>
          <p:nvPr/>
        </p:nvSpPr>
        <p:spPr>
          <a:xfrm>
            <a:off x="868273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4DBC5D60-96C6-8FAE-F8BF-F3E1A56C3030}"/>
              </a:ext>
            </a:extLst>
          </p:cNvPr>
          <p:cNvSpPr>
            <a:spLocks/>
          </p:cNvSpPr>
          <p:nvPr/>
        </p:nvSpPr>
        <p:spPr>
          <a:xfrm>
            <a:off x="868987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A33F2515-7671-CEF2-27DB-6E16C06FC03B}"/>
              </a:ext>
            </a:extLst>
          </p:cNvPr>
          <p:cNvSpPr>
            <a:spLocks/>
          </p:cNvSpPr>
          <p:nvPr/>
        </p:nvSpPr>
        <p:spPr>
          <a:xfrm>
            <a:off x="860401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FF854D35-021C-CB80-0257-3318D1D1F306}"/>
              </a:ext>
            </a:extLst>
          </p:cNvPr>
          <p:cNvSpPr>
            <a:spLocks/>
          </p:cNvSpPr>
          <p:nvPr/>
        </p:nvSpPr>
        <p:spPr>
          <a:xfrm>
            <a:off x="866424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905A49E-7533-939C-B70D-2B5FDC21767B}"/>
              </a:ext>
            </a:extLst>
          </p:cNvPr>
          <p:cNvSpPr>
            <a:spLocks/>
          </p:cNvSpPr>
          <p:nvPr/>
        </p:nvSpPr>
        <p:spPr>
          <a:xfrm>
            <a:off x="86947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BF742010-9D22-694E-C1DC-376793E566F5}"/>
              </a:ext>
            </a:extLst>
          </p:cNvPr>
          <p:cNvSpPr>
            <a:spLocks/>
          </p:cNvSpPr>
          <p:nvPr/>
        </p:nvSpPr>
        <p:spPr>
          <a:xfrm>
            <a:off x="8631410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B5DB50C1-E6E8-099F-6F2C-A3128DE57694}"/>
              </a:ext>
            </a:extLst>
          </p:cNvPr>
          <p:cNvSpPr>
            <a:spLocks/>
          </p:cNvSpPr>
          <p:nvPr/>
        </p:nvSpPr>
        <p:spPr>
          <a:xfrm>
            <a:off x="86331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4CCCB164-5C08-2A5D-1703-62C6F2BCED6B}"/>
              </a:ext>
            </a:extLst>
          </p:cNvPr>
          <p:cNvSpPr>
            <a:spLocks/>
          </p:cNvSpPr>
          <p:nvPr/>
        </p:nvSpPr>
        <p:spPr>
          <a:xfrm>
            <a:off x="8679963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E758371A-ADB1-0EB9-956D-1214BF3E34A4}"/>
              </a:ext>
            </a:extLst>
          </p:cNvPr>
          <p:cNvSpPr>
            <a:spLocks/>
          </p:cNvSpPr>
          <p:nvPr/>
        </p:nvSpPr>
        <p:spPr>
          <a:xfrm>
            <a:off x="863324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764BC9AB-11E7-1DE0-2A7F-0B941E927F4E}"/>
              </a:ext>
            </a:extLst>
          </p:cNvPr>
          <p:cNvSpPr>
            <a:spLocks/>
          </p:cNvSpPr>
          <p:nvPr/>
        </p:nvSpPr>
        <p:spPr>
          <a:xfrm>
            <a:off x="8594295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8D9D1AAC-C817-189D-E9C3-0FB31C524EE3}"/>
              </a:ext>
            </a:extLst>
          </p:cNvPr>
          <p:cNvSpPr>
            <a:spLocks/>
          </p:cNvSpPr>
          <p:nvPr/>
        </p:nvSpPr>
        <p:spPr>
          <a:xfrm>
            <a:off x="8596511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B5D940CD-BF9F-2A6B-6365-19C18CEF0447}"/>
              </a:ext>
            </a:extLst>
          </p:cNvPr>
          <p:cNvSpPr>
            <a:spLocks/>
          </p:cNvSpPr>
          <p:nvPr/>
        </p:nvSpPr>
        <p:spPr>
          <a:xfrm>
            <a:off x="865944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67663413-2C09-30D4-9503-6A81848C29AD}"/>
              </a:ext>
            </a:extLst>
          </p:cNvPr>
          <p:cNvSpPr>
            <a:spLocks/>
          </p:cNvSpPr>
          <p:nvPr/>
        </p:nvSpPr>
        <p:spPr>
          <a:xfrm>
            <a:off x="864703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97A2C320-01C7-FE79-32B3-CE360565FAF6}"/>
              </a:ext>
            </a:extLst>
          </p:cNvPr>
          <p:cNvSpPr>
            <a:spLocks/>
          </p:cNvSpPr>
          <p:nvPr/>
        </p:nvSpPr>
        <p:spPr>
          <a:xfrm>
            <a:off x="867139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885288EF-CFBC-1A93-28C6-8EC4DE0B8A77}"/>
              </a:ext>
            </a:extLst>
          </p:cNvPr>
          <p:cNvSpPr>
            <a:spLocks/>
          </p:cNvSpPr>
          <p:nvPr/>
        </p:nvSpPr>
        <p:spPr>
          <a:xfrm>
            <a:off x="8675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CE8DD645-9FF7-DD6B-87A7-87EFD2D1D282}"/>
              </a:ext>
            </a:extLst>
          </p:cNvPr>
          <p:cNvSpPr>
            <a:spLocks/>
          </p:cNvSpPr>
          <p:nvPr/>
        </p:nvSpPr>
        <p:spPr>
          <a:xfrm>
            <a:off x="860820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20415919-01EB-16D6-FFBE-190FE368AEC1}"/>
              </a:ext>
            </a:extLst>
          </p:cNvPr>
          <p:cNvSpPr>
            <a:spLocks/>
          </p:cNvSpPr>
          <p:nvPr/>
        </p:nvSpPr>
        <p:spPr>
          <a:xfrm>
            <a:off x="869422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52D86240-61DF-0E94-2F74-5FFC279DD881}"/>
              </a:ext>
            </a:extLst>
          </p:cNvPr>
          <p:cNvSpPr>
            <a:spLocks/>
          </p:cNvSpPr>
          <p:nvPr/>
        </p:nvSpPr>
        <p:spPr>
          <a:xfrm>
            <a:off x="861944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8876440C-E8F2-F04E-2423-7EF07478B750}"/>
              </a:ext>
            </a:extLst>
          </p:cNvPr>
          <p:cNvSpPr>
            <a:spLocks/>
          </p:cNvSpPr>
          <p:nvPr/>
        </p:nvSpPr>
        <p:spPr>
          <a:xfrm>
            <a:off x="8662475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4181094D-E36B-EEBD-F191-3B95B561A97F}"/>
              </a:ext>
            </a:extLst>
          </p:cNvPr>
          <p:cNvSpPr>
            <a:spLocks/>
          </p:cNvSpPr>
          <p:nvPr/>
        </p:nvSpPr>
        <p:spPr>
          <a:xfrm>
            <a:off x="8687933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B4023D4E-AFC1-5A06-2F8B-5FAA9599D702}"/>
              </a:ext>
            </a:extLst>
          </p:cNvPr>
          <p:cNvSpPr>
            <a:spLocks/>
          </p:cNvSpPr>
          <p:nvPr/>
        </p:nvSpPr>
        <p:spPr>
          <a:xfrm>
            <a:off x="86309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B24DFB6-7EDD-6ADE-0AEC-462AC9116E6E}"/>
              </a:ext>
            </a:extLst>
          </p:cNvPr>
          <p:cNvSpPr>
            <a:spLocks/>
          </p:cNvSpPr>
          <p:nvPr/>
        </p:nvSpPr>
        <p:spPr>
          <a:xfrm>
            <a:off x="87011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617636D3-92D0-FBF2-71F5-822F0BA4F666}"/>
              </a:ext>
            </a:extLst>
          </p:cNvPr>
          <p:cNvSpPr>
            <a:spLocks/>
          </p:cNvSpPr>
          <p:nvPr/>
        </p:nvSpPr>
        <p:spPr>
          <a:xfrm>
            <a:off x="867432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259AAE4-0B1B-5A1D-C208-ED5E8D385166}"/>
              </a:ext>
            </a:extLst>
          </p:cNvPr>
          <p:cNvSpPr>
            <a:spLocks/>
          </p:cNvSpPr>
          <p:nvPr/>
        </p:nvSpPr>
        <p:spPr>
          <a:xfrm>
            <a:off x="860365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E75690D9-3C3A-DD72-C57A-5985D75E64DA}"/>
              </a:ext>
            </a:extLst>
          </p:cNvPr>
          <p:cNvSpPr>
            <a:spLocks/>
          </p:cNvSpPr>
          <p:nvPr/>
        </p:nvSpPr>
        <p:spPr>
          <a:xfrm>
            <a:off x="8651008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5F8CF21D-C67D-EA73-E2DE-DB87ECC404BD}"/>
              </a:ext>
            </a:extLst>
          </p:cNvPr>
          <p:cNvSpPr>
            <a:spLocks/>
          </p:cNvSpPr>
          <p:nvPr/>
        </p:nvSpPr>
        <p:spPr>
          <a:xfrm>
            <a:off x="86762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B4D52E5F-D145-11FB-691F-ADEB0D452C03}"/>
              </a:ext>
            </a:extLst>
          </p:cNvPr>
          <p:cNvSpPr>
            <a:spLocks/>
          </p:cNvSpPr>
          <p:nvPr/>
        </p:nvSpPr>
        <p:spPr>
          <a:xfrm>
            <a:off x="87123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D44EE10C-352F-389D-A165-E7C87A8A042F}"/>
              </a:ext>
            </a:extLst>
          </p:cNvPr>
          <p:cNvSpPr>
            <a:spLocks/>
          </p:cNvSpPr>
          <p:nvPr/>
        </p:nvSpPr>
        <p:spPr>
          <a:xfrm>
            <a:off x="8699172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B90303E9-2114-9454-99C9-751B0BD5920F}"/>
              </a:ext>
            </a:extLst>
          </p:cNvPr>
          <p:cNvSpPr>
            <a:spLocks/>
          </p:cNvSpPr>
          <p:nvPr/>
        </p:nvSpPr>
        <p:spPr>
          <a:xfrm>
            <a:off x="8634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8B2B810E-9DF8-BF52-80C7-05769B5BD942}"/>
              </a:ext>
            </a:extLst>
          </p:cNvPr>
          <p:cNvSpPr>
            <a:spLocks/>
          </p:cNvSpPr>
          <p:nvPr/>
        </p:nvSpPr>
        <p:spPr>
          <a:xfrm>
            <a:off x="86142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1C298A1-02F2-B7D8-0284-FECE1E9FAE5B}"/>
              </a:ext>
            </a:extLst>
          </p:cNvPr>
          <p:cNvSpPr>
            <a:spLocks/>
          </p:cNvSpPr>
          <p:nvPr/>
        </p:nvSpPr>
        <p:spPr>
          <a:xfrm>
            <a:off x="871051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74395A1-9436-3FCD-04CC-A529A49C2C10}"/>
              </a:ext>
            </a:extLst>
          </p:cNvPr>
          <p:cNvSpPr>
            <a:spLocks/>
          </p:cNvSpPr>
          <p:nvPr/>
        </p:nvSpPr>
        <p:spPr>
          <a:xfrm>
            <a:off x="8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43B7E7BF-5653-5B26-D17A-E27C8EDD1AFD}"/>
              </a:ext>
            </a:extLst>
          </p:cNvPr>
          <p:cNvSpPr>
            <a:spLocks/>
          </p:cNvSpPr>
          <p:nvPr/>
        </p:nvSpPr>
        <p:spPr>
          <a:xfrm>
            <a:off x="86246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6E8037ED-0028-6CA1-28A7-77045E82E2E7}"/>
              </a:ext>
            </a:extLst>
          </p:cNvPr>
          <p:cNvSpPr>
            <a:spLocks/>
          </p:cNvSpPr>
          <p:nvPr/>
        </p:nvSpPr>
        <p:spPr>
          <a:xfrm>
            <a:off x="8674407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D7472AD7-051B-DA4F-1E74-8206A4464416}"/>
              </a:ext>
            </a:extLst>
          </p:cNvPr>
          <p:cNvSpPr>
            <a:spLocks/>
          </p:cNvSpPr>
          <p:nvPr/>
        </p:nvSpPr>
        <p:spPr>
          <a:xfrm>
            <a:off x="871548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03AF84B4-612F-F345-5E3A-0DBC269E650D}"/>
              </a:ext>
            </a:extLst>
          </p:cNvPr>
          <p:cNvSpPr>
            <a:spLocks/>
          </p:cNvSpPr>
          <p:nvPr/>
        </p:nvSpPr>
        <p:spPr>
          <a:xfrm>
            <a:off x="86386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A84112AF-A1AE-059F-5A34-2CB8AB01CC67}"/>
              </a:ext>
            </a:extLst>
          </p:cNvPr>
          <p:cNvSpPr>
            <a:spLocks/>
          </p:cNvSpPr>
          <p:nvPr/>
        </p:nvSpPr>
        <p:spPr>
          <a:xfrm>
            <a:off x="8649689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A009A069-7656-1BAB-5B98-EFC1F4F65593}"/>
              </a:ext>
            </a:extLst>
          </p:cNvPr>
          <p:cNvSpPr>
            <a:spLocks/>
          </p:cNvSpPr>
          <p:nvPr/>
        </p:nvSpPr>
        <p:spPr>
          <a:xfrm>
            <a:off x="860950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A0A9288C-243B-2632-9B36-902174F7F76C}"/>
              </a:ext>
            </a:extLst>
          </p:cNvPr>
          <p:cNvSpPr>
            <a:spLocks/>
          </p:cNvSpPr>
          <p:nvPr/>
        </p:nvSpPr>
        <p:spPr>
          <a:xfrm>
            <a:off x="86429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A4B34C8F-EC93-FA35-C324-36000B29A669}"/>
              </a:ext>
            </a:extLst>
          </p:cNvPr>
          <p:cNvSpPr>
            <a:spLocks/>
          </p:cNvSpPr>
          <p:nvPr/>
        </p:nvSpPr>
        <p:spPr>
          <a:xfrm>
            <a:off x="86151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5EE684B4-8DF9-EE38-5FA9-A4229C9AF352}"/>
              </a:ext>
            </a:extLst>
          </p:cNvPr>
          <p:cNvSpPr>
            <a:spLocks/>
          </p:cNvSpPr>
          <p:nvPr/>
        </p:nvSpPr>
        <p:spPr>
          <a:xfrm>
            <a:off x="86175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5FCCB2BD-E7CB-399C-FA83-0CD8AFD832D6}"/>
              </a:ext>
            </a:extLst>
          </p:cNvPr>
          <p:cNvSpPr>
            <a:spLocks/>
          </p:cNvSpPr>
          <p:nvPr/>
        </p:nvSpPr>
        <p:spPr>
          <a:xfrm>
            <a:off x="8608896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51DF7600-C0C2-4A49-6570-DBF4C9258EFD}"/>
              </a:ext>
            </a:extLst>
          </p:cNvPr>
          <p:cNvSpPr>
            <a:spLocks/>
          </p:cNvSpPr>
          <p:nvPr/>
        </p:nvSpPr>
        <p:spPr>
          <a:xfrm>
            <a:off x="860305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53A54592-27B7-CBD3-AC48-C2CE1A11335B}"/>
              </a:ext>
            </a:extLst>
          </p:cNvPr>
          <p:cNvSpPr>
            <a:spLocks/>
          </p:cNvSpPr>
          <p:nvPr/>
        </p:nvSpPr>
        <p:spPr>
          <a:xfrm>
            <a:off x="86587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4E087257-2042-C5C9-45B7-5799C269D914}"/>
              </a:ext>
            </a:extLst>
          </p:cNvPr>
          <p:cNvSpPr>
            <a:spLocks/>
          </p:cNvSpPr>
          <p:nvPr/>
        </p:nvSpPr>
        <p:spPr>
          <a:xfrm>
            <a:off x="6962962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2BD952A4-785B-5F96-0DB2-ADDEFB2AB730}"/>
              </a:ext>
            </a:extLst>
          </p:cNvPr>
          <p:cNvSpPr>
            <a:spLocks/>
          </p:cNvSpPr>
          <p:nvPr/>
        </p:nvSpPr>
        <p:spPr>
          <a:xfrm>
            <a:off x="6962962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6275B7DD-6D82-124D-8B29-9C2DEEDDA7A5}"/>
              </a:ext>
            </a:extLst>
          </p:cNvPr>
          <p:cNvSpPr>
            <a:spLocks/>
          </p:cNvSpPr>
          <p:nvPr/>
        </p:nvSpPr>
        <p:spPr>
          <a:xfrm>
            <a:off x="6484133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4C281860-CF28-D8A6-C857-055B3311E1EC}"/>
              </a:ext>
            </a:extLst>
          </p:cNvPr>
          <p:cNvSpPr>
            <a:spLocks/>
          </p:cNvSpPr>
          <p:nvPr/>
        </p:nvSpPr>
        <p:spPr>
          <a:xfrm>
            <a:off x="6962962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1ECEF497-F32F-377E-2E3E-1DA1A32DED84}"/>
              </a:ext>
            </a:extLst>
          </p:cNvPr>
          <p:cNvSpPr>
            <a:spLocks/>
          </p:cNvSpPr>
          <p:nvPr/>
        </p:nvSpPr>
        <p:spPr>
          <a:xfrm>
            <a:off x="7127604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F01F98E0-40A4-3923-8D53-AC5C1EFC1A3D}"/>
              </a:ext>
            </a:extLst>
          </p:cNvPr>
          <p:cNvSpPr>
            <a:spLocks/>
          </p:cNvSpPr>
          <p:nvPr/>
        </p:nvSpPr>
        <p:spPr>
          <a:xfrm>
            <a:off x="7380899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8D14CB4F-838D-EBBE-8ECA-75F2E03CFCE2}"/>
              </a:ext>
            </a:extLst>
          </p:cNvPr>
          <p:cNvSpPr>
            <a:spLocks/>
          </p:cNvSpPr>
          <p:nvPr/>
        </p:nvSpPr>
        <p:spPr>
          <a:xfrm>
            <a:off x="7634194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47D5B427-4557-F0F1-4CFC-E7129F661081}"/>
              </a:ext>
            </a:extLst>
          </p:cNvPr>
          <p:cNvSpPr>
            <a:spLocks/>
          </p:cNvSpPr>
          <p:nvPr/>
        </p:nvSpPr>
        <p:spPr>
          <a:xfrm>
            <a:off x="8166114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AE93116-A368-ACB1-8C8B-AC2A9AFEB3E7}"/>
              </a:ext>
            </a:extLst>
          </p:cNvPr>
          <p:cNvSpPr>
            <a:spLocks/>
          </p:cNvSpPr>
          <p:nvPr/>
        </p:nvSpPr>
        <p:spPr>
          <a:xfrm>
            <a:off x="8419409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FB54A4B-8064-EC21-57F3-2051C9C45C47}"/>
              </a:ext>
            </a:extLst>
          </p:cNvPr>
          <p:cNvSpPr>
            <a:spLocks/>
          </p:cNvSpPr>
          <p:nvPr/>
        </p:nvSpPr>
        <p:spPr>
          <a:xfrm>
            <a:off x="8672704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EBB9E14D-9E4C-3764-3AC9-EF65A08E7702}"/>
              </a:ext>
            </a:extLst>
          </p:cNvPr>
          <p:cNvSpPr>
            <a:spLocks/>
          </p:cNvSpPr>
          <p:nvPr/>
        </p:nvSpPr>
        <p:spPr>
          <a:xfrm>
            <a:off x="7092135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F7236F59-6C68-C57A-CDEA-B90AB09A6036}"/>
              </a:ext>
            </a:extLst>
          </p:cNvPr>
          <p:cNvSpPr>
            <a:spLocks/>
          </p:cNvSpPr>
          <p:nvPr/>
        </p:nvSpPr>
        <p:spPr>
          <a:xfrm>
            <a:off x="734543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82CD3095-203E-D899-368F-7494E1CD2956}"/>
              </a:ext>
            </a:extLst>
          </p:cNvPr>
          <p:cNvSpPr>
            <a:spLocks/>
          </p:cNvSpPr>
          <p:nvPr/>
        </p:nvSpPr>
        <p:spPr>
          <a:xfrm>
            <a:off x="7598726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28AA0B40-DFA1-E35D-C6D5-3260ED636AC8}"/>
              </a:ext>
            </a:extLst>
          </p:cNvPr>
          <p:cNvSpPr>
            <a:spLocks/>
          </p:cNvSpPr>
          <p:nvPr/>
        </p:nvSpPr>
        <p:spPr>
          <a:xfrm>
            <a:off x="8130645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5C853053-E50C-8135-DA8F-173CF132D237}"/>
              </a:ext>
            </a:extLst>
          </p:cNvPr>
          <p:cNvSpPr>
            <a:spLocks/>
          </p:cNvSpPr>
          <p:nvPr/>
        </p:nvSpPr>
        <p:spPr>
          <a:xfrm>
            <a:off x="8383940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1C85EE9B-E854-6F2D-4DE3-041E87EE5AB2}"/>
              </a:ext>
            </a:extLst>
          </p:cNvPr>
          <p:cNvSpPr>
            <a:spLocks/>
          </p:cNvSpPr>
          <p:nvPr/>
        </p:nvSpPr>
        <p:spPr>
          <a:xfrm>
            <a:off x="8637236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8F213159-DF37-2A75-3C4E-8249633D8FFF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0DEE34F6-B468-9ECA-0115-23CB6F2C61F7}"/>
              </a:ext>
            </a:extLst>
          </p:cNvPr>
          <p:cNvSpPr>
            <a:spLocks/>
          </p:cNvSpPr>
          <p:nvPr/>
        </p:nvSpPr>
        <p:spPr>
          <a:xfrm>
            <a:off x="16875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AB5ED940-7A78-6C2C-B15B-0CEF2B4F7476}"/>
              </a:ext>
            </a:extLst>
          </p:cNvPr>
          <p:cNvSpPr>
            <a:spLocks/>
          </p:cNvSpPr>
          <p:nvPr/>
        </p:nvSpPr>
        <p:spPr>
          <a:xfrm>
            <a:off x="1321075" y="6598047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3FA0F7E1-92CA-E00B-DD85-A67CF18AD1B8}"/>
              </a:ext>
            </a:extLst>
          </p:cNvPr>
          <p:cNvSpPr>
            <a:spLocks/>
          </p:cNvSpPr>
          <p:nvPr/>
        </p:nvSpPr>
        <p:spPr>
          <a:xfrm>
            <a:off x="26247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4DD7E1C2-249A-4430-5B54-96CE23D392FE}"/>
              </a:ext>
            </a:extLst>
          </p:cNvPr>
          <p:cNvSpPr>
            <a:spLocks/>
          </p:cNvSpPr>
          <p:nvPr/>
        </p:nvSpPr>
        <p:spPr>
          <a:xfrm>
            <a:off x="2264632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16E83B6A-A9F5-DF0B-9662-EEF8055DA670}"/>
              </a:ext>
            </a:extLst>
          </p:cNvPr>
          <p:cNvSpPr>
            <a:spLocks/>
          </p:cNvSpPr>
          <p:nvPr/>
        </p:nvSpPr>
        <p:spPr>
          <a:xfrm>
            <a:off x="2385955" y="6717764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7187646B-12E4-7925-6CA1-5622B03133A7}"/>
              </a:ext>
            </a:extLst>
          </p:cNvPr>
          <p:cNvSpPr>
            <a:spLocks/>
          </p:cNvSpPr>
          <p:nvPr/>
        </p:nvSpPr>
        <p:spPr>
          <a:xfrm>
            <a:off x="2451805" y="6717764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3BB08EE3-F954-4F05-3A35-16AD84051B02}"/>
              </a:ext>
            </a:extLst>
          </p:cNvPr>
          <p:cNvSpPr>
            <a:spLocks/>
          </p:cNvSpPr>
          <p:nvPr/>
        </p:nvSpPr>
        <p:spPr>
          <a:xfrm>
            <a:off x="2521015" y="6717764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E1C978A-30BB-5A5E-90C8-B70BBD3FBB31}"/>
              </a:ext>
            </a:extLst>
          </p:cNvPr>
          <p:cNvSpPr>
            <a:spLocks/>
          </p:cNvSpPr>
          <p:nvPr/>
        </p:nvSpPr>
        <p:spPr>
          <a:xfrm>
            <a:off x="2594768" y="6717764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5527A91B-92A5-F2AE-A274-70DB65D8F37A}"/>
              </a:ext>
            </a:extLst>
          </p:cNvPr>
          <p:cNvSpPr>
            <a:spLocks/>
          </p:cNvSpPr>
          <p:nvPr/>
        </p:nvSpPr>
        <p:spPr>
          <a:xfrm>
            <a:off x="2676551" y="6717764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A6A419B4-F579-CD83-D77A-966D22592B5E}"/>
              </a:ext>
            </a:extLst>
          </p:cNvPr>
          <p:cNvSpPr>
            <a:spLocks/>
          </p:cNvSpPr>
          <p:nvPr/>
        </p:nvSpPr>
        <p:spPr>
          <a:xfrm>
            <a:off x="2745559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05138625-EC4E-3421-8B5D-7924B7FE5846}"/>
              </a:ext>
            </a:extLst>
          </p:cNvPr>
          <p:cNvSpPr>
            <a:spLocks/>
          </p:cNvSpPr>
          <p:nvPr/>
        </p:nvSpPr>
        <p:spPr>
          <a:xfrm>
            <a:off x="2790782" y="6765899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5AE4DF97-D182-4996-58E9-71C733C73A7B}"/>
              </a:ext>
            </a:extLst>
          </p:cNvPr>
          <p:cNvSpPr>
            <a:spLocks/>
          </p:cNvSpPr>
          <p:nvPr/>
        </p:nvSpPr>
        <p:spPr>
          <a:xfrm>
            <a:off x="2813306" y="6765899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DF23812A-CBE9-13C6-903B-7F742E7FE4A4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A6FCF257-6913-1648-4F93-A18DEB175A30}"/>
              </a:ext>
            </a:extLst>
          </p:cNvPr>
          <p:cNvSpPr>
            <a:spLocks/>
          </p:cNvSpPr>
          <p:nvPr/>
        </p:nvSpPr>
        <p:spPr>
          <a:xfrm>
            <a:off x="1174608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C56B4AE1-30FF-E8E1-5889-E70A459088CA}"/>
              </a:ext>
            </a:extLst>
          </p:cNvPr>
          <p:cNvSpPr>
            <a:spLocks/>
          </p:cNvSpPr>
          <p:nvPr/>
        </p:nvSpPr>
        <p:spPr>
          <a:xfrm>
            <a:off x="950884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DE6BE05F-ABBC-E230-D9BA-E4CCB3721404}"/>
              </a:ext>
            </a:extLst>
          </p:cNvPr>
          <p:cNvSpPr>
            <a:spLocks/>
          </p:cNvSpPr>
          <p:nvPr/>
        </p:nvSpPr>
        <p:spPr>
          <a:xfrm>
            <a:off x="1218944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8A73415A-E695-6837-358E-DD2C05511846}"/>
              </a:ext>
            </a:extLst>
          </p:cNvPr>
          <p:cNvSpPr>
            <a:spLocks/>
          </p:cNvSpPr>
          <p:nvPr/>
        </p:nvSpPr>
        <p:spPr>
          <a:xfrm>
            <a:off x="1174608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ACDA74D5-1172-2C30-B7C0-AA73214BD978}"/>
              </a:ext>
            </a:extLst>
          </p:cNvPr>
          <p:cNvSpPr>
            <a:spLocks/>
          </p:cNvSpPr>
          <p:nvPr/>
        </p:nvSpPr>
        <p:spPr>
          <a:xfrm>
            <a:off x="950884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162C9780-373F-B87E-EA8D-64F6247E757F}"/>
              </a:ext>
            </a:extLst>
          </p:cNvPr>
          <p:cNvSpPr>
            <a:spLocks/>
          </p:cNvSpPr>
          <p:nvPr/>
        </p:nvSpPr>
        <p:spPr>
          <a:xfrm>
            <a:off x="1218944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C6CDD770-3D08-6208-B422-22F148C4524A}"/>
              </a:ext>
            </a:extLst>
          </p:cNvPr>
          <p:cNvSpPr>
            <a:spLocks/>
          </p:cNvSpPr>
          <p:nvPr/>
        </p:nvSpPr>
        <p:spPr>
          <a:xfrm>
            <a:off x="1174608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39286D96-0E01-23F9-10BD-8E35F4CCB35F}"/>
              </a:ext>
            </a:extLst>
          </p:cNvPr>
          <p:cNvSpPr>
            <a:spLocks/>
          </p:cNvSpPr>
          <p:nvPr/>
        </p:nvSpPr>
        <p:spPr>
          <a:xfrm>
            <a:off x="950884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BA87F462-56C6-3480-7143-A77028921C2D}"/>
              </a:ext>
            </a:extLst>
          </p:cNvPr>
          <p:cNvSpPr>
            <a:spLocks/>
          </p:cNvSpPr>
          <p:nvPr/>
        </p:nvSpPr>
        <p:spPr>
          <a:xfrm rot="-5400000">
            <a:off x="681676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BBB9117-0998-BA3E-2AAC-36B36BFB487E}"/>
              </a:ext>
            </a:extLst>
          </p:cNvPr>
          <p:cNvSpPr>
            <a:spLocks/>
          </p:cNvSpPr>
          <p:nvPr/>
        </p:nvSpPr>
        <p:spPr>
          <a:xfrm>
            <a:off x="1366551" y="5832512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8993D4FC-FD36-2D85-4741-7455DEC788BA}"/>
              </a:ext>
            </a:extLst>
          </p:cNvPr>
          <p:cNvSpPr>
            <a:spLocks/>
          </p:cNvSpPr>
          <p:nvPr/>
        </p:nvSpPr>
        <p:spPr>
          <a:xfrm>
            <a:off x="1591478" y="5609893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633051BA-C40D-C023-80D2-DDDC43A9C64A}"/>
              </a:ext>
            </a:extLst>
          </p:cNvPr>
          <p:cNvSpPr>
            <a:spLocks/>
          </p:cNvSpPr>
          <p:nvPr/>
        </p:nvSpPr>
        <p:spPr>
          <a:xfrm>
            <a:off x="1816404" y="5442418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CCD260A-EBF7-2BDA-8070-22B5884C7DB2}"/>
              </a:ext>
            </a:extLst>
          </p:cNvPr>
          <p:cNvSpPr>
            <a:spLocks/>
          </p:cNvSpPr>
          <p:nvPr/>
        </p:nvSpPr>
        <p:spPr>
          <a:xfrm>
            <a:off x="2303743" y="5607835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30C8EAF3-D4BB-3E09-7720-06D80DB338A4}"/>
              </a:ext>
            </a:extLst>
          </p:cNvPr>
          <p:cNvSpPr>
            <a:spLocks/>
          </p:cNvSpPr>
          <p:nvPr/>
        </p:nvSpPr>
        <p:spPr>
          <a:xfrm>
            <a:off x="2528670" y="5448782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E8EB8F05-72CA-CF00-439A-E2BEABEFA67B}"/>
              </a:ext>
            </a:extLst>
          </p:cNvPr>
          <p:cNvSpPr>
            <a:spLocks/>
          </p:cNvSpPr>
          <p:nvPr/>
        </p:nvSpPr>
        <p:spPr>
          <a:xfrm>
            <a:off x="2753596" y="5221507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A3427937-AA5B-8D23-0CD3-62A1E57669F1}"/>
              </a:ext>
            </a:extLst>
          </p:cNvPr>
          <p:cNvSpPr>
            <a:spLocks/>
          </p:cNvSpPr>
          <p:nvPr/>
        </p:nvSpPr>
        <p:spPr>
          <a:xfrm>
            <a:off x="1407573" y="61868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E8E1CB91-60CC-1B5E-255E-1E7B06ADC93B}"/>
              </a:ext>
            </a:extLst>
          </p:cNvPr>
          <p:cNvSpPr>
            <a:spLocks/>
          </p:cNvSpPr>
          <p:nvPr/>
        </p:nvSpPr>
        <p:spPr>
          <a:xfrm>
            <a:off x="1469429" y="5503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5F6939C-7B7A-2627-DB43-69B81032596C}"/>
              </a:ext>
            </a:extLst>
          </p:cNvPr>
          <p:cNvSpPr>
            <a:spLocks/>
          </p:cNvSpPr>
          <p:nvPr/>
        </p:nvSpPr>
        <p:spPr>
          <a:xfrm>
            <a:off x="138356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CA2D833-9913-4099-F63E-F150E43FA059}"/>
              </a:ext>
            </a:extLst>
          </p:cNvPr>
          <p:cNvSpPr>
            <a:spLocks/>
          </p:cNvSpPr>
          <p:nvPr/>
        </p:nvSpPr>
        <p:spPr>
          <a:xfrm>
            <a:off x="1435685" y="52658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DD0A5FC3-5B44-2B2E-0A18-4AF75BCF3C1E}"/>
              </a:ext>
            </a:extLst>
          </p:cNvPr>
          <p:cNvSpPr>
            <a:spLocks/>
          </p:cNvSpPr>
          <p:nvPr/>
        </p:nvSpPr>
        <p:spPr>
          <a:xfrm>
            <a:off x="1395282" y="5939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88E08F39-26DF-1886-6AAD-999C7247A8DB}"/>
              </a:ext>
            </a:extLst>
          </p:cNvPr>
          <p:cNvSpPr>
            <a:spLocks/>
          </p:cNvSpPr>
          <p:nvPr/>
        </p:nvSpPr>
        <p:spPr>
          <a:xfrm>
            <a:off x="1487634" y="56926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51FFB604-2199-EBAF-D38F-7DD6DA114F1E}"/>
              </a:ext>
            </a:extLst>
          </p:cNvPr>
          <p:cNvSpPr>
            <a:spLocks/>
          </p:cNvSpPr>
          <p:nvPr/>
        </p:nvSpPr>
        <p:spPr>
          <a:xfrm>
            <a:off x="1453924" y="57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4B999B6B-6B48-EDD1-D1A3-5F4E48705A71}"/>
              </a:ext>
            </a:extLst>
          </p:cNvPr>
          <p:cNvSpPr>
            <a:spLocks/>
          </p:cNvSpPr>
          <p:nvPr/>
        </p:nvSpPr>
        <p:spPr>
          <a:xfrm>
            <a:off x="1438269" y="5631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F2B87DAD-8A31-CF63-7616-25C098A34975}"/>
              </a:ext>
            </a:extLst>
          </p:cNvPr>
          <p:cNvSpPr>
            <a:spLocks/>
          </p:cNvSpPr>
          <p:nvPr/>
        </p:nvSpPr>
        <p:spPr>
          <a:xfrm>
            <a:off x="1391188" y="61939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D6D1C564-C5C7-C185-1EA2-9915D0E7346A}"/>
              </a:ext>
            </a:extLst>
          </p:cNvPr>
          <p:cNvSpPr>
            <a:spLocks/>
          </p:cNvSpPr>
          <p:nvPr/>
        </p:nvSpPr>
        <p:spPr>
          <a:xfrm>
            <a:off x="1420668" y="59574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84A98AAC-E5A9-0091-9452-2964C7661ABC}"/>
              </a:ext>
            </a:extLst>
          </p:cNvPr>
          <p:cNvSpPr>
            <a:spLocks/>
          </p:cNvSpPr>
          <p:nvPr/>
        </p:nvSpPr>
        <p:spPr>
          <a:xfrm>
            <a:off x="1423669" y="58958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5F4B2AD8-EC2A-3189-D503-3315EE8DD74A}"/>
              </a:ext>
            </a:extLst>
          </p:cNvPr>
          <p:cNvSpPr>
            <a:spLocks/>
          </p:cNvSpPr>
          <p:nvPr/>
        </p:nvSpPr>
        <p:spPr>
          <a:xfrm>
            <a:off x="1443086" y="56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F2F8FF4E-562E-6991-EDAF-043322A6EAB9}"/>
              </a:ext>
            </a:extLst>
          </p:cNvPr>
          <p:cNvSpPr>
            <a:spLocks/>
          </p:cNvSpPr>
          <p:nvPr/>
        </p:nvSpPr>
        <p:spPr>
          <a:xfrm>
            <a:off x="1481462" y="594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CA512B59-E10B-44C1-7752-6156F5DBCE12}"/>
              </a:ext>
            </a:extLst>
          </p:cNvPr>
          <p:cNvSpPr>
            <a:spLocks/>
          </p:cNvSpPr>
          <p:nvPr/>
        </p:nvSpPr>
        <p:spPr>
          <a:xfrm>
            <a:off x="1448770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5450B8C9-A0EF-7CF3-3FD5-9391214AB0D7}"/>
              </a:ext>
            </a:extLst>
          </p:cNvPr>
          <p:cNvSpPr>
            <a:spLocks/>
          </p:cNvSpPr>
          <p:nvPr/>
        </p:nvSpPr>
        <p:spPr>
          <a:xfrm>
            <a:off x="1499102" y="5302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3984EA2C-923B-DC4B-7A88-0CEE9F742DF7}"/>
              </a:ext>
            </a:extLst>
          </p:cNvPr>
          <p:cNvSpPr>
            <a:spLocks/>
          </p:cNvSpPr>
          <p:nvPr/>
        </p:nvSpPr>
        <p:spPr>
          <a:xfrm>
            <a:off x="139648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8F8412C4-9662-7EB8-80C2-BAAF44564928}"/>
              </a:ext>
            </a:extLst>
          </p:cNvPr>
          <p:cNvSpPr>
            <a:spLocks/>
          </p:cNvSpPr>
          <p:nvPr/>
        </p:nvSpPr>
        <p:spPr>
          <a:xfrm>
            <a:off x="1386484" y="5295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EB1974D4-2CE7-B250-692B-0BDAC5B9CC20}"/>
              </a:ext>
            </a:extLst>
          </p:cNvPr>
          <p:cNvSpPr>
            <a:spLocks/>
          </p:cNvSpPr>
          <p:nvPr/>
        </p:nvSpPr>
        <p:spPr>
          <a:xfrm>
            <a:off x="1471338" y="54510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7432B7EA-503F-EC23-BEBD-E59A16E92E4B}"/>
              </a:ext>
            </a:extLst>
          </p:cNvPr>
          <p:cNvSpPr>
            <a:spLocks/>
          </p:cNvSpPr>
          <p:nvPr/>
        </p:nvSpPr>
        <p:spPr>
          <a:xfrm>
            <a:off x="1490851" y="57092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3D8965BE-987F-F4D1-F8DA-55AFB03F2B0B}"/>
              </a:ext>
            </a:extLst>
          </p:cNvPr>
          <p:cNvSpPr>
            <a:spLocks/>
          </p:cNvSpPr>
          <p:nvPr/>
        </p:nvSpPr>
        <p:spPr>
          <a:xfrm>
            <a:off x="150479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66F59A17-6424-627A-16E9-BEAECF089D65}"/>
              </a:ext>
            </a:extLst>
          </p:cNvPr>
          <p:cNvSpPr>
            <a:spLocks/>
          </p:cNvSpPr>
          <p:nvPr/>
        </p:nvSpPr>
        <p:spPr>
          <a:xfrm>
            <a:off x="1495625" y="56658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7EFFE6F2-76A4-43C1-4327-B2F7B6F04E3D}"/>
              </a:ext>
            </a:extLst>
          </p:cNvPr>
          <p:cNvSpPr>
            <a:spLocks/>
          </p:cNvSpPr>
          <p:nvPr/>
        </p:nvSpPr>
        <p:spPr>
          <a:xfrm>
            <a:off x="1445706" y="59797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96841C12-F347-6BEB-8107-0CF42E895172}"/>
              </a:ext>
            </a:extLst>
          </p:cNvPr>
          <p:cNvSpPr>
            <a:spLocks/>
          </p:cNvSpPr>
          <p:nvPr/>
        </p:nvSpPr>
        <p:spPr>
          <a:xfrm>
            <a:off x="1483320" y="5225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208474D2-CE89-3804-872A-54FFC5056ECC}"/>
              </a:ext>
            </a:extLst>
          </p:cNvPr>
          <p:cNvSpPr>
            <a:spLocks/>
          </p:cNvSpPr>
          <p:nvPr/>
        </p:nvSpPr>
        <p:spPr>
          <a:xfrm>
            <a:off x="1376627" y="54001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14093472-CD0D-DD38-E9E9-AF43C6C1FB36}"/>
              </a:ext>
            </a:extLst>
          </p:cNvPr>
          <p:cNvSpPr>
            <a:spLocks/>
          </p:cNvSpPr>
          <p:nvPr/>
        </p:nvSpPr>
        <p:spPr>
          <a:xfrm>
            <a:off x="137493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7C26FC07-DC31-0A5E-FD5E-26E0C5973780}"/>
              </a:ext>
            </a:extLst>
          </p:cNvPr>
          <p:cNvSpPr>
            <a:spLocks/>
          </p:cNvSpPr>
          <p:nvPr/>
        </p:nvSpPr>
        <p:spPr>
          <a:xfrm>
            <a:off x="1477479" y="60156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6807332C-C523-B2D0-40C9-830AE0B3ACE5}"/>
              </a:ext>
            </a:extLst>
          </p:cNvPr>
          <p:cNvSpPr>
            <a:spLocks/>
          </p:cNvSpPr>
          <p:nvPr/>
        </p:nvSpPr>
        <p:spPr>
          <a:xfrm>
            <a:off x="14912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EFD7EE5F-5B56-B37C-BEFC-48FFF7A154B9}"/>
              </a:ext>
            </a:extLst>
          </p:cNvPr>
          <p:cNvSpPr>
            <a:spLocks/>
          </p:cNvSpPr>
          <p:nvPr/>
        </p:nvSpPr>
        <p:spPr>
          <a:xfrm>
            <a:off x="1477419" y="54110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28150CC0-A064-C0A3-72A3-499846D9C113}"/>
              </a:ext>
            </a:extLst>
          </p:cNvPr>
          <p:cNvSpPr>
            <a:spLocks/>
          </p:cNvSpPr>
          <p:nvPr/>
        </p:nvSpPr>
        <p:spPr>
          <a:xfrm>
            <a:off x="145800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6F164275-2613-E6DA-129E-5EF5E261E0E3}"/>
              </a:ext>
            </a:extLst>
          </p:cNvPr>
          <p:cNvSpPr>
            <a:spLocks/>
          </p:cNvSpPr>
          <p:nvPr/>
        </p:nvSpPr>
        <p:spPr>
          <a:xfrm>
            <a:off x="1405519" y="61433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B38EDBA6-8416-B3C3-416E-081E67E3919B}"/>
              </a:ext>
            </a:extLst>
          </p:cNvPr>
          <p:cNvSpPr>
            <a:spLocks/>
          </p:cNvSpPr>
          <p:nvPr/>
        </p:nvSpPr>
        <p:spPr>
          <a:xfrm>
            <a:off x="1489101" y="58492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1B351A66-C441-7946-8EC5-FD23F352A2D9}"/>
              </a:ext>
            </a:extLst>
          </p:cNvPr>
          <p:cNvSpPr>
            <a:spLocks/>
          </p:cNvSpPr>
          <p:nvPr/>
        </p:nvSpPr>
        <p:spPr>
          <a:xfrm>
            <a:off x="1458243" y="5565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18217CD2-58E0-023F-60B5-A0486A0274C8}"/>
              </a:ext>
            </a:extLst>
          </p:cNvPr>
          <p:cNvSpPr>
            <a:spLocks/>
          </p:cNvSpPr>
          <p:nvPr/>
        </p:nvSpPr>
        <p:spPr>
          <a:xfrm>
            <a:off x="1402765" y="53433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EB1D04AA-F1EB-9DBF-5FC7-4CFF1FE9BCFF}"/>
              </a:ext>
            </a:extLst>
          </p:cNvPr>
          <p:cNvSpPr>
            <a:spLocks/>
          </p:cNvSpPr>
          <p:nvPr/>
        </p:nvSpPr>
        <p:spPr>
          <a:xfrm>
            <a:off x="1473289" y="5579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C2607875-8D9E-3FD9-FA48-AFBEFE6EE9D3}"/>
              </a:ext>
            </a:extLst>
          </p:cNvPr>
          <p:cNvSpPr>
            <a:spLocks/>
          </p:cNvSpPr>
          <p:nvPr/>
        </p:nvSpPr>
        <p:spPr>
          <a:xfrm>
            <a:off x="1417072" y="54943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84668F76-97E4-C7DF-8852-2374C2E1DFB9}"/>
              </a:ext>
            </a:extLst>
          </p:cNvPr>
          <p:cNvSpPr>
            <a:spLocks/>
          </p:cNvSpPr>
          <p:nvPr/>
        </p:nvSpPr>
        <p:spPr>
          <a:xfrm>
            <a:off x="138606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7DF04216-758B-223C-AAF5-39B53C9F5A73}"/>
              </a:ext>
            </a:extLst>
          </p:cNvPr>
          <p:cNvSpPr>
            <a:spLocks/>
          </p:cNvSpPr>
          <p:nvPr/>
        </p:nvSpPr>
        <p:spPr>
          <a:xfrm>
            <a:off x="1481890" y="55542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F87F4E9C-68E5-6C77-BE37-BDD05CDD3B53}"/>
              </a:ext>
            </a:extLst>
          </p:cNvPr>
          <p:cNvSpPr>
            <a:spLocks/>
          </p:cNvSpPr>
          <p:nvPr/>
        </p:nvSpPr>
        <p:spPr>
          <a:xfrm>
            <a:off x="1441182" y="57296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4B4C9B30-C5E5-DFE1-2771-D05AF52DA82B}"/>
              </a:ext>
            </a:extLst>
          </p:cNvPr>
          <p:cNvSpPr>
            <a:spLocks/>
          </p:cNvSpPr>
          <p:nvPr/>
        </p:nvSpPr>
        <p:spPr>
          <a:xfrm>
            <a:off x="1415976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841E0E85-817E-E130-7B0B-5F4441E8E658}"/>
              </a:ext>
            </a:extLst>
          </p:cNvPr>
          <p:cNvSpPr>
            <a:spLocks/>
          </p:cNvSpPr>
          <p:nvPr/>
        </p:nvSpPr>
        <p:spPr>
          <a:xfrm>
            <a:off x="1382434" y="6133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EAF963E9-A5A2-6F3C-0DEC-FFBCDFDA16A5}"/>
              </a:ext>
            </a:extLst>
          </p:cNvPr>
          <p:cNvSpPr>
            <a:spLocks/>
          </p:cNvSpPr>
          <p:nvPr/>
        </p:nvSpPr>
        <p:spPr>
          <a:xfrm>
            <a:off x="1500042" y="61927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288CF702-3320-9B51-18AF-368FD58E6CDC}"/>
              </a:ext>
            </a:extLst>
          </p:cNvPr>
          <p:cNvSpPr>
            <a:spLocks/>
          </p:cNvSpPr>
          <p:nvPr/>
        </p:nvSpPr>
        <p:spPr>
          <a:xfrm>
            <a:off x="1418033" y="52962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DD156903-60A0-4B6A-E1C1-77370C2E9610}"/>
              </a:ext>
            </a:extLst>
          </p:cNvPr>
          <p:cNvSpPr>
            <a:spLocks/>
          </p:cNvSpPr>
          <p:nvPr/>
        </p:nvSpPr>
        <p:spPr>
          <a:xfrm>
            <a:off x="1482334" y="53178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2CDA402-BFF9-8307-7AA6-0F9B7540882F}"/>
              </a:ext>
            </a:extLst>
          </p:cNvPr>
          <p:cNvSpPr>
            <a:spLocks/>
          </p:cNvSpPr>
          <p:nvPr/>
        </p:nvSpPr>
        <p:spPr>
          <a:xfrm>
            <a:off x="1444448" y="5577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4FE6CD0F-6873-FDB3-633C-4DC54E41243E}"/>
              </a:ext>
            </a:extLst>
          </p:cNvPr>
          <p:cNvSpPr>
            <a:spLocks/>
          </p:cNvSpPr>
          <p:nvPr/>
        </p:nvSpPr>
        <p:spPr>
          <a:xfrm>
            <a:off x="1376325" y="5369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08E10EEE-4119-A66D-38E1-0850AF1DD23E}"/>
              </a:ext>
            </a:extLst>
          </p:cNvPr>
          <p:cNvSpPr>
            <a:spLocks/>
          </p:cNvSpPr>
          <p:nvPr/>
        </p:nvSpPr>
        <p:spPr>
          <a:xfrm>
            <a:off x="1406711" y="64160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1EB01F0B-18F8-6926-176B-A4BB0D04DCAA}"/>
              </a:ext>
            </a:extLst>
          </p:cNvPr>
          <p:cNvSpPr>
            <a:spLocks/>
          </p:cNvSpPr>
          <p:nvPr/>
        </p:nvSpPr>
        <p:spPr>
          <a:xfrm>
            <a:off x="1383622" y="51052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3B59A867-757F-A943-C2AE-66BFF2ED8404}"/>
              </a:ext>
            </a:extLst>
          </p:cNvPr>
          <p:cNvSpPr>
            <a:spLocks/>
          </p:cNvSpPr>
          <p:nvPr/>
        </p:nvSpPr>
        <p:spPr>
          <a:xfrm>
            <a:off x="1431178" y="57009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2D3863CA-E3F5-2EDF-7381-4C5F844AC0A3}"/>
              </a:ext>
            </a:extLst>
          </p:cNvPr>
          <p:cNvSpPr>
            <a:spLocks/>
          </p:cNvSpPr>
          <p:nvPr/>
        </p:nvSpPr>
        <p:spPr>
          <a:xfrm>
            <a:off x="1473494" y="53690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160586D2-ABE3-E651-F0D6-B4436DE9762C}"/>
              </a:ext>
            </a:extLst>
          </p:cNvPr>
          <p:cNvSpPr>
            <a:spLocks/>
          </p:cNvSpPr>
          <p:nvPr/>
        </p:nvSpPr>
        <p:spPr>
          <a:xfrm>
            <a:off x="151190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1B5FF911-1E10-7257-7231-C081B097F928}"/>
              </a:ext>
            </a:extLst>
          </p:cNvPr>
          <p:cNvSpPr>
            <a:spLocks/>
          </p:cNvSpPr>
          <p:nvPr/>
        </p:nvSpPr>
        <p:spPr>
          <a:xfrm>
            <a:off x="1439249" y="63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A7CF0F2-A16F-200C-78AD-90338EACB659}"/>
              </a:ext>
            </a:extLst>
          </p:cNvPr>
          <p:cNvSpPr>
            <a:spLocks/>
          </p:cNvSpPr>
          <p:nvPr/>
        </p:nvSpPr>
        <p:spPr>
          <a:xfrm>
            <a:off x="1409844" y="5987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541DF333-0280-6DD6-49E3-F85648B6365A}"/>
              </a:ext>
            </a:extLst>
          </p:cNvPr>
          <p:cNvSpPr>
            <a:spLocks/>
          </p:cNvSpPr>
          <p:nvPr/>
        </p:nvSpPr>
        <p:spPr>
          <a:xfrm>
            <a:off x="1422534" y="56843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351D7E7E-DD6E-7DFA-083E-3EE538226382}"/>
              </a:ext>
            </a:extLst>
          </p:cNvPr>
          <p:cNvSpPr>
            <a:spLocks/>
          </p:cNvSpPr>
          <p:nvPr/>
        </p:nvSpPr>
        <p:spPr>
          <a:xfrm>
            <a:off x="1396908" y="61331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5BE4AAA3-5537-F3DB-671E-524BACF813BE}"/>
              </a:ext>
            </a:extLst>
          </p:cNvPr>
          <p:cNvSpPr>
            <a:spLocks/>
          </p:cNvSpPr>
          <p:nvPr/>
        </p:nvSpPr>
        <p:spPr>
          <a:xfrm>
            <a:off x="1394186" y="50982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5EF46911-2F5B-5BD3-BA2A-FFDCD379D692}"/>
              </a:ext>
            </a:extLst>
          </p:cNvPr>
          <p:cNvSpPr>
            <a:spLocks/>
          </p:cNvSpPr>
          <p:nvPr/>
        </p:nvSpPr>
        <p:spPr>
          <a:xfrm>
            <a:off x="1477379" y="58771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9064BFD5-BD0A-EA95-31BF-D140885072E6}"/>
              </a:ext>
            </a:extLst>
          </p:cNvPr>
          <p:cNvSpPr>
            <a:spLocks/>
          </p:cNvSpPr>
          <p:nvPr/>
        </p:nvSpPr>
        <p:spPr>
          <a:xfrm>
            <a:off x="1505573" y="6305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98908E8-B733-6A2C-6E98-3A7219F3E4DC}"/>
              </a:ext>
            </a:extLst>
          </p:cNvPr>
          <p:cNvSpPr>
            <a:spLocks/>
          </p:cNvSpPr>
          <p:nvPr/>
        </p:nvSpPr>
        <p:spPr>
          <a:xfrm>
            <a:off x="1458419" y="55921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D84E7EAC-0E33-F5E3-CE90-2EB2B32DEAFA}"/>
              </a:ext>
            </a:extLst>
          </p:cNvPr>
          <p:cNvSpPr>
            <a:spLocks/>
          </p:cNvSpPr>
          <p:nvPr/>
        </p:nvSpPr>
        <p:spPr>
          <a:xfrm>
            <a:off x="1405629" y="5294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3F581BC3-9271-89CA-E15D-DA6C8B0A64C5}"/>
              </a:ext>
            </a:extLst>
          </p:cNvPr>
          <p:cNvSpPr>
            <a:spLocks/>
          </p:cNvSpPr>
          <p:nvPr/>
        </p:nvSpPr>
        <p:spPr>
          <a:xfrm>
            <a:off x="1428384" y="57570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21BE3FB9-C443-DCCD-2F6E-D498F36D97F1}"/>
              </a:ext>
            </a:extLst>
          </p:cNvPr>
          <p:cNvSpPr>
            <a:spLocks/>
          </p:cNvSpPr>
          <p:nvPr/>
        </p:nvSpPr>
        <p:spPr>
          <a:xfrm>
            <a:off x="1453128" y="5717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822EEB76-4027-6DA6-F1D3-3B34FEF838E6}"/>
              </a:ext>
            </a:extLst>
          </p:cNvPr>
          <p:cNvSpPr>
            <a:spLocks/>
          </p:cNvSpPr>
          <p:nvPr/>
        </p:nvSpPr>
        <p:spPr>
          <a:xfrm>
            <a:off x="151099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D0DBCA53-6AD1-F4A6-6EF0-7E7AA142D9BC}"/>
              </a:ext>
            </a:extLst>
          </p:cNvPr>
          <p:cNvSpPr>
            <a:spLocks/>
          </p:cNvSpPr>
          <p:nvPr/>
        </p:nvSpPr>
        <p:spPr>
          <a:xfrm>
            <a:off x="1387340" y="51805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A38445FC-C61D-3706-7A44-D7A1458A769F}"/>
              </a:ext>
            </a:extLst>
          </p:cNvPr>
          <p:cNvSpPr>
            <a:spLocks/>
          </p:cNvSpPr>
          <p:nvPr/>
        </p:nvSpPr>
        <p:spPr>
          <a:xfrm>
            <a:off x="1414164" y="63005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226713B8-D472-37CC-4C1A-B9B8CCBC265D}"/>
              </a:ext>
            </a:extLst>
          </p:cNvPr>
          <p:cNvSpPr>
            <a:spLocks/>
          </p:cNvSpPr>
          <p:nvPr/>
        </p:nvSpPr>
        <p:spPr>
          <a:xfrm>
            <a:off x="1407093" y="58017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5A4C5088-0EBF-1208-6A17-D7FF596F7C7B}"/>
              </a:ext>
            </a:extLst>
          </p:cNvPr>
          <p:cNvSpPr>
            <a:spLocks/>
          </p:cNvSpPr>
          <p:nvPr/>
        </p:nvSpPr>
        <p:spPr>
          <a:xfrm>
            <a:off x="1487675" y="5948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D91C7CE2-6218-9760-D0D6-8B07D8B0C53D}"/>
              </a:ext>
            </a:extLst>
          </p:cNvPr>
          <p:cNvSpPr>
            <a:spLocks/>
          </p:cNvSpPr>
          <p:nvPr/>
        </p:nvSpPr>
        <p:spPr>
          <a:xfrm>
            <a:off x="1405521" y="55800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318C16A0-45A0-634A-3381-9D7C7656C4B2}"/>
              </a:ext>
            </a:extLst>
          </p:cNvPr>
          <p:cNvSpPr>
            <a:spLocks/>
          </p:cNvSpPr>
          <p:nvPr/>
        </p:nvSpPr>
        <p:spPr>
          <a:xfrm>
            <a:off x="1381261" y="54635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8B49B1B3-6FC3-B540-A4AC-52CABFD14627}"/>
              </a:ext>
            </a:extLst>
          </p:cNvPr>
          <p:cNvSpPr>
            <a:spLocks/>
          </p:cNvSpPr>
          <p:nvPr/>
        </p:nvSpPr>
        <p:spPr>
          <a:xfrm>
            <a:off x="1444609" y="61719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9FC9AC23-56A0-1818-6210-6658AFC19B46}"/>
              </a:ext>
            </a:extLst>
          </p:cNvPr>
          <p:cNvSpPr>
            <a:spLocks/>
          </p:cNvSpPr>
          <p:nvPr/>
        </p:nvSpPr>
        <p:spPr>
          <a:xfrm>
            <a:off x="1472640" y="53544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AC21C86F-09A4-B769-3F6D-A1380C02E54E}"/>
              </a:ext>
            </a:extLst>
          </p:cNvPr>
          <p:cNvSpPr>
            <a:spLocks/>
          </p:cNvSpPr>
          <p:nvPr/>
        </p:nvSpPr>
        <p:spPr>
          <a:xfrm>
            <a:off x="1512948" y="5339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6961353B-703C-9408-A780-D81BB890EE26}"/>
              </a:ext>
            </a:extLst>
          </p:cNvPr>
          <p:cNvSpPr>
            <a:spLocks/>
          </p:cNvSpPr>
          <p:nvPr/>
        </p:nvSpPr>
        <p:spPr>
          <a:xfrm>
            <a:off x="1513633" y="56496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C3987179-187C-50C3-581F-4DD84410FB8E}"/>
              </a:ext>
            </a:extLst>
          </p:cNvPr>
          <p:cNvSpPr>
            <a:spLocks/>
          </p:cNvSpPr>
          <p:nvPr/>
        </p:nvSpPr>
        <p:spPr>
          <a:xfrm>
            <a:off x="1513890" y="61798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E5696B8F-B7FF-5E53-4EB6-1032F7B70101}"/>
              </a:ext>
            </a:extLst>
          </p:cNvPr>
          <p:cNvSpPr>
            <a:spLocks/>
          </p:cNvSpPr>
          <p:nvPr/>
        </p:nvSpPr>
        <p:spPr>
          <a:xfrm>
            <a:off x="1508501" y="56011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B21606B5-654F-D7B4-7350-EA3A6AE877B5}"/>
              </a:ext>
            </a:extLst>
          </p:cNvPr>
          <p:cNvSpPr>
            <a:spLocks/>
          </p:cNvSpPr>
          <p:nvPr/>
        </p:nvSpPr>
        <p:spPr>
          <a:xfrm>
            <a:off x="1427643" y="58137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50CB405C-F8F6-7B31-DE16-00DFAD56308A}"/>
              </a:ext>
            </a:extLst>
          </p:cNvPr>
          <p:cNvSpPr>
            <a:spLocks/>
          </p:cNvSpPr>
          <p:nvPr/>
        </p:nvSpPr>
        <p:spPr>
          <a:xfrm>
            <a:off x="1504128" y="57892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E6DF1395-2A91-C374-CB48-DC4F08DE45D1}"/>
              </a:ext>
            </a:extLst>
          </p:cNvPr>
          <p:cNvSpPr>
            <a:spLocks/>
          </p:cNvSpPr>
          <p:nvPr/>
        </p:nvSpPr>
        <p:spPr>
          <a:xfrm>
            <a:off x="1421918" y="56161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D3095D5B-95CF-3DC9-7B65-CF22E32FFA89}"/>
              </a:ext>
            </a:extLst>
          </p:cNvPr>
          <p:cNvSpPr>
            <a:spLocks/>
          </p:cNvSpPr>
          <p:nvPr/>
        </p:nvSpPr>
        <p:spPr>
          <a:xfrm>
            <a:off x="1469458" y="62525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EB24AAA6-5B9C-77CF-4AF9-66A43C5C1963}"/>
              </a:ext>
            </a:extLst>
          </p:cNvPr>
          <p:cNvSpPr>
            <a:spLocks/>
          </p:cNvSpPr>
          <p:nvPr/>
        </p:nvSpPr>
        <p:spPr>
          <a:xfrm>
            <a:off x="1385771" y="62837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36580991-5B1B-1E30-025D-468063B649CB}"/>
              </a:ext>
            </a:extLst>
          </p:cNvPr>
          <p:cNvSpPr>
            <a:spLocks/>
          </p:cNvSpPr>
          <p:nvPr/>
        </p:nvSpPr>
        <p:spPr>
          <a:xfrm>
            <a:off x="1448179" y="58387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5D53EB8C-40DD-4B8A-EE96-4BF724B61284}"/>
              </a:ext>
            </a:extLst>
          </p:cNvPr>
          <p:cNvSpPr>
            <a:spLocks/>
          </p:cNvSpPr>
          <p:nvPr/>
        </p:nvSpPr>
        <p:spPr>
          <a:xfrm>
            <a:off x="1513572" y="4974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5F43392-A76D-6F5A-F312-81EAFED6DAB6}"/>
              </a:ext>
            </a:extLst>
          </p:cNvPr>
          <p:cNvSpPr>
            <a:spLocks/>
          </p:cNvSpPr>
          <p:nvPr/>
        </p:nvSpPr>
        <p:spPr>
          <a:xfrm>
            <a:off x="1404959" y="61600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7AE36FE6-89EC-1EB8-6645-F8F65E3FCE26}"/>
              </a:ext>
            </a:extLst>
          </p:cNvPr>
          <p:cNvSpPr>
            <a:spLocks/>
          </p:cNvSpPr>
          <p:nvPr/>
        </p:nvSpPr>
        <p:spPr>
          <a:xfrm>
            <a:off x="138231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0629BD40-B79F-BCEE-9F2A-7CD4E42BEDAE}"/>
              </a:ext>
            </a:extLst>
          </p:cNvPr>
          <p:cNvSpPr>
            <a:spLocks/>
          </p:cNvSpPr>
          <p:nvPr/>
        </p:nvSpPr>
        <p:spPr>
          <a:xfrm>
            <a:off x="1459703" y="58316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242DFC25-2640-FDEF-0332-91B1226F470E}"/>
              </a:ext>
            </a:extLst>
          </p:cNvPr>
          <p:cNvSpPr>
            <a:spLocks/>
          </p:cNvSpPr>
          <p:nvPr/>
        </p:nvSpPr>
        <p:spPr>
          <a:xfrm>
            <a:off x="1491768" y="570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B4FF3BC9-AF48-85B6-EE4A-BD107006669A}"/>
              </a:ext>
            </a:extLst>
          </p:cNvPr>
          <p:cNvSpPr>
            <a:spLocks/>
          </p:cNvSpPr>
          <p:nvPr/>
        </p:nvSpPr>
        <p:spPr>
          <a:xfrm>
            <a:off x="1424601" y="5583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38EAC885-B608-D142-CF4C-FEE9D68CAECB}"/>
              </a:ext>
            </a:extLst>
          </p:cNvPr>
          <p:cNvSpPr>
            <a:spLocks/>
          </p:cNvSpPr>
          <p:nvPr/>
        </p:nvSpPr>
        <p:spPr>
          <a:xfrm>
            <a:off x="1392105" y="53084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198AAD4-84C7-DF2D-89F9-E3DCD1A29F82}"/>
              </a:ext>
            </a:extLst>
          </p:cNvPr>
          <p:cNvSpPr>
            <a:spLocks/>
          </p:cNvSpPr>
          <p:nvPr/>
        </p:nvSpPr>
        <p:spPr>
          <a:xfrm>
            <a:off x="146037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A09EC698-FF98-C396-0BAF-A591FE243681}"/>
              </a:ext>
            </a:extLst>
          </p:cNvPr>
          <p:cNvSpPr>
            <a:spLocks/>
          </p:cNvSpPr>
          <p:nvPr/>
        </p:nvSpPr>
        <p:spPr>
          <a:xfrm>
            <a:off x="1491879" y="59967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D4C07D8F-EDB2-C03C-E124-9163865EB3D5}"/>
              </a:ext>
            </a:extLst>
          </p:cNvPr>
          <p:cNvSpPr>
            <a:spLocks/>
          </p:cNvSpPr>
          <p:nvPr/>
        </p:nvSpPr>
        <p:spPr>
          <a:xfrm>
            <a:off x="1512552" y="54671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76C83F7B-E7B8-6ADD-2B79-886307FB6027}"/>
              </a:ext>
            </a:extLst>
          </p:cNvPr>
          <p:cNvSpPr>
            <a:spLocks/>
          </p:cNvSpPr>
          <p:nvPr/>
        </p:nvSpPr>
        <p:spPr>
          <a:xfrm>
            <a:off x="1503147" y="51413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060D4C96-D622-052A-0704-9A80F5ADBCF0}"/>
              </a:ext>
            </a:extLst>
          </p:cNvPr>
          <p:cNvSpPr>
            <a:spLocks/>
          </p:cNvSpPr>
          <p:nvPr/>
        </p:nvSpPr>
        <p:spPr>
          <a:xfrm>
            <a:off x="1458149" y="56441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03748A5-C3CF-CDC6-DC5F-9EDB7B7D4A31}"/>
              </a:ext>
            </a:extLst>
          </p:cNvPr>
          <p:cNvSpPr>
            <a:spLocks/>
          </p:cNvSpPr>
          <p:nvPr/>
        </p:nvSpPr>
        <p:spPr>
          <a:xfrm>
            <a:off x="1411199" y="63077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007F03AA-B6D2-F409-87CF-335A6D5B1117}"/>
              </a:ext>
            </a:extLst>
          </p:cNvPr>
          <p:cNvSpPr>
            <a:spLocks/>
          </p:cNvSpPr>
          <p:nvPr/>
        </p:nvSpPr>
        <p:spPr>
          <a:xfrm>
            <a:off x="1423392" y="59428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9F7AA41C-F355-F4A3-F3B5-A2984A3A9B9B}"/>
              </a:ext>
            </a:extLst>
          </p:cNvPr>
          <p:cNvSpPr>
            <a:spLocks/>
          </p:cNvSpPr>
          <p:nvPr/>
        </p:nvSpPr>
        <p:spPr>
          <a:xfrm>
            <a:off x="1652791" y="51105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733315D-20B9-20E6-9C06-AAED10678E17}"/>
              </a:ext>
            </a:extLst>
          </p:cNvPr>
          <p:cNvSpPr>
            <a:spLocks/>
          </p:cNvSpPr>
          <p:nvPr/>
        </p:nvSpPr>
        <p:spPr>
          <a:xfrm>
            <a:off x="1739884" y="52836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9D4B952-1C89-0CF2-2FA4-B7F71DAEC0D6}"/>
              </a:ext>
            </a:extLst>
          </p:cNvPr>
          <p:cNvSpPr>
            <a:spLocks/>
          </p:cNvSpPr>
          <p:nvPr/>
        </p:nvSpPr>
        <p:spPr>
          <a:xfrm>
            <a:off x="1736002" y="49987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F7EB6069-0DAD-7573-DDE1-8EAD82099F53}"/>
              </a:ext>
            </a:extLst>
          </p:cNvPr>
          <p:cNvSpPr>
            <a:spLocks/>
          </p:cNvSpPr>
          <p:nvPr/>
        </p:nvSpPr>
        <p:spPr>
          <a:xfrm>
            <a:off x="1686888" y="5034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4B9A896C-9EC3-559C-E7B0-BFEF0C33A328}"/>
              </a:ext>
            </a:extLst>
          </p:cNvPr>
          <p:cNvSpPr>
            <a:spLocks/>
          </p:cNvSpPr>
          <p:nvPr/>
        </p:nvSpPr>
        <p:spPr>
          <a:xfrm>
            <a:off x="1711384" y="4945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0560E24E-66BD-EF26-47EE-8CAA4D3E6B37}"/>
              </a:ext>
            </a:extLst>
          </p:cNvPr>
          <p:cNvSpPr>
            <a:spLocks/>
          </p:cNvSpPr>
          <p:nvPr/>
        </p:nvSpPr>
        <p:spPr>
          <a:xfrm>
            <a:off x="1606128" y="56772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56569147-5289-3C8C-CCDD-5A261974016C}"/>
              </a:ext>
            </a:extLst>
          </p:cNvPr>
          <p:cNvSpPr>
            <a:spLocks/>
          </p:cNvSpPr>
          <p:nvPr/>
        </p:nvSpPr>
        <p:spPr>
          <a:xfrm>
            <a:off x="1642005" y="54481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AAC86023-22FB-E968-881A-2B84580482F4}"/>
              </a:ext>
            </a:extLst>
          </p:cNvPr>
          <p:cNvSpPr>
            <a:spLocks/>
          </p:cNvSpPr>
          <p:nvPr/>
        </p:nvSpPr>
        <p:spPr>
          <a:xfrm>
            <a:off x="1631141" y="55438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EB7DA89A-702E-99A1-97B4-A31FF02E31E1}"/>
              </a:ext>
            </a:extLst>
          </p:cNvPr>
          <p:cNvSpPr>
            <a:spLocks/>
          </p:cNvSpPr>
          <p:nvPr/>
        </p:nvSpPr>
        <p:spPr>
          <a:xfrm>
            <a:off x="1647662" y="51558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C19364A-F3C0-1ECB-0EA9-9F3DB22A1F3C}"/>
              </a:ext>
            </a:extLst>
          </p:cNvPr>
          <p:cNvSpPr>
            <a:spLocks/>
          </p:cNvSpPr>
          <p:nvPr/>
        </p:nvSpPr>
        <p:spPr>
          <a:xfrm>
            <a:off x="1607488" y="50994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067371A5-A084-C2D8-BFF4-45D09F49AF02}"/>
              </a:ext>
            </a:extLst>
          </p:cNvPr>
          <p:cNvSpPr>
            <a:spLocks/>
          </p:cNvSpPr>
          <p:nvPr/>
        </p:nvSpPr>
        <p:spPr>
          <a:xfrm>
            <a:off x="1722237" y="5571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80B0EE4F-CB36-A601-E654-DF9968B105AF}"/>
              </a:ext>
            </a:extLst>
          </p:cNvPr>
          <p:cNvSpPr>
            <a:spLocks/>
          </p:cNvSpPr>
          <p:nvPr/>
        </p:nvSpPr>
        <p:spPr>
          <a:xfrm>
            <a:off x="1661706" y="54630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2A32C3F9-F8F4-3AC1-1311-670F3BBAACE7}"/>
              </a:ext>
            </a:extLst>
          </p:cNvPr>
          <p:cNvSpPr>
            <a:spLocks/>
          </p:cNvSpPr>
          <p:nvPr/>
        </p:nvSpPr>
        <p:spPr>
          <a:xfrm>
            <a:off x="1694403" y="60290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FB9DE4BE-76BE-4938-A243-ED5B94595F19}"/>
              </a:ext>
            </a:extLst>
          </p:cNvPr>
          <p:cNvSpPr>
            <a:spLocks/>
          </p:cNvSpPr>
          <p:nvPr/>
        </p:nvSpPr>
        <p:spPr>
          <a:xfrm>
            <a:off x="1627102" y="5656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06B2A643-0A67-FFF0-7682-E432E52A7260}"/>
              </a:ext>
            </a:extLst>
          </p:cNvPr>
          <p:cNvSpPr>
            <a:spLocks/>
          </p:cNvSpPr>
          <p:nvPr/>
        </p:nvSpPr>
        <p:spPr>
          <a:xfrm>
            <a:off x="1665051" y="501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0F2EE3DA-E67F-E19C-F26E-4870273B8879}"/>
              </a:ext>
            </a:extLst>
          </p:cNvPr>
          <p:cNvSpPr>
            <a:spLocks/>
          </p:cNvSpPr>
          <p:nvPr/>
        </p:nvSpPr>
        <p:spPr>
          <a:xfrm>
            <a:off x="1644483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29B476A3-2DA3-ED78-A9DE-10AB00DBBB22}"/>
              </a:ext>
            </a:extLst>
          </p:cNvPr>
          <p:cNvSpPr>
            <a:spLocks/>
          </p:cNvSpPr>
          <p:nvPr/>
        </p:nvSpPr>
        <p:spPr>
          <a:xfrm>
            <a:off x="1620391" y="5004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0D6F7DE2-8E67-43AC-DD83-52FE3D2E0709}"/>
              </a:ext>
            </a:extLst>
          </p:cNvPr>
          <p:cNvSpPr>
            <a:spLocks/>
          </p:cNvSpPr>
          <p:nvPr/>
        </p:nvSpPr>
        <p:spPr>
          <a:xfrm>
            <a:off x="1616386" y="49501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9A42F16B-997E-FDBF-371A-E7D5E0293AFF}"/>
              </a:ext>
            </a:extLst>
          </p:cNvPr>
          <p:cNvSpPr>
            <a:spLocks/>
          </p:cNvSpPr>
          <p:nvPr/>
        </p:nvSpPr>
        <p:spPr>
          <a:xfrm>
            <a:off x="1722006" y="5549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66CBA5B1-5297-3835-2C3D-421D2F36DFC0}"/>
              </a:ext>
            </a:extLst>
          </p:cNvPr>
          <p:cNvSpPr>
            <a:spLocks/>
          </p:cNvSpPr>
          <p:nvPr/>
        </p:nvSpPr>
        <p:spPr>
          <a:xfrm>
            <a:off x="167595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C80ADBA7-C40A-D9BA-F28D-56AC60AE21C9}"/>
              </a:ext>
            </a:extLst>
          </p:cNvPr>
          <p:cNvSpPr>
            <a:spLocks/>
          </p:cNvSpPr>
          <p:nvPr/>
        </p:nvSpPr>
        <p:spPr>
          <a:xfrm>
            <a:off x="1649032" y="5660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837DCEE-B8C8-4B7A-1C52-CE955C76E4F2}"/>
              </a:ext>
            </a:extLst>
          </p:cNvPr>
          <p:cNvSpPr>
            <a:spLocks/>
          </p:cNvSpPr>
          <p:nvPr/>
        </p:nvSpPr>
        <p:spPr>
          <a:xfrm>
            <a:off x="172161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DBCF0EEB-D4A6-3C8E-6892-291DD7353C06}"/>
              </a:ext>
            </a:extLst>
          </p:cNvPr>
          <p:cNvSpPr>
            <a:spLocks/>
          </p:cNvSpPr>
          <p:nvPr/>
        </p:nvSpPr>
        <p:spPr>
          <a:xfrm>
            <a:off x="1624913" y="49659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DB36202A-844D-9CFF-38E2-4A1324A2EC0D}"/>
              </a:ext>
            </a:extLst>
          </p:cNvPr>
          <p:cNvSpPr>
            <a:spLocks/>
          </p:cNvSpPr>
          <p:nvPr/>
        </p:nvSpPr>
        <p:spPr>
          <a:xfrm>
            <a:off x="1612430" y="5096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18550821-71CB-C40A-2905-5BD93F71E106}"/>
              </a:ext>
            </a:extLst>
          </p:cNvPr>
          <p:cNvSpPr>
            <a:spLocks/>
          </p:cNvSpPr>
          <p:nvPr/>
        </p:nvSpPr>
        <p:spPr>
          <a:xfrm>
            <a:off x="1651259" y="52310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1E0B11E3-C406-DD16-EB02-1991990F0BDB}"/>
              </a:ext>
            </a:extLst>
          </p:cNvPr>
          <p:cNvSpPr>
            <a:spLocks/>
          </p:cNvSpPr>
          <p:nvPr/>
        </p:nvSpPr>
        <p:spPr>
          <a:xfrm>
            <a:off x="1620103" y="5730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6AAEBD9B-AE69-E836-EAC9-FF98FA078C68}"/>
              </a:ext>
            </a:extLst>
          </p:cNvPr>
          <p:cNvSpPr>
            <a:spLocks/>
          </p:cNvSpPr>
          <p:nvPr/>
        </p:nvSpPr>
        <p:spPr>
          <a:xfrm>
            <a:off x="1695626" y="6310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73095D77-0674-3704-5FBF-B53BA8AD0F10}"/>
              </a:ext>
            </a:extLst>
          </p:cNvPr>
          <p:cNvSpPr>
            <a:spLocks/>
          </p:cNvSpPr>
          <p:nvPr/>
        </p:nvSpPr>
        <p:spPr>
          <a:xfrm>
            <a:off x="1611895" y="51232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48A2131D-B31A-50F6-D856-C52BA3E22CC1}"/>
              </a:ext>
            </a:extLst>
          </p:cNvPr>
          <p:cNvSpPr>
            <a:spLocks/>
          </p:cNvSpPr>
          <p:nvPr/>
        </p:nvSpPr>
        <p:spPr>
          <a:xfrm>
            <a:off x="165785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BD354022-9001-0CD8-2B74-3585A25625C3}"/>
              </a:ext>
            </a:extLst>
          </p:cNvPr>
          <p:cNvSpPr>
            <a:spLocks/>
          </p:cNvSpPr>
          <p:nvPr/>
        </p:nvSpPr>
        <p:spPr>
          <a:xfrm>
            <a:off x="1664199" y="56102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C5BE68F5-C45F-9644-D7DB-AD283B6E5505}"/>
              </a:ext>
            </a:extLst>
          </p:cNvPr>
          <p:cNvSpPr>
            <a:spLocks/>
          </p:cNvSpPr>
          <p:nvPr/>
        </p:nvSpPr>
        <p:spPr>
          <a:xfrm>
            <a:off x="1715852" y="6384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3C5E641D-24C2-7A09-6049-16C1446033BB}"/>
              </a:ext>
            </a:extLst>
          </p:cNvPr>
          <p:cNvSpPr>
            <a:spLocks/>
          </p:cNvSpPr>
          <p:nvPr/>
        </p:nvSpPr>
        <p:spPr>
          <a:xfrm>
            <a:off x="1683310" y="49053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CE3E6DE-63DC-C59D-3DFB-0A9C8C585605}"/>
              </a:ext>
            </a:extLst>
          </p:cNvPr>
          <p:cNvSpPr>
            <a:spLocks/>
          </p:cNvSpPr>
          <p:nvPr/>
        </p:nvSpPr>
        <p:spPr>
          <a:xfrm>
            <a:off x="1641961" y="51076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55D3A13B-2FC3-2DEC-9327-BE6CD7A2E0C9}"/>
              </a:ext>
            </a:extLst>
          </p:cNvPr>
          <p:cNvSpPr>
            <a:spLocks/>
          </p:cNvSpPr>
          <p:nvPr/>
        </p:nvSpPr>
        <p:spPr>
          <a:xfrm>
            <a:off x="1606566" y="50442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3ED278B7-63D5-EBBF-8758-A3F54CEAEAFE}"/>
              </a:ext>
            </a:extLst>
          </p:cNvPr>
          <p:cNvSpPr>
            <a:spLocks/>
          </p:cNvSpPr>
          <p:nvPr/>
        </p:nvSpPr>
        <p:spPr>
          <a:xfrm>
            <a:off x="1602023" y="6149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AB7C9F01-175D-439B-8E40-91CFEDE78225}"/>
              </a:ext>
            </a:extLst>
          </p:cNvPr>
          <p:cNvSpPr>
            <a:spLocks/>
          </p:cNvSpPr>
          <p:nvPr/>
        </p:nvSpPr>
        <p:spPr>
          <a:xfrm>
            <a:off x="16223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5B2AE7C6-1C17-01C0-6495-E4A4345E5288}"/>
              </a:ext>
            </a:extLst>
          </p:cNvPr>
          <p:cNvSpPr>
            <a:spLocks/>
          </p:cNvSpPr>
          <p:nvPr/>
        </p:nvSpPr>
        <p:spPr>
          <a:xfrm>
            <a:off x="1637933" y="50025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37A5BF28-EBC7-AA90-DF4D-DDD968A186B6}"/>
              </a:ext>
            </a:extLst>
          </p:cNvPr>
          <p:cNvSpPr>
            <a:spLocks/>
          </p:cNvSpPr>
          <p:nvPr/>
        </p:nvSpPr>
        <p:spPr>
          <a:xfrm>
            <a:off x="1723605" y="5769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681512B7-998C-A4BA-D652-5815A9312CD3}"/>
              </a:ext>
            </a:extLst>
          </p:cNvPr>
          <p:cNvSpPr>
            <a:spLocks/>
          </p:cNvSpPr>
          <p:nvPr/>
        </p:nvSpPr>
        <p:spPr>
          <a:xfrm>
            <a:off x="1623392" y="56842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C5C9CA51-7423-C405-2583-219628BC5B7F}"/>
              </a:ext>
            </a:extLst>
          </p:cNvPr>
          <p:cNvSpPr>
            <a:spLocks/>
          </p:cNvSpPr>
          <p:nvPr/>
        </p:nvSpPr>
        <p:spPr>
          <a:xfrm>
            <a:off x="1690350" y="55479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A32B3897-ED3E-5C87-E23B-3EA61E07D15E}"/>
              </a:ext>
            </a:extLst>
          </p:cNvPr>
          <p:cNvSpPr>
            <a:spLocks/>
          </p:cNvSpPr>
          <p:nvPr/>
        </p:nvSpPr>
        <p:spPr>
          <a:xfrm>
            <a:off x="1699953" y="6004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CDB0CE51-2F55-CC60-EA7A-1B29A1C1A099}"/>
              </a:ext>
            </a:extLst>
          </p:cNvPr>
          <p:cNvSpPr>
            <a:spLocks/>
          </p:cNvSpPr>
          <p:nvPr/>
        </p:nvSpPr>
        <p:spPr>
          <a:xfrm>
            <a:off x="1677094" y="51941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ECBA9567-D4AA-8880-AACC-B07CD233D8AD}"/>
              </a:ext>
            </a:extLst>
          </p:cNvPr>
          <p:cNvSpPr>
            <a:spLocks/>
          </p:cNvSpPr>
          <p:nvPr/>
        </p:nvSpPr>
        <p:spPr>
          <a:xfrm>
            <a:off x="1652913" y="5039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07A214B0-FF4F-3A04-9707-19B75834DC37}"/>
              </a:ext>
            </a:extLst>
          </p:cNvPr>
          <p:cNvSpPr>
            <a:spLocks/>
          </p:cNvSpPr>
          <p:nvPr/>
        </p:nvSpPr>
        <p:spPr>
          <a:xfrm>
            <a:off x="169876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17742555-E17D-ED14-31A8-CED97AF83C03}"/>
              </a:ext>
            </a:extLst>
          </p:cNvPr>
          <p:cNvSpPr>
            <a:spLocks/>
          </p:cNvSpPr>
          <p:nvPr/>
        </p:nvSpPr>
        <p:spPr>
          <a:xfrm>
            <a:off x="1629132" y="5107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F3D1F468-5EA7-E7DC-F214-B5B9CD04BE7A}"/>
              </a:ext>
            </a:extLst>
          </p:cNvPr>
          <p:cNvSpPr>
            <a:spLocks/>
          </p:cNvSpPr>
          <p:nvPr/>
        </p:nvSpPr>
        <p:spPr>
          <a:xfrm>
            <a:off x="1604429" y="5202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6B8697FF-DDBC-6CCA-B7E1-B24649D6840F}"/>
              </a:ext>
            </a:extLst>
          </p:cNvPr>
          <p:cNvSpPr>
            <a:spLocks/>
          </p:cNvSpPr>
          <p:nvPr/>
        </p:nvSpPr>
        <p:spPr>
          <a:xfrm>
            <a:off x="1736723" y="48998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D524004D-2B5B-694D-4A7B-A00CD2FE89EB}"/>
              </a:ext>
            </a:extLst>
          </p:cNvPr>
          <p:cNvSpPr>
            <a:spLocks/>
          </p:cNvSpPr>
          <p:nvPr/>
        </p:nvSpPr>
        <p:spPr>
          <a:xfrm>
            <a:off x="1698302" y="5948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857C430A-A630-0F23-051D-EC2035485048}"/>
              </a:ext>
            </a:extLst>
          </p:cNvPr>
          <p:cNvSpPr>
            <a:spLocks/>
          </p:cNvSpPr>
          <p:nvPr/>
        </p:nvSpPr>
        <p:spPr>
          <a:xfrm>
            <a:off x="1641251" y="4955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A73455B3-3A33-2DB1-656D-385B061175AF}"/>
              </a:ext>
            </a:extLst>
          </p:cNvPr>
          <p:cNvSpPr>
            <a:spLocks/>
          </p:cNvSpPr>
          <p:nvPr/>
        </p:nvSpPr>
        <p:spPr>
          <a:xfrm>
            <a:off x="162141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35416454-31E4-B78A-1C1C-1191AD4AEEFA}"/>
              </a:ext>
            </a:extLst>
          </p:cNvPr>
          <p:cNvSpPr>
            <a:spLocks/>
          </p:cNvSpPr>
          <p:nvPr/>
        </p:nvSpPr>
        <p:spPr>
          <a:xfrm>
            <a:off x="1724775" y="61784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4B7558CD-642F-1FAF-D25E-C1B54F1F02E5}"/>
              </a:ext>
            </a:extLst>
          </p:cNvPr>
          <p:cNvSpPr>
            <a:spLocks/>
          </p:cNvSpPr>
          <p:nvPr/>
        </p:nvSpPr>
        <p:spPr>
          <a:xfrm>
            <a:off x="1627751" y="57642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FDDCC596-090C-31EE-2744-0597C08A809A}"/>
              </a:ext>
            </a:extLst>
          </p:cNvPr>
          <p:cNvSpPr>
            <a:spLocks/>
          </p:cNvSpPr>
          <p:nvPr/>
        </p:nvSpPr>
        <p:spPr>
          <a:xfrm>
            <a:off x="1693657" y="57927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0027B8B4-77D8-4DE0-CD41-927DF39DC63B}"/>
              </a:ext>
            </a:extLst>
          </p:cNvPr>
          <p:cNvSpPr>
            <a:spLocks/>
          </p:cNvSpPr>
          <p:nvPr/>
        </p:nvSpPr>
        <p:spPr>
          <a:xfrm>
            <a:off x="162146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48095FB2-F7D2-3284-0CFF-6022B3300676}"/>
              </a:ext>
            </a:extLst>
          </p:cNvPr>
          <p:cNvSpPr>
            <a:spLocks/>
          </p:cNvSpPr>
          <p:nvPr/>
        </p:nvSpPr>
        <p:spPr>
          <a:xfrm>
            <a:off x="1676619" y="49773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76586DE3-B9B9-F618-2067-25847B05889D}"/>
              </a:ext>
            </a:extLst>
          </p:cNvPr>
          <p:cNvSpPr>
            <a:spLocks/>
          </p:cNvSpPr>
          <p:nvPr/>
        </p:nvSpPr>
        <p:spPr>
          <a:xfrm>
            <a:off x="173218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599BDB47-D046-6C49-772F-1514FF6BB804}"/>
              </a:ext>
            </a:extLst>
          </p:cNvPr>
          <p:cNvSpPr>
            <a:spLocks/>
          </p:cNvSpPr>
          <p:nvPr/>
        </p:nvSpPr>
        <p:spPr>
          <a:xfrm>
            <a:off x="1650821" y="5938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0DE4255D-C1B0-9338-8C0F-A670F8B847F3}"/>
              </a:ext>
            </a:extLst>
          </p:cNvPr>
          <p:cNvSpPr>
            <a:spLocks/>
          </p:cNvSpPr>
          <p:nvPr/>
        </p:nvSpPr>
        <p:spPr>
          <a:xfrm>
            <a:off x="1623221" y="49938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2B2ABE3D-359D-50F6-9569-10B1A7B5AF32}"/>
              </a:ext>
            </a:extLst>
          </p:cNvPr>
          <p:cNvSpPr>
            <a:spLocks/>
          </p:cNvSpPr>
          <p:nvPr/>
        </p:nvSpPr>
        <p:spPr>
          <a:xfrm>
            <a:off x="1677259" y="52926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E2E9DFFE-E7BA-0914-ABC1-9C47668D7189}"/>
              </a:ext>
            </a:extLst>
          </p:cNvPr>
          <p:cNvSpPr>
            <a:spLocks/>
          </p:cNvSpPr>
          <p:nvPr/>
        </p:nvSpPr>
        <p:spPr>
          <a:xfrm>
            <a:off x="1651300" y="5670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67F81103-6224-2861-93A0-C040FD8CCBD3}"/>
              </a:ext>
            </a:extLst>
          </p:cNvPr>
          <p:cNvSpPr>
            <a:spLocks/>
          </p:cNvSpPr>
          <p:nvPr/>
        </p:nvSpPr>
        <p:spPr>
          <a:xfrm>
            <a:off x="1655159" y="51565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6BE2D0FD-FE7F-70DC-66D7-433F15CB003C}"/>
              </a:ext>
            </a:extLst>
          </p:cNvPr>
          <p:cNvSpPr>
            <a:spLocks/>
          </p:cNvSpPr>
          <p:nvPr/>
        </p:nvSpPr>
        <p:spPr>
          <a:xfrm>
            <a:off x="164979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89647C3C-1332-C4AB-AF22-5832E679F53D}"/>
              </a:ext>
            </a:extLst>
          </p:cNvPr>
          <p:cNvSpPr>
            <a:spLocks/>
          </p:cNvSpPr>
          <p:nvPr/>
        </p:nvSpPr>
        <p:spPr>
          <a:xfrm>
            <a:off x="1724114" y="51092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B3EA3D1E-CA86-46D0-C8B8-913385E15502}"/>
              </a:ext>
            </a:extLst>
          </p:cNvPr>
          <p:cNvSpPr>
            <a:spLocks/>
          </p:cNvSpPr>
          <p:nvPr/>
        </p:nvSpPr>
        <p:spPr>
          <a:xfrm>
            <a:off x="16399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B9DC3061-DC8D-47BC-BFBA-F1BAFC1F3C53}"/>
              </a:ext>
            </a:extLst>
          </p:cNvPr>
          <p:cNvSpPr>
            <a:spLocks/>
          </p:cNvSpPr>
          <p:nvPr/>
        </p:nvSpPr>
        <p:spPr>
          <a:xfrm>
            <a:off x="163774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9B554F2F-335C-C09D-C162-1A941F452993}"/>
              </a:ext>
            </a:extLst>
          </p:cNvPr>
          <p:cNvSpPr>
            <a:spLocks/>
          </p:cNvSpPr>
          <p:nvPr/>
        </p:nvSpPr>
        <p:spPr>
          <a:xfrm>
            <a:off x="1681046" y="54740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46312BA-A7B9-071C-E2E9-CF6ED1F20C72}"/>
              </a:ext>
            </a:extLst>
          </p:cNvPr>
          <p:cNvSpPr>
            <a:spLocks/>
          </p:cNvSpPr>
          <p:nvPr/>
        </p:nvSpPr>
        <p:spPr>
          <a:xfrm>
            <a:off x="1627196" y="5067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2B650135-F3BF-D3F4-9322-4857E8674684}"/>
              </a:ext>
            </a:extLst>
          </p:cNvPr>
          <p:cNvSpPr>
            <a:spLocks/>
          </p:cNvSpPr>
          <p:nvPr/>
        </p:nvSpPr>
        <p:spPr>
          <a:xfrm>
            <a:off x="1659723" y="53204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D41997A0-4876-34D7-E066-B94DA98FCD26}"/>
              </a:ext>
            </a:extLst>
          </p:cNvPr>
          <p:cNvSpPr>
            <a:spLocks/>
          </p:cNvSpPr>
          <p:nvPr/>
        </p:nvSpPr>
        <p:spPr>
          <a:xfrm>
            <a:off x="1637813" y="53735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96BE71D8-1A34-3D15-61EC-734F30E1CF6C}"/>
              </a:ext>
            </a:extLst>
          </p:cNvPr>
          <p:cNvSpPr>
            <a:spLocks/>
          </p:cNvSpPr>
          <p:nvPr/>
        </p:nvSpPr>
        <p:spPr>
          <a:xfrm>
            <a:off x="1690123" y="51128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8360408-6776-638B-F5D0-32AF8A9BDB31}"/>
              </a:ext>
            </a:extLst>
          </p:cNvPr>
          <p:cNvSpPr>
            <a:spLocks/>
          </p:cNvSpPr>
          <p:nvPr/>
        </p:nvSpPr>
        <p:spPr>
          <a:xfrm>
            <a:off x="1612296" y="52438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5EC5982C-4479-6466-7B31-23FED69F1753}"/>
              </a:ext>
            </a:extLst>
          </p:cNvPr>
          <p:cNvSpPr>
            <a:spLocks/>
          </p:cNvSpPr>
          <p:nvPr/>
        </p:nvSpPr>
        <p:spPr>
          <a:xfrm>
            <a:off x="1646018" y="52502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40551691-23C8-B1E2-AB0C-9C7C65971101}"/>
              </a:ext>
            </a:extLst>
          </p:cNvPr>
          <p:cNvSpPr>
            <a:spLocks/>
          </p:cNvSpPr>
          <p:nvPr/>
        </p:nvSpPr>
        <p:spPr>
          <a:xfrm>
            <a:off x="170056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00A43A47-70FF-B74C-C83D-604A1424286B}"/>
              </a:ext>
            </a:extLst>
          </p:cNvPr>
          <p:cNvSpPr>
            <a:spLocks/>
          </p:cNvSpPr>
          <p:nvPr/>
        </p:nvSpPr>
        <p:spPr>
          <a:xfrm>
            <a:off x="1613207" y="5196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2FEBACF2-2E57-0F9B-3FD8-9938EC60A196}"/>
              </a:ext>
            </a:extLst>
          </p:cNvPr>
          <p:cNvSpPr>
            <a:spLocks/>
          </p:cNvSpPr>
          <p:nvPr/>
        </p:nvSpPr>
        <p:spPr>
          <a:xfrm>
            <a:off x="1693726" y="54969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29181ACE-FFC2-B3EE-19FB-B5E07E971EC4}"/>
              </a:ext>
            </a:extLst>
          </p:cNvPr>
          <p:cNvSpPr>
            <a:spLocks/>
          </p:cNvSpPr>
          <p:nvPr/>
        </p:nvSpPr>
        <p:spPr>
          <a:xfrm>
            <a:off x="162216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D59702C3-BFF4-534E-3C2A-BFF1B4D4DA4B}"/>
              </a:ext>
            </a:extLst>
          </p:cNvPr>
          <p:cNvSpPr>
            <a:spLocks/>
          </p:cNvSpPr>
          <p:nvPr/>
        </p:nvSpPr>
        <p:spPr>
          <a:xfrm>
            <a:off x="1718042" y="62517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2410D635-D92F-F0C5-2818-38CF0F3D4959}"/>
              </a:ext>
            </a:extLst>
          </p:cNvPr>
          <p:cNvSpPr>
            <a:spLocks/>
          </p:cNvSpPr>
          <p:nvPr/>
        </p:nvSpPr>
        <p:spPr>
          <a:xfrm>
            <a:off x="1665978" y="6228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57304BBE-32CB-8F12-BFC3-404FE678896F}"/>
              </a:ext>
            </a:extLst>
          </p:cNvPr>
          <p:cNvSpPr>
            <a:spLocks/>
          </p:cNvSpPr>
          <p:nvPr/>
        </p:nvSpPr>
        <p:spPr>
          <a:xfrm>
            <a:off x="1663310" y="62140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7BFF37D4-56D1-05B7-4C56-687B2B0EF836}"/>
              </a:ext>
            </a:extLst>
          </p:cNvPr>
          <p:cNvSpPr>
            <a:spLocks/>
          </p:cNvSpPr>
          <p:nvPr/>
        </p:nvSpPr>
        <p:spPr>
          <a:xfrm>
            <a:off x="1656781" y="5018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BC111B7F-0BFA-18F4-6E36-F3A792EB2215}"/>
              </a:ext>
            </a:extLst>
          </p:cNvPr>
          <p:cNvSpPr>
            <a:spLocks/>
          </p:cNvSpPr>
          <p:nvPr/>
        </p:nvSpPr>
        <p:spPr>
          <a:xfrm>
            <a:off x="1736100" y="59581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1DB28B2C-BEAD-3EB7-EF6E-6A05F1BF4201}"/>
              </a:ext>
            </a:extLst>
          </p:cNvPr>
          <p:cNvSpPr>
            <a:spLocks/>
          </p:cNvSpPr>
          <p:nvPr/>
        </p:nvSpPr>
        <p:spPr>
          <a:xfrm>
            <a:off x="1639800" y="5104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2D5E9D0A-D702-FBED-2155-428D6207AFCE}"/>
              </a:ext>
            </a:extLst>
          </p:cNvPr>
          <p:cNvSpPr>
            <a:spLocks/>
          </p:cNvSpPr>
          <p:nvPr/>
        </p:nvSpPr>
        <p:spPr>
          <a:xfrm>
            <a:off x="1719172" y="5733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584302CC-1036-CE44-7229-074E7ED827DF}"/>
              </a:ext>
            </a:extLst>
          </p:cNvPr>
          <p:cNvSpPr>
            <a:spLocks/>
          </p:cNvSpPr>
          <p:nvPr/>
        </p:nvSpPr>
        <p:spPr>
          <a:xfrm>
            <a:off x="1649166" y="60853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A877C823-BEAC-6794-9DBE-B688628052FC}"/>
              </a:ext>
            </a:extLst>
          </p:cNvPr>
          <p:cNvSpPr>
            <a:spLocks/>
          </p:cNvSpPr>
          <p:nvPr/>
        </p:nvSpPr>
        <p:spPr>
          <a:xfrm>
            <a:off x="1635829" y="5244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B8E3D8D2-F79F-04B7-96B2-4F5AA6DA2A7F}"/>
              </a:ext>
            </a:extLst>
          </p:cNvPr>
          <p:cNvSpPr>
            <a:spLocks/>
          </p:cNvSpPr>
          <p:nvPr/>
        </p:nvSpPr>
        <p:spPr>
          <a:xfrm>
            <a:off x="1739663" y="50872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3206EE4F-8F3D-1C0E-F221-C94E5201FB4E}"/>
              </a:ext>
            </a:extLst>
          </p:cNvPr>
          <p:cNvSpPr>
            <a:spLocks/>
          </p:cNvSpPr>
          <p:nvPr/>
        </p:nvSpPr>
        <p:spPr>
          <a:xfrm>
            <a:off x="1664416" y="50747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4AE5F328-E3CF-A136-1265-A257BE35AB43}"/>
              </a:ext>
            </a:extLst>
          </p:cNvPr>
          <p:cNvSpPr>
            <a:spLocks/>
          </p:cNvSpPr>
          <p:nvPr/>
        </p:nvSpPr>
        <p:spPr>
          <a:xfrm>
            <a:off x="1667114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AE1836DE-4332-4167-0238-5798B5379BDC}"/>
              </a:ext>
            </a:extLst>
          </p:cNvPr>
          <p:cNvSpPr>
            <a:spLocks/>
          </p:cNvSpPr>
          <p:nvPr/>
        </p:nvSpPr>
        <p:spPr>
          <a:xfrm>
            <a:off x="1654453" y="50224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3098D90A-F171-9A23-B8CA-ECD2CCCF24FD}"/>
              </a:ext>
            </a:extLst>
          </p:cNvPr>
          <p:cNvSpPr>
            <a:spLocks/>
          </p:cNvSpPr>
          <p:nvPr/>
        </p:nvSpPr>
        <p:spPr>
          <a:xfrm>
            <a:off x="1702294" y="53123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E310717A-3DB8-16F9-0100-F0EE04EC41F2}"/>
              </a:ext>
            </a:extLst>
          </p:cNvPr>
          <p:cNvSpPr>
            <a:spLocks/>
          </p:cNvSpPr>
          <p:nvPr/>
        </p:nvSpPr>
        <p:spPr>
          <a:xfrm>
            <a:off x="1681306" y="51295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05BD429C-B880-1467-1743-FB87205791E1}"/>
              </a:ext>
            </a:extLst>
          </p:cNvPr>
          <p:cNvSpPr>
            <a:spLocks/>
          </p:cNvSpPr>
          <p:nvPr/>
        </p:nvSpPr>
        <p:spPr>
          <a:xfrm>
            <a:off x="1720638" y="56838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2858A66A-F4CF-808F-6A42-544C35709B35}"/>
              </a:ext>
            </a:extLst>
          </p:cNvPr>
          <p:cNvSpPr>
            <a:spLocks/>
          </p:cNvSpPr>
          <p:nvPr/>
        </p:nvSpPr>
        <p:spPr>
          <a:xfrm>
            <a:off x="1676434" y="5792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A4CC087F-ADB6-D090-B512-398CB53AD38C}"/>
              </a:ext>
            </a:extLst>
          </p:cNvPr>
          <p:cNvSpPr>
            <a:spLocks/>
          </p:cNvSpPr>
          <p:nvPr/>
        </p:nvSpPr>
        <p:spPr>
          <a:xfrm>
            <a:off x="165327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87691FB6-4DB2-D345-D741-89E74DB41247}"/>
              </a:ext>
            </a:extLst>
          </p:cNvPr>
          <p:cNvSpPr>
            <a:spLocks/>
          </p:cNvSpPr>
          <p:nvPr/>
        </p:nvSpPr>
        <p:spPr>
          <a:xfrm>
            <a:off x="1917398" y="4950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61334327-CAAE-C0BA-2C4E-7BD752963ED0}"/>
              </a:ext>
            </a:extLst>
          </p:cNvPr>
          <p:cNvSpPr>
            <a:spLocks/>
          </p:cNvSpPr>
          <p:nvPr/>
        </p:nvSpPr>
        <p:spPr>
          <a:xfrm>
            <a:off x="1841084" y="514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3759B639-9DFF-BA7A-2F9A-7F7C97F3D002}"/>
              </a:ext>
            </a:extLst>
          </p:cNvPr>
          <p:cNvSpPr>
            <a:spLocks/>
          </p:cNvSpPr>
          <p:nvPr/>
        </p:nvSpPr>
        <p:spPr>
          <a:xfrm>
            <a:off x="1948005" y="49784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42ED1DF7-4622-1E31-FEDF-2A95D21AC0E9}"/>
              </a:ext>
            </a:extLst>
          </p:cNvPr>
          <p:cNvSpPr>
            <a:spLocks/>
          </p:cNvSpPr>
          <p:nvPr/>
        </p:nvSpPr>
        <p:spPr>
          <a:xfrm>
            <a:off x="1842208" y="50315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47A8C94D-C7F7-5418-F5D7-14A5A08D359C}"/>
              </a:ext>
            </a:extLst>
          </p:cNvPr>
          <p:cNvSpPr>
            <a:spLocks/>
          </p:cNvSpPr>
          <p:nvPr/>
        </p:nvSpPr>
        <p:spPr>
          <a:xfrm>
            <a:off x="1908462" y="56965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286D9519-6E1E-3679-5786-5680C57BA42A}"/>
              </a:ext>
            </a:extLst>
          </p:cNvPr>
          <p:cNvSpPr>
            <a:spLocks/>
          </p:cNvSpPr>
          <p:nvPr/>
        </p:nvSpPr>
        <p:spPr>
          <a:xfrm>
            <a:off x="1909924" y="57327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158ECF97-FB7B-88FD-9DFA-A4A29CC30C25}"/>
              </a:ext>
            </a:extLst>
          </p:cNvPr>
          <p:cNvSpPr>
            <a:spLocks/>
          </p:cNvSpPr>
          <p:nvPr/>
        </p:nvSpPr>
        <p:spPr>
          <a:xfrm>
            <a:off x="1964416" y="499194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FB73B7D-8B22-B0D8-AF60-C6DD366B43C7}"/>
              </a:ext>
            </a:extLst>
          </p:cNvPr>
          <p:cNvSpPr>
            <a:spLocks/>
          </p:cNvSpPr>
          <p:nvPr/>
        </p:nvSpPr>
        <p:spPr>
          <a:xfrm>
            <a:off x="1905517" y="5204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F7A3D51F-15D5-DA14-1CC3-CD7D912B37E0}"/>
              </a:ext>
            </a:extLst>
          </p:cNvPr>
          <p:cNvSpPr>
            <a:spLocks/>
          </p:cNvSpPr>
          <p:nvPr/>
        </p:nvSpPr>
        <p:spPr>
          <a:xfrm>
            <a:off x="1904641" y="515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21D3E404-17EE-7909-893C-156F09545E4B}"/>
              </a:ext>
            </a:extLst>
          </p:cNvPr>
          <p:cNvSpPr>
            <a:spLocks/>
          </p:cNvSpPr>
          <p:nvPr/>
        </p:nvSpPr>
        <p:spPr>
          <a:xfrm>
            <a:off x="1904592" y="5072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80ACD19C-A44B-2C1C-6087-B49DFB1C05A1}"/>
              </a:ext>
            </a:extLst>
          </p:cNvPr>
          <p:cNvSpPr>
            <a:spLocks/>
          </p:cNvSpPr>
          <p:nvPr/>
        </p:nvSpPr>
        <p:spPr>
          <a:xfrm>
            <a:off x="1873012" y="51185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6F8E6226-0CBF-D42D-B441-4587DEEBE591}"/>
              </a:ext>
            </a:extLst>
          </p:cNvPr>
          <p:cNvSpPr>
            <a:spLocks/>
          </p:cNvSpPr>
          <p:nvPr/>
        </p:nvSpPr>
        <p:spPr>
          <a:xfrm>
            <a:off x="1833013" y="5169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7109C8DB-4B7E-6E8C-0489-BC00C1BC6EB8}"/>
              </a:ext>
            </a:extLst>
          </p:cNvPr>
          <p:cNvSpPr>
            <a:spLocks/>
          </p:cNvSpPr>
          <p:nvPr/>
        </p:nvSpPr>
        <p:spPr>
          <a:xfrm>
            <a:off x="1945448" y="56302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0B6F5FEF-848E-3351-1430-79E87E382ABB}"/>
              </a:ext>
            </a:extLst>
          </p:cNvPr>
          <p:cNvSpPr>
            <a:spLocks/>
          </p:cNvSpPr>
          <p:nvPr/>
        </p:nvSpPr>
        <p:spPr>
          <a:xfrm>
            <a:off x="1825302" y="5194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A51519C1-50B8-657F-84A7-2F015DF91A1E}"/>
              </a:ext>
            </a:extLst>
          </p:cNvPr>
          <p:cNvSpPr>
            <a:spLocks/>
          </p:cNvSpPr>
          <p:nvPr/>
        </p:nvSpPr>
        <p:spPr>
          <a:xfrm>
            <a:off x="1963438" y="50142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C71143F0-B51E-DB30-6F13-AEEAC60CF0A5}"/>
              </a:ext>
            </a:extLst>
          </p:cNvPr>
          <p:cNvSpPr>
            <a:spLocks/>
          </p:cNvSpPr>
          <p:nvPr/>
        </p:nvSpPr>
        <p:spPr>
          <a:xfrm>
            <a:off x="194892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C2EA4245-62C3-E343-9725-8B6AE50CD4F4}"/>
              </a:ext>
            </a:extLst>
          </p:cNvPr>
          <p:cNvSpPr>
            <a:spLocks/>
          </p:cNvSpPr>
          <p:nvPr/>
        </p:nvSpPr>
        <p:spPr>
          <a:xfrm>
            <a:off x="1875684" y="50055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019DD83D-4BFB-8075-8B23-22247CD597E6}"/>
              </a:ext>
            </a:extLst>
          </p:cNvPr>
          <p:cNvSpPr>
            <a:spLocks/>
          </p:cNvSpPr>
          <p:nvPr/>
        </p:nvSpPr>
        <p:spPr>
          <a:xfrm>
            <a:off x="1929470" y="4944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AA0DB57F-7B7A-8B3B-9895-19975330227A}"/>
              </a:ext>
            </a:extLst>
          </p:cNvPr>
          <p:cNvSpPr>
            <a:spLocks/>
          </p:cNvSpPr>
          <p:nvPr/>
        </p:nvSpPr>
        <p:spPr>
          <a:xfrm>
            <a:off x="1862856" y="53818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B1F70594-B684-F530-8D16-B3F3A25F9176}"/>
              </a:ext>
            </a:extLst>
          </p:cNvPr>
          <p:cNvSpPr>
            <a:spLocks/>
          </p:cNvSpPr>
          <p:nvPr/>
        </p:nvSpPr>
        <p:spPr>
          <a:xfrm>
            <a:off x="183045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21A45A0D-B1AC-E481-A5F2-33A84C3BD1A0}"/>
              </a:ext>
            </a:extLst>
          </p:cNvPr>
          <p:cNvSpPr>
            <a:spLocks/>
          </p:cNvSpPr>
          <p:nvPr/>
        </p:nvSpPr>
        <p:spPr>
          <a:xfrm>
            <a:off x="1943268" y="5873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50E6F376-C62B-1271-9525-2D1C881E2E01}"/>
              </a:ext>
            </a:extLst>
          </p:cNvPr>
          <p:cNvSpPr>
            <a:spLocks/>
          </p:cNvSpPr>
          <p:nvPr/>
        </p:nvSpPr>
        <p:spPr>
          <a:xfrm>
            <a:off x="184071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71B2E055-128F-73C2-A7C4-02EB6DB8A944}"/>
              </a:ext>
            </a:extLst>
          </p:cNvPr>
          <p:cNvSpPr>
            <a:spLocks/>
          </p:cNvSpPr>
          <p:nvPr/>
        </p:nvSpPr>
        <p:spPr>
          <a:xfrm>
            <a:off x="1852421" y="49658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14A9F136-853E-B36A-D034-C76FAFC102FE}"/>
              </a:ext>
            </a:extLst>
          </p:cNvPr>
          <p:cNvSpPr>
            <a:spLocks/>
          </p:cNvSpPr>
          <p:nvPr/>
        </p:nvSpPr>
        <p:spPr>
          <a:xfrm>
            <a:off x="1855190" y="50829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F8BCC4C0-02C5-D4BD-87F4-ECCD58C5880F}"/>
              </a:ext>
            </a:extLst>
          </p:cNvPr>
          <p:cNvSpPr>
            <a:spLocks/>
          </p:cNvSpPr>
          <p:nvPr/>
        </p:nvSpPr>
        <p:spPr>
          <a:xfrm>
            <a:off x="1929325" y="5151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09FB0C3C-4703-D06A-4FEF-8BE0CDFACEF0}"/>
              </a:ext>
            </a:extLst>
          </p:cNvPr>
          <p:cNvSpPr>
            <a:spLocks/>
          </p:cNvSpPr>
          <p:nvPr/>
        </p:nvSpPr>
        <p:spPr>
          <a:xfrm>
            <a:off x="1892229" y="55518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61B61C5D-3F3F-703D-39BF-1A7BA386E8CE}"/>
              </a:ext>
            </a:extLst>
          </p:cNvPr>
          <p:cNvSpPr>
            <a:spLocks/>
          </p:cNvSpPr>
          <p:nvPr/>
        </p:nvSpPr>
        <p:spPr>
          <a:xfrm>
            <a:off x="1825024" y="50690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66E55138-0721-6BEC-9BF7-ABE20A0826BB}"/>
              </a:ext>
            </a:extLst>
          </p:cNvPr>
          <p:cNvSpPr>
            <a:spLocks/>
          </p:cNvSpPr>
          <p:nvPr/>
        </p:nvSpPr>
        <p:spPr>
          <a:xfrm>
            <a:off x="1843585" y="51176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1425B556-B0FA-6E28-2D5A-FC8E94267BC7}"/>
              </a:ext>
            </a:extLst>
          </p:cNvPr>
          <p:cNvSpPr>
            <a:spLocks/>
          </p:cNvSpPr>
          <p:nvPr/>
        </p:nvSpPr>
        <p:spPr>
          <a:xfrm>
            <a:off x="1893320" y="52937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7FE1D388-D217-2D56-76EA-8D6B1F81CFC2}"/>
              </a:ext>
            </a:extLst>
          </p:cNvPr>
          <p:cNvSpPr>
            <a:spLocks/>
          </p:cNvSpPr>
          <p:nvPr/>
        </p:nvSpPr>
        <p:spPr>
          <a:xfrm>
            <a:off x="1943596" y="55749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AAC411FE-C7F8-4FAD-ABF6-C747245AED58}"/>
              </a:ext>
            </a:extLst>
          </p:cNvPr>
          <p:cNvSpPr>
            <a:spLocks/>
          </p:cNvSpPr>
          <p:nvPr/>
        </p:nvSpPr>
        <p:spPr>
          <a:xfrm>
            <a:off x="1879390" y="59141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7300195-6497-0789-653D-2E36A4FC2D87}"/>
              </a:ext>
            </a:extLst>
          </p:cNvPr>
          <p:cNvSpPr>
            <a:spLocks/>
          </p:cNvSpPr>
          <p:nvPr/>
        </p:nvSpPr>
        <p:spPr>
          <a:xfrm>
            <a:off x="1880927" y="49050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C31F53A7-5F6A-A3C9-5B34-D296A75CE843}"/>
              </a:ext>
            </a:extLst>
          </p:cNvPr>
          <p:cNvSpPr>
            <a:spLocks/>
          </p:cNvSpPr>
          <p:nvPr/>
        </p:nvSpPr>
        <p:spPr>
          <a:xfrm>
            <a:off x="1838155" y="50562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898B906C-6621-DBCD-905F-2EA118F902F3}"/>
              </a:ext>
            </a:extLst>
          </p:cNvPr>
          <p:cNvSpPr>
            <a:spLocks/>
          </p:cNvSpPr>
          <p:nvPr/>
        </p:nvSpPr>
        <p:spPr>
          <a:xfrm>
            <a:off x="1924907" y="49928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855961A2-9983-560A-D868-96B032182029}"/>
              </a:ext>
            </a:extLst>
          </p:cNvPr>
          <p:cNvSpPr>
            <a:spLocks/>
          </p:cNvSpPr>
          <p:nvPr/>
        </p:nvSpPr>
        <p:spPr>
          <a:xfrm>
            <a:off x="1896760" y="50532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28B4D942-6761-71EF-3626-1510685D8537}"/>
              </a:ext>
            </a:extLst>
          </p:cNvPr>
          <p:cNvSpPr>
            <a:spLocks/>
          </p:cNvSpPr>
          <p:nvPr/>
        </p:nvSpPr>
        <p:spPr>
          <a:xfrm>
            <a:off x="184869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B067BF63-EC49-84A3-99F8-D786A48688ED}"/>
              </a:ext>
            </a:extLst>
          </p:cNvPr>
          <p:cNvSpPr>
            <a:spLocks/>
          </p:cNvSpPr>
          <p:nvPr/>
        </p:nvSpPr>
        <p:spPr>
          <a:xfrm>
            <a:off x="1956795" y="5000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506BA411-ABC8-91B4-AE71-B57172EA6253}"/>
              </a:ext>
            </a:extLst>
          </p:cNvPr>
          <p:cNvSpPr>
            <a:spLocks/>
          </p:cNvSpPr>
          <p:nvPr/>
        </p:nvSpPr>
        <p:spPr>
          <a:xfrm>
            <a:off x="1899000" y="55688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56DF3CB9-DEA6-C154-A115-3F4EF18842F4}"/>
              </a:ext>
            </a:extLst>
          </p:cNvPr>
          <p:cNvSpPr>
            <a:spLocks/>
          </p:cNvSpPr>
          <p:nvPr/>
        </p:nvSpPr>
        <p:spPr>
          <a:xfrm>
            <a:off x="1857180" y="5459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651580FE-DCB4-2475-F600-03B7626E6B01}"/>
              </a:ext>
            </a:extLst>
          </p:cNvPr>
          <p:cNvSpPr>
            <a:spLocks/>
          </p:cNvSpPr>
          <p:nvPr/>
        </p:nvSpPr>
        <p:spPr>
          <a:xfrm>
            <a:off x="1956288" y="52257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7B4F3B29-66E5-C501-BCC2-7C6829AE1057}"/>
              </a:ext>
            </a:extLst>
          </p:cNvPr>
          <p:cNvSpPr>
            <a:spLocks/>
          </p:cNvSpPr>
          <p:nvPr/>
        </p:nvSpPr>
        <p:spPr>
          <a:xfrm>
            <a:off x="1838753" y="54153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FD92B7BB-61B6-4383-6696-A28F7F689AA9}"/>
              </a:ext>
            </a:extLst>
          </p:cNvPr>
          <p:cNvSpPr>
            <a:spLocks/>
          </p:cNvSpPr>
          <p:nvPr/>
        </p:nvSpPr>
        <p:spPr>
          <a:xfrm>
            <a:off x="1824745" y="50335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B8CB4597-EF46-B01F-199A-B6E667B2FA0B}"/>
              </a:ext>
            </a:extLst>
          </p:cNvPr>
          <p:cNvSpPr>
            <a:spLocks/>
          </p:cNvSpPr>
          <p:nvPr/>
        </p:nvSpPr>
        <p:spPr>
          <a:xfrm>
            <a:off x="1929833" y="503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D85685BB-49D4-CEB4-002F-2681BC5B012D}"/>
              </a:ext>
            </a:extLst>
          </p:cNvPr>
          <p:cNvSpPr>
            <a:spLocks/>
          </p:cNvSpPr>
          <p:nvPr/>
        </p:nvSpPr>
        <p:spPr>
          <a:xfrm>
            <a:off x="1952732" y="56568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E4156BA1-12DD-1D6A-4DAF-AE0C115D0589}"/>
              </a:ext>
            </a:extLst>
          </p:cNvPr>
          <p:cNvSpPr>
            <a:spLocks/>
          </p:cNvSpPr>
          <p:nvPr/>
        </p:nvSpPr>
        <p:spPr>
          <a:xfrm>
            <a:off x="1921550" y="51002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50E3521-4249-D197-8ACA-27A27443C86D}"/>
              </a:ext>
            </a:extLst>
          </p:cNvPr>
          <p:cNvSpPr>
            <a:spLocks/>
          </p:cNvSpPr>
          <p:nvPr/>
        </p:nvSpPr>
        <p:spPr>
          <a:xfrm>
            <a:off x="1948040" y="52007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559C0A97-F0C3-23BA-806F-6EDD59136CAE}"/>
              </a:ext>
            </a:extLst>
          </p:cNvPr>
          <p:cNvSpPr>
            <a:spLocks/>
          </p:cNvSpPr>
          <p:nvPr/>
        </p:nvSpPr>
        <p:spPr>
          <a:xfrm>
            <a:off x="1833477" y="48978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2715F84C-5AF4-5294-10DC-69075B3BE8E9}"/>
              </a:ext>
            </a:extLst>
          </p:cNvPr>
          <p:cNvSpPr>
            <a:spLocks/>
          </p:cNvSpPr>
          <p:nvPr/>
        </p:nvSpPr>
        <p:spPr>
          <a:xfrm>
            <a:off x="1935339" y="5899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26D83AE7-A8A4-E9F5-D554-E680357D152D}"/>
              </a:ext>
            </a:extLst>
          </p:cNvPr>
          <p:cNvSpPr>
            <a:spLocks/>
          </p:cNvSpPr>
          <p:nvPr/>
        </p:nvSpPr>
        <p:spPr>
          <a:xfrm>
            <a:off x="1836456" y="49406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954E7DCC-0E05-C02B-5F36-EF5B6A606766}"/>
              </a:ext>
            </a:extLst>
          </p:cNvPr>
          <p:cNvSpPr>
            <a:spLocks/>
          </p:cNvSpPr>
          <p:nvPr/>
        </p:nvSpPr>
        <p:spPr>
          <a:xfrm>
            <a:off x="182999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3C5EC637-7D8D-B1D1-A2D2-D0F0CD3066B8}"/>
              </a:ext>
            </a:extLst>
          </p:cNvPr>
          <p:cNvSpPr>
            <a:spLocks/>
          </p:cNvSpPr>
          <p:nvPr/>
        </p:nvSpPr>
        <p:spPr>
          <a:xfrm>
            <a:off x="1887073" y="6159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7DE5B22F-501A-BD6E-EA22-6C95B36A3908}"/>
              </a:ext>
            </a:extLst>
          </p:cNvPr>
          <p:cNvSpPr>
            <a:spLocks/>
          </p:cNvSpPr>
          <p:nvPr/>
        </p:nvSpPr>
        <p:spPr>
          <a:xfrm>
            <a:off x="195873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993B1062-AC39-65BA-31FD-90403D1FDCC1}"/>
              </a:ext>
            </a:extLst>
          </p:cNvPr>
          <p:cNvSpPr>
            <a:spLocks/>
          </p:cNvSpPr>
          <p:nvPr/>
        </p:nvSpPr>
        <p:spPr>
          <a:xfrm>
            <a:off x="1856300" y="5779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5396BFDC-1DA8-BAAB-FFC4-D552606C9D7B}"/>
              </a:ext>
            </a:extLst>
          </p:cNvPr>
          <p:cNvSpPr>
            <a:spLocks/>
          </p:cNvSpPr>
          <p:nvPr/>
        </p:nvSpPr>
        <p:spPr>
          <a:xfrm>
            <a:off x="1873862" y="600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25260EE6-96FA-C639-B6B2-081867D0102A}"/>
              </a:ext>
            </a:extLst>
          </p:cNvPr>
          <p:cNvSpPr>
            <a:spLocks/>
          </p:cNvSpPr>
          <p:nvPr/>
        </p:nvSpPr>
        <p:spPr>
          <a:xfrm>
            <a:off x="1941912" y="49646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CA338566-05FA-273D-2E96-6FBF2D203A98}"/>
              </a:ext>
            </a:extLst>
          </p:cNvPr>
          <p:cNvSpPr>
            <a:spLocks/>
          </p:cNvSpPr>
          <p:nvPr/>
        </p:nvSpPr>
        <p:spPr>
          <a:xfrm>
            <a:off x="1834437" y="51930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ECED6A56-2440-9CD4-6934-DF368183F387}"/>
              </a:ext>
            </a:extLst>
          </p:cNvPr>
          <p:cNvSpPr>
            <a:spLocks/>
          </p:cNvSpPr>
          <p:nvPr/>
        </p:nvSpPr>
        <p:spPr>
          <a:xfrm>
            <a:off x="1908441" y="54466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B3F5C04A-DDFB-6A68-E132-E2999D6A9532}"/>
              </a:ext>
            </a:extLst>
          </p:cNvPr>
          <p:cNvSpPr>
            <a:spLocks/>
          </p:cNvSpPr>
          <p:nvPr/>
        </p:nvSpPr>
        <p:spPr>
          <a:xfrm>
            <a:off x="1911301" y="4990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03A3F4DB-2FD6-8A3F-8E12-604A700E67FD}"/>
              </a:ext>
            </a:extLst>
          </p:cNvPr>
          <p:cNvSpPr>
            <a:spLocks/>
          </p:cNvSpPr>
          <p:nvPr/>
        </p:nvSpPr>
        <p:spPr>
          <a:xfrm>
            <a:off x="1909810" y="510633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9A07A243-3764-87FC-B96A-DF4FC97F96B4}"/>
              </a:ext>
            </a:extLst>
          </p:cNvPr>
          <p:cNvSpPr>
            <a:spLocks/>
          </p:cNvSpPr>
          <p:nvPr/>
        </p:nvSpPr>
        <p:spPr>
          <a:xfrm>
            <a:off x="1920809" y="55750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8DE2DEA-CC5D-21E2-0CF2-66BAB33293A8}"/>
              </a:ext>
            </a:extLst>
          </p:cNvPr>
          <p:cNvSpPr>
            <a:spLocks/>
          </p:cNvSpPr>
          <p:nvPr/>
        </p:nvSpPr>
        <p:spPr>
          <a:xfrm>
            <a:off x="1920994" y="51561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DF58B56C-7D91-6512-1186-F134E9F88FE0}"/>
              </a:ext>
            </a:extLst>
          </p:cNvPr>
          <p:cNvSpPr>
            <a:spLocks/>
          </p:cNvSpPr>
          <p:nvPr/>
        </p:nvSpPr>
        <p:spPr>
          <a:xfrm>
            <a:off x="185509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1CE91510-C639-9CFC-D9B7-C9360C4BF426}"/>
              </a:ext>
            </a:extLst>
          </p:cNvPr>
          <p:cNvSpPr>
            <a:spLocks/>
          </p:cNvSpPr>
          <p:nvPr/>
        </p:nvSpPr>
        <p:spPr>
          <a:xfrm>
            <a:off x="1955930" y="5113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AC98731B-72AF-28D3-8AB4-C251209E0B25}"/>
              </a:ext>
            </a:extLst>
          </p:cNvPr>
          <p:cNvSpPr>
            <a:spLocks/>
          </p:cNvSpPr>
          <p:nvPr/>
        </p:nvSpPr>
        <p:spPr>
          <a:xfrm>
            <a:off x="1929269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D2C7221F-F794-EA0D-510F-43496118D358}"/>
              </a:ext>
            </a:extLst>
          </p:cNvPr>
          <p:cNvSpPr>
            <a:spLocks/>
          </p:cNvSpPr>
          <p:nvPr/>
        </p:nvSpPr>
        <p:spPr>
          <a:xfrm>
            <a:off x="1867758" y="5586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0E278F36-A020-12E7-5731-30A033BFAF36}"/>
              </a:ext>
            </a:extLst>
          </p:cNvPr>
          <p:cNvSpPr>
            <a:spLocks/>
          </p:cNvSpPr>
          <p:nvPr/>
        </p:nvSpPr>
        <p:spPr>
          <a:xfrm>
            <a:off x="1883473" y="52193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CA4F140F-5BA4-8573-1BC9-2B3D393600A5}"/>
              </a:ext>
            </a:extLst>
          </p:cNvPr>
          <p:cNvSpPr>
            <a:spLocks/>
          </p:cNvSpPr>
          <p:nvPr/>
        </p:nvSpPr>
        <p:spPr>
          <a:xfrm>
            <a:off x="1836633" y="50514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B5A0D04E-604A-B9F7-F713-6DD1D910589D}"/>
              </a:ext>
            </a:extLst>
          </p:cNvPr>
          <p:cNvSpPr>
            <a:spLocks/>
          </p:cNvSpPr>
          <p:nvPr/>
        </p:nvSpPr>
        <p:spPr>
          <a:xfrm>
            <a:off x="1871745" y="5425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E82F205B-4C80-54A7-F3A0-9EB015AB65D5}"/>
              </a:ext>
            </a:extLst>
          </p:cNvPr>
          <p:cNvSpPr>
            <a:spLocks/>
          </p:cNvSpPr>
          <p:nvPr/>
        </p:nvSpPr>
        <p:spPr>
          <a:xfrm>
            <a:off x="1832453" y="53064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F67D1A8F-40CC-428D-5E6C-0337763FB783}"/>
              </a:ext>
            </a:extLst>
          </p:cNvPr>
          <p:cNvSpPr>
            <a:spLocks/>
          </p:cNvSpPr>
          <p:nvPr/>
        </p:nvSpPr>
        <p:spPr>
          <a:xfrm>
            <a:off x="1937232" y="51152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C6EEE38D-6140-0FE7-7004-2F9902B7BBAB}"/>
              </a:ext>
            </a:extLst>
          </p:cNvPr>
          <p:cNvSpPr>
            <a:spLocks/>
          </p:cNvSpPr>
          <p:nvPr/>
        </p:nvSpPr>
        <p:spPr>
          <a:xfrm>
            <a:off x="1910187" y="48787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40A607B2-4DD3-0991-A2AE-D419A777D544}"/>
              </a:ext>
            </a:extLst>
          </p:cNvPr>
          <p:cNvSpPr>
            <a:spLocks/>
          </p:cNvSpPr>
          <p:nvPr/>
        </p:nvSpPr>
        <p:spPr>
          <a:xfrm>
            <a:off x="1938392" y="52575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BCCAB86C-B5CE-250D-AE41-815F8F676111}"/>
              </a:ext>
            </a:extLst>
          </p:cNvPr>
          <p:cNvSpPr>
            <a:spLocks/>
          </p:cNvSpPr>
          <p:nvPr/>
        </p:nvSpPr>
        <p:spPr>
          <a:xfrm>
            <a:off x="190000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55C62A84-6D7C-B854-EE14-E691656BDC96}"/>
              </a:ext>
            </a:extLst>
          </p:cNvPr>
          <p:cNvSpPr>
            <a:spLocks/>
          </p:cNvSpPr>
          <p:nvPr/>
        </p:nvSpPr>
        <p:spPr>
          <a:xfrm>
            <a:off x="1834794" y="517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19A2385B-B8F1-CEFA-4F24-4E80FC317659}"/>
              </a:ext>
            </a:extLst>
          </p:cNvPr>
          <p:cNvSpPr>
            <a:spLocks/>
          </p:cNvSpPr>
          <p:nvPr/>
        </p:nvSpPr>
        <p:spPr>
          <a:xfrm>
            <a:off x="1942103" y="5572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F62EB44B-E290-E1FD-A081-2B8ADD497FC1}"/>
              </a:ext>
            </a:extLst>
          </p:cNvPr>
          <p:cNvSpPr>
            <a:spLocks/>
          </p:cNvSpPr>
          <p:nvPr/>
        </p:nvSpPr>
        <p:spPr>
          <a:xfrm>
            <a:off x="1843456" y="63024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99CE2576-9D4E-FB27-8BD5-ECCA0282520C}"/>
              </a:ext>
            </a:extLst>
          </p:cNvPr>
          <p:cNvSpPr>
            <a:spLocks/>
          </p:cNvSpPr>
          <p:nvPr/>
        </p:nvSpPr>
        <p:spPr>
          <a:xfrm>
            <a:off x="1906590" y="5507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D17195FE-34FA-CF6B-AFB9-26987AF19ED2}"/>
              </a:ext>
            </a:extLst>
          </p:cNvPr>
          <p:cNvSpPr>
            <a:spLocks/>
          </p:cNvSpPr>
          <p:nvPr/>
        </p:nvSpPr>
        <p:spPr>
          <a:xfrm>
            <a:off x="1881097" y="57927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3BD20528-3E34-EC59-7201-BE66FC99827A}"/>
              </a:ext>
            </a:extLst>
          </p:cNvPr>
          <p:cNvSpPr>
            <a:spLocks/>
          </p:cNvSpPr>
          <p:nvPr/>
        </p:nvSpPr>
        <p:spPr>
          <a:xfrm>
            <a:off x="1850385" y="6228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3732FE04-851A-BAB6-5077-1742B48E3798}"/>
              </a:ext>
            </a:extLst>
          </p:cNvPr>
          <p:cNvSpPr>
            <a:spLocks/>
          </p:cNvSpPr>
          <p:nvPr/>
        </p:nvSpPr>
        <p:spPr>
          <a:xfrm>
            <a:off x="1937744" y="50723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693D2B1C-55DB-1B7B-D679-C3E788573FFC}"/>
              </a:ext>
            </a:extLst>
          </p:cNvPr>
          <p:cNvSpPr>
            <a:spLocks/>
          </p:cNvSpPr>
          <p:nvPr/>
        </p:nvSpPr>
        <p:spPr>
          <a:xfrm>
            <a:off x="1857893" y="4966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EDD0354-5B48-DDA5-F544-0699047C8B1B}"/>
              </a:ext>
            </a:extLst>
          </p:cNvPr>
          <p:cNvSpPr>
            <a:spLocks/>
          </p:cNvSpPr>
          <p:nvPr/>
        </p:nvSpPr>
        <p:spPr>
          <a:xfrm>
            <a:off x="1938515" y="50090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A3D0F533-D35C-2440-377E-2DB1324E9349}"/>
              </a:ext>
            </a:extLst>
          </p:cNvPr>
          <p:cNvSpPr>
            <a:spLocks/>
          </p:cNvSpPr>
          <p:nvPr/>
        </p:nvSpPr>
        <p:spPr>
          <a:xfrm>
            <a:off x="1880491" y="56225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E1F32F6E-5818-C05C-5A0E-57CE96E8F1C3}"/>
              </a:ext>
            </a:extLst>
          </p:cNvPr>
          <p:cNvSpPr>
            <a:spLocks/>
          </p:cNvSpPr>
          <p:nvPr/>
        </p:nvSpPr>
        <p:spPr>
          <a:xfrm>
            <a:off x="1932865" y="60824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9DDFC4C8-A55E-1CE7-17B7-E61CF672DBC8}"/>
              </a:ext>
            </a:extLst>
          </p:cNvPr>
          <p:cNvSpPr>
            <a:spLocks/>
          </p:cNvSpPr>
          <p:nvPr/>
        </p:nvSpPr>
        <p:spPr>
          <a:xfrm>
            <a:off x="1843675" y="5280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9DEE3A51-F20F-9B36-36D3-74F2E6119F67}"/>
              </a:ext>
            </a:extLst>
          </p:cNvPr>
          <p:cNvSpPr>
            <a:spLocks/>
          </p:cNvSpPr>
          <p:nvPr/>
        </p:nvSpPr>
        <p:spPr>
          <a:xfrm>
            <a:off x="1918063" y="4992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61C4A1C8-9CD7-D197-F64A-68BA4B27B032}"/>
              </a:ext>
            </a:extLst>
          </p:cNvPr>
          <p:cNvSpPr>
            <a:spLocks/>
          </p:cNvSpPr>
          <p:nvPr/>
        </p:nvSpPr>
        <p:spPr>
          <a:xfrm>
            <a:off x="1846051" y="50761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B569EDBF-9544-C9CF-727E-662D75E0E9A1}"/>
              </a:ext>
            </a:extLst>
          </p:cNvPr>
          <p:cNvSpPr>
            <a:spLocks/>
          </p:cNvSpPr>
          <p:nvPr/>
        </p:nvSpPr>
        <p:spPr>
          <a:xfrm>
            <a:off x="183642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43329B38-2C82-2B70-1753-883772109EA9}"/>
              </a:ext>
            </a:extLst>
          </p:cNvPr>
          <p:cNvSpPr>
            <a:spLocks/>
          </p:cNvSpPr>
          <p:nvPr/>
        </p:nvSpPr>
        <p:spPr>
          <a:xfrm>
            <a:off x="1856882" y="49883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F21884A-D3C4-A215-99FE-6E89344A8170}"/>
              </a:ext>
            </a:extLst>
          </p:cNvPr>
          <p:cNvSpPr>
            <a:spLocks/>
          </p:cNvSpPr>
          <p:nvPr/>
        </p:nvSpPr>
        <p:spPr>
          <a:xfrm>
            <a:off x="1868376" y="53056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E889D7CE-952C-4C54-4B3B-97244A368448}"/>
              </a:ext>
            </a:extLst>
          </p:cNvPr>
          <p:cNvSpPr>
            <a:spLocks/>
          </p:cNvSpPr>
          <p:nvPr/>
        </p:nvSpPr>
        <p:spPr>
          <a:xfrm>
            <a:off x="1922564" y="49731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7930BF1D-A77D-5419-A7C0-1C80AAB2A1A4}"/>
              </a:ext>
            </a:extLst>
          </p:cNvPr>
          <p:cNvSpPr>
            <a:spLocks/>
          </p:cNvSpPr>
          <p:nvPr/>
        </p:nvSpPr>
        <p:spPr>
          <a:xfrm>
            <a:off x="1881835" y="51012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DAA2233B-5005-3822-A9FB-00E663ED4707}"/>
              </a:ext>
            </a:extLst>
          </p:cNvPr>
          <p:cNvSpPr>
            <a:spLocks/>
          </p:cNvSpPr>
          <p:nvPr/>
        </p:nvSpPr>
        <p:spPr>
          <a:xfrm>
            <a:off x="1947349" y="5206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4422EA83-4779-9182-6A68-15B1CFBDBD26}"/>
              </a:ext>
            </a:extLst>
          </p:cNvPr>
          <p:cNvSpPr>
            <a:spLocks/>
          </p:cNvSpPr>
          <p:nvPr/>
        </p:nvSpPr>
        <p:spPr>
          <a:xfrm>
            <a:off x="188978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5D6EA045-D6C3-FFC4-1A9A-AD636830FC06}"/>
              </a:ext>
            </a:extLst>
          </p:cNvPr>
          <p:cNvSpPr>
            <a:spLocks/>
          </p:cNvSpPr>
          <p:nvPr/>
        </p:nvSpPr>
        <p:spPr>
          <a:xfrm>
            <a:off x="23335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762292E8-5EA0-6344-402C-3BE2422C3F03}"/>
              </a:ext>
            </a:extLst>
          </p:cNvPr>
          <p:cNvSpPr>
            <a:spLocks/>
          </p:cNvSpPr>
          <p:nvPr/>
        </p:nvSpPr>
        <p:spPr>
          <a:xfrm>
            <a:off x="2315740" y="48819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0F3E3BAE-1E77-3E50-B23F-9727D88BB3EB}"/>
              </a:ext>
            </a:extLst>
          </p:cNvPr>
          <p:cNvSpPr>
            <a:spLocks/>
          </p:cNvSpPr>
          <p:nvPr/>
        </p:nvSpPr>
        <p:spPr>
          <a:xfrm>
            <a:off x="233260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88A3DC49-2EF1-DAA2-0E31-2F4DA2CCAF55}"/>
              </a:ext>
            </a:extLst>
          </p:cNvPr>
          <p:cNvSpPr>
            <a:spLocks/>
          </p:cNvSpPr>
          <p:nvPr/>
        </p:nvSpPr>
        <p:spPr>
          <a:xfrm>
            <a:off x="233525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41C809A3-CB51-3695-16EB-68A93A8D43DE}"/>
              </a:ext>
            </a:extLst>
          </p:cNvPr>
          <p:cNvSpPr>
            <a:spLocks/>
          </p:cNvSpPr>
          <p:nvPr/>
        </p:nvSpPr>
        <p:spPr>
          <a:xfrm>
            <a:off x="2430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D6B63B62-225C-367B-A440-83066FBF7AC1}"/>
              </a:ext>
            </a:extLst>
          </p:cNvPr>
          <p:cNvSpPr>
            <a:spLocks/>
          </p:cNvSpPr>
          <p:nvPr/>
        </p:nvSpPr>
        <p:spPr>
          <a:xfrm>
            <a:off x="2422337" y="48927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366776D4-0D85-59A5-2A5C-8FB21B610205}"/>
              </a:ext>
            </a:extLst>
          </p:cNvPr>
          <p:cNvSpPr>
            <a:spLocks/>
          </p:cNvSpPr>
          <p:nvPr/>
        </p:nvSpPr>
        <p:spPr>
          <a:xfrm>
            <a:off x="2319016" y="55580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5B625554-12BB-E114-FB8E-9DA63C1AB7FE}"/>
              </a:ext>
            </a:extLst>
          </p:cNvPr>
          <p:cNvSpPr>
            <a:spLocks/>
          </p:cNvSpPr>
          <p:nvPr/>
        </p:nvSpPr>
        <p:spPr>
          <a:xfrm>
            <a:off x="2405710" y="50387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67BBA468-EFFE-18B1-448B-2821DB06DD57}"/>
              </a:ext>
            </a:extLst>
          </p:cNvPr>
          <p:cNvSpPr>
            <a:spLocks/>
          </p:cNvSpPr>
          <p:nvPr/>
        </p:nvSpPr>
        <p:spPr>
          <a:xfrm>
            <a:off x="2337980" y="5461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7EB16715-E66D-4444-9418-348F0B72F03C}"/>
              </a:ext>
            </a:extLst>
          </p:cNvPr>
          <p:cNvSpPr>
            <a:spLocks/>
          </p:cNvSpPr>
          <p:nvPr/>
        </p:nvSpPr>
        <p:spPr>
          <a:xfrm>
            <a:off x="236653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4E5373D9-47BF-A690-3429-B3C8DA4DFC0D}"/>
              </a:ext>
            </a:extLst>
          </p:cNvPr>
          <p:cNvSpPr>
            <a:spLocks/>
          </p:cNvSpPr>
          <p:nvPr/>
        </p:nvSpPr>
        <p:spPr>
          <a:xfrm>
            <a:off x="2436070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034C22A9-6409-97BC-2675-0543DCE63B86}"/>
              </a:ext>
            </a:extLst>
          </p:cNvPr>
          <p:cNvSpPr>
            <a:spLocks/>
          </p:cNvSpPr>
          <p:nvPr/>
        </p:nvSpPr>
        <p:spPr>
          <a:xfrm>
            <a:off x="2445467" y="50727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BB4FB628-A2AE-BFDA-0D2B-D4EEE18D90D0}"/>
              </a:ext>
            </a:extLst>
          </p:cNvPr>
          <p:cNvSpPr>
            <a:spLocks/>
          </p:cNvSpPr>
          <p:nvPr/>
        </p:nvSpPr>
        <p:spPr>
          <a:xfrm>
            <a:off x="2363604" y="5855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FA948C8-D05D-D1CC-B40F-AE13320DAB8E}"/>
              </a:ext>
            </a:extLst>
          </p:cNvPr>
          <p:cNvSpPr>
            <a:spLocks/>
          </p:cNvSpPr>
          <p:nvPr/>
        </p:nvSpPr>
        <p:spPr>
          <a:xfrm>
            <a:off x="2417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E9101788-EB40-4261-0057-F3632F71B04E}"/>
              </a:ext>
            </a:extLst>
          </p:cNvPr>
          <p:cNvSpPr>
            <a:spLocks/>
          </p:cNvSpPr>
          <p:nvPr/>
        </p:nvSpPr>
        <p:spPr>
          <a:xfrm>
            <a:off x="238774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AF5DCC21-CA62-EA28-F13A-755766B520A3}"/>
              </a:ext>
            </a:extLst>
          </p:cNvPr>
          <p:cNvSpPr>
            <a:spLocks/>
          </p:cNvSpPr>
          <p:nvPr/>
        </p:nvSpPr>
        <p:spPr>
          <a:xfrm>
            <a:off x="241027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B847DA0B-D952-A6E0-F6BE-1D8F10BCAF99}"/>
              </a:ext>
            </a:extLst>
          </p:cNvPr>
          <p:cNvSpPr>
            <a:spLocks/>
          </p:cNvSpPr>
          <p:nvPr/>
        </p:nvSpPr>
        <p:spPr>
          <a:xfrm>
            <a:off x="2326882" y="56050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22BE2870-6724-B8EC-DDAD-6708B41DB674}"/>
              </a:ext>
            </a:extLst>
          </p:cNvPr>
          <p:cNvSpPr>
            <a:spLocks/>
          </p:cNvSpPr>
          <p:nvPr/>
        </p:nvSpPr>
        <p:spPr>
          <a:xfrm>
            <a:off x="244338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26E571C2-D5A3-FCFE-1791-799518A3AACF}"/>
              </a:ext>
            </a:extLst>
          </p:cNvPr>
          <p:cNvSpPr>
            <a:spLocks/>
          </p:cNvSpPr>
          <p:nvPr/>
        </p:nvSpPr>
        <p:spPr>
          <a:xfrm>
            <a:off x="2381220" y="59938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9D9160EA-82D1-8817-D7C0-A8D399F992F4}"/>
              </a:ext>
            </a:extLst>
          </p:cNvPr>
          <p:cNvSpPr>
            <a:spLocks/>
          </p:cNvSpPr>
          <p:nvPr/>
        </p:nvSpPr>
        <p:spPr>
          <a:xfrm>
            <a:off x="239081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D162513F-5EEF-A72B-F394-02559921AE5D}"/>
              </a:ext>
            </a:extLst>
          </p:cNvPr>
          <p:cNvSpPr>
            <a:spLocks/>
          </p:cNvSpPr>
          <p:nvPr/>
        </p:nvSpPr>
        <p:spPr>
          <a:xfrm>
            <a:off x="2429693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77ED4AF3-E497-F07E-D8A8-B2C785D042DE}"/>
              </a:ext>
            </a:extLst>
          </p:cNvPr>
          <p:cNvSpPr>
            <a:spLocks/>
          </p:cNvSpPr>
          <p:nvPr/>
        </p:nvSpPr>
        <p:spPr>
          <a:xfrm>
            <a:off x="23455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5F917C09-8E97-F90F-84B0-348FA5D37DA7}"/>
              </a:ext>
            </a:extLst>
          </p:cNvPr>
          <p:cNvSpPr>
            <a:spLocks/>
          </p:cNvSpPr>
          <p:nvPr/>
        </p:nvSpPr>
        <p:spPr>
          <a:xfrm>
            <a:off x="2358434" y="489634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B5CA4DF3-93DD-48C4-FA59-CA1279BAAE51}"/>
              </a:ext>
            </a:extLst>
          </p:cNvPr>
          <p:cNvSpPr>
            <a:spLocks/>
          </p:cNvSpPr>
          <p:nvPr/>
        </p:nvSpPr>
        <p:spPr>
          <a:xfrm>
            <a:off x="2403830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3524D417-8B60-FA1B-42C7-0F0516F6CEFB}"/>
              </a:ext>
            </a:extLst>
          </p:cNvPr>
          <p:cNvSpPr>
            <a:spLocks/>
          </p:cNvSpPr>
          <p:nvPr/>
        </p:nvSpPr>
        <p:spPr>
          <a:xfrm>
            <a:off x="231371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DC031368-FFDB-F30B-10FA-91A988F08BC1}"/>
              </a:ext>
            </a:extLst>
          </p:cNvPr>
          <p:cNvSpPr>
            <a:spLocks/>
          </p:cNvSpPr>
          <p:nvPr/>
        </p:nvSpPr>
        <p:spPr>
          <a:xfrm>
            <a:off x="2313484" y="5967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D665D91B-A071-3E88-9296-1E485518EC75}"/>
              </a:ext>
            </a:extLst>
          </p:cNvPr>
          <p:cNvSpPr>
            <a:spLocks/>
          </p:cNvSpPr>
          <p:nvPr/>
        </p:nvSpPr>
        <p:spPr>
          <a:xfrm>
            <a:off x="234071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E167A371-92A3-9929-0343-277F01C5CCA1}"/>
              </a:ext>
            </a:extLst>
          </p:cNvPr>
          <p:cNvSpPr>
            <a:spLocks/>
          </p:cNvSpPr>
          <p:nvPr/>
        </p:nvSpPr>
        <p:spPr>
          <a:xfrm>
            <a:off x="241655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DA42A275-C523-398F-34F1-877015706A73}"/>
              </a:ext>
            </a:extLst>
          </p:cNvPr>
          <p:cNvSpPr>
            <a:spLocks/>
          </p:cNvSpPr>
          <p:nvPr/>
        </p:nvSpPr>
        <p:spPr>
          <a:xfrm>
            <a:off x="233257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A7B2D678-7040-CC0E-C4E5-9206AF2323C2}"/>
              </a:ext>
            </a:extLst>
          </p:cNvPr>
          <p:cNvSpPr>
            <a:spLocks/>
          </p:cNvSpPr>
          <p:nvPr/>
        </p:nvSpPr>
        <p:spPr>
          <a:xfrm>
            <a:off x="2339343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83E33006-4C46-0C6A-B712-59BF3A64C8EC}"/>
              </a:ext>
            </a:extLst>
          </p:cNvPr>
          <p:cNvSpPr>
            <a:spLocks/>
          </p:cNvSpPr>
          <p:nvPr/>
        </p:nvSpPr>
        <p:spPr>
          <a:xfrm>
            <a:off x="2326954" y="63453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F7460181-AE2E-A98C-7E1D-D2DC358D48F7}"/>
              </a:ext>
            </a:extLst>
          </p:cNvPr>
          <p:cNvSpPr>
            <a:spLocks/>
          </p:cNvSpPr>
          <p:nvPr/>
        </p:nvSpPr>
        <p:spPr>
          <a:xfrm>
            <a:off x="2424745" y="5835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BA21B14D-8735-95A1-2AFA-25D943FAC341}"/>
              </a:ext>
            </a:extLst>
          </p:cNvPr>
          <p:cNvSpPr>
            <a:spLocks/>
          </p:cNvSpPr>
          <p:nvPr/>
        </p:nvSpPr>
        <p:spPr>
          <a:xfrm>
            <a:off x="2435949" y="64146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99C0A629-D25B-9CE3-CD28-8AEE2F6B03B0}"/>
              </a:ext>
            </a:extLst>
          </p:cNvPr>
          <p:cNvSpPr>
            <a:spLocks/>
          </p:cNvSpPr>
          <p:nvPr/>
        </p:nvSpPr>
        <p:spPr>
          <a:xfrm>
            <a:off x="2441073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4887EDBA-A0F8-24A3-25D6-7C3FEA91878B}"/>
              </a:ext>
            </a:extLst>
          </p:cNvPr>
          <p:cNvSpPr>
            <a:spLocks/>
          </p:cNvSpPr>
          <p:nvPr/>
        </p:nvSpPr>
        <p:spPr>
          <a:xfrm>
            <a:off x="23950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8878371F-718A-1034-F91A-432EBDEDC3C3}"/>
              </a:ext>
            </a:extLst>
          </p:cNvPr>
          <p:cNvSpPr>
            <a:spLocks/>
          </p:cNvSpPr>
          <p:nvPr/>
        </p:nvSpPr>
        <p:spPr>
          <a:xfrm>
            <a:off x="233014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02DA4232-C43C-749E-9C9C-718324376592}"/>
              </a:ext>
            </a:extLst>
          </p:cNvPr>
          <p:cNvSpPr>
            <a:spLocks/>
          </p:cNvSpPr>
          <p:nvPr/>
        </p:nvSpPr>
        <p:spPr>
          <a:xfrm>
            <a:off x="232475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62A958EB-EBFA-4E1F-758E-B6F8A41431AE}"/>
              </a:ext>
            </a:extLst>
          </p:cNvPr>
          <p:cNvSpPr>
            <a:spLocks/>
          </p:cNvSpPr>
          <p:nvPr/>
        </p:nvSpPr>
        <p:spPr>
          <a:xfrm>
            <a:off x="2379469" y="5019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3F07B893-32B4-3E62-3AB8-3A58AA5E7E5A}"/>
              </a:ext>
            </a:extLst>
          </p:cNvPr>
          <p:cNvSpPr>
            <a:spLocks/>
          </p:cNvSpPr>
          <p:nvPr/>
        </p:nvSpPr>
        <p:spPr>
          <a:xfrm>
            <a:off x="23803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47E9F53C-4131-4D77-ED38-50B3377AE27B}"/>
              </a:ext>
            </a:extLst>
          </p:cNvPr>
          <p:cNvSpPr>
            <a:spLocks/>
          </p:cNvSpPr>
          <p:nvPr/>
        </p:nvSpPr>
        <p:spPr>
          <a:xfrm>
            <a:off x="2330304" y="57068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38067DC-DE82-B307-1E7B-FCC5B9FB75F5}"/>
              </a:ext>
            </a:extLst>
          </p:cNvPr>
          <p:cNvSpPr>
            <a:spLocks/>
          </p:cNvSpPr>
          <p:nvPr/>
        </p:nvSpPr>
        <p:spPr>
          <a:xfrm>
            <a:off x="2405101" y="622271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48512B93-7D83-E97E-001A-A7923D383F0F}"/>
              </a:ext>
            </a:extLst>
          </p:cNvPr>
          <p:cNvSpPr>
            <a:spLocks/>
          </p:cNvSpPr>
          <p:nvPr/>
        </p:nvSpPr>
        <p:spPr>
          <a:xfrm>
            <a:off x="24155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4ABFF916-F70F-4F45-23E7-68EAE8CDC789}"/>
              </a:ext>
            </a:extLst>
          </p:cNvPr>
          <p:cNvSpPr>
            <a:spLocks/>
          </p:cNvSpPr>
          <p:nvPr/>
        </p:nvSpPr>
        <p:spPr>
          <a:xfrm>
            <a:off x="24173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5F9AEE94-9863-3A6E-F429-E465CDDFB320}"/>
              </a:ext>
            </a:extLst>
          </p:cNvPr>
          <p:cNvSpPr>
            <a:spLocks/>
          </p:cNvSpPr>
          <p:nvPr/>
        </p:nvSpPr>
        <p:spPr>
          <a:xfrm>
            <a:off x="2407402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253C9C4B-EE92-DBF4-61AD-D4505ED9EECB}"/>
              </a:ext>
            </a:extLst>
          </p:cNvPr>
          <p:cNvSpPr>
            <a:spLocks/>
          </p:cNvSpPr>
          <p:nvPr/>
        </p:nvSpPr>
        <p:spPr>
          <a:xfrm>
            <a:off x="2424997" y="54836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40375A76-2EB2-7AD0-AD1A-C2CA8FD4F203}"/>
              </a:ext>
            </a:extLst>
          </p:cNvPr>
          <p:cNvSpPr>
            <a:spLocks/>
          </p:cNvSpPr>
          <p:nvPr/>
        </p:nvSpPr>
        <p:spPr>
          <a:xfrm>
            <a:off x="2355335" y="6222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F2CB2148-85A3-BF16-F2D4-0E365DB69EAF}"/>
              </a:ext>
            </a:extLst>
          </p:cNvPr>
          <p:cNvSpPr>
            <a:spLocks/>
          </p:cNvSpPr>
          <p:nvPr/>
        </p:nvSpPr>
        <p:spPr>
          <a:xfrm>
            <a:off x="236064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7B5B89F8-0090-0C5B-5593-A4C434F506B4}"/>
              </a:ext>
            </a:extLst>
          </p:cNvPr>
          <p:cNvSpPr>
            <a:spLocks/>
          </p:cNvSpPr>
          <p:nvPr/>
        </p:nvSpPr>
        <p:spPr>
          <a:xfrm>
            <a:off x="2406805" y="63823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3C169DB1-D85A-068E-47ED-63C7F85B4E28}"/>
              </a:ext>
            </a:extLst>
          </p:cNvPr>
          <p:cNvSpPr>
            <a:spLocks/>
          </p:cNvSpPr>
          <p:nvPr/>
        </p:nvSpPr>
        <p:spPr>
          <a:xfrm>
            <a:off x="2311900" y="47374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6B904739-14AF-D89F-4C48-8609685C6944}"/>
              </a:ext>
            </a:extLst>
          </p:cNvPr>
          <p:cNvSpPr>
            <a:spLocks/>
          </p:cNvSpPr>
          <p:nvPr/>
        </p:nvSpPr>
        <p:spPr>
          <a:xfrm>
            <a:off x="2360423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18877AF8-D41F-105E-419F-39785B48806B}"/>
              </a:ext>
            </a:extLst>
          </p:cNvPr>
          <p:cNvSpPr>
            <a:spLocks/>
          </p:cNvSpPr>
          <p:nvPr/>
        </p:nvSpPr>
        <p:spPr>
          <a:xfrm>
            <a:off x="2364725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960AD9D1-52F1-B669-A8E1-A668F4C21457}"/>
              </a:ext>
            </a:extLst>
          </p:cNvPr>
          <p:cNvSpPr>
            <a:spLocks/>
          </p:cNvSpPr>
          <p:nvPr/>
        </p:nvSpPr>
        <p:spPr>
          <a:xfrm>
            <a:off x="236609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075B32D9-A7C0-BE5F-CF54-6B6650CF68A1}"/>
              </a:ext>
            </a:extLst>
          </p:cNvPr>
          <p:cNvSpPr>
            <a:spLocks/>
          </p:cNvSpPr>
          <p:nvPr/>
        </p:nvSpPr>
        <p:spPr>
          <a:xfrm>
            <a:off x="2361045" y="52278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1CDB1C3D-3EF7-A77D-C5FD-9CEEEAFE9500}"/>
              </a:ext>
            </a:extLst>
          </p:cNvPr>
          <p:cNvSpPr>
            <a:spLocks/>
          </p:cNvSpPr>
          <p:nvPr/>
        </p:nvSpPr>
        <p:spPr>
          <a:xfrm>
            <a:off x="2420511" y="6190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EE0F1E2-60B2-8AFB-761F-12E12B139164}"/>
              </a:ext>
            </a:extLst>
          </p:cNvPr>
          <p:cNvSpPr>
            <a:spLocks/>
          </p:cNvSpPr>
          <p:nvPr/>
        </p:nvSpPr>
        <p:spPr>
          <a:xfrm>
            <a:off x="2355489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381C7B41-BB21-FC78-4FFD-ADC7F1305DAC}"/>
              </a:ext>
            </a:extLst>
          </p:cNvPr>
          <p:cNvSpPr>
            <a:spLocks/>
          </p:cNvSpPr>
          <p:nvPr/>
        </p:nvSpPr>
        <p:spPr>
          <a:xfrm>
            <a:off x="242276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CFBE721F-8252-A1CC-2393-6300B65EE238}"/>
              </a:ext>
            </a:extLst>
          </p:cNvPr>
          <p:cNvSpPr>
            <a:spLocks/>
          </p:cNvSpPr>
          <p:nvPr/>
        </p:nvSpPr>
        <p:spPr>
          <a:xfrm>
            <a:off x="239429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F153A046-4BA0-4C97-42A9-4C3A93AA34A2}"/>
              </a:ext>
            </a:extLst>
          </p:cNvPr>
          <p:cNvSpPr>
            <a:spLocks/>
          </p:cNvSpPr>
          <p:nvPr/>
        </p:nvSpPr>
        <p:spPr>
          <a:xfrm>
            <a:off x="2410193" y="48663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28255A27-B3FB-8E91-1B39-78C990367C31}"/>
              </a:ext>
            </a:extLst>
          </p:cNvPr>
          <p:cNvSpPr>
            <a:spLocks/>
          </p:cNvSpPr>
          <p:nvPr/>
        </p:nvSpPr>
        <p:spPr>
          <a:xfrm>
            <a:off x="2392337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4E80FAEE-63D3-660D-8E3D-A91381A8C7AB}"/>
              </a:ext>
            </a:extLst>
          </p:cNvPr>
          <p:cNvSpPr>
            <a:spLocks/>
          </p:cNvSpPr>
          <p:nvPr/>
        </p:nvSpPr>
        <p:spPr>
          <a:xfrm>
            <a:off x="2334609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EF99DA86-110A-B3BB-EEB3-34BF2FB0D8D9}"/>
              </a:ext>
            </a:extLst>
          </p:cNvPr>
          <p:cNvSpPr>
            <a:spLocks/>
          </p:cNvSpPr>
          <p:nvPr/>
        </p:nvSpPr>
        <p:spPr>
          <a:xfrm>
            <a:off x="2396072" y="5117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6E5DD2DD-4706-3494-0744-A7967EAEDF90}"/>
              </a:ext>
            </a:extLst>
          </p:cNvPr>
          <p:cNvSpPr>
            <a:spLocks/>
          </p:cNvSpPr>
          <p:nvPr/>
        </p:nvSpPr>
        <p:spPr>
          <a:xfrm>
            <a:off x="235165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45FE4FEC-8897-83AB-0736-955D02083E55}"/>
              </a:ext>
            </a:extLst>
          </p:cNvPr>
          <p:cNvSpPr>
            <a:spLocks/>
          </p:cNvSpPr>
          <p:nvPr/>
        </p:nvSpPr>
        <p:spPr>
          <a:xfrm>
            <a:off x="238882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43769EAF-9461-AD37-58ED-A36FF475C7D5}"/>
              </a:ext>
            </a:extLst>
          </p:cNvPr>
          <p:cNvSpPr>
            <a:spLocks/>
          </p:cNvSpPr>
          <p:nvPr/>
        </p:nvSpPr>
        <p:spPr>
          <a:xfrm>
            <a:off x="2354284" y="63993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82A329E6-9939-FC78-4640-17CB4C625F28}"/>
              </a:ext>
            </a:extLst>
          </p:cNvPr>
          <p:cNvSpPr>
            <a:spLocks/>
          </p:cNvSpPr>
          <p:nvPr/>
        </p:nvSpPr>
        <p:spPr>
          <a:xfrm>
            <a:off x="2442489" y="60874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26A4166C-3AEF-C8B4-5754-BEEBF41015BA}"/>
              </a:ext>
            </a:extLst>
          </p:cNvPr>
          <p:cNvSpPr>
            <a:spLocks/>
          </p:cNvSpPr>
          <p:nvPr/>
        </p:nvSpPr>
        <p:spPr>
          <a:xfrm>
            <a:off x="239529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94CA532A-A85F-2547-8C25-324DC770C49A}"/>
              </a:ext>
            </a:extLst>
          </p:cNvPr>
          <p:cNvSpPr>
            <a:spLocks/>
          </p:cNvSpPr>
          <p:nvPr/>
        </p:nvSpPr>
        <p:spPr>
          <a:xfrm>
            <a:off x="2367719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D8EBEBBD-FC03-1419-E6F7-17E7155369D3}"/>
              </a:ext>
            </a:extLst>
          </p:cNvPr>
          <p:cNvSpPr>
            <a:spLocks/>
          </p:cNvSpPr>
          <p:nvPr/>
        </p:nvSpPr>
        <p:spPr>
          <a:xfrm>
            <a:off x="2357965" y="63425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0745D5E2-2BF5-2CA9-DFBF-AAD181783955}"/>
              </a:ext>
            </a:extLst>
          </p:cNvPr>
          <p:cNvSpPr>
            <a:spLocks/>
          </p:cNvSpPr>
          <p:nvPr/>
        </p:nvSpPr>
        <p:spPr>
          <a:xfrm>
            <a:off x="2358016" y="55594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B97BF069-EE5B-FC78-6865-BD3E99836DB7}"/>
              </a:ext>
            </a:extLst>
          </p:cNvPr>
          <p:cNvSpPr>
            <a:spLocks/>
          </p:cNvSpPr>
          <p:nvPr/>
        </p:nvSpPr>
        <p:spPr>
          <a:xfrm>
            <a:off x="2428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F4597E82-2305-B45B-00FD-CDDAFE61CDDC}"/>
              </a:ext>
            </a:extLst>
          </p:cNvPr>
          <p:cNvSpPr>
            <a:spLocks/>
          </p:cNvSpPr>
          <p:nvPr/>
        </p:nvSpPr>
        <p:spPr>
          <a:xfrm>
            <a:off x="2380636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6B984D6-2BAA-0245-5FD3-44BE0700420B}"/>
              </a:ext>
            </a:extLst>
          </p:cNvPr>
          <p:cNvSpPr>
            <a:spLocks/>
          </p:cNvSpPr>
          <p:nvPr/>
        </p:nvSpPr>
        <p:spPr>
          <a:xfrm>
            <a:off x="2374965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D5D9E426-F0C6-1ECA-1074-502BC09475C0}"/>
              </a:ext>
            </a:extLst>
          </p:cNvPr>
          <p:cNvSpPr>
            <a:spLocks/>
          </p:cNvSpPr>
          <p:nvPr/>
        </p:nvSpPr>
        <p:spPr>
          <a:xfrm>
            <a:off x="2312084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DF66FC69-887C-A0FE-314C-FEB920C34204}"/>
              </a:ext>
            </a:extLst>
          </p:cNvPr>
          <p:cNvSpPr>
            <a:spLocks/>
          </p:cNvSpPr>
          <p:nvPr/>
        </p:nvSpPr>
        <p:spPr>
          <a:xfrm>
            <a:off x="2432258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28A2D771-6475-968C-5607-5C2116F61C93}"/>
              </a:ext>
            </a:extLst>
          </p:cNvPr>
          <p:cNvSpPr>
            <a:spLocks/>
          </p:cNvSpPr>
          <p:nvPr/>
        </p:nvSpPr>
        <p:spPr>
          <a:xfrm>
            <a:off x="2339199" y="64141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28D25444-8E91-BE53-5B9B-7264A13AAA01}"/>
              </a:ext>
            </a:extLst>
          </p:cNvPr>
          <p:cNvSpPr>
            <a:spLocks/>
          </p:cNvSpPr>
          <p:nvPr/>
        </p:nvSpPr>
        <p:spPr>
          <a:xfrm>
            <a:off x="2342305" y="6148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C1353CA9-45DE-D37B-3507-A6977820D246}"/>
              </a:ext>
            </a:extLst>
          </p:cNvPr>
          <p:cNvSpPr>
            <a:spLocks/>
          </p:cNvSpPr>
          <p:nvPr/>
        </p:nvSpPr>
        <p:spPr>
          <a:xfrm>
            <a:off x="2422401" y="64351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E9039B50-0F35-1C28-7B89-C831C73A67FD}"/>
              </a:ext>
            </a:extLst>
          </p:cNvPr>
          <p:cNvSpPr>
            <a:spLocks/>
          </p:cNvSpPr>
          <p:nvPr/>
        </p:nvSpPr>
        <p:spPr>
          <a:xfrm>
            <a:off x="235916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F27529B3-1595-57E7-6203-C8C766413230}"/>
              </a:ext>
            </a:extLst>
          </p:cNvPr>
          <p:cNvSpPr>
            <a:spLocks/>
          </p:cNvSpPr>
          <p:nvPr/>
        </p:nvSpPr>
        <p:spPr>
          <a:xfrm>
            <a:off x="2434537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F6B7B052-130A-C72C-105D-E4BAA6BC5BEB}"/>
              </a:ext>
            </a:extLst>
          </p:cNvPr>
          <p:cNvSpPr>
            <a:spLocks/>
          </p:cNvSpPr>
          <p:nvPr/>
        </p:nvSpPr>
        <p:spPr>
          <a:xfrm>
            <a:off x="2428602" y="51233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F67886B-BFE3-8786-9BFA-D20F8749D950}"/>
              </a:ext>
            </a:extLst>
          </p:cNvPr>
          <p:cNvSpPr>
            <a:spLocks/>
          </p:cNvSpPr>
          <p:nvPr/>
        </p:nvSpPr>
        <p:spPr>
          <a:xfrm>
            <a:off x="234521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57D3F6E8-A377-B3E8-F614-24878625FBE0}"/>
              </a:ext>
            </a:extLst>
          </p:cNvPr>
          <p:cNvSpPr>
            <a:spLocks/>
          </p:cNvSpPr>
          <p:nvPr/>
        </p:nvSpPr>
        <p:spPr>
          <a:xfrm>
            <a:off x="2338431" y="62667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B4A886A3-23DE-230D-7342-70026E91542D}"/>
              </a:ext>
            </a:extLst>
          </p:cNvPr>
          <p:cNvSpPr>
            <a:spLocks/>
          </p:cNvSpPr>
          <p:nvPr/>
        </p:nvSpPr>
        <p:spPr>
          <a:xfrm>
            <a:off x="2400431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96A99B53-227B-7385-AAEB-EB0B19D6329B}"/>
              </a:ext>
            </a:extLst>
          </p:cNvPr>
          <p:cNvSpPr>
            <a:spLocks/>
          </p:cNvSpPr>
          <p:nvPr/>
        </p:nvSpPr>
        <p:spPr>
          <a:xfrm>
            <a:off x="2362581" y="60377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A91BBCD1-8050-3BF6-D701-85D7C68C322F}"/>
              </a:ext>
            </a:extLst>
          </p:cNvPr>
          <p:cNvSpPr>
            <a:spLocks/>
          </p:cNvSpPr>
          <p:nvPr/>
        </p:nvSpPr>
        <p:spPr>
          <a:xfrm>
            <a:off x="2397687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FAB9EB7B-DD8A-DA81-4C27-A1004659C6DB}"/>
              </a:ext>
            </a:extLst>
          </p:cNvPr>
          <p:cNvSpPr>
            <a:spLocks/>
          </p:cNvSpPr>
          <p:nvPr/>
        </p:nvSpPr>
        <p:spPr>
          <a:xfrm>
            <a:off x="2431493" y="52647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022A967A-391F-0A87-D622-72E66A5113E4}"/>
              </a:ext>
            </a:extLst>
          </p:cNvPr>
          <p:cNvSpPr>
            <a:spLocks/>
          </p:cNvSpPr>
          <p:nvPr/>
        </p:nvSpPr>
        <p:spPr>
          <a:xfrm>
            <a:off x="2315199" y="57657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6BAE6A66-80F4-25D6-AB82-43F6DAAEDD82}"/>
              </a:ext>
            </a:extLst>
          </p:cNvPr>
          <p:cNvSpPr>
            <a:spLocks/>
          </p:cNvSpPr>
          <p:nvPr/>
        </p:nvSpPr>
        <p:spPr>
          <a:xfrm>
            <a:off x="2318232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5D0DD03D-77F8-4683-5C30-70F7DB7593B8}"/>
              </a:ext>
            </a:extLst>
          </p:cNvPr>
          <p:cNvSpPr>
            <a:spLocks/>
          </p:cNvSpPr>
          <p:nvPr/>
        </p:nvSpPr>
        <p:spPr>
          <a:xfrm>
            <a:off x="2345178" y="64435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99AD8235-FB77-9A53-072F-67427C4D80A0}"/>
              </a:ext>
            </a:extLst>
          </p:cNvPr>
          <p:cNvSpPr>
            <a:spLocks/>
          </p:cNvSpPr>
          <p:nvPr/>
        </p:nvSpPr>
        <p:spPr>
          <a:xfrm>
            <a:off x="2423556" y="50051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27D6E533-549A-2AE4-B4BA-D112BA5CB29D}"/>
              </a:ext>
            </a:extLst>
          </p:cNvPr>
          <p:cNvSpPr>
            <a:spLocks/>
          </p:cNvSpPr>
          <p:nvPr/>
        </p:nvSpPr>
        <p:spPr>
          <a:xfrm>
            <a:off x="2449224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69DA6CA2-4C1E-1D3C-3120-AEFB84070CBB}"/>
              </a:ext>
            </a:extLst>
          </p:cNvPr>
          <p:cNvSpPr>
            <a:spLocks/>
          </p:cNvSpPr>
          <p:nvPr/>
        </p:nvSpPr>
        <p:spPr>
          <a:xfrm>
            <a:off x="2418736" y="49700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7EABA2D8-F57E-8703-61E0-D908F909D142}"/>
              </a:ext>
            </a:extLst>
          </p:cNvPr>
          <p:cNvSpPr>
            <a:spLocks/>
          </p:cNvSpPr>
          <p:nvPr/>
        </p:nvSpPr>
        <p:spPr>
          <a:xfrm>
            <a:off x="2349901" y="4675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71CD88A4-0250-F5EC-1984-C0FC486F8443}"/>
              </a:ext>
            </a:extLst>
          </p:cNvPr>
          <p:cNvSpPr>
            <a:spLocks/>
          </p:cNvSpPr>
          <p:nvPr/>
        </p:nvSpPr>
        <p:spPr>
          <a:xfrm>
            <a:off x="2350164" y="6106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95D2CE21-7EB7-349A-34DC-2436FA874647}"/>
              </a:ext>
            </a:extLst>
          </p:cNvPr>
          <p:cNvSpPr>
            <a:spLocks/>
          </p:cNvSpPr>
          <p:nvPr/>
        </p:nvSpPr>
        <p:spPr>
          <a:xfrm>
            <a:off x="26148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88615EBC-2426-EAED-B604-8EDDD4E07529}"/>
              </a:ext>
            </a:extLst>
          </p:cNvPr>
          <p:cNvSpPr>
            <a:spLocks/>
          </p:cNvSpPr>
          <p:nvPr/>
        </p:nvSpPr>
        <p:spPr>
          <a:xfrm>
            <a:off x="2663685" y="47033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CB6A1811-D864-E79D-2975-C640CF644E01}"/>
              </a:ext>
            </a:extLst>
          </p:cNvPr>
          <p:cNvSpPr>
            <a:spLocks/>
          </p:cNvSpPr>
          <p:nvPr/>
        </p:nvSpPr>
        <p:spPr>
          <a:xfrm>
            <a:off x="265720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BD0FF306-5F6A-5BB8-1A84-21DA693CD5CE}"/>
              </a:ext>
            </a:extLst>
          </p:cNvPr>
          <p:cNvSpPr>
            <a:spLocks/>
          </p:cNvSpPr>
          <p:nvPr/>
        </p:nvSpPr>
        <p:spPr>
          <a:xfrm>
            <a:off x="259116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9A9DD625-E5DE-896E-CDE3-A32CED08CF09}"/>
              </a:ext>
            </a:extLst>
          </p:cNvPr>
          <p:cNvSpPr>
            <a:spLocks/>
          </p:cNvSpPr>
          <p:nvPr/>
        </p:nvSpPr>
        <p:spPr>
          <a:xfrm>
            <a:off x="257108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2B85CF52-A294-77F3-2536-96AF35D84A35}"/>
              </a:ext>
            </a:extLst>
          </p:cNvPr>
          <p:cNvSpPr>
            <a:spLocks/>
          </p:cNvSpPr>
          <p:nvPr/>
        </p:nvSpPr>
        <p:spPr>
          <a:xfrm>
            <a:off x="2579897" y="5591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545934D3-DDD6-6B7D-4A0F-EE68F707B74A}"/>
              </a:ext>
            </a:extLst>
          </p:cNvPr>
          <p:cNvSpPr>
            <a:spLocks/>
          </p:cNvSpPr>
          <p:nvPr/>
        </p:nvSpPr>
        <p:spPr>
          <a:xfrm>
            <a:off x="2607910" y="53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E2B5C4B3-E907-0D09-2EDF-E9B2A6E46FA2}"/>
              </a:ext>
            </a:extLst>
          </p:cNvPr>
          <p:cNvSpPr>
            <a:spLocks/>
          </p:cNvSpPr>
          <p:nvPr/>
        </p:nvSpPr>
        <p:spPr>
          <a:xfrm>
            <a:off x="2638334" y="56344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55923615-07A4-8D41-ACCD-89BFD4FF0727}"/>
              </a:ext>
            </a:extLst>
          </p:cNvPr>
          <p:cNvSpPr>
            <a:spLocks/>
          </p:cNvSpPr>
          <p:nvPr/>
        </p:nvSpPr>
        <p:spPr>
          <a:xfrm>
            <a:off x="2543050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1D5A085E-940C-1D95-4FE3-9C7E2091CC72}"/>
              </a:ext>
            </a:extLst>
          </p:cNvPr>
          <p:cNvSpPr>
            <a:spLocks/>
          </p:cNvSpPr>
          <p:nvPr/>
        </p:nvSpPr>
        <p:spPr>
          <a:xfrm>
            <a:off x="263755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8A5BB50-550E-F881-AB4F-CE064D4C4CCF}"/>
              </a:ext>
            </a:extLst>
          </p:cNvPr>
          <p:cNvSpPr>
            <a:spLocks/>
          </p:cNvSpPr>
          <p:nvPr/>
        </p:nvSpPr>
        <p:spPr>
          <a:xfrm>
            <a:off x="25416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91533053-3743-60D7-1859-0ED2BF8C0D68}"/>
              </a:ext>
            </a:extLst>
          </p:cNvPr>
          <p:cNvSpPr>
            <a:spLocks/>
          </p:cNvSpPr>
          <p:nvPr/>
        </p:nvSpPr>
        <p:spPr>
          <a:xfrm>
            <a:off x="2632488" y="47488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543AC3B8-C14F-1120-C82C-158BCB34E7F9}"/>
              </a:ext>
            </a:extLst>
          </p:cNvPr>
          <p:cNvSpPr>
            <a:spLocks/>
          </p:cNvSpPr>
          <p:nvPr/>
        </p:nvSpPr>
        <p:spPr>
          <a:xfrm>
            <a:off x="2664474" y="5632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071653B1-CD24-79E2-7E4E-6E6851051153}"/>
              </a:ext>
            </a:extLst>
          </p:cNvPr>
          <p:cNvSpPr>
            <a:spLocks/>
          </p:cNvSpPr>
          <p:nvPr/>
        </p:nvSpPr>
        <p:spPr>
          <a:xfrm>
            <a:off x="2576110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018DCA1F-9AF4-2B65-D070-2436EAF17832}"/>
              </a:ext>
            </a:extLst>
          </p:cNvPr>
          <p:cNvSpPr>
            <a:spLocks/>
          </p:cNvSpPr>
          <p:nvPr/>
        </p:nvSpPr>
        <p:spPr>
          <a:xfrm>
            <a:off x="256287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EB47D0B0-B550-C68E-4291-605913D79651}"/>
              </a:ext>
            </a:extLst>
          </p:cNvPr>
          <p:cNvSpPr>
            <a:spLocks/>
          </p:cNvSpPr>
          <p:nvPr/>
        </p:nvSpPr>
        <p:spPr>
          <a:xfrm>
            <a:off x="254647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62AF46E8-E403-77B2-3907-4444443E7348}"/>
              </a:ext>
            </a:extLst>
          </p:cNvPr>
          <p:cNvSpPr>
            <a:spLocks/>
          </p:cNvSpPr>
          <p:nvPr/>
        </p:nvSpPr>
        <p:spPr>
          <a:xfrm>
            <a:off x="2575793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71D85940-74F5-1587-5EC9-E1BD0D2E95A9}"/>
              </a:ext>
            </a:extLst>
          </p:cNvPr>
          <p:cNvSpPr>
            <a:spLocks/>
          </p:cNvSpPr>
          <p:nvPr/>
        </p:nvSpPr>
        <p:spPr>
          <a:xfrm>
            <a:off x="267059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931DB454-E09A-FDD5-0104-14568C408145}"/>
              </a:ext>
            </a:extLst>
          </p:cNvPr>
          <p:cNvSpPr>
            <a:spLocks/>
          </p:cNvSpPr>
          <p:nvPr/>
        </p:nvSpPr>
        <p:spPr>
          <a:xfrm>
            <a:off x="2577306" y="5870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62B97BD7-CE05-A34E-3F1D-F3302351440C}"/>
              </a:ext>
            </a:extLst>
          </p:cNvPr>
          <p:cNvSpPr>
            <a:spLocks/>
          </p:cNvSpPr>
          <p:nvPr/>
        </p:nvSpPr>
        <p:spPr>
          <a:xfrm>
            <a:off x="2552742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6B4676E5-1831-19C6-D05E-A442854F1230}"/>
              </a:ext>
            </a:extLst>
          </p:cNvPr>
          <p:cNvSpPr>
            <a:spLocks/>
          </p:cNvSpPr>
          <p:nvPr/>
        </p:nvSpPr>
        <p:spPr>
          <a:xfrm>
            <a:off x="2582548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B8E4096-1942-2EC3-9BFD-145A85C25223}"/>
              </a:ext>
            </a:extLst>
          </p:cNvPr>
          <p:cNvSpPr>
            <a:spLocks/>
          </p:cNvSpPr>
          <p:nvPr/>
        </p:nvSpPr>
        <p:spPr>
          <a:xfrm>
            <a:off x="2587697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6525CB2-27DA-7A29-DC4A-4AC09A7E17A1}"/>
              </a:ext>
            </a:extLst>
          </p:cNvPr>
          <p:cNvSpPr>
            <a:spLocks/>
          </p:cNvSpPr>
          <p:nvPr/>
        </p:nvSpPr>
        <p:spPr>
          <a:xfrm>
            <a:off x="2653174" y="48963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0B25C389-DE26-82F7-64CA-4387642C34CD}"/>
              </a:ext>
            </a:extLst>
          </p:cNvPr>
          <p:cNvSpPr>
            <a:spLocks/>
          </p:cNvSpPr>
          <p:nvPr/>
        </p:nvSpPr>
        <p:spPr>
          <a:xfrm>
            <a:off x="264373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12DB7024-B65D-9A8B-1D4C-16AB6F800EC8}"/>
              </a:ext>
            </a:extLst>
          </p:cNvPr>
          <p:cNvSpPr>
            <a:spLocks/>
          </p:cNvSpPr>
          <p:nvPr/>
        </p:nvSpPr>
        <p:spPr>
          <a:xfrm>
            <a:off x="25398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63B22430-67CF-6647-782C-D72E0E90C3EA}"/>
              </a:ext>
            </a:extLst>
          </p:cNvPr>
          <p:cNvSpPr>
            <a:spLocks/>
          </p:cNvSpPr>
          <p:nvPr/>
        </p:nvSpPr>
        <p:spPr>
          <a:xfrm>
            <a:off x="2662739" y="58997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5894B0EE-CBC1-AD4E-8535-50EC72196DE9}"/>
              </a:ext>
            </a:extLst>
          </p:cNvPr>
          <p:cNvSpPr>
            <a:spLocks/>
          </p:cNvSpPr>
          <p:nvPr/>
        </p:nvSpPr>
        <p:spPr>
          <a:xfrm>
            <a:off x="2580992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ACE93D45-671B-9998-6262-217E36A0A615}"/>
              </a:ext>
            </a:extLst>
          </p:cNvPr>
          <p:cNvSpPr>
            <a:spLocks/>
          </p:cNvSpPr>
          <p:nvPr/>
        </p:nvSpPr>
        <p:spPr>
          <a:xfrm>
            <a:off x="257427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E9CCBE51-D972-91E9-A728-3A3C6846CA2E}"/>
              </a:ext>
            </a:extLst>
          </p:cNvPr>
          <p:cNvSpPr>
            <a:spLocks/>
          </p:cNvSpPr>
          <p:nvPr/>
        </p:nvSpPr>
        <p:spPr>
          <a:xfrm>
            <a:off x="2609895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0B500D65-3D60-96A3-6D87-8C37A1E66ACF}"/>
              </a:ext>
            </a:extLst>
          </p:cNvPr>
          <p:cNvSpPr>
            <a:spLocks/>
          </p:cNvSpPr>
          <p:nvPr/>
        </p:nvSpPr>
        <p:spPr>
          <a:xfrm>
            <a:off x="2657584" y="60381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B7671053-C4B8-6459-9034-CF3BFBCAEE50}"/>
              </a:ext>
            </a:extLst>
          </p:cNvPr>
          <p:cNvSpPr>
            <a:spLocks/>
          </p:cNvSpPr>
          <p:nvPr/>
        </p:nvSpPr>
        <p:spPr>
          <a:xfrm>
            <a:off x="265397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7763B51E-374E-755A-8C67-88994265AA43}"/>
              </a:ext>
            </a:extLst>
          </p:cNvPr>
          <p:cNvSpPr>
            <a:spLocks/>
          </p:cNvSpPr>
          <p:nvPr/>
        </p:nvSpPr>
        <p:spPr>
          <a:xfrm>
            <a:off x="260181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A54DF37B-E94F-A7D7-E428-263648DFE7EF}"/>
              </a:ext>
            </a:extLst>
          </p:cNvPr>
          <p:cNvSpPr>
            <a:spLocks/>
          </p:cNvSpPr>
          <p:nvPr/>
        </p:nvSpPr>
        <p:spPr>
          <a:xfrm>
            <a:off x="2640122" y="64149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FAD0F60C-0EA1-E500-9358-44ED35693622}"/>
              </a:ext>
            </a:extLst>
          </p:cNvPr>
          <p:cNvSpPr>
            <a:spLocks/>
          </p:cNvSpPr>
          <p:nvPr/>
        </p:nvSpPr>
        <p:spPr>
          <a:xfrm>
            <a:off x="265885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E7D56F13-424A-9AF4-8822-D99BA4475FB1}"/>
              </a:ext>
            </a:extLst>
          </p:cNvPr>
          <p:cNvSpPr>
            <a:spLocks/>
          </p:cNvSpPr>
          <p:nvPr/>
        </p:nvSpPr>
        <p:spPr>
          <a:xfrm>
            <a:off x="26107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9C8DF834-07B2-8CAB-4B18-C301834A8507}"/>
              </a:ext>
            </a:extLst>
          </p:cNvPr>
          <p:cNvSpPr>
            <a:spLocks/>
          </p:cNvSpPr>
          <p:nvPr/>
        </p:nvSpPr>
        <p:spPr>
          <a:xfrm>
            <a:off x="2631910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4C2A7087-C750-52A8-EA1A-E0F1879AA26E}"/>
              </a:ext>
            </a:extLst>
          </p:cNvPr>
          <p:cNvSpPr>
            <a:spLocks/>
          </p:cNvSpPr>
          <p:nvPr/>
        </p:nvSpPr>
        <p:spPr>
          <a:xfrm>
            <a:off x="26126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6F48E333-1708-F943-7D42-8FB9DCA2CEC1}"/>
              </a:ext>
            </a:extLst>
          </p:cNvPr>
          <p:cNvSpPr>
            <a:spLocks/>
          </p:cNvSpPr>
          <p:nvPr/>
        </p:nvSpPr>
        <p:spPr>
          <a:xfrm>
            <a:off x="2631809" y="48226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D971FC37-A35D-57E9-7C35-781238C100B7}"/>
              </a:ext>
            </a:extLst>
          </p:cNvPr>
          <p:cNvSpPr>
            <a:spLocks/>
          </p:cNvSpPr>
          <p:nvPr/>
        </p:nvSpPr>
        <p:spPr>
          <a:xfrm>
            <a:off x="2574780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FE4619F2-3330-6869-0A11-9693D2B660D8}"/>
              </a:ext>
            </a:extLst>
          </p:cNvPr>
          <p:cNvSpPr>
            <a:spLocks/>
          </p:cNvSpPr>
          <p:nvPr/>
        </p:nvSpPr>
        <p:spPr>
          <a:xfrm>
            <a:off x="265026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392D8D0C-5DA4-BAB3-4346-E9EEC56EB5F8}"/>
              </a:ext>
            </a:extLst>
          </p:cNvPr>
          <p:cNvSpPr>
            <a:spLocks/>
          </p:cNvSpPr>
          <p:nvPr/>
        </p:nvSpPr>
        <p:spPr>
          <a:xfrm>
            <a:off x="2601330" y="54440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90BEF820-8DD7-4D8B-F813-7A6D79143B7E}"/>
              </a:ext>
            </a:extLst>
          </p:cNvPr>
          <p:cNvSpPr>
            <a:spLocks/>
          </p:cNvSpPr>
          <p:nvPr/>
        </p:nvSpPr>
        <p:spPr>
          <a:xfrm>
            <a:off x="265761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E33CB5A9-A008-0534-D40E-22E377033868}"/>
              </a:ext>
            </a:extLst>
          </p:cNvPr>
          <p:cNvSpPr>
            <a:spLocks/>
          </p:cNvSpPr>
          <p:nvPr/>
        </p:nvSpPr>
        <p:spPr>
          <a:xfrm>
            <a:off x="26278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E27F7C96-EB3C-669B-F3AD-30741C05DEC8}"/>
              </a:ext>
            </a:extLst>
          </p:cNvPr>
          <p:cNvSpPr>
            <a:spLocks/>
          </p:cNvSpPr>
          <p:nvPr/>
        </p:nvSpPr>
        <p:spPr>
          <a:xfrm>
            <a:off x="2559733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E0771E30-538F-5958-E401-60AE969BCB7E}"/>
              </a:ext>
            </a:extLst>
          </p:cNvPr>
          <p:cNvSpPr>
            <a:spLocks/>
          </p:cNvSpPr>
          <p:nvPr/>
        </p:nvSpPr>
        <p:spPr>
          <a:xfrm>
            <a:off x="2639330" y="51805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F0789FF-C94A-65D1-EDF1-FE5CA8DA3DA9}"/>
              </a:ext>
            </a:extLst>
          </p:cNvPr>
          <p:cNvSpPr>
            <a:spLocks/>
          </p:cNvSpPr>
          <p:nvPr/>
        </p:nvSpPr>
        <p:spPr>
          <a:xfrm>
            <a:off x="2636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DDEBE5A9-CFE6-9B01-EA4B-A8239628B8E1}"/>
              </a:ext>
            </a:extLst>
          </p:cNvPr>
          <p:cNvSpPr>
            <a:spLocks/>
          </p:cNvSpPr>
          <p:nvPr/>
        </p:nvSpPr>
        <p:spPr>
          <a:xfrm>
            <a:off x="25971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C90378E7-88AC-A1D9-A441-057E8D820D53}"/>
              </a:ext>
            </a:extLst>
          </p:cNvPr>
          <p:cNvSpPr>
            <a:spLocks/>
          </p:cNvSpPr>
          <p:nvPr/>
        </p:nvSpPr>
        <p:spPr>
          <a:xfrm>
            <a:off x="2651637" y="59083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8265840A-8684-FD36-B2E1-869ABEC62478}"/>
              </a:ext>
            </a:extLst>
          </p:cNvPr>
          <p:cNvSpPr>
            <a:spLocks/>
          </p:cNvSpPr>
          <p:nvPr/>
        </p:nvSpPr>
        <p:spPr>
          <a:xfrm>
            <a:off x="2628798" y="4764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1248D9A3-5B50-898C-1A04-150E94991C4B}"/>
              </a:ext>
            </a:extLst>
          </p:cNvPr>
          <p:cNvSpPr>
            <a:spLocks/>
          </p:cNvSpPr>
          <p:nvPr/>
        </p:nvSpPr>
        <p:spPr>
          <a:xfrm>
            <a:off x="256011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6595DD06-8F97-37BF-D29A-50E26B16A50B}"/>
              </a:ext>
            </a:extLst>
          </p:cNvPr>
          <p:cNvSpPr>
            <a:spLocks/>
          </p:cNvSpPr>
          <p:nvPr/>
        </p:nvSpPr>
        <p:spPr>
          <a:xfrm>
            <a:off x="2668896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C5F11ACA-1E15-1FCE-8206-D4771A0BA142}"/>
              </a:ext>
            </a:extLst>
          </p:cNvPr>
          <p:cNvSpPr>
            <a:spLocks/>
          </p:cNvSpPr>
          <p:nvPr/>
        </p:nvSpPr>
        <p:spPr>
          <a:xfrm>
            <a:off x="2608925" y="5952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4F3C32D8-A15A-E14F-B1C0-5F1A7EF8A305}"/>
              </a:ext>
            </a:extLst>
          </p:cNvPr>
          <p:cNvSpPr>
            <a:spLocks/>
          </p:cNvSpPr>
          <p:nvPr/>
        </p:nvSpPr>
        <p:spPr>
          <a:xfrm>
            <a:off x="2556898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F0ADEF28-1039-8594-C87B-B7A912624F20}"/>
              </a:ext>
            </a:extLst>
          </p:cNvPr>
          <p:cNvSpPr>
            <a:spLocks/>
          </p:cNvSpPr>
          <p:nvPr/>
        </p:nvSpPr>
        <p:spPr>
          <a:xfrm>
            <a:off x="2571177" y="61909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629D26F0-2A2C-6DD9-9069-22DE59C2FC5A}"/>
              </a:ext>
            </a:extLst>
          </p:cNvPr>
          <p:cNvSpPr>
            <a:spLocks/>
          </p:cNvSpPr>
          <p:nvPr/>
        </p:nvSpPr>
        <p:spPr>
          <a:xfrm>
            <a:off x="2644954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CA4F5476-37C8-1D4D-2690-1A70FF6319FF}"/>
              </a:ext>
            </a:extLst>
          </p:cNvPr>
          <p:cNvSpPr>
            <a:spLocks/>
          </p:cNvSpPr>
          <p:nvPr/>
        </p:nvSpPr>
        <p:spPr>
          <a:xfrm>
            <a:off x="2676445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81260D3B-0B5D-CF9D-DA0C-207BC7027E08}"/>
              </a:ext>
            </a:extLst>
          </p:cNvPr>
          <p:cNvSpPr>
            <a:spLocks/>
          </p:cNvSpPr>
          <p:nvPr/>
        </p:nvSpPr>
        <p:spPr>
          <a:xfrm>
            <a:off x="2633951" y="5242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8863489C-108C-832B-23C8-2881DC3EF5A0}"/>
              </a:ext>
            </a:extLst>
          </p:cNvPr>
          <p:cNvSpPr>
            <a:spLocks/>
          </p:cNvSpPr>
          <p:nvPr/>
        </p:nvSpPr>
        <p:spPr>
          <a:xfrm>
            <a:off x="2629934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2C8DB840-92B8-26A3-D238-F62A7F6DB019}"/>
              </a:ext>
            </a:extLst>
          </p:cNvPr>
          <p:cNvSpPr>
            <a:spLocks/>
          </p:cNvSpPr>
          <p:nvPr/>
        </p:nvSpPr>
        <p:spPr>
          <a:xfrm>
            <a:off x="2604303" y="56090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5D33B9A4-1D0A-6179-7B70-459F5177164A}"/>
              </a:ext>
            </a:extLst>
          </p:cNvPr>
          <p:cNvSpPr>
            <a:spLocks/>
          </p:cNvSpPr>
          <p:nvPr/>
        </p:nvSpPr>
        <p:spPr>
          <a:xfrm>
            <a:off x="261592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DF2967FF-48C2-1FEB-C86C-1F5A4AD6C49D}"/>
              </a:ext>
            </a:extLst>
          </p:cNvPr>
          <p:cNvSpPr>
            <a:spLocks/>
          </p:cNvSpPr>
          <p:nvPr/>
        </p:nvSpPr>
        <p:spPr>
          <a:xfrm>
            <a:off x="2592780" y="5117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D8AD60DD-1FC2-EA62-764C-29470E133225}"/>
              </a:ext>
            </a:extLst>
          </p:cNvPr>
          <p:cNvSpPr>
            <a:spLocks/>
          </p:cNvSpPr>
          <p:nvPr/>
        </p:nvSpPr>
        <p:spPr>
          <a:xfrm>
            <a:off x="259198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9D1AAE0-11BD-ACBC-736C-38D2EB465966}"/>
              </a:ext>
            </a:extLst>
          </p:cNvPr>
          <p:cNvSpPr>
            <a:spLocks/>
          </p:cNvSpPr>
          <p:nvPr/>
        </p:nvSpPr>
        <p:spPr>
          <a:xfrm>
            <a:off x="266323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16F50665-D2BB-D1DF-1D7D-88100B952A04}"/>
              </a:ext>
            </a:extLst>
          </p:cNvPr>
          <p:cNvSpPr>
            <a:spLocks/>
          </p:cNvSpPr>
          <p:nvPr/>
        </p:nvSpPr>
        <p:spPr>
          <a:xfrm>
            <a:off x="2640336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2D943DBE-254C-BD5F-D1CA-4CDADE49325B}"/>
              </a:ext>
            </a:extLst>
          </p:cNvPr>
          <p:cNvSpPr>
            <a:spLocks/>
          </p:cNvSpPr>
          <p:nvPr/>
        </p:nvSpPr>
        <p:spPr>
          <a:xfrm>
            <a:off x="2604925" y="64141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3432D260-304A-C212-D9A4-17C7B00689D8}"/>
              </a:ext>
            </a:extLst>
          </p:cNvPr>
          <p:cNvSpPr>
            <a:spLocks/>
          </p:cNvSpPr>
          <p:nvPr/>
        </p:nvSpPr>
        <p:spPr>
          <a:xfrm>
            <a:off x="2589439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1F477AA2-6315-EE1D-A5D6-6C0C098E2F0F}"/>
              </a:ext>
            </a:extLst>
          </p:cNvPr>
          <p:cNvSpPr>
            <a:spLocks/>
          </p:cNvSpPr>
          <p:nvPr/>
        </p:nvSpPr>
        <p:spPr>
          <a:xfrm>
            <a:off x="259115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8BE3CECD-11AD-BEB3-4DBF-849F49E7998C}"/>
              </a:ext>
            </a:extLst>
          </p:cNvPr>
          <p:cNvSpPr>
            <a:spLocks/>
          </p:cNvSpPr>
          <p:nvPr/>
        </p:nvSpPr>
        <p:spPr>
          <a:xfrm>
            <a:off x="2672141" y="64330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64B3FA9A-DEEB-83C2-6B34-DE58A4F13489}"/>
              </a:ext>
            </a:extLst>
          </p:cNvPr>
          <p:cNvSpPr>
            <a:spLocks/>
          </p:cNvSpPr>
          <p:nvPr/>
        </p:nvSpPr>
        <p:spPr>
          <a:xfrm>
            <a:off x="2630865" y="5854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1C4CA8FF-0C55-AF13-717B-717299E87D95}"/>
              </a:ext>
            </a:extLst>
          </p:cNvPr>
          <p:cNvSpPr>
            <a:spLocks/>
          </p:cNvSpPr>
          <p:nvPr/>
        </p:nvSpPr>
        <p:spPr>
          <a:xfrm>
            <a:off x="25758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EA5EA902-896C-8ED6-9CD7-BAAA1425AB8E}"/>
              </a:ext>
            </a:extLst>
          </p:cNvPr>
          <p:cNvSpPr>
            <a:spLocks/>
          </p:cNvSpPr>
          <p:nvPr/>
        </p:nvSpPr>
        <p:spPr>
          <a:xfrm>
            <a:off x="2669663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58C77C93-0180-A24F-3AB3-A99AE95D12CC}"/>
              </a:ext>
            </a:extLst>
          </p:cNvPr>
          <p:cNvSpPr>
            <a:spLocks/>
          </p:cNvSpPr>
          <p:nvPr/>
        </p:nvSpPr>
        <p:spPr>
          <a:xfrm>
            <a:off x="26207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75FF3413-592F-ED77-0ED8-B1CB45099EEC}"/>
              </a:ext>
            </a:extLst>
          </p:cNvPr>
          <p:cNvSpPr>
            <a:spLocks/>
          </p:cNvSpPr>
          <p:nvPr/>
        </p:nvSpPr>
        <p:spPr>
          <a:xfrm>
            <a:off x="256867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4AF4CDB6-D3AE-D89B-E68D-892E7A63B26E}"/>
              </a:ext>
            </a:extLst>
          </p:cNvPr>
          <p:cNvSpPr>
            <a:spLocks/>
          </p:cNvSpPr>
          <p:nvPr/>
        </p:nvSpPr>
        <p:spPr>
          <a:xfrm>
            <a:off x="263139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F1C4FDF3-0051-A313-B4E7-ED2040A8220E}"/>
              </a:ext>
            </a:extLst>
          </p:cNvPr>
          <p:cNvSpPr>
            <a:spLocks/>
          </p:cNvSpPr>
          <p:nvPr/>
        </p:nvSpPr>
        <p:spPr>
          <a:xfrm>
            <a:off x="2657126" y="59540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8D23D136-5950-3CDB-40BF-8C9BE9358B25}"/>
              </a:ext>
            </a:extLst>
          </p:cNvPr>
          <p:cNvSpPr>
            <a:spLocks/>
          </p:cNvSpPr>
          <p:nvPr/>
        </p:nvSpPr>
        <p:spPr>
          <a:xfrm>
            <a:off x="2577125" y="5832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84016958-3729-9DDB-2070-D8E32442F625}"/>
              </a:ext>
            </a:extLst>
          </p:cNvPr>
          <p:cNvSpPr>
            <a:spLocks/>
          </p:cNvSpPr>
          <p:nvPr/>
        </p:nvSpPr>
        <p:spPr>
          <a:xfrm>
            <a:off x="2573530" y="63198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2DCCC8BA-AE81-799B-241C-72C927DAD51E}"/>
              </a:ext>
            </a:extLst>
          </p:cNvPr>
          <p:cNvSpPr>
            <a:spLocks/>
          </p:cNvSpPr>
          <p:nvPr/>
        </p:nvSpPr>
        <p:spPr>
          <a:xfrm>
            <a:off x="2629139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57AF8E69-5BFA-4805-7214-D004C0EAD453}"/>
              </a:ext>
            </a:extLst>
          </p:cNvPr>
          <p:cNvSpPr>
            <a:spLocks/>
          </p:cNvSpPr>
          <p:nvPr/>
        </p:nvSpPr>
        <p:spPr>
          <a:xfrm>
            <a:off x="2663528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B5A75F63-A5EC-A2A7-A33E-5FDF3B5BCAE8}"/>
              </a:ext>
            </a:extLst>
          </p:cNvPr>
          <p:cNvSpPr>
            <a:spLocks/>
          </p:cNvSpPr>
          <p:nvPr/>
        </p:nvSpPr>
        <p:spPr>
          <a:xfrm>
            <a:off x="2545172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FEF1B38C-E25F-D136-6075-8DCEBF037FE3}"/>
              </a:ext>
            </a:extLst>
          </p:cNvPr>
          <p:cNvSpPr>
            <a:spLocks/>
          </p:cNvSpPr>
          <p:nvPr/>
        </p:nvSpPr>
        <p:spPr>
          <a:xfrm>
            <a:off x="261742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39FA2E3D-FC7A-7797-7FC5-CBF458BB7F4B}"/>
              </a:ext>
            </a:extLst>
          </p:cNvPr>
          <p:cNvSpPr>
            <a:spLocks/>
          </p:cNvSpPr>
          <p:nvPr/>
        </p:nvSpPr>
        <p:spPr>
          <a:xfrm>
            <a:off x="2590808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3C606FF0-90BA-A9ED-A9C1-9FC07CB8A6B4}"/>
              </a:ext>
            </a:extLst>
          </p:cNvPr>
          <p:cNvSpPr>
            <a:spLocks/>
          </p:cNvSpPr>
          <p:nvPr/>
        </p:nvSpPr>
        <p:spPr>
          <a:xfrm>
            <a:off x="2567144" y="61488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AC4EF8EA-00BA-4A49-5B9A-A779C3651547}"/>
              </a:ext>
            </a:extLst>
          </p:cNvPr>
          <p:cNvSpPr>
            <a:spLocks/>
          </p:cNvSpPr>
          <p:nvPr/>
        </p:nvSpPr>
        <p:spPr>
          <a:xfrm>
            <a:off x="2618089" y="60702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6A663447-93D8-16EB-6F58-81CA2A894A3F}"/>
              </a:ext>
            </a:extLst>
          </p:cNvPr>
          <p:cNvSpPr>
            <a:spLocks/>
          </p:cNvSpPr>
          <p:nvPr/>
        </p:nvSpPr>
        <p:spPr>
          <a:xfrm>
            <a:off x="2610708" y="57068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A54F4E6F-2A59-77C6-180F-1FC4A206A606}"/>
              </a:ext>
            </a:extLst>
          </p:cNvPr>
          <p:cNvSpPr>
            <a:spLocks/>
          </p:cNvSpPr>
          <p:nvPr/>
        </p:nvSpPr>
        <p:spPr>
          <a:xfrm>
            <a:off x="2564712" y="52647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9781E6CD-7AA1-8129-8810-3E8431A94AAF}"/>
              </a:ext>
            </a:extLst>
          </p:cNvPr>
          <p:cNvSpPr>
            <a:spLocks/>
          </p:cNvSpPr>
          <p:nvPr/>
        </p:nvSpPr>
        <p:spPr>
          <a:xfrm>
            <a:off x="2592704" y="5382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A68E2398-E5EC-117A-0A96-16799254B07A}"/>
              </a:ext>
            </a:extLst>
          </p:cNvPr>
          <p:cNvSpPr>
            <a:spLocks/>
          </p:cNvSpPr>
          <p:nvPr/>
        </p:nvSpPr>
        <p:spPr>
          <a:xfrm>
            <a:off x="2539791" y="64435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5454D212-8649-08EB-3F12-0CC9DDF954B0}"/>
              </a:ext>
            </a:extLst>
          </p:cNvPr>
          <p:cNvSpPr>
            <a:spLocks/>
          </p:cNvSpPr>
          <p:nvPr/>
        </p:nvSpPr>
        <p:spPr>
          <a:xfrm>
            <a:off x="2586055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BA26E46A-5BC9-F7C4-831F-FB847E26D67C}"/>
              </a:ext>
            </a:extLst>
          </p:cNvPr>
          <p:cNvSpPr>
            <a:spLocks/>
          </p:cNvSpPr>
          <p:nvPr/>
        </p:nvSpPr>
        <p:spPr>
          <a:xfrm>
            <a:off x="2620295" y="53931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392E2B42-5241-47C0-0C0C-07AA734A392A}"/>
              </a:ext>
            </a:extLst>
          </p:cNvPr>
          <p:cNvSpPr>
            <a:spLocks/>
          </p:cNvSpPr>
          <p:nvPr/>
        </p:nvSpPr>
        <p:spPr>
          <a:xfrm>
            <a:off x="2571501" y="46753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4D4C3AE0-FA18-BC4C-15D1-DB4D758B94D5}"/>
              </a:ext>
            </a:extLst>
          </p:cNvPr>
          <p:cNvSpPr>
            <a:spLocks/>
          </p:cNvSpPr>
          <p:nvPr/>
        </p:nvSpPr>
        <p:spPr>
          <a:xfrm>
            <a:off x="2665977" y="600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6F629001-1C15-0BE3-23D9-EECF8A283918}"/>
              </a:ext>
            </a:extLst>
          </p:cNvPr>
          <p:cNvSpPr>
            <a:spLocks/>
          </p:cNvSpPr>
          <p:nvPr/>
        </p:nvSpPr>
        <p:spPr>
          <a:xfrm>
            <a:off x="2640122" y="55594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5119145E-A851-8CFB-0D51-2366CEC6C541}"/>
              </a:ext>
            </a:extLst>
          </p:cNvPr>
          <p:cNvSpPr>
            <a:spLocks/>
          </p:cNvSpPr>
          <p:nvPr/>
        </p:nvSpPr>
        <p:spPr>
          <a:xfrm>
            <a:off x="2643094" y="63172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7C64B5D2-6D3A-117F-3325-6778F8CDB0AA}"/>
              </a:ext>
            </a:extLst>
          </p:cNvPr>
          <p:cNvSpPr>
            <a:spLocks/>
          </p:cNvSpPr>
          <p:nvPr/>
        </p:nvSpPr>
        <p:spPr>
          <a:xfrm>
            <a:off x="28139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8D675CFD-29C2-C725-E907-3D6D9E42DAF2}"/>
              </a:ext>
            </a:extLst>
          </p:cNvPr>
          <p:cNvSpPr>
            <a:spLocks/>
          </p:cNvSpPr>
          <p:nvPr/>
        </p:nvSpPr>
        <p:spPr>
          <a:xfrm>
            <a:off x="2874180" y="46887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668ED630-0B8D-281E-3F01-A4B5CEE06CC7}"/>
              </a:ext>
            </a:extLst>
          </p:cNvPr>
          <p:cNvSpPr>
            <a:spLocks/>
          </p:cNvSpPr>
          <p:nvPr/>
        </p:nvSpPr>
        <p:spPr>
          <a:xfrm>
            <a:off x="289616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67564C59-6BA9-A5D5-1584-4CFBD6418E51}"/>
              </a:ext>
            </a:extLst>
          </p:cNvPr>
          <p:cNvSpPr>
            <a:spLocks/>
          </p:cNvSpPr>
          <p:nvPr/>
        </p:nvSpPr>
        <p:spPr>
          <a:xfrm>
            <a:off x="282322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03F89E29-9ADE-75E6-D183-AC6646C1267A}"/>
              </a:ext>
            </a:extLst>
          </p:cNvPr>
          <p:cNvSpPr>
            <a:spLocks/>
          </p:cNvSpPr>
          <p:nvPr/>
        </p:nvSpPr>
        <p:spPr>
          <a:xfrm>
            <a:off x="289616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7E4B0D9C-A77D-3B19-0D93-FE000D2E1B29}"/>
              </a:ext>
            </a:extLst>
          </p:cNvPr>
          <p:cNvSpPr>
            <a:spLocks/>
          </p:cNvSpPr>
          <p:nvPr/>
        </p:nvSpPr>
        <p:spPr>
          <a:xfrm>
            <a:off x="2893330" y="54532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AD9AED82-68DB-C09F-95DD-223CAB7F6465}"/>
              </a:ext>
            </a:extLst>
          </p:cNvPr>
          <p:cNvSpPr>
            <a:spLocks/>
          </p:cNvSpPr>
          <p:nvPr/>
        </p:nvSpPr>
        <p:spPr>
          <a:xfrm>
            <a:off x="28034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B188EAEB-2B0E-091C-2E52-59BB652CAD0B}"/>
              </a:ext>
            </a:extLst>
          </p:cNvPr>
          <p:cNvSpPr>
            <a:spLocks/>
          </p:cNvSpPr>
          <p:nvPr/>
        </p:nvSpPr>
        <p:spPr>
          <a:xfrm>
            <a:off x="284041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35C680A4-8BEB-3A3F-FE04-797EF3A336C4}"/>
              </a:ext>
            </a:extLst>
          </p:cNvPr>
          <p:cNvSpPr>
            <a:spLocks/>
          </p:cNvSpPr>
          <p:nvPr/>
        </p:nvSpPr>
        <p:spPr>
          <a:xfrm>
            <a:off x="2861081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5D7DBDC-A17B-E106-033E-1180DC814B3F}"/>
              </a:ext>
            </a:extLst>
          </p:cNvPr>
          <p:cNvSpPr>
            <a:spLocks/>
          </p:cNvSpPr>
          <p:nvPr/>
        </p:nvSpPr>
        <p:spPr>
          <a:xfrm>
            <a:off x="285698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BF2DA7CE-9340-E879-7C63-9468C4053E6C}"/>
              </a:ext>
            </a:extLst>
          </p:cNvPr>
          <p:cNvSpPr>
            <a:spLocks/>
          </p:cNvSpPr>
          <p:nvPr/>
        </p:nvSpPr>
        <p:spPr>
          <a:xfrm>
            <a:off x="276645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C3FCE1BF-9B5D-BBE5-26AD-917B334A75F8}"/>
              </a:ext>
            </a:extLst>
          </p:cNvPr>
          <p:cNvSpPr>
            <a:spLocks/>
          </p:cNvSpPr>
          <p:nvPr/>
        </p:nvSpPr>
        <p:spPr>
          <a:xfrm>
            <a:off x="287598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84D7FAB2-BFA9-8A67-D9DE-8F4293EF6F4B}"/>
              </a:ext>
            </a:extLst>
          </p:cNvPr>
          <p:cNvSpPr>
            <a:spLocks/>
          </p:cNvSpPr>
          <p:nvPr/>
        </p:nvSpPr>
        <p:spPr>
          <a:xfrm>
            <a:off x="2840031" y="5362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1CAE40F-76E1-C05D-0171-46A879E3CB9A}"/>
              </a:ext>
            </a:extLst>
          </p:cNvPr>
          <p:cNvSpPr>
            <a:spLocks/>
          </p:cNvSpPr>
          <p:nvPr/>
        </p:nvSpPr>
        <p:spPr>
          <a:xfrm>
            <a:off x="286813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7BF1D991-9C88-7D3F-FF56-84668BAF5DAF}"/>
              </a:ext>
            </a:extLst>
          </p:cNvPr>
          <p:cNvSpPr>
            <a:spLocks/>
          </p:cNvSpPr>
          <p:nvPr/>
        </p:nvSpPr>
        <p:spPr>
          <a:xfrm>
            <a:off x="288963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76EA5D2B-67E3-C098-D99E-A9C7F79258AC}"/>
              </a:ext>
            </a:extLst>
          </p:cNvPr>
          <p:cNvSpPr>
            <a:spLocks/>
          </p:cNvSpPr>
          <p:nvPr/>
        </p:nvSpPr>
        <p:spPr>
          <a:xfrm>
            <a:off x="283526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16571BCD-65C2-13E5-AB64-111A8355C527}"/>
              </a:ext>
            </a:extLst>
          </p:cNvPr>
          <p:cNvSpPr>
            <a:spLocks/>
          </p:cNvSpPr>
          <p:nvPr/>
        </p:nvSpPr>
        <p:spPr>
          <a:xfrm>
            <a:off x="2820888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AF00A08F-F9FB-BC64-193D-95A4FA221568}"/>
              </a:ext>
            </a:extLst>
          </p:cNvPr>
          <p:cNvSpPr>
            <a:spLocks/>
          </p:cNvSpPr>
          <p:nvPr/>
        </p:nvSpPr>
        <p:spPr>
          <a:xfrm>
            <a:off x="27756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F5E7116E-9ED1-6F63-4E1B-8189296FEFD0}"/>
              </a:ext>
            </a:extLst>
          </p:cNvPr>
          <p:cNvSpPr>
            <a:spLocks/>
          </p:cNvSpPr>
          <p:nvPr/>
        </p:nvSpPr>
        <p:spPr>
          <a:xfrm>
            <a:off x="2836784" y="58486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9FEA889-51F7-9175-C1B7-9542EA3064D4}"/>
              </a:ext>
            </a:extLst>
          </p:cNvPr>
          <p:cNvSpPr>
            <a:spLocks/>
          </p:cNvSpPr>
          <p:nvPr/>
        </p:nvSpPr>
        <p:spPr>
          <a:xfrm>
            <a:off x="2847110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7942FE59-F964-1581-31F0-858AA586474D}"/>
              </a:ext>
            </a:extLst>
          </p:cNvPr>
          <p:cNvSpPr>
            <a:spLocks/>
          </p:cNvSpPr>
          <p:nvPr/>
        </p:nvSpPr>
        <p:spPr>
          <a:xfrm>
            <a:off x="2810592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D2B4B40A-E883-BEA1-A658-F44EB2E80810}"/>
              </a:ext>
            </a:extLst>
          </p:cNvPr>
          <p:cNvSpPr>
            <a:spLocks/>
          </p:cNvSpPr>
          <p:nvPr/>
        </p:nvSpPr>
        <p:spPr>
          <a:xfrm>
            <a:off x="2822303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204EA500-E1D9-E4CF-8AEB-9A12E925FF6E}"/>
              </a:ext>
            </a:extLst>
          </p:cNvPr>
          <p:cNvSpPr>
            <a:spLocks/>
          </p:cNvSpPr>
          <p:nvPr/>
        </p:nvSpPr>
        <p:spPr>
          <a:xfrm>
            <a:off x="2889958" y="4896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F30359E0-2C94-C018-0CCE-8DD1DF174D28}"/>
              </a:ext>
            </a:extLst>
          </p:cNvPr>
          <p:cNvSpPr>
            <a:spLocks/>
          </p:cNvSpPr>
          <p:nvPr/>
        </p:nvSpPr>
        <p:spPr>
          <a:xfrm>
            <a:off x="279095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0E77B854-7E38-4DD2-94AF-2AFF92C4CAD5}"/>
              </a:ext>
            </a:extLst>
          </p:cNvPr>
          <p:cNvSpPr>
            <a:spLocks/>
          </p:cNvSpPr>
          <p:nvPr/>
        </p:nvSpPr>
        <p:spPr>
          <a:xfrm>
            <a:off x="277058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60E3D643-D08F-A3C3-64DF-892E326C3EAC}"/>
              </a:ext>
            </a:extLst>
          </p:cNvPr>
          <p:cNvSpPr>
            <a:spLocks/>
          </p:cNvSpPr>
          <p:nvPr/>
        </p:nvSpPr>
        <p:spPr>
          <a:xfrm>
            <a:off x="2819539" y="50415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3DC04F73-13CD-3E1A-5A53-B7639898FEE3}"/>
              </a:ext>
            </a:extLst>
          </p:cNvPr>
          <p:cNvSpPr>
            <a:spLocks/>
          </p:cNvSpPr>
          <p:nvPr/>
        </p:nvSpPr>
        <p:spPr>
          <a:xfrm>
            <a:off x="281480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E0780282-9F70-E50A-2CFF-D8A47342362F}"/>
              </a:ext>
            </a:extLst>
          </p:cNvPr>
          <p:cNvSpPr>
            <a:spLocks/>
          </p:cNvSpPr>
          <p:nvPr/>
        </p:nvSpPr>
        <p:spPr>
          <a:xfrm>
            <a:off x="28492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C48F2FF1-8BA3-C7DC-A580-2B3A7AF35E8F}"/>
              </a:ext>
            </a:extLst>
          </p:cNvPr>
          <p:cNvSpPr>
            <a:spLocks/>
          </p:cNvSpPr>
          <p:nvPr/>
        </p:nvSpPr>
        <p:spPr>
          <a:xfrm>
            <a:off x="288435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77E3E961-7BCC-FACA-7054-7287D326450E}"/>
              </a:ext>
            </a:extLst>
          </p:cNvPr>
          <p:cNvSpPr>
            <a:spLocks/>
          </p:cNvSpPr>
          <p:nvPr/>
        </p:nvSpPr>
        <p:spPr>
          <a:xfrm>
            <a:off x="2811760" y="5664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25431E53-64DF-CCE5-BEA8-034F54BC7995}"/>
              </a:ext>
            </a:extLst>
          </p:cNvPr>
          <p:cNvSpPr>
            <a:spLocks/>
          </p:cNvSpPr>
          <p:nvPr/>
        </p:nvSpPr>
        <p:spPr>
          <a:xfrm>
            <a:off x="277705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58310EFB-582E-55FE-2BDD-190696978153}"/>
              </a:ext>
            </a:extLst>
          </p:cNvPr>
          <p:cNvSpPr>
            <a:spLocks/>
          </p:cNvSpPr>
          <p:nvPr/>
        </p:nvSpPr>
        <p:spPr>
          <a:xfrm>
            <a:off x="2864908" y="55594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9FEA6017-B24E-A5EE-2E04-A99808889238}"/>
              </a:ext>
            </a:extLst>
          </p:cNvPr>
          <p:cNvSpPr>
            <a:spLocks/>
          </p:cNvSpPr>
          <p:nvPr/>
        </p:nvSpPr>
        <p:spPr>
          <a:xfrm>
            <a:off x="2842709" y="64060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3428EE97-AC14-2605-C063-7BDDC800ED60}"/>
              </a:ext>
            </a:extLst>
          </p:cNvPr>
          <p:cNvSpPr>
            <a:spLocks/>
          </p:cNvSpPr>
          <p:nvPr/>
        </p:nvSpPr>
        <p:spPr>
          <a:xfrm>
            <a:off x="285801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56470469-1868-25CA-957B-E0BA7243D499}"/>
              </a:ext>
            </a:extLst>
          </p:cNvPr>
          <p:cNvSpPr>
            <a:spLocks/>
          </p:cNvSpPr>
          <p:nvPr/>
        </p:nvSpPr>
        <p:spPr>
          <a:xfrm>
            <a:off x="288234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34D9E745-B131-2181-2329-137350DA161C}"/>
              </a:ext>
            </a:extLst>
          </p:cNvPr>
          <p:cNvSpPr>
            <a:spLocks/>
          </p:cNvSpPr>
          <p:nvPr/>
        </p:nvSpPr>
        <p:spPr>
          <a:xfrm>
            <a:off x="2869754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D54BF729-0D62-18BF-9EB4-B9A97EE32530}"/>
              </a:ext>
            </a:extLst>
          </p:cNvPr>
          <p:cNvSpPr>
            <a:spLocks/>
          </p:cNvSpPr>
          <p:nvPr/>
        </p:nvSpPr>
        <p:spPr>
          <a:xfrm>
            <a:off x="287212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BFF80DEF-B6BC-9095-8BB0-E8D4BBBA7AE9}"/>
              </a:ext>
            </a:extLst>
          </p:cNvPr>
          <p:cNvSpPr>
            <a:spLocks/>
          </p:cNvSpPr>
          <p:nvPr/>
        </p:nvSpPr>
        <p:spPr>
          <a:xfrm>
            <a:off x="2875621" y="50191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FE61EE50-3129-EC2F-9810-DCC799667CB8}"/>
              </a:ext>
            </a:extLst>
          </p:cNvPr>
          <p:cNvSpPr>
            <a:spLocks/>
          </p:cNvSpPr>
          <p:nvPr/>
        </p:nvSpPr>
        <p:spPr>
          <a:xfrm>
            <a:off x="287948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DC9B551E-356C-A490-C33B-BBD84F89C506}"/>
              </a:ext>
            </a:extLst>
          </p:cNvPr>
          <p:cNvSpPr>
            <a:spLocks/>
          </p:cNvSpPr>
          <p:nvPr/>
        </p:nvSpPr>
        <p:spPr>
          <a:xfrm>
            <a:off x="281901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8E75C364-A883-46C3-23E0-151A56F66FF7}"/>
              </a:ext>
            </a:extLst>
          </p:cNvPr>
          <p:cNvSpPr>
            <a:spLocks/>
          </p:cNvSpPr>
          <p:nvPr/>
        </p:nvSpPr>
        <p:spPr>
          <a:xfrm>
            <a:off x="28521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E59DB5C4-CBE7-B4B9-0F13-BB375E369DC8}"/>
              </a:ext>
            </a:extLst>
          </p:cNvPr>
          <p:cNvSpPr>
            <a:spLocks/>
          </p:cNvSpPr>
          <p:nvPr/>
        </p:nvSpPr>
        <p:spPr>
          <a:xfrm>
            <a:off x="28164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B1F0F84C-1E8A-FDA8-82C0-2A34AF40A40D}"/>
              </a:ext>
            </a:extLst>
          </p:cNvPr>
          <p:cNvSpPr>
            <a:spLocks/>
          </p:cNvSpPr>
          <p:nvPr/>
        </p:nvSpPr>
        <p:spPr>
          <a:xfrm>
            <a:off x="283689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8B4AFE3-993C-A0A7-BDDC-D76814C4EAF0}"/>
              </a:ext>
            </a:extLst>
          </p:cNvPr>
          <p:cNvSpPr>
            <a:spLocks/>
          </p:cNvSpPr>
          <p:nvPr/>
        </p:nvSpPr>
        <p:spPr>
          <a:xfrm>
            <a:off x="28012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67FF2B4E-7B80-C81A-04C1-050DF510EBDC}"/>
              </a:ext>
            </a:extLst>
          </p:cNvPr>
          <p:cNvSpPr>
            <a:spLocks/>
          </p:cNvSpPr>
          <p:nvPr/>
        </p:nvSpPr>
        <p:spPr>
          <a:xfrm>
            <a:off x="2856530" y="51805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4FE5364D-422D-1E05-FB01-6DF008103681}"/>
              </a:ext>
            </a:extLst>
          </p:cNvPr>
          <p:cNvSpPr>
            <a:spLocks/>
          </p:cNvSpPr>
          <p:nvPr/>
        </p:nvSpPr>
        <p:spPr>
          <a:xfrm>
            <a:off x="28211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580ECF64-C63C-1FD5-A0A0-65CD76FBCC96}"/>
              </a:ext>
            </a:extLst>
          </p:cNvPr>
          <p:cNvSpPr>
            <a:spLocks/>
          </p:cNvSpPr>
          <p:nvPr/>
        </p:nvSpPr>
        <p:spPr>
          <a:xfrm>
            <a:off x="2838805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6AAA657A-B2F1-066E-BAB6-0EC49FAF97C7}"/>
              </a:ext>
            </a:extLst>
          </p:cNvPr>
          <p:cNvSpPr>
            <a:spLocks/>
          </p:cNvSpPr>
          <p:nvPr/>
        </p:nvSpPr>
        <p:spPr>
          <a:xfrm>
            <a:off x="2827291" y="5557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008E2AB0-0F46-D2E4-F9D6-CC898CE93A46}"/>
              </a:ext>
            </a:extLst>
          </p:cNvPr>
          <p:cNvSpPr>
            <a:spLocks/>
          </p:cNvSpPr>
          <p:nvPr/>
        </p:nvSpPr>
        <p:spPr>
          <a:xfrm>
            <a:off x="288226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96A5B3C6-76CB-DF73-0AD3-188BEE9BB213}"/>
              </a:ext>
            </a:extLst>
          </p:cNvPr>
          <p:cNvSpPr>
            <a:spLocks/>
          </p:cNvSpPr>
          <p:nvPr/>
        </p:nvSpPr>
        <p:spPr>
          <a:xfrm>
            <a:off x="2826165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1A418DF9-2225-21BE-8716-3F7EF88A26E5}"/>
              </a:ext>
            </a:extLst>
          </p:cNvPr>
          <p:cNvSpPr>
            <a:spLocks/>
          </p:cNvSpPr>
          <p:nvPr/>
        </p:nvSpPr>
        <p:spPr>
          <a:xfrm>
            <a:off x="2872563" y="60015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BC2D3B49-02BE-432C-209E-2933FEB1EBCB}"/>
              </a:ext>
            </a:extLst>
          </p:cNvPr>
          <p:cNvSpPr>
            <a:spLocks/>
          </p:cNvSpPr>
          <p:nvPr/>
        </p:nvSpPr>
        <p:spPr>
          <a:xfrm>
            <a:off x="2850908" y="57559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AE7C295A-7FC6-0B42-DE0B-0D7E7B7FB1D2}"/>
              </a:ext>
            </a:extLst>
          </p:cNvPr>
          <p:cNvSpPr>
            <a:spLocks/>
          </p:cNvSpPr>
          <p:nvPr/>
        </p:nvSpPr>
        <p:spPr>
          <a:xfrm>
            <a:off x="2854489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4CD9B1D2-7475-2BB6-E29F-A5E8BDFECC75}"/>
              </a:ext>
            </a:extLst>
          </p:cNvPr>
          <p:cNvSpPr>
            <a:spLocks/>
          </p:cNvSpPr>
          <p:nvPr/>
        </p:nvSpPr>
        <p:spPr>
          <a:xfrm>
            <a:off x="2803291" y="6190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6E9A2919-79EE-51D6-3121-1AF60F6534F1}"/>
              </a:ext>
            </a:extLst>
          </p:cNvPr>
          <p:cNvSpPr>
            <a:spLocks/>
          </p:cNvSpPr>
          <p:nvPr/>
        </p:nvSpPr>
        <p:spPr>
          <a:xfrm>
            <a:off x="2806291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E1462C11-0E5C-F526-A25A-0AEE2C832681}"/>
              </a:ext>
            </a:extLst>
          </p:cNvPr>
          <p:cNvSpPr>
            <a:spLocks/>
          </p:cNvSpPr>
          <p:nvPr/>
        </p:nvSpPr>
        <p:spPr>
          <a:xfrm>
            <a:off x="2882908" y="4970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1B3DA625-FB70-4543-15B7-8B7044B949E8}"/>
              </a:ext>
            </a:extLst>
          </p:cNvPr>
          <p:cNvSpPr>
            <a:spLocks/>
          </p:cNvSpPr>
          <p:nvPr/>
        </p:nvSpPr>
        <p:spPr>
          <a:xfrm>
            <a:off x="2773216" y="52426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179F3DD8-3C52-997E-9462-FB458E5B5488}"/>
              </a:ext>
            </a:extLst>
          </p:cNvPr>
          <p:cNvSpPr>
            <a:spLocks/>
          </p:cNvSpPr>
          <p:nvPr/>
        </p:nvSpPr>
        <p:spPr>
          <a:xfrm>
            <a:off x="285402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E652D7FF-A253-78A2-A4E8-4D637385FA73}"/>
              </a:ext>
            </a:extLst>
          </p:cNvPr>
          <p:cNvSpPr>
            <a:spLocks/>
          </p:cNvSpPr>
          <p:nvPr/>
        </p:nvSpPr>
        <p:spPr>
          <a:xfrm>
            <a:off x="28127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43354B74-E59B-F42A-710A-9CC9F03EC16B}"/>
              </a:ext>
            </a:extLst>
          </p:cNvPr>
          <p:cNvSpPr>
            <a:spLocks/>
          </p:cNvSpPr>
          <p:nvPr/>
        </p:nvSpPr>
        <p:spPr>
          <a:xfrm>
            <a:off x="2782423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FAFB34C2-E80C-1BE2-0DBA-AB2F55BE40F8}"/>
              </a:ext>
            </a:extLst>
          </p:cNvPr>
          <p:cNvSpPr>
            <a:spLocks/>
          </p:cNvSpPr>
          <p:nvPr/>
        </p:nvSpPr>
        <p:spPr>
          <a:xfrm>
            <a:off x="2814772" y="51173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E748B8F4-CE49-009C-E1AF-D923499AEE35}"/>
              </a:ext>
            </a:extLst>
          </p:cNvPr>
          <p:cNvSpPr>
            <a:spLocks/>
          </p:cNvSpPr>
          <p:nvPr/>
        </p:nvSpPr>
        <p:spPr>
          <a:xfrm>
            <a:off x="28031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197DFE2B-B3A6-B365-870F-9A79590C8196}"/>
              </a:ext>
            </a:extLst>
          </p:cNvPr>
          <p:cNvSpPr>
            <a:spLocks/>
          </p:cNvSpPr>
          <p:nvPr/>
        </p:nvSpPr>
        <p:spPr>
          <a:xfrm>
            <a:off x="284467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DBBD6EA4-096B-00E2-6B12-499DB4E637CE}"/>
              </a:ext>
            </a:extLst>
          </p:cNvPr>
          <p:cNvSpPr>
            <a:spLocks/>
          </p:cNvSpPr>
          <p:nvPr/>
        </p:nvSpPr>
        <p:spPr>
          <a:xfrm>
            <a:off x="278257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A6D76576-0DB1-DE82-419F-F03AEA0CF199}"/>
              </a:ext>
            </a:extLst>
          </p:cNvPr>
          <p:cNvSpPr>
            <a:spLocks/>
          </p:cNvSpPr>
          <p:nvPr/>
        </p:nvSpPr>
        <p:spPr>
          <a:xfrm>
            <a:off x="2776446" y="64141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43E43ADA-0799-AECB-7EA4-49262C67580C}"/>
              </a:ext>
            </a:extLst>
          </p:cNvPr>
          <p:cNvSpPr>
            <a:spLocks/>
          </p:cNvSpPr>
          <p:nvPr/>
        </p:nvSpPr>
        <p:spPr>
          <a:xfrm>
            <a:off x="277284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982BD5DD-49BC-7B16-E9B6-159577151453}"/>
              </a:ext>
            </a:extLst>
          </p:cNvPr>
          <p:cNvSpPr>
            <a:spLocks/>
          </p:cNvSpPr>
          <p:nvPr/>
        </p:nvSpPr>
        <p:spPr>
          <a:xfrm>
            <a:off x="283209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F5787791-7EED-3E51-C3FD-507FEC1BC865}"/>
              </a:ext>
            </a:extLst>
          </p:cNvPr>
          <p:cNvSpPr>
            <a:spLocks/>
          </p:cNvSpPr>
          <p:nvPr/>
        </p:nvSpPr>
        <p:spPr>
          <a:xfrm>
            <a:off x="2826045" y="6342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3793A38E-9D77-1B1D-79AE-217642EF33B8}"/>
              </a:ext>
            </a:extLst>
          </p:cNvPr>
          <p:cNvSpPr>
            <a:spLocks/>
          </p:cNvSpPr>
          <p:nvPr/>
        </p:nvSpPr>
        <p:spPr>
          <a:xfrm>
            <a:off x="2874757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EED2CB76-410A-71C6-EC3C-B22DFA94FB17}"/>
              </a:ext>
            </a:extLst>
          </p:cNvPr>
          <p:cNvSpPr>
            <a:spLocks/>
          </p:cNvSpPr>
          <p:nvPr/>
        </p:nvSpPr>
        <p:spPr>
          <a:xfrm>
            <a:off x="283140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38E2D3F9-CD0F-7639-7407-3741ACDC173A}"/>
              </a:ext>
            </a:extLst>
          </p:cNvPr>
          <p:cNvSpPr>
            <a:spLocks/>
          </p:cNvSpPr>
          <p:nvPr/>
        </p:nvSpPr>
        <p:spPr>
          <a:xfrm>
            <a:off x="27974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F89EB19E-1EFA-9957-15FC-610D5BBB7A16}"/>
              </a:ext>
            </a:extLst>
          </p:cNvPr>
          <p:cNvSpPr>
            <a:spLocks/>
          </p:cNvSpPr>
          <p:nvPr/>
        </p:nvSpPr>
        <p:spPr>
          <a:xfrm>
            <a:off x="2872342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E86E80FF-DEF1-1514-75C7-E1DC119FC61E}"/>
              </a:ext>
            </a:extLst>
          </p:cNvPr>
          <p:cNvSpPr>
            <a:spLocks/>
          </p:cNvSpPr>
          <p:nvPr/>
        </p:nvSpPr>
        <p:spPr>
          <a:xfrm>
            <a:off x="2781523" y="64343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210B933C-903B-FF30-C521-19B482D43D84}"/>
              </a:ext>
            </a:extLst>
          </p:cNvPr>
          <p:cNvSpPr>
            <a:spLocks/>
          </p:cNvSpPr>
          <p:nvPr/>
        </p:nvSpPr>
        <p:spPr>
          <a:xfrm>
            <a:off x="2891810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E8336746-74AC-2E8B-064F-87FC55F6C4F0}"/>
              </a:ext>
            </a:extLst>
          </p:cNvPr>
          <p:cNvSpPr>
            <a:spLocks/>
          </p:cNvSpPr>
          <p:nvPr/>
        </p:nvSpPr>
        <p:spPr>
          <a:xfrm>
            <a:off x="2901714" y="60113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84863D67-46B6-0B75-7263-F5780363BAF7}"/>
              </a:ext>
            </a:extLst>
          </p:cNvPr>
          <p:cNvSpPr>
            <a:spLocks/>
          </p:cNvSpPr>
          <p:nvPr/>
        </p:nvSpPr>
        <p:spPr>
          <a:xfrm>
            <a:off x="2852307" y="58348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178B9963-002E-4F02-7055-5A504E48D278}"/>
              </a:ext>
            </a:extLst>
          </p:cNvPr>
          <p:cNvSpPr>
            <a:spLocks/>
          </p:cNvSpPr>
          <p:nvPr/>
        </p:nvSpPr>
        <p:spPr>
          <a:xfrm>
            <a:off x="2763070" y="59131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2935641F-8B27-9EFC-44CC-BBA7DB554AAC}"/>
              </a:ext>
            </a:extLst>
          </p:cNvPr>
          <p:cNvSpPr>
            <a:spLocks/>
          </p:cNvSpPr>
          <p:nvPr/>
        </p:nvSpPr>
        <p:spPr>
          <a:xfrm>
            <a:off x="2798231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1DC470EC-8C79-E415-2798-7289B8A9226C}"/>
              </a:ext>
            </a:extLst>
          </p:cNvPr>
          <p:cNvSpPr>
            <a:spLocks/>
          </p:cNvSpPr>
          <p:nvPr/>
        </p:nvSpPr>
        <p:spPr>
          <a:xfrm>
            <a:off x="2890398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50ACFB74-7C74-243C-4E5E-0F50FA0720EE}"/>
              </a:ext>
            </a:extLst>
          </p:cNvPr>
          <p:cNvSpPr>
            <a:spLocks/>
          </p:cNvSpPr>
          <p:nvPr/>
        </p:nvSpPr>
        <p:spPr>
          <a:xfrm>
            <a:off x="277568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7CE812E8-7C2B-5214-05FE-C6CB77D53EB5}"/>
              </a:ext>
            </a:extLst>
          </p:cNvPr>
          <p:cNvSpPr>
            <a:spLocks/>
          </p:cNvSpPr>
          <p:nvPr/>
        </p:nvSpPr>
        <p:spPr>
          <a:xfrm>
            <a:off x="282280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1F06E997-F1D8-9C72-5329-95122A35D2D9}"/>
              </a:ext>
            </a:extLst>
          </p:cNvPr>
          <p:cNvSpPr>
            <a:spLocks/>
          </p:cNvSpPr>
          <p:nvPr/>
        </p:nvSpPr>
        <p:spPr>
          <a:xfrm>
            <a:off x="283857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E62618-0E38-1BEA-45B3-5791A9E6B426}"/>
              </a:ext>
            </a:extLst>
          </p:cNvPr>
          <p:cNvSpPr>
            <a:spLocks/>
          </p:cNvSpPr>
          <p:nvPr/>
        </p:nvSpPr>
        <p:spPr>
          <a:xfrm>
            <a:off x="289959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6EC48DD-C209-6B49-59A8-1F4837F51272}"/>
              </a:ext>
            </a:extLst>
          </p:cNvPr>
          <p:cNvSpPr>
            <a:spLocks/>
          </p:cNvSpPr>
          <p:nvPr/>
        </p:nvSpPr>
        <p:spPr>
          <a:xfrm>
            <a:off x="2847295" y="61173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D3DB665C-BCC7-8FA0-F768-064D201F53CD}"/>
              </a:ext>
            </a:extLst>
          </p:cNvPr>
          <p:cNvSpPr>
            <a:spLocks/>
          </p:cNvSpPr>
          <p:nvPr/>
        </p:nvSpPr>
        <p:spPr>
          <a:xfrm>
            <a:off x="281367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19CC6913-2F7B-E2BB-387A-E0324864964A}"/>
              </a:ext>
            </a:extLst>
          </p:cNvPr>
          <p:cNvSpPr>
            <a:spLocks/>
          </p:cNvSpPr>
          <p:nvPr/>
        </p:nvSpPr>
        <p:spPr>
          <a:xfrm>
            <a:off x="2865990" y="52647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CA6886F7-24AE-F0A2-6979-D4670BCA4A9D}"/>
              </a:ext>
            </a:extLst>
          </p:cNvPr>
          <p:cNvSpPr>
            <a:spLocks/>
          </p:cNvSpPr>
          <p:nvPr/>
        </p:nvSpPr>
        <p:spPr>
          <a:xfrm>
            <a:off x="2764910" y="6030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2C0FF9CD-95E8-8A28-FAC6-DD458DA9DFF0}"/>
              </a:ext>
            </a:extLst>
          </p:cNvPr>
          <p:cNvSpPr>
            <a:spLocks/>
          </p:cNvSpPr>
          <p:nvPr/>
        </p:nvSpPr>
        <p:spPr>
          <a:xfrm>
            <a:off x="2770957" y="644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F51849DE-C020-4877-9EF9-FC9223093FB2}"/>
              </a:ext>
            </a:extLst>
          </p:cNvPr>
          <p:cNvSpPr>
            <a:spLocks/>
          </p:cNvSpPr>
          <p:nvPr/>
        </p:nvSpPr>
        <p:spPr>
          <a:xfrm>
            <a:off x="2836991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D46518D1-3619-D18B-F750-10D9B4D19D09}"/>
              </a:ext>
            </a:extLst>
          </p:cNvPr>
          <p:cNvSpPr>
            <a:spLocks/>
          </p:cNvSpPr>
          <p:nvPr/>
        </p:nvSpPr>
        <p:spPr>
          <a:xfrm>
            <a:off x="2887755" y="4748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DC52554A-F2E2-7E96-1B76-D58F1ADA560D}"/>
              </a:ext>
            </a:extLst>
          </p:cNvPr>
          <p:cNvSpPr>
            <a:spLocks/>
          </p:cNvSpPr>
          <p:nvPr/>
        </p:nvSpPr>
        <p:spPr>
          <a:xfrm>
            <a:off x="2813364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19447CC6-F01A-6D61-8865-89F6D427EE60}"/>
              </a:ext>
            </a:extLst>
          </p:cNvPr>
          <p:cNvSpPr>
            <a:spLocks/>
          </p:cNvSpPr>
          <p:nvPr/>
        </p:nvSpPr>
        <p:spPr>
          <a:xfrm>
            <a:off x="2852469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241D294D-11E4-2616-342D-E6AB7CE752C7}"/>
              </a:ext>
            </a:extLst>
          </p:cNvPr>
          <p:cNvSpPr>
            <a:spLocks/>
          </p:cNvSpPr>
          <p:nvPr/>
        </p:nvSpPr>
        <p:spPr>
          <a:xfrm>
            <a:off x="2863108" y="4675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1FD28547-78FF-6359-AB6F-66E467DC2CAE}"/>
              </a:ext>
            </a:extLst>
          </p:cNvPr>
          <p:cNvSpPr>
            <a:spLocks/>
          </p:cNvSpPr>
          <p:nvPr/>
        </p:nvSpPr>
        <p:spPr>
          <a:xfrm>
            <a:off x="2800982" y="62330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3C973641-A4B7-F0E9-C244-80D4E85CAA33}"/>
              </a:ext>
            </a:extLst>
          </p:cNvPr>
          <p:cNvSpPr>
            <a:spLocks/>
          </p:cNvSpPr>
          <p:nvPr/>
        </p:nvSpPr>
        <p:spPr>
          <a:xfrm>
            <a:off x="1218944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C072D5BE-7384-A768-FACF-E6EF996FFB15}"/>
              </a:ext>
            </a:extLst>
          </p:cNvPr>
          <p:cNvSpPr>
            <a:spLocks/>
          </p:cNvSpPr>
          <p:nvPr/>
        </p:nvSpPr>
        <p:spPr>
          <a:xfrm>
            <a:off x="1218944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B242D7E5-BC55-6BE1-9EF8-EA57C13D49B0}"/>
              </a:ext>
            </a:extLst>
          </p:cNvPr>
          <p:cNvSpPr>
            <a:spLocks/>
          </p:cNvSpPr>
          <p:nvPr/>
        </p:nvSpPr>
        <p:spPr>
          <a:xfrm>
            <a:off x="740114" y="4273545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3B388E39-CE5C-969D-FD41-8C48DC8E7AFF}"/>
              </a:ext>
            </a:extLst>
          </p:cNvPr>
          <p:cNvSpPr>
            <a:spLocks/>
          </p:cNvSpPr>
          <p:nvPr/>
        </p:nvSpPr>
        <p:spPr>
          <a:xfrm>
            <a:off x="1218944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A07CD1DE-9DC0-2277-CF08-BDA187D37A4D}"/>
              </a:ext>
            </a:extLst>
          </p:cNvPr>
          <p:cNvSpPr>
            <a:spLocks/>
          </p:cNvSpPr>
          <p:nvPr/>
        </p:nvSpPr>
        <p:spPr>
          <a:xfrm>
            <a:off x="1462614" y="5750694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051876DE-0EE8-C744-0E2B-0DA1AA8F4985}"/>
              </a:ext>
            </a:extLst>
          </p:cNvPr>
          <p:cNvSpPr>
            <a:spLocks/>
          </p:cNvSpPr>
          <p:nvPr/>
        </p:nvSpPr>
        <p:spPr>
          <a:xfrm>
            <a:off x="1420440" y="59163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FA06BD3A-0DFE-B635-5432-AA68A76C40ED}"/>
              </a:ext>
            </a:extLst>
          </p:cNvPr>
          <p:cNvSpPr>
            <a:spLocks/>
          </p:cNvSpPr>
          <p:nvPr/>
        </p:nvSpPr>
        <p:spPr>
          <a:xfrm>
            <a:off x="1420440" y="575069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6C4DB7DB-2DCA-E6CA-8C98-03A636567814}"/>
              </a:ext>
            </a:extLst>
          </p:cNvPr>
          <p:cNvSpPr>
            <a:spLocks/>
          </p:cNvSpPr>
          <p:nvPr/>
        </p:nvSpPr>
        <p:spPr>
          <a:xfrm>
            <a:off x="1687540" y="5504500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EBF188D-592D-D689-247E-79A3F5A159A7}"/>
              </a:ext>
            </a:extLst>
          </p:cNvPr>
          <p:cNvSpPr>
            <a:spLocks/>
          </p:cNvSpPr>
          <p:nvPr/>
        </p:nvSpPr>
        <p:spPr>
          <a:xfrm>
            <a:off x="1645366" y="571882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F1ED7DDE-8B17-378B-D195-49517E494579}"/>
              </a:ext>
            </a:extLst>
          </p:cNvPr>
          <p:cNvSpPr>
            <a:spLocks/>
          </p:cNvSpPr>
          <p:nvPr/>
        </p:nvSpPr>
        <p:spPr>
          <a:xfrm>
            <a:off x="1645366" y="550450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14330CF0-18A7-23ED-3C25-D981AB000A6C}"/>
              </a:ext>
            </a:extLst>
          </p:cNvPr>
          <p:cNvSpPr>
            <a:spLocks/>
          </p:cNvSpPr>
          <p:nvPr/>
        </p:nvSpPr>
        <p:spPr>
          <a:xfrm>
            <a:off x="1912466" y="5345714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178CEEB3-4DD0-6537-F627-1A2F8F418145}"/>
              </a:ext>
            </a:extLst>
          </p:cNvPr>
          <p:cNvSpPr>
            <a:spLocks/>
          </p:cNvSpPr>
          <p:nvPr/>
        </p:nvSpPr>
        <p:spPr>
          <a:xfrm>
            <a:off x="1870292" y="554183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61A3DDF9-7CA7-5F42-AB49-14AE5096738D}"/>
              </a:ext>
            </a:extLst>
          </p:cNvPr>
          <p:cNvSpPr>
            <a:spLocks/>
          </p:cNvSpPr>
          <p:nvPr/>
        </p:nvSpPr>
        <p:spPr>
          <a:xfrm>
            <a:off x="1870292" y="53457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9A0615C2-279C-BEB9-3FEF-FEA321C0AA30}"/>
              </a:ext>
            </a:extLst>
          </p:cNvPr>
          <p:cNvSpPr>
            <a:spLocks/>
          </p:cNvSpPr>
          <p:nvPr/>
        </p:nvSpPr>
        <p:spPr>
          <a:xfrm>
            <a:off x="2399806" y="5457857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81A9E086-A4E4-B740-361F-031575722BEE}"/>
              </a:ext>
            </a:extLst>
          </p:cNvPr>
          <p:cNvSpPr>
            <a:spLocks/>
          </p:cNvSpPr>
          <p:nvPr/>
        </p:nvSpPr>
        <p:spPr>
          <a:xfrm>
            <a:off x="2357632" y="575676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973FC775-C03B-CB5E-FE9B-4CF7E9AE1B91}"/>
              </a:ext>
            </a:extLst>
          </p:cNvPr>
          <p:cNvSpPr>
            <a:spLocks/>
          </p:cNvSpPr>
          <p:nvPr/>
        </p:nvSpPr>
        <p:spPr>
          <a:xfrm>
            <a:off x="2357632" y="54578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F1FBA8F4-BF97-D2F4-AC7A-C372603C05D7}"/>
              </a:ext>
            </a:extLst>
          </p:cNvPr>
          <p:cNvSpPr>
            <a:spLocks/>
          </p:cNvSpPr>
          <p:nvPr/>
        </p:nvSpPr>
        <p:spPr>
          <a:xfrm>
            <a:off x="2624732" y="5310617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3165E916-3A98-C70C-7CFF-8E2ECCC2FF05}"/>
              </a:ext>
            </a:extLst>
          </p:cNvPr>
          <p:cNvSpPr>
            <a:spLocks/>
          </p:cNvSpPr>
          <p:nvPr/>
        </p:nvSpPr>
        <p:spPr>
          <a:xfrm>
            <a:off x="2582558" y="558537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12E3198F-8D2C-7B07-D1F5-8DA98B222171}"/>
              </a:ext>
            </a:extLst>
          </p:cNvPr>
          <p:cNvSpPr>
            <a:spLocks/>
          </p:cNvSpPr>
          <p:nvPr/>
        </p:nvSpPr>
        <p:spPr>
          <a:xfrm>
            <a:off x="2582558" y="53106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6C580DF6-7E48-68AB-ABEB-FF13150DE1DA}"/>
              </a:ext>
            </a:extLst>
          </p:cNvPr>
          <p:cNvSpPr>
            <a:spLocks/>
          </p:cNvSpPr>
          <p:nvPr/>
        </p:nvSpPr>
        <p:spPr>
          <a:xfrm>
            <a:off x="2849658" y="5086495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C0BF88C3-B71E-6F1A-4833-A2C316946C43}"/>
              </a:ext>
            </a:extLst>
          </p:cNvPr>
          <p:cNvSpPr>
            <a:spLocks/>
          </p:cNvSpPr>
          <p:nvPr/>
        </p:nvSpPr>
        <p:spPr>
          <a:xfrm>
            <a:off x="2807484" y="53580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C8E79A3F-95A4-37AC-D3FD-F787127BB26A}"/>
              </a:ext>
            </a:extLst>
          </p:cNvPr>
          <p:cNvSpPr>
            <a:spLocks/>
          </p:cNvSpPr>
          <p:nvPr/>
        </p:nvSpPr>
        <p:spPr>
          <a:xfrm>
            <a:off x="2807484" y="508649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C407B33F-BE08-54A4-4839-87D9DEDCAC81}"/>
              </a:ext>
            </a:extLst>
          </p:cNvPr>
          <p:cNvSpPr>
            <a:spLocks/>
          </p:cNvSpPr>
          <p:nvPr/>
        </p:nvSpPr>
        <p:spPr>
          <a:xfrm>
            <a:off x="1382952" y="583251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88EC0DD4-0BF4-211E-94C8-588C7DB70CF5}"/>
              </a:ext>
            </a:extLst>
          </p:cNvPr>
          <p:cNvSpPr>
            <a:spLocks/>
          </p:cNvSpPr>
          <p:nvPr/>
        </p:nvSpPr>
        <p:spPr>
          <a:xfrm>
            <a:off x="1607878" y="5609893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92FC8B5D-ED87-1C18-BA04-5C4ECCDCBFC1}"/>
              </a:ext>
            </a:extLst>
          </p:cNvPr>
          <p:cNvSpPr>
            <a:spLocks/>
          </p:cNvSpPr>
          <p:nvPr/>
        </p:nvSpPr>
        <p:spPr>
          <a:xfrm>
            <a:off x="1832804" y="544241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F1E1D7D0-5A3A-8550-E6F4-EA19C61EED9D}"/>
              </a:ext>
            </a:extLst>
          </p:cNvPr>
          <p:cNvSpPr>
            <a:spLocks/>
          </p:cNvSpPr>
          <p:nvPr/>
        </p:nvSpPr>
        <p:spPr>
          <a:xfrm>
            <a:off x="2320144" y="5607835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588AA2F0-28BD-C97B-059B-96877D61BE25}"/>
              </a:ext>
            </a:extLst>
          </p:cNvPr>
          <p:cNvSpPr>
            <a:spLocks/>
          </p:cNvSpPr>
          <p:nvPr/>
        </p:nvSpPr>
        <p:spPr>
          <a:xfrm>
            <a:off x="2545070" y="544878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C8C72821-FCC2-8FEC-8B39-78CCB3492A06}"/>
              </a:ext>
            </a:extLst>
          </p:cNvPr>
          <p:cNvSpPr>
            <a:spLocks/>
          </p:cNvSpPr>
          <p:nvPr/>
        </p:nvSpPr>
        <p:spPr>
          <a:xfrm>
            <a:off x="2769996" y="522150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DAC75101-762E-40E0-2FC9-08B92AB4599A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79B591CB-859C-8CDA-6D95-3FEE7F40B6E3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BDC2C469-F828-5036-7B02-B3B3F380BDBB}"/>
              </a:ext>
            </a:extLst>
          </p:cNvPr>
          <p:cNvSpPr>
            <a:spLocks/>
          </p:cNvSpPr>
          <p:nvPr/>
        </p:nvSpPr>
        <p:spPr>
          <a:xfrm>
            <a:off x="3883122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1559DF82-3D55-0B4F-25FC-2F137F2BA57E}"/>
              </a:ext>
            </a:extLst>
          </p:cNvPr>
          <p:cNvSpPr>
            <a:spLocks/>
          </p:cNvSpPr>
          <p:nvPr/>
        </p:nvSpPr>
        <p:spPr>
          <a:xfrm>
            <a:off x="4901140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35C18957-D7A0-A318-EF83-D76F8AFD83B2}"/>
              </a:ext>
            </a:extLst>
          </p:cNvPr>
          <p:cNvSpPr>
            <a:spLocks/>
          </p:cNvSpPr>
          <p:nvPr/>
        </p:nvSpPr>
        <p:spPr>
          <a:xfrm>
            <a:off x="4820314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0BA3F2CA-0EEE-71FE-9584-E7710931E031}"/>
              </a:ext>
            </a:extLst>
          </p:cNvPr>
          <p:cNvSpPr>
            <a:spLocks/>
          </p:cNvSpPr>
          <p:nvPr/>
        </p:nvSpPr>
        <p:spPr>
          <a:xfrm>
            <a:off x="5838332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968BF4B2-2E15-EBAD-1A97-DDE4A95B5DC8}"/>
              </a:ext>
            </a:extLst>
          </p:cNvPr>
          <p:cNvSpPr>
            <a:spLocks/>
          </p:cNvSpPr>
          <p:nvPr/>
        </p:nvSpPr>
        <p:spPr>
          <a:xfrm>
            <a:off x="5757506" y="655371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E99FA342-FA02-EFBB-CB25-05112CC5EBE8}"/>
              </a:ext>
            </a:extLst>
          </p:cNvPr>
          <p:cNvSpPr>
            <a:spLocks/>
          </p:cNvSpPr>
          <p:nvPr/>
        </p:nvSpPr>
        <p:spPr>
          <a:xfrm>
            <a:off x="4532471" y="673420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EB5981D0-1B66-E020-07B6-AFE392C93885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F0D7A4F0-C6EB-7D05-5018-5651C1CE5CA1}"/>
              </a:ext>
            </a:extLst>
          </p:cNvPr>
          <p:cNvSpPr>
            <a:spLocks/>
          </p:cNvSpPr>
          <p:nvPr/>
        </p:nvSpPr>
        <p:spPr>
          <a:xfrm>
            <a:off x="3919612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7A60A1-D67C-2E3A-CFCB-C823C8B0CCB3}"/>
              </a:ext>
            </a:extLst>
          </p:cNvPr>
          <p:cNvSpPr>
            <a:spLocks/>
          </p:cNvSpPr>
          <p:nvPr/>
        </p:nvSpPr>
        <p:spPr>
          <a:xfrm>
            <a:off x="3695889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40DE9BA2-EE14-01B0-F710-E2D37094EF20}"/>
              </a:ext>
            </a:extLst>
          </p:cNvPr>
          <p:cNvSpPr>
            <a:spLocks/>
          </p:cNvSpPr>
          <p:nvPr/>
        </p:nvSpPr>
        <p:spPr>
          <a:xfrm>
            <a:off x="3963948" y="5524138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5A892FC4-8C01-42FD-2166-9F138F4A885D}"/>
              </a:ext>
            </a:extLst>
          </p:cNvPr>
          <p:cNvSpPr>
            <a:spLocks/>
          </p:cNvSpPr>
          <p:nvPr/>
        </p:nvSpPr>
        <p:spPr>
          <a:xfrm>
            <a:off x="3919612" y="552413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7724AC77-8B9E-C65D-509C-C9B1F8EB6D0D}"/>
              </a:ext>
            </a:extLst>
          </p:cNvPr>
          <p:cNvSpPr>
            <a:spLocks/>
          </p:cNvSpPr>
          <p:nvPr/>
        </p:nvSpPr>
        <p:spPr>
          <a:xfrm>
            <a:off x="3695889" y="546668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C69224F3-899C-4FB3-3A3C-3BBC7149E7AF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50039AD4-1F1B-6DEC-B762-B356734FF002}"/>
              </a:ext>
            </a:extLst>
          </p:cNvPr>
          <p:cNvSpPr>
            <a:spLocks/>
          </p:cNvSpPr>
          <p:nvPr/>
        </p:nvSpPr>
        <p:spPr>
          <a:xfrm>
            <a:off x="3919612" y="458694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805C14ED-FD21-177D-3C59-AD7AC9D73B48}"/>
              </a:ext>
            </a:extLst>
          </p:cNvPr>
          <p:cNvSpPr>
            <a:spLocks/>
          </p:cNvSpPr>
          <p:nvPr/>
        </p:nvSpPr>
        <p:spPr>
          <a:xfrm>
            <a:off x="3695889" y="452949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404D1BF-192D-0E01-1379-ED20827B1E3A}"/>
              </a:ext>
            </a:extLst>
          </p:cNvPr>
          <p:cNvSpPr>
            <a:spLocks/>
          </p:cNvSpPr>
          <p:nvPr/>
        </p:nvSpPr>
        <p:spPr>
          <a:xfrm rot="-5400000">
            <a:off x="2968359" y="5439899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F771910C-0E21-C6BD-BAAA-3643DF4CB73E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DDDE2E25-491C-0493-B91B-5CDF000F043A}"/>
              </a:ext>
            </a:extLst>
          </p:cNvPr>
          <p:cNvSpPr>
            <a:spLocks/>
          </p:cNvSpPr>
          <p:nvPr/>
        </p:nvSpPr>
        <p:spPr>
          <a:xfrm>
            <a:off x="4204143" y="501636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0FC7F78-D955-9C32-7761-E5B718F62836}"/>
              </a:ext>
            </a:extLst>
          </p:cNvPr>
          <p:cNvSpPr>
            <a:spLocks/>
          </p:cNvSpPr>
          <p:nvPr/>
        </p:nvSpPr>
        <p:spPr>
          <a:xfrm>
            <a:off x="4928052" y="5199810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3C186AF2-EAFF-8A0E-5FF3-FB68A240E62D}"/>
              </a:ext>
            </a:extLst>
          </p:cNvPr>
          <p:cNvSpPr>
            <a:spLocks/>
          </p:cNvSpPr>
          <p:nvPr/>
        </p:nvSpPr>
        <p:spPr>
          <a:xfrm>
            <a:off x="3931977" y="489779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11BE3437-22F0-432A-C4E9-F1BF9C14AB67}"/>
              </a:ext>
            </a:extLst>
          </p:cNvPr>
          <p:cNvSpPr>
            <a:spLocks/>
          </p:cNvSpPr>
          <p:nvPr/>
        </p:nvSpPr>
        <p:spPr>
          <a:xfrm>
            <a:off x="5180437" y="4935647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A07891CC-34DE-D8E5-7227-4CEB619008EC}"/>
              </a:ext>
            </a:extLst>
          </p:cNvPr>
          <p:cNvSpPr>
            <a:spLocks/>
          </p:cNvSpPr>
          <p:nvPr/>
        </p:nvSpPr>
        <p:spPr>
          <a:xfrm>
            <a:off x="4466841" y="4841366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FA2E8C89-EF4E-42CD-35C8-305F17E680F1}"/>
              </a:ext>
            </a:extLst>
          </p:cNvPr>
          <p:cNvSpPr>
            <a:spLocks/>
          </p:cNvSpPr>
          <p:nvPr/>
        </p:nvSpPr>
        <p:spPr>
          <a:xfrm>
            <a:off x="4728008" y="5617037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CC59DE34-08F7-92F2-FCC8-7F60C286A0C0}"/>
              </a:ext>
            </a:extLst>
          </p:cNvPr>
          <p:cNvSpPr>
            <a:spLocks/>
          </p:cNvSpPr>
          <p:nvPr/>
        </p:nvSpPr>
        <p:spPr>
          <a:xfrm>
            <a:off x="4639983" y="537413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8B8CFABA-3217-C427-A480-6F3765926F2C}"/>
              </a:ext>
            </a:extLst>
          </p:cNvPr>
          <p:cNvSpPr>
            <a:spLocks/>
          </p:cNvSpPr>
          <p:nvPr/>
        </p:nvSpPr>
        <p:spPr>
          <a:xfrm>
            <a:off x="4792705" y="54756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1492E4CE-B3CD-157D-C0FF-76C77A05E46B}"/>
              </a:ext>
            </a:extLst>
          </p:cNvPr>
          <p:cNvSpPr>
            <a:spLocks/>
          </p:cNvSpPr>
          <p:nvPr/>
        </p:nvSpPr>
        <p:spPr>
          <a:xfrm>
            <a:off x="4196596" y="506434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7F162616-D170-EAAA-95D8-544299E2F378}"/>
              </a:ext>
            </a:extLst>
          </p:cNvPr>
          <p:cNvSpPr>
            <a:spLocks/>
          </p:cNvSpPr>
          <p:nvPr/>
        </p:nvSpPr>
        <p:spPr>
          <a:xfrm>
            <a:off x="4447278" y="500455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ABD081B8-05D5-E075-9DD0-572DD09989B5}"/>
              </a:ext>
            </a:extLst>
          </p:cNvPr>
          <p:cNvSpPr>
            <a:spLocks/>
          </p:cNvSpPr>
          <p:nvPr/>
        </p:nvSpPr>
        <p:spPr>
          <a:xfrm>
            <a:off x="4512557" y="5504807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2C951841-48E3-6063-F07C-7A3CB2106DE2}"/>
              </a:ext>
            </a:extLst>
          </p:cNvPr>
          <p:cNvSpPr>
            <a:spLocks/>
          </p:cNvSpPr>
          <p:nvPr/>
        </p:nvSpPr>
        <p:spPr>
          <a:xfrm>
            <a:off x="4784621" y="5389948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845B7B3B-EA30-D568-C012-E0416DD8F13D}"/>
              </a:ext>
            </a:extLst>
          </p:cNvPr>
          <p:cNvSpPr>
            <a:spLocks/>
          </p:cNvSpPr>
          <p:nvPr/>
        </p:nvSpPr>
        <p:spPr>
          <a:xfrm>
            <a:off x="4457055" y="5989894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781FDB9D-CABB-6CC9-51F0-7D3A64DBB1AD}"/>
              </a:ext>
            </a:extLst>
          </p:cNvPr>
          <p:cNvSpPr>
            <a:spLocks/>
          </p:cNvSpPr>
          <p:nvPr/>
        </p:nvSpPr>
        <p:spPr>
          <a:xfrm>
            <a:off x="3931977" y="5595500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6414DF16-FF36-A571-73A2-00F4A8252069}"/>
              </a:ext>
            </a:extLst>
          </p:cNvPr>
          <p:cNvSpPr>
            <a:spLocks/>
          </p:cNvSpPr>
          <p:nvPr/>
        </p:nvSpPr>
        <p:spPr>
          <a:xfrm>
            <a:off x="5141625" y="4914814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EC7F40B2-BD03-B45E-A29E-E8D72A6EE4A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E68CF141-1ACA-5933-AB83-33302CFCF84C}"/>
              </a:ext>
            </a:extLst>
          </p:cNvPr>
          <p:cNvSpPr>
            <a:spLocks/>
          </p:cNvSpPr>
          <p:nvPr/>
        </p:nvSpPr>
        <p:spPr>
          <a:xfrm>
            <a:off x="5148709" y="4903832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EEB1D54F-79B8-C514-04E8-DCEF897E1C79}"/>
              </a:ext>
            </a:extLst>
          </p:cNvPr>
          <p:cNvSpPr>
            <a:spLocks/>
          </p:cNvSpPr>
          <p:nvPr/>
        </p:nvSpPr>
        <p:spPr>
          <a:xfrm>
            <a:off x="4984126" y="484630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E712B244-1524-A061-E1BF-2214BC141172}"/>
              </a:ext>
            </a:extLst>
          </p:cNvPr>
          <p:cNvSpPr>
            <a:spLocks/>
          </p:cNvSpPr>
          <p:nvPr/>
        </p:nvSpPr>
        <p:spPr>
          <a:xfrm>
            <a:off x="4710430" y="5481902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67235D9F-D488-46B0-B0E5-303704560155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5E019467-5BD5-2A3E-C388-80DE653DCDAE}"/>
              </a:ext>
            </a:extLst>
          </p:cNvPr>
          <p:cNvSpPr>
            <a:spLocks/>
          </p:cNvSpPr>
          <p:nvPr/>
        </p:nvSpPr>
        <p:spPr>
          <a:xfrm>
            <a:off x="4756395" y="5599631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CB1FA426-4C24-8174-1622-48E3F663B89C}"/>
              </a:ext>
            </a:extLst>
          </p:cNvPr>
          <p:cNvSpPr>
            <a:spLocks/>
          </p:cNvSpPr>
          <p:nvPr/>
        </p:nvSpPr>
        <p:spPr>
          <a:xfrm>
            <a:off x="4423670" y="642935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F46E322C-2CDA-5401-E32E-326D96162339}"/>
              </a:ext>
            </a:extLst>
          </p:cNvPr>
          <p:cNvSpPr>
            <a:spLocks/>
          </p:cNvSpPr>
          <p:nvPr/>
        </p:nvSpPr>
        <p:spPr>
          <a:xfrm>
            <a:off x="5223454" y="4863001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47F4D71F-808A-AE26-F110-EB54B70C7FB9}"/>
              </a:ext>
            </a:extLst>
          </p:cNvPr>
          <p:cNvSpPr>
            <a:spLocks/>
          </p:cNvSpPr>
          <p:nvPr/>
        </p:nvSpPr>
        <p:spPr>
          <a:xfrm>
            <a:off x="5038000" y="500192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F629B5AC-BDF6-17C0-7C9F-ED886BF0F86C}"/>
              </a:ext>
            </a:extLst>
          </p:cNvPr>
          <p:cNvSpPr>
            <a:spLocks/>
          </p:cNvSpPr>
          <p:nvPr/>
        </p:nvSpPr>
        <p:spPr>
          <a:xfrm>
            <a:off x="3931977" y="5144067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F9D456B6-F17A-E2ED-8B2D-F81EC8270B2E}"/>
              </a:ext>
            </a:extLst>
          </p:cNvPr>
          <p:cNvSpPr>
            <a:spLocks/>
          </p:cNvSpPr>
          <p:nvPr/>
        </p:nvSpPr>
        <p:spPr>
          <a:xfrm>
            <a:off x="4385550" y="567362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972D55BC-034C-2865-AF9D-428A68487620}"/>
              </a:ext>
            </a:extLst>
          </p:cNvPr>
          <p:cNvSpPr>
            <a:spLocks/>
          </p:cNvSpPr>
          <p:nvPr/>
        </p:nvSpPr>
        <p:spPr>
          <a:xfrm>
            <a:off x="3931977" y="6288796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A4D85E42-194F-77FC-B035-AAA287BFFB04}"/>
              </a:ext>
            </a:extLst>
          </p:cNvPr>
          <p:cNvSpPr>
            <a:spLocks/>
          </p:cNvSpPr>
          <p:nvPr/>
        </p:nvSpPr>
        <p:spPr>
          <a:xfrm>
            <a:off x="5026472" y="502981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E9C33E5-16F8-A0DA-42F7-D8E0E999781E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4D6B7599-A39B-EF1F-BE95-A2E18DD0385B}"/>
              </a:ext>
            </a:extLst>
          </p:cNvPr>
          <p:cNvSpPr>
            <a:spLocks/>
          </p:cNvSpPr>
          <p:nvPr/>
        </p:nvSpPr>
        <p:spPr>
          <a:xfrm>
            <a:off x="4250287" y="554600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C1798BE9-F544-816C-4D9F-0ED17734E4AE}"/>
              </a:ext>
            </a:extLst>
          </p:cNvPr>
          <p:cNvSpPr>
            <a:spLocks/>
          </p:cNvSpPr>
          <p:nvPr/>
        </p:nvSpPr>
        <p:spPr>
          <a:xfrm>
            <a:off x="4561968" y="636620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AF8E914F-1976-EBE2-CE49-9E6DE46C3974}"/>
              </a:ext>
            </a:extLst>
          </p:cNvPr>
          <p:cNvSpPr>
            <a:spLocks/>
          </p:cNvSpPr>
          <p:nvPr/>
        </p:nvSpPr>
        <p:spPr>
          <a:xfrm>
            <a:off x="4863138" y="479879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86AD4AB1-BE05-B1FD-7D75-3CFDF51E1C52}"/>
              </a:ext>
            </a:extLst>
          </p:cNvPr>
          <p:cNvSpPr>
            <a:spLocks/>
          </p:cNvSpPr>
          <p:nvPr/>
        </p:nvSpPr>
        <p:spPr>
          <a:xfrm>
            <a:off x="5098278" y="5013213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0EDB8364-A961-02A6-174D-CF8333F15347}"/>
              </a:ext>
            </a:extLst>
          </p:cNvPr>
          <p:cNvSpPr>
            <a:spLocks/>
          </p:cNvSpPr>
          <p:nvPr/>
        </p:nvSpPr>
        <p:spPr>
          <a:xfrm>
            <a:off x="4847398" y="4946013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D7C9A5DE-597B-BD62-196F-B8F5A5C3A9C2}"/>
              </a:ext>
            </a:extLst>
          </p:cNvPr>
          <p:cNvSpPr>
            <a:spLocks/>
          </p:cNvSpPr>
          <p:nvPr/>
        </p:nvSpPr>
        <p:spPr>
          <a:xfrm>
            <a:off x="4938140" y="611774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ABA64601-C0AF-AEA1-FB15-859FC9FBC0EA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90353E18-1CE9-CFA7-3490-496DAD904C01}"/>
              </a:ext>
            </a:extLst>
          </p:cNvPr>
          <p:cNvSpPr>
            <a:spLocks/>
          </p:cNvSpPr>
          <p:nvPr/>
        </p:nvSpPr>
        <p:spPr>
          <a:xfrm>
            <a:off x="4874714" y="490188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A629EB0D-9EB7-7941-7429-5B2176C70018}"/>
              </a:ext>
            </a:extLst>
          </p:cNvPr>
          <p:cNvSpPr>
            <a:spLocks/>
          </p:cNvSpPr>
          <p:nvPr/>
        </p:nvSpPr>
        <p:spPr>
          <a:xfrm>
            <a:off x="4688808" y="5714671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B96CF3C9-8210-1DB7-1CF2-336763A16E08}"/>
              </a:ext>
            </a:extLst>
          </p:cNvPr>
          <p:cNvSpPr>
            <a:spLocks/>
          </p:cNvSpPr>
          <p:nvPr/>
        </p:nvSpPr>
        <p:spPr>
          <a:xfrm>
            <a:off x="3931977" y="5624454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0C7B9D77-C0AE-B87D-0EB0-5F9AAD0A2733}"/>
              </a:ext>
            </a:extLst>
          </p:cNvPr>
          <p:cNvSpPr>
            <a:spLocks/>
          </p:cNvSpPr>
          <p:nvPr/>
        </p:nvSpPr>
        <p:spPr>
          <a:xfrm>
            <a:off x="4260536" y="5479995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41477EAA-4C55-B0ED-D717-E69DB49C0D87}"/>
              </a:ext>
            </a:extLst>
          </p:cNvPr>
          <p:cNvSpPr>
            <a:spLocks/>
          </p:cNvSpPr>
          <p:nvPr/>
        </p:nvSpPr>
        <p:spPr>
          <a:xfrm>
            <a:off x="4197859" y="5963579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22D61939-7B12-958F-75C4-8F77A99FFF51}"/>
              </a:ext>
            </a:extLst>
          </p:cNvPr>
          <p:cNvSpPr>
            <a:spLocks/>
          </p:cNvSpPr>
          <p:nvPr/>
        </p:nvSpPr>
        <p:spPr>
          <a:xfrm>
            <a:off x="5148147" y="510499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85B8BDB5-D2C6-97E6-E901-62D83F3BF02E}"/>
              </a:ext>
            </a:extLst>
          </p:cNvPr>
          <p:cNvSpPr>
            <a:spLocks/>
          </p:cNvSpPr>
          <p:nvPr/>
        </p:nvSpPr>
        <p:spPr>
          <a:xfrm>
            <a:off x="5125287" y="4940914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7921D8D-888F-111A-F3A6-A9747F6AE32E}"/>
              </a:ext>
            </a:extLst>
          </p:cNvPr>
          <p:cNvSpPr>
            <a:spLocks/>
          </p:cNvSpPr>
          <p:nvPr/>
        </p:nvSpPr>
        <p:spPr>
          <a:xfrm>
            <a:off x="4850140" y="642935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7825F5D1-6063-F07A-8B4F-59DB4F66A5F7}"/>
              </a:ext>
            </a:extLst>
          </p:cNvPr>
          <p:cNvSpPr>
            <a:spLocks/>
          </p:cNvSpPr>
          <p:nvPr/>
        </p:nvSpPr>
        <p:spPr>
          <a:xfrm>
            <a:off x="5070209" y="5013366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A62908C0-7DF3-1BF1-C85C-2B65E60A074E}"/>
              </a:ext>
            </a:extLst>
          </p:cNvPr>
          <p:cNvSpPr>
            <a:spLocks/>
          </p:cNvSpPr>
          <p:nvPr/>
        </p:nvSpPr>
        <p:spPr>
          <a:xfrm>
            <a:off x="3961125" y="5114217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89795CA0-AC87-C698-C78C-B8F2F50D3A71}"/>
              </a:ext>
            </a:extLst>
          </p:cNvPr>
          <p:cNvSpPr>
            <a:spLocks/>
          </p:cNvSpPr>
          <p:nvPr/>
        </p:nvSpPr>
        <p:spPr>
          <a:xfrm>
            <a:off x="5350615" y="4792940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C5DFB0A-D98C-0A23-79FA-767E5D75F00F}"/>
              </a:ext>
            </a:extLst>
          </p:cNvPr>
          <p:cNvSpPr>
            <a:spLocks/>
          </p:cNvSpPr>
          <p:nvPr/>
        </p:nvSpPr>
        <p:spPr>
          <a:xfrm>
            <a:off x="4719135" y="5904305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93D0F0C6-0663-95C0-E80B-B832A9DF3D4C}"/>
              </a:ext>
            </a:extLst>
          </p:cNvPr>
          <p:cNvSpPr>
            <a:spLocks/>
          </p:cNvSpPr>
          <p:nvPr/>
        </p:nvSpPr>
        <p:spPr>
          <a:xfrm>
            <a:off x="5071012" y="4852150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404C69BB-1C77-7BE2-A7E6-0F7A05A69BDF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8D8666D-87CF-B50B-BAC9-55B7E4A67512}"/>
              </a:ext>
            </a:extLst>
          </p:cNvPr>
          <p:cNvSpPr>
            <a:spLocks/>
          </p:cNvSpPr>
          <p:nvPr/>
        </p:nvSpPr>
        <p:spPr>
          <a:xfrm>
            <a:off x="4061690" y="6148322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A4BE0833-FDD6-A704-D7FA-AE712CECA11E}"/>
              </a:ext>
            </a:extLst>
          </p:cNvPr>
          <p:cNvSpPr>
            <a:spLocks/>
          </p:cNvSpPr>
          <p:nvPr/>
        </p:nvSpPr>
        <p:spPr>
          <a:xfrm>
            <a:off x="4415128" y="570922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DE50BE73-B298-2A56-4FED-5A2FB6D96D34}"/>
              </a:ext>
            </a:extLst>
          </p:cNvPr>
          <p:cNvSpPr>
            <a:spLocks/>
          </p:cNvSpPr>
          <p:nvPr/>
        </p:nvSpPr>
        <p:spPr>
          <a:xfrm>
            <a:off x="4736752" y="5739416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BD7C1FAF-EF66-6183-D6CB-5BEABD7ABAB3}"/>
              </a:ext>
            </a:extLst>
          </p:cNvPr>
          <p:cNvSpPr>
            <a:spLocks/>
          </p:cNvSpPr>
          <p:nvPr/>
        </p:nvSpPr>
        <p:spPr>
          <a:xfrm>
            <a:off x="4261083" y="642935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22BD0880-266E-34E0-0274-DC042960AF3D}"/>
              </a:ext>
            </a:extLst>
          </p:cNvPr>
          <p:cNvSpPr>
            <a:spLocks/>
          </p:cNvSpPr>
          <p:nvPr/>
        </p:nvSpPr>
        <p:spPr>
          <a:xfrm>
            <a:off x="5358086" y="487515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D43E3F86-FB66-0700-8899-8AABB5661EC7}"/>
              </a:ext>
            </a:extLst>
          </p:cNvPr>
          <p:cNvSpPr>
            <a:spLocks/>
          </p:cNvSpPr>
          <p:nvPr/>
        </p:nvSpPr>
        <p:spPr>
          <a:xfrm>
            <a:off x="4532406" y="642935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58218E81-AB66-7F1F-261E-C1848183573B}"/>
              </a:ext>
            </a:extLst>
          </p:cNvPr>
          <p:cNvSpPr>
            <a:spLocks/>
          </p:cNvSpPr>
          <p:nvPr/>
        </p:nvSpPr>
        <p:spPr>
          <a:xfrm>
            <a:off x="4078215" y="5893456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BF0C7FBF-1157-23B0-4620-F38B2F830539}"/>
              </a:ext>
            </a:extLst>
          </p:cNvPr>
          <p:cNvSpPr>
            <a:spLocks/>
          </p:cNvSpPr>
          <p:nvPr/>
        </p:nvSpPr>
        <p:spPr>
          <a:xfrm>
            <a:off x="4834504" y="4892658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23DE9172-AAA6-7EBF-1DED-94B72FC98E61}"/>
              </a:ext>
            </a:extLst>
          </p:cNvPr>
          <p:cNvSpPr>
            <a:spLocks/>
          </p:cNvSpPr>
          <p:nvPr/>
        </p:nvSpPr>
        <p:spPr>
          <a:xfrm>
            <a:off x="5149575" y="520933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DCFB44B-45A0-EE01-58A5-AFE43A95F612}"/>
              </a:ext>
            </a:extLst>
          </p:cNvPr>
          <p:cNvSpPr>
            <a:spLocks/>
          </p:cNvSpPr>
          <p:nvPr/>
        </p:nvSpPr>
        <p:spPr>
          <a:xfrm>
            <a:off x="4659768" y="5610270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AF35E32F-E449-9AE8-EC6D-ABCC7C606691}"/>
              </a:ext>
            </a:extLst>
          </p:cNvPr>
          <p:cNvSpPr>
            <a:spLocks/>
          </p:cNvSpPr>
          <p:nvPr/>
        </p:nvSpPr>
        <p:spPr>
          <a:xfrm>
            <a:off x="4702135" y="506511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BCC7F5C7-C99E-B212-8442-FE5D26176228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DF58FE8-AE0C-2072-B1B9-FB8EE9511759}"/>
              </a:ext>
            </a:extLst>
          </p:cNvPr>
          <p:cNvSpPr>
            <a:spLocks/>
          </p:cNvSpPr>
          <p:nvPr/>
        </p:nvSpPr>
        <p:spPr>
          <a:xfrm>
            <a:off x="5270822" y="5014916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FFA9121A-070B-A993-593B-F71446A589E2}"/>
              </a:ext>
            </a:extLst>
          </p:cNvPr>
          <p:cNvSpPr>
            <a:spLocks/>
          </p:cNvSpPr>
          <p:nvPr/>
        </p:nvSpPr>
        <p:spPr>
          <a:xfrm>
            <a:off x="4083636" y="642935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7DBEF9D4-5EE4-328E-1C97-E23D0499A795}"/>
              </a:ext>
            </a:extLst>
          </p:cNvPr>
          <p:cNvSpPr>
            <a:spLocks/>
          </p:cNvSpPr>
          <p:nvPr/>
        </p:nvSpPr>
        <p:spPr>
          <a:xfrm>
            <a:off x="4612366" y="6429359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ADDCA21C-28F5-C2C0-8D61-4040977E6EA4}"/>
              </a:ext>
            </a:extLst>
          </p:cNvPr>
          <p:cNvSpPr>
            <a:spLocks/>
          </p:cNvSpPr>
          <p:nvPr/>
        </p:nvSpPr>
        <p:spPr>
          <a:xfrm>
            <a:off x="4457096" y="540166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94716B7A-3EC9-D082-8FEB-6DD4DBD13499}"/>
              </a:ext>
            </a:extLst>
          </p:cNvPr>
          <p:cNvSpPr>
            <a:spLocks/>
          </p:cNvSpPr>
          <p:nvPr/>
        </p:nvSpPr>
        <p:spPr>
          <a:xfrm>
            <a:off x="4847295" y="4970633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309678CB-0674-5ACA-AC65-D9CBBA362E15}"/>
              </a:ext>
            </a:extLst>
          </p:cNvPr>
          <p:cNvSpPr>
            <a:spLocks/>
          </p:cNvSpPr>
          <p:nvPr/>
        </p:nvSpPr>
        <p:spPr>
          <a:xfrm>
            <a:off x="4970838" y="523882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BA34756E-74A4-8380-02B8-DCAB032111D3}"/>
              </a:ext>
            </a:extLst>
          </p:cNvPr>
          <p:cNvSpPr>
            <a:spLocks/>
          </p:cNvSpPr>
          <p:nvPr/>
        </p:nvSpPr>
        <p:spPr>
          <a:xfrm>
            <a:off x="4219879" y="529515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1FF9E882-27A0-BCD4-0289-1480535EE40A}"/>
              </a:ext>
            </a:extLst>
          </p:cNvPr>
          <p:cNvSpPr>
            <a:spLocks/>
          </p:cNvSpPr>
          <p:nvPr/>
        </p:nvSpPr>
        <p:spPr>
          <a:xfrm>
            <a:off x="5086474" y="5018740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D3E4D6DA-A4B2-698D-4251-E601AEE55ADD}"/>
              </a:ext>
            </a:extLst>
          </p:cNvPr>
          <p:cNvSpPr>
            <a:spLocks/>
          </p:cNvSpPr>
          <p:nvPr/>
        </p:nvSpPr>
        <p:spPr>
          <a:xfrm>
            <a:off x="5102621" y="515763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1227FCC5-6F66-FB6D-F43A-0E894FA34C2F}"/>
              </a:ext>
            </a:extLst>
          </p:cNvPr>
          <p:cNvSpPr>
            <a:spLocks/>
          </p:cNvSpPr>
          <p:nvPr/>
        </p:nvSpPr>
        <p:spPr>
          <a:xfrm>
            <a:off x="4773609" y="516443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423DDEB8-678D-A670-25E8-09D7F69C8410}"/>
              </a:ext>
            </a:extLst>
          </p:cNvPr>
          <p:cNvSpPr>
            <a:spLocks/>
          </p:cNvSpPr>
          <p:nvPr/>
        </p:nvSpPr>
        <p:spPr>
          <a:xfrm>
            <a:off x="4211504" y="642935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B98C4B43-59BE-0A5F-9541-1725CCC656A5}"/>
              </a:ext>
            </a:extLst>
          </p:cNvPr>
          <p:cNvSpPr>
            <a:spLocks/>
          </p:cNvSpPr>
          <p:nvPr/>
        </p:nvSpPr>
        <p:spPr>
          <a:xfrm>
            <a:off x="4825008" y="5107209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17D938AC-E613-6A1F-E888-D8688A7CBE7F}"/>
              </a:ext>
            </a:extLst>
          </p:cNvPr>
          <p:cNvSpPr>
            <a:spLocks/>
          </p:cNvSpPr>
          <p:nvPr/>
        </p:nvSpPr>
        <p:spPr>
          <a:xfrm>
            <a:off x="4599613" y="5425956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4F75EEC2-6E2F-7412-FA43-5961AF911446}"/>
              </a:ext>
            </a:extLst>
          </p:cNvPr>
          <p:cNvSpPr>
            <a:spLocks/>
          </p:cNvSpPr>
          <p:nvPr/>
        </p:nvSpPr>
        <p:spPr>
          <a:xfrm>
            <a:off x="4625583" y="642935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DB53D992-CC3A-5E90-678D-ED697E42086F}"/>
              </a:ext>
            </a:extLst>
          </p:cNvPr>
          <p:cNvSpPr>
            <a:spLocks/>
          </p:cNvSpPr>
          <p:nvPr/>
        </p:nvSpPr>
        <p:spPr>
          <a:xfrm>
            <a:off x="4809038" y="622601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6E6D6FA5-9681-BF57-4447-232A0345238C}"/>
              </a:ext>
            </a:extLst>
          </p:cNvPr>
          <p:cNvSpPr>
            <a:spLocks/>
          </p:cNvSpPr>
          <p:nvPr/>
        </p:nvSpPr>
        <p:spPr>
          <a:xfrm>
            <a:off x="4134467" y="6201372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1004DAF9-0647-1DD8-2CD7-C58CE11DD4AF}"/>
              </a:ext>
            </a:extLst>
          </p:cNvPr>
          <p:cNvSpPr>
            <a:spLocks/>
          </p:cNvSpPr>
          <p:nvPr/>
        </p:nvSpPr>
        <p:spPr>
          <a:xfrm>
            <a:off x="4101364" y="6185999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909BEFAD-EA44-F23A-81DF-35018390338E}"/>
              </a:ext>
            </a:extLst>
          </p:cNvPr>
          <p:cNvSpPr>
            <a:spLocks/>
          </p:cNvSpPr>
          <p:nvPr/>
        </p:nvSpPr>
        <p:spPr>
          <a:xfrm>
            <a:off x="4573125" y="491919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CAE31EAC-D2C9-83DE-E377-03ACFFE53DA1}"/>
              </a:ext>
            </a:extLst>
          </p:cNvPr>
          <p:cNvSpPr>
            <a:spLocks/>
          </p:cNvSpPr>
          <p:nvPr/>
        </p:nvSpPr>
        <p:spPr>
          <a:xfrm>
            <a:off x="5489075" y="591475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D6F36282-765B-0869-00F2-6A678EFFAFDB}"/>
              </a:ext>
            </a:extLst>
          </p:cNvPr>
          <p:cNvSpPr>
            <a:spLocks/>
          </p:cNvSpPr>
          <p:nvPr/>
        </p:nvSpPr>
        <p:spPr>
          <a:xfrm>
            <a:off x="4232491" y="5010376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7B9B2D53-C392-54FD-9AED-F979EDA3DEE9}"/>
              </a:ext>
            </a:extLst>
          </p:cNvPr>
          <p:cNvSpPr>
            <a:spLocks/>
          </p:cNvSpPr>
          <p:nvPr/>
        </p:nvSpPr>
        <p:spPr>
          <a:xfrm>
            <a:off x="3931977" y="5676527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EFD23E66-EE88-88DA-0568-A254F6534E89}"/>
              </a:ext>
            </a:extLst>
          </p:cNvPr>
          <p:cNvSpPr>
            <a:spLocks/>
          </p:cNvSpPr>
          <p:nvPr/>
        </p:nvSpPr>
        <p:spPr>
          <a:xfrm>
            <a:off x="4580625" y="604966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B303939-E3F4-A038-9814-CABADB635321}"/>
              </a:ext>
            </a:extLst>
          </p:cNvPr>
          <p:cNvSpPr>
            <a:spLocks/>
          </p:cNvSpPr>
          <p:nvPr/>
        </p:nvSpPr>
        <p:spPr>
          <a:xfrm>
            <a:off x="4713720" y="5157838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BA658FAB-C50F-539F-5A13-DF4708118F18}"/>
              </a:ext>
            </a:extLst>
          </p:cNvPr>
          <p:cNvSpPr>
            <a:spLocks/>
          </p:cNvSpPr>
          <p:nvPr/>
        </p:nvSpPr>
        <p:spPr>
          <a:xfrm>
            <a:off x="4843993" y="499168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1582D851-E4FC-0866-276F-4D009E7A6F06}"/>
              </a:ext>
            </a:extLst>
          </p:cNvPr>
          <p:cNvSpPr>
            <a:spLocks/>
          </p:cNvSpPr>
          <p:nvPr/>
        </p:nvSpPr>
        <p:spPr>
          <a:xfrm>
            <a:off x="5135258" y="4978372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A57AE747-CB1E-C878-6122-B408477FEB29}"/>
              </a:ext>
            </a:extLst>
          </p:cNvPr>
          <p:cNvSpPr>
            <a:spLocks/>
          </p:cNvSpPr>
          <p:nvPr/>
        </p:nvSpPr>
        <p:spPr>
          <a:xfrm>
            <a:off x="3931977" y="6429359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8B57654C-A680-EBCC-2F60-D7D0BB478AE5}"/>
              </a:ext>
            </a:extLst>
          </p:cNvPr>
          <p:cNvSpPr>
            <a:spLocks/>
          </p:cNvSpPr>
          <p:nvPr/>
        </p:nvSpPr>
        <p:spPr>
          <a:xfrm>
            <a:off x="4405590" y="4922925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FE979595-6507-2181-23AA-B24ABE799158}"/>
              </a:ext>
            </a:extLst>
          </p:cNvPr>
          <p:cNvSpPr>
            <a:spLocks/>
          </p:cNvSpPr>
          <p:nvPr/>
        </p:nvSpPr>
        <p:spPr>
          <a:xfrm>
            <a:off x="4967029" y="5230251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77B3FB47-F39B-8F9F-4D50-6A8846571DE9}"/>
              </a:ext>
            </a:extLst>
          </p:cNvPr>
          <p:cNvSpPr>
            <a:spLocks/>
          </p:cNvSpPr>
          <p:nvPr/>
        </p:nvSpPr>
        <p:spPr>
          <a:xfrm>
            <a:off x="5312390" y="503644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5E39C10E-A2BB-A529-7B3F-0B85FA5987D8}"/>
              </a:ext>
            </a:extLst>
          </p:cNvPr>
          <p:cNvSpPr>
            <a:spLocks/>
          </p:cNvSpPr>
          <p:nvPr/>
        </p:nvSpPr>
        <p:spPr>
          <a:xfrm>
            <a:off x="4779399" y="5623997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570A0CD-FE2D-C582-9903-8999A1A5FDDA}"/>
              </a:ext>
            </a:extLst>
          </p:cNvPr>
          <p:cNvSpPr>
            <a:spLocks/>
          </p:cNvSpPr>
          <p:nvPr/>
        </p:nvSpPr>
        <p:spPr>
          <a:xfrm>
            <a:off x="4076005" y="573927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5A7EBABC-B296-FBEF-9139-7A829B02CFB4}"/>
              </a:ext>
            </a:extLst>
          </p:cNvPr>
          <p:cNvSpPr>
            <a:spLocks/>
          </p:cNvSpPr>
          <p:nvPr/>
        </p:nvSpPr>
        <p:spPr>
          <a:xfrm>
            <a:off x="4462776" y="642935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3F87B468-2671-ACA1-A1B9-72A5FABE1E6C}"/>
              </a:ext>
            </a:extLst>
          </p:cNvPr>
          <p:cNvSpPr>
            <a:spLocks/>
          </p:cNvSpPr>
          <p:nvPr/>
        </p:nvSpPr>
        <p:spPr>
          <a:xfrm>
            <a:off x="3963948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3326AE2F-BFCE-0195-6530-6D8D959BA4D2}"/>
              </a:ext>
            </a:extLst>
          </p:cNvPr>
          <p:cNvSpPr>
            <a:spLocks/>
          </p:cNvSpPr>
          <p:nvPr/>
        </p:nvSpPr>
        <p:spPr>
          <a:xfrm>
            <a:off x="3963948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A2B34C15-85B0-DC48-97B0-7E6DC8E27E62}"/>
              </a:ext>
            </a:extLst>
          </p:cNvPr>
          <p:cNvSpPr>
            <a:spLocks/>
          </p:cNvSpPr>
          <p:nvPr/>
        </p:nvSpPr>
        <p:spPr>
          <a:xfrm>
            <a:off x="3485118" y="4273545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8B97DF8D-803E-9CC8-3D38-C2F6F8344784}"/>
              </a:ext>
            </a:extLst>
          </p:cNvPr>
          <p:cNvSpPr>
            <a:spLocks/>
          </p:cNvSpPr>
          <p:nvPr/>
        </p:nvSpPr>
        <p:spPr>
          <a:xfrm>
            <a:off x="3963948" y="4296119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97EC310F-0976-6F0B-9CED-C5E481871ED0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A88511F9-4B44-6084-54EA-7A48882CC5B2}"/>
              </a:ext>
            </a:extLst>
          </p:cNvPr>
          <p:cNvSpPr>
            <a:spLocks/>
          </p:cNvSpPr>
          <p:nvPr/>
        </p:nvSpPr>
        <p:spPr>
          <a:xfrm>
            <a:off x="5946917" y="6454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0D7DA56C-75D6-C936-7399-5849947B9B6F}"/>
              </a:ext>
            </a:extLst>
          </p:cNvPr>
          <p:cNvSpPr>
            <a:spLocks/>
          </p:cNvSpPr>
          <p:nvPr/>
        </p:nvSpPr>
        <p:spPr>
          <a:xfrm>
            <a:off x="5946917" y="6446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27213A35-F043-A458-856A-ED29D322208F}"/>
              </a:ext>
            </a:extLst>
          </p:cNvPr>
          <p:cNvSpPr>
            <a:spLocks/>
          </p:cNvSpPr>
          <p:nvPr/>
        </p:nvSpPr>
        <p:spPr>
          <a:xfrm>
            <a:off x="5946917" y="6439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FD780132-7E6D-C17B-19A8-17B0B46EF775}"/>
              </a:ext>
            </a:extLst>
          </p:cNvPr>
          <p:cNvSpPr>
            <a:spLocks/>
          </p:cNvSpPr>
          <p:nvPr/>
        </p:nvSpPr>
        <p:spPr>
          <a:xfrm>
            <a:off x="5946917" y="6432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F819F7F9-069B-04D2-03C2-A022D47E48F9}"/>
              </a:ext>
            </a:extLst>
          </p:cNvPr>
          <p:cNvSpPr>
            <a:spLocks/>
          </p:cNvSpPr>
          <p:nvPr/>
        </p:nvSpPr>
        <p:spPr>
          <a:xfrm>
            <a:off x="5946917" y="6424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243713B1-6E37-9A71-F4C4-D627351D30B1}"/>
              </a:ext>
            </a:extLst>
          </p:cNvPr>
          <p:cNvSpPr>
            <a:spLocks/>
          </p:cNvSpPr>
          <p:nvPr/>
        </p:nvSpPr>
        <p:spPr>
          <a:xfrm>
            <a:off x="5946917" y="6417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44E0FB30-C4CC-DE7F-E230-B2E37E728778}"/>
              </a:ext>
            </a:extLst>
          </p:cNvPr>
          <p:cNvSpPr>
            <a:spLocks/>
          </p:cNvSpPr>
          <p:nvPr/>
        </p:nvSpPr>
        <p:spPr>
          <a:xfrm>
            <a:off x="5946917" y="6410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75B3715C-E3A5-19D3-A58F-0831C2B394EF}"/>
              </a:ext>
            </a:extLst>
          </p:cNvPr>
          <p:cNvSpPr>
            <a:spLocks/>
          </p:cNvSpPr>
          <p:nvPr/>
        </p:nvSpPr>
        <p:spPr>
          <a:xfrm>
            <a:off x="5946917" y="6402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DC427CBD-804D-B834-41B9-8ED6021F2FBF}"/>
              </a:ext>
            </a:extLst>
          </p:cNvPr>
          <p:cNvSpPr>
            <a:spLocks/>
          </p:cNvSpPr>
          <p:nvPr/>
        </p:nvSpPr>
        <p:spPr>
          <a:xfrm>
            <a:off x="5946917" y="6395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BFFA6EE8-09AB-80A9-F1F1-9A22880F842F}"/>
              </a:ext>
            </a:extLst>
          </p:cNvPr>
          <p:cNvSpPr>
            <a:spLocks/>
          </p:cNvSpPr>
          <p:nvPr/>
        </p:nvSpPr>
        <p:spPr>
          <a:xfrm>
            <a:off x="5946917" y="6388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F6D7C093-48A6-B8E2-A309-D06067583DFB}"/>
              </a:ext>
            </a:extLst>
          </p:cNvPr>
          <p:cNvSpPr>
            <a:spLocks/>
          </p:cNvSpPr>
          <p:nvPr/>
        </p:nvSpPr>
        <p:spPr>
          <a:xfrm>
            <a:off x="5946917" y="6380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E805CBFA-EA15-08F5-0211-2E18A2C08090}"/>
              </a:ext>
            </a:extLst>
          </p:cNvPr>
          <p:cNvSpPr>
            <a:spLocks/>
          </p:cNvSpPr>
          <p:nvPr/>
        </p:nvSpPr>
        <p:spPr>
          <a:xfrm>
            <a:off x="5946917" y="6373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47AEC273-7FC7-D6C8-AD0A-0F284E4DEC23}"/>
              </a:ext>
            </a:extLst>
          </p:cNvPr>
          <p:cNvSpPr>
            <a:spLocks/>
          </p:cNvSpPr>
          <p:nvPr/>
        </p:nvSpPr>
        <p:spPr>
          <a:xfrm>
            <a:off x="5946917" y="6366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39682DF2-22A6-9CC7-29CC-060CE1F2F16E}"/>
              </a:ext>
            </a:extLst>
          </p:cNvPr>
          <p:cNvSpPr>
            <a:spLocks/>
          </p:cNvSpPr>
          <p:nvPr/>
        </p:nvSpPr>
        <p:spPr>
          <a:xfrm>
            <a:off x="5946917" y="6358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DB306949-2B82-3ACB-1386-A7975B0436FD}"/>
              </a:ext>
            </a:extLst>
          </p:cNvPr>
          <p:cNvSpPr>
            <a:spLocks/>
          </p:cNvSpPr>
          <p:nvPr/>
        </p:nvSpPr>
        <p:spPr>
          <a:xfrm>
            <a:off x="5946917" y="6351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B5E2D22B-8D13-7613-EEA6-93D223345EFA}"/>
              </a:ext>
            </a:extLst>
          </p:cNvPr>
          <p:cNvSpPr>
            <a:spLocks/>
          </p:cNvSpPr>
          <p:nvPr/>
        </p:nvSpPr>
        <p:spPr>
          <a:xfrm>
            <a:off x="5946917" y="6344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73410440-3518-C042-76DB-70765416CB9B}"/>
              </a:ext>
            </a:extLst>
          </p:cNvPr>
          <p:cNvSpPr>
            <a:spLocks/>
          </p:cNvSpPr>
          <p:nvPr/>
        </p:nvSpPr>
        <p:spPr>
          <a:xfrm>
            <a:off x="5946917" y="6336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6DA6AF1E-7CCC-A699-7C13-DAD68ECE65F7}"/>
              </a:ext>
            </a:extLst>
          </p:cNvPr>
          <p:cNvSpPr>
            <a:spLocks/>
          </p:cNvSpPr>
          <p:nvPr/>
        </p:nvSpPr>
        <p:spPr>
          <a:xfrm>
            <a:off x="5946917" y="6329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F55BDB6A-4DCB-04A2-260C-CBE4FE428933}"/>
              </a:ext>
            </a:extLst>
          </p:cNvPr>
          <p:cNvSpPr>
            <a:spLocks/>
          </p:cNvSpPr>
          <p:nvPr/>
        </p:nvSpPr>
        <p:spPr>
          <a:xfrm>
            <a:off x="5946917" y="6322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7D562E22-7928-8411-A31E-8A1E9106E9DC}"/>
              </a:ext>
            </a:extLst>
          </p:cNvPr>
          <p:cNvSpPr>
            <a:spLocks/>
          </p:cNvSpPr>
          <p:nvPr/>
        </p:nvSpPr>
        <p:spPr>
          <a:xfrm>
            <a:off x="5946917" y="6314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91409E4-8BC4-6E62-5E58-CF94709D1ECD}"/>
              </a:ext>
            </a:extLst>
          </p:cNvPr>
          <p:cNvSpPr>
            <a:spLocks/>
          </p:cNvSpPr>
          <p:nvPr/>
        </p:nvSpPr>
        <p:spPr>
          <a:xfrm>
            <a:off x="5946917" y="6307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73827148-E4EC-B957-3307-2B8275725D92}"/>
              </a:ext>
            </a:extLst>
          </p:cNvPr>
          <p:cNvSpPr>
            <a:spLocks/>
          </p:cNvSpPr>
          <p:nvPr/>
        </p:nvSpPr>
        <p:spPr>
          <a:xfrm>
            <a:off x="5946917" y="6300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AD52BBFC-E302-24B0-777C-4E23D0BC0484}"/>
              </a:ext>
            </a:extLst>
          </p:cNvPr>
          <p:cNvSpPr>
            <a:spLocks/>
          </p:cNvSpPr>
          <p:nvPr/>
        </p:nvSpPr>
        <p:spPr>
          <a:xfrm>
            <a:off x="5946917" y="6292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9A362501-DEFA-42E7-4C18-23F74E1BDA80}"/>
              </a:ext>
            </a:extLst>
          </p:cNvPr>
          <p:cNvSpPr>
            <a:spLocks/>
          </p:cNvSpPr>
          <p:nvPr/>
        </p:nvSpPr>
        <p:spPr>
          <a:xfrm>
            <a:off x="5946917" y="6285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E6583A10-21C7-8F13-1DD5-22DC785DD97F}"/>
              </a:ext>
            </a:extLst>
          </p:cNvPr>
          <p:cNvSpPr>
            <a:spLocks/>
          </p:cNvSpPr>
          <p:nvPr/>
        </p:nvSpPr>
        <p:spPr>
          <a:xfrm>
            <a:off x="5946917" y="6278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2ABA3FF-4179-80C8-1B95-BBCAACC2DFA9}"/>
              </a:ext>
            </a:extLst>
          </p:cNvPr>
          <p:cNvSpPr>
            <a:spLocks/>
          </p:cNvSpPr>
          <p:nvPr/>
        </p:nvSpPr>
        <p:spPr>
          <a:xfrm>
            <a:off x="5946917" y="6270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6A88C4FF-339F-99FF-B6A5-580E8878D2FE}"/>
              </a:ext>
            </a:extLst>
          </p:cNvPr>
          <p:cNvSpPr>
            <a:spLocks/>
          </p:cNvSpPr>
          <p:nvPr/>
        </p:nvSpPr>
        <p:spPr>
          <a:xfrm>
            <a:off x="5946917" y="6263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7398F129-AE20-4AC3-A287-2395EED82609}"/>
              </a:ext>
            </a:extLst>
          </p:cNvPr>
          <p:cNvSpPr>
            <a:spLocks/>
          </p:cNvSpPr>
          <p:nvPr/>
        </p:nvSpPr>
        <p:spPr>
          <a:xfrm>
            <a:off x="5946917" y="6256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95CD02F6-1A3D-43AE-D5F9-8341CF29738B}"/>
              </a:ext>
            </a:extLst>
          </p:cNvPr>
          <p:cNvSpPr>
            <a:spLocks/>
          </p:cNvSpPr>
          <p:nvPr/>
        </p:nvSpPr>
        <p:spPr>
          <a:xfrm>
            <a:off x="5946917" y="6248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EA8A6A50-A781-A9E1-B987-9848D88813E3}"/>
              </a:ext>
            </a:extLst>
          </p:cNvPr>
          <p:cNvSpPr>
            <a:spLocks/>
          </p:cNvSpPr>
          <p:nvPr/>
        </p:nvSpPr>
        <p:spPr>
          <a:xfrm>
            <a:off x="5946917" y="6241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69C0A1F3-7DF8-05DE-3B4D-2343A49F335F}"/>
              </a:ext>
            </a:extLst>
          </p:cNvPr>
          <p:cNvSpPr>
            <a:spLocks/>
          </p:cNvSpPr>
          <p:nvPr/>
        </p:nvSpPr>
        <p:spPr>
          <a:xfrm>
            <a:off x="5946917" y="6234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9A1B7F6B-9F12-05AC-62D7-7EB319553F39}"/>
              </a:ext>
            </a:extLst>
          </p:cNvPr>
          <p:cNvSpPr>
            <a:spLocks/>
          </p:cNvSpPr>
          <p:nvPr/>
        </p:nvSpPr>
        <p:spPr>
          <a:xfrm>
            <a:off x="5946917" y="6227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9F8BA313-3BC3-3045-8A10-AF814C59BFD2}"/>
              </a:ext>
            </a:extLst>
          </p:cNvPr>
          <p:cNvSpPr>
            <a:spLocks/>
          </p:cNvSpPr>
          <p:nvPr/>
        </p:nvSpPr>
        <p:spPr>
          <a:xfrm>
            <a:off x="5946917" y="6219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503C1333-E83D-5240-928E-65F1D849481E}"/>
              </a:ext>
            </a:extLst>
          </p:cNvPr>
          <p:cNvSpPr>
            <a:spLocks/>
          </p:cNvSpPr>
          <p:nvPr/>
        </p:nvSpPr>
        <p:spPr>
          <a:xfrm>
            <a:off x="5946917" y="6212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866FA769-7B87-6EB1-4AA2-4888727F3356}"/>
              </a:ext>
            </a:extLst>
          </p:cNvPr>
          <p:cNvSpPr>
            <a:spLocks/>
          </p:cNvSpPr>
          <p:nvPr/>
        </p:nvSpPr>
        <p:spPr>
          <a:xfrm>
            <a:off x="5946917" y="6205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FA15EBD5-415B-E994-6303-D22A39986793}"/>
              </a:ext>
            </a:extLst>
          </p:cNvPr>
          <p:cNvSpPr>
            <a:spLocks/>
          </p:cNvSpPr>
          <p:nvPr/>
        </p:nvSpPr>
        <p:spPr>
          <a:xfrm>
            <a:off x="5946917" y="6197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EDF9D77C-CB96-11F7-11E2-4FC53C31036C}"/>
              </a:ext>
            </a:extLst>
          </p:cNvPr>
          <p:cNvSpPr>
            <a:spLocks/>
          </p:cNvSpPr>
          <p:nvPr/>
        </p:nvSpPr>
        <p:spPr>
          <a:xfrm>
            <a:off x="5946917" y="6190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E456B2E0-B5EE-D916-E551-F11B644B8E2F}"/>
              </a:ext>
            </a:extLst>
          </p:cNvPr>
          <p:cNvSpPr>
            <a:spLocks/>
          </p:cNvSpPr>
          <p:nvPr/>
        </p:nvSpPr>
        <p:spPr>
          <a:xfrm>
            <a:off x="5946917" y="6183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15672826-E163-DD88-64FF-93B144263D59}"/>
              </a:ext>
            </a:extLst>
          </p:cNvPr>
          <p:cNvSpPr>
            <a:spLocks/>
          </p:cNvSpPr>
          <p:nvPr/>
        </p:nvSpPr>
        <p:spPr>
          <a:xfrm>
            <a:off x="5946917" y="6175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411A2EDD-78D7-0B62-659E-6977EC407753}"/>
              </a:ext>
            </a:extLst>
          </p:cNvPr>
          <p:cNvSpPr>
            <a:spLocks/>
          </p:cNvSpPr>
          <p:nvPr/>
        </p:nvSpPr>
        <p:spPr>
          <a:xfrm>
            <a:off x="5946917" y="6168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A576B947-F8A4-1C7D-07C4-C389A6CCB12E}"/>
              </a:ext>
            </a:extLst>
          </p:cNvPr>
          <p:cNvSpPr>
            <a:spLocks/>
          </p:cNvSpPr>
          <p:nvPr/>
        </p:nvSpPr>
        <p:spPr>
          <a:xfrm>
            <a:off x="5946917" y="6161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F63E6A82-53DB-5487-6D5D-9CCDA61B03A3}"/>
              </a:ext>
            </a:extLst>
          </p:cNvPr>
          <p:cNvSpPr>
            <a:spLocks/>
          </p:cNvSpPr>
          <p:nvPr/>
        </p:nvSpPr>
        <p:spPr>
          <a:xfrm>
            <a:off x="5946917" y="6153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BB42BAE3-6243-8F9B-A116-18555617F50D}"/>
              </a:ext>
            </a:extLst>
          </p:cNvPr>
          <p:cNvSpPr>
            <a:spLocks/>
          </p:cNvSpPr>
          <p:nvPr/>
        </p:nvSpPr>
        <p:spPr>
          <a:xfrm>
            <a:off x="5946917" y="6146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1DB6394A-9647-DCC8-4B43-F1274D671C6D}"/>
              </a:ext>
            </a:extLst>
          </p:cNvPr>
          <p:cNvSpPr>
            <a:spLocks/>
          </p:cNvSpPr>
          <p:nvPr/>
        </p:nvSpPr>
        <p:spPr>
          <a:xfrm>
            <a:off x="5946917" y="6139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12446D2E-A377-8299-647E-D0742281DD6B}"/>
              </a:ext>
            </a:extLst>
          </p:cNvPr>
          <p:cNvSpPr>
            <a:spLocks/>
          </p:cNvSpPr>
          <p:nvPr/>
        </p:nvSpPr>
        <p:spPr>
          <a:xfrm>
            <a:off x="5946917" y="6131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01F7A14D-FEFD-AE7D-2C98-E92F80774A14}"/>
              </a:ext>
            </a:extLst>
          </p:cNvPr>
          <p:cNvSpPr>
            <a:spLocks/>
          </p:cNvSpPr>
          <p:nvPr/>
        </p:nvSpPr>
        <p:spPr>
          <a:xfrm>
            <a:off x="5946917" y="6124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95194863-A3C4-D826-B5A0-8FA2C08387DF}"/>
              </a:ext>
            </a:extLst>
          </p:cNvPr>
          <p:cNvSpPr>
            <a:spLocks/>
          </p:cNvSpPr>
          <p:nvPr/>
        </p:nvSpPr>
        <p:spPr>
          <a:xfrm>
            <a:off x="5946917" y="6117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BE514B88-8DCF-31FA-17DB-3582BAA2460F}"/>
              </a:ext>
            </a:extLst>
          </p:cNvPr>
          <p:cNvSpPr>
            <a:spLocks/>
          </p:cNvSpPr>
          <p:nvPr/>
        </p:nvSpPr>
        <p:spPr>
          <a:xfrm>
            <a:off x="5946917" y="6109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6E4407FE-DD6C-F66D-E907-01DF8D5999E3}"/>
              </a:ext>
            </a:extLst>
          </p:cNvPr>
          <p:cNvSpPr>
            <a:spLocks/>
          </p:cNvSpPr>
          <p:nvPr/>
        </p:nvSpPr>
        <p:spPr>
          <a:xfrm>
            <a:off x="5946917" y="6102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E9BA718E-BB70-5F76-90CC-FDBD5816A53A}"/>
              </a:ext>
            </a:extLst>
          </p:cNvPr>
          <p:cNvSpPr>
            <a:spLocks/>
          </p:cNvSpPr>
          <p:nvPr/>
        </p:nvSpPr>
        <p:spPr>
          <a:xfrm>
            <a:off x="5946917" y="6095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72A07503-24A7-61DA-87EE-5895562B6001}"/>
              </a:ext>
            </a:extLst>
          </p:cNvPr>
          <p:cNvSpPr>
            <a:spLocks/>
          </p:cNvSpPr>
          <p:nvPr/>
        </p:nvSpPr>
        <p:spPr>
          <a:xfrm>
            <a:off x="5946917" y="6087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54446A5F-1728-CE83-F285-94FB1A3A4739}"/>
              </a:ext>
            </a:extLst>
          </p:cNvPr>
          <p:cNvSpPr>
            <a:spLocks/>
          </p:cNvSpPr>
          <p:nvPr/>
        </p:nvSpPr>
        <p:spPr>
          <a:xfrm>
            <a:off x="5946917" y="6080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E8F7B4FE-E097-9DD8-45AE-0D2032241136}"/>
              </a:ext>
            </a:extLst>
          </p:cNvPr>
          <p:cNvSpPr>
            <a:spLocks/>
          </p:cNvSpPr>
          <p:nvPr/>
        </p:nvSpPr>
        <p:spPr>
          <a:xfrm>
            <a:off x="5946917" y="6073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8B9BB37F-5F53-CCE3-953A-A16E3AD074DB}"/>
              </a:ext>
            </a:extLst>
          </p:cNvPr>
          <p:cNvSpPr>
            <a:spLocks/>
          </p:cNvSpPr>
          <p:nvPr/>
        </p:nvSpPr>
        <p:spPr>
          <a:xfrm>
            <a:off x="5946917" y="6065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97D81CB5-BD4C-B219-FF52-8B4BC806A04E}"/>
              </a:ext>
            </a:extLst>
          </p:cNvPr>
          <p:cNvSpPr>
            <a:spLocks/>
          </p:cNvSpPr>
          <p:nvPr/>
        </p:nvSpPr>
        <p:spPr>
          <a:xfrm>
            <a:off x="5946917" y="6058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2CABB841-A0E7-51C6-3722-42E20B6CC7D7}"/>
              </a:ext>
            </a:extLst>
          </p:cNvPr>
          <p:cNvSpPr>
            <a:spLocks/>
          </p:cNvSpPr>
          <p:nvPr/>
        </p:nvSpPr>
        <p:spPr>
          <a:xfrm>
            <a:off x="5946917" y="6051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0BA92B18-D570-9932-14A5-39A3B2C1BA03}"/>
              </a:ext>
            </a:extLst>
          </p:cNvPr>
          <p:cNvSpPr>
            <a:spLocks/>
          </p:cNvSpPr>
          <p:nvPr/>
        </p:nvSpPr>
        <p:spPr>
          <a:xfrm>
            <a:off x="5946917" y="6043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0A1C40A1-A450-35B9-0D11-EFBF601419F1}"/>
              </a:ext>
            </a:extLst>
          </p:cNvPr>
          <p:cNvSpPr>
            <a:spLocks/>
          </p:cNvSpPr>
          <p:nvPr/>
        </p:nvSpPr>
        <p:spPr>
          <a:xfrm>
            <a:off x="5946917" y="6036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C100E13-D5A8-F804-6880-E6C442E93F3A}"/>
              </a:ext>
            </a:extLst>
          </p:cNvPr>
          <p:cNvSpPr>
            <a:spLocks/>
          </p:cNvSpPr>
          <p:nvPr/>
        </p:nvSpPr>
        <p:spPr>
          <a:xfrm>
            <a:off x="5946917" y="6029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F32E18C7-C6FC-263B-0C07-C039B102D895}"/>
              </a:ext>
            </a:extLst>
          </p:cNvPr>
          <p:cNvSpPr>
            <a:spLocks/>
          </p:cNvSpPr>
          <p:nvPr/>
        </p:nvSpPr>
        <p:spPr>
          <a:xfrm>
            <a:off x="5946917" y="6022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3BCCF0E2-0F17-F594-1EF4-FBF58AA5D85E}"/>
              </a:ext>
            </a:extLst>
          </p:cNvPr>
          <p:cNvSpPr>
            <a:spLocks/>
          </p:cNvSpPr>
          <p:nvPr/>
        </p:nvSpPr>
        <p:spPr>
          <a:xfrm>
            <a:off x="5946917" y="6014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DE4DDBDA-1152-E12C-5238-F8075B94C7B8}"/>
              </a:ext>
            </a:extLst>
          </p:cNvPr>
          <p:cNvSpPr>
            <a:spLocks/>
          </p:cNvSpPr>
          <p:nvPr/>
        </p:nvSpPr>
        <p:spPr>
          <a:xfrm>
            <a:off x="5946917" y="6007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A8288F44-9C64-207A-3FB6-35EF7AA366B4}"/>
              </a:ext>
            </a:extLst>
          </p:cNvPr>
          <p:cNvSpPr>
            <a:spLocks/>
          </p:cNvSpPr>
          <p:nvPr/>
        </p:nvSpPr>
        <p:spPr>
          <a:xfrm>
            <a:off x="5946917" y="6000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8798AF4-01F2-76BC-8AAF-1674EC126908}"/>
              </a:ext>
            </a:extLst>
          </p:cNvPr>
          <p:cNvSpPr>
            <a:spLocks/>
          </p:cNvSpPr>
          <p:nvPr/>
        </p:nvSpPr>
        <p:spPr>
          <a:xfrm>
            <a:off x="5946917" y="5992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6896AC1B-DAE1-3246-300E-E1831085A249}"/>
              </a:ext>
            </a:extLst>
          </p:cNvPr>
          <p:cNvSpPr>
            <a:spLocks/>
          </p:cNvSpPr>
          <p:nvPr/>
        </p:nvSpPr>
        <p:spPr>
          <a:xfrm>
            <a:off x="5946917" y="5985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79C3F396-565B-EA90-208E-7E5DA2A8433D}"/>
              </a:ext>
            </a:extLst>
          </p:cNvPr>
          <p:cNvSpPr>
            <a:spLocks/>
          </p:cNvSpPr>
          <p:nvPr/>
        </p:nvSpPr>
        <p:spPr>
          <a:xfrm>
            <a:off x="5946917" y="5978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137E7E-FED4-6467-403D-DA03C3C8B1DB}"/>
              </a:ext>
            </a:extLst>
          </p:cNvPr>
          <p:cNvSpPr>
            <a:spLocks/>
          </p:cNvSpPr>
          <p:nvPr/>
        </p:nvSpPr>
        <p:spPr>
          <a:xfrm>
            <a:off x="5946917" y="5970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15514C36-0880-1623-25AC-5F62BC093885}"/>
              </a:ext>
            </a:extLst>
          </p:cNvPr>
          <p:cNvSpPr>
            <a:spLocks/>
          </p:cNvSpPr>
          <p:nvPr/>
        </p:nvSpPr>
        <p:spPr>
          <a:xfrm>
            <a:off x="5946917" y="5963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184FFBAB-DDA8-2FD6-F0DE-BF8A04BC9855}"/>
              </a:ext>
            </a:extLst>
          </p:cNvPr>
          <p:cNvSpPr>
            <a:spLocks/>
          </p:cNvSpPr>
          <p:nvPr/>
        </p:nvSpPr>
        <p:spPr>
          <a:xfrm>
            <a:off x="5946917" y="5956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0BC75E35-7A5B-9C87-52FC-02E8639CC144}"/>
              </a:ext>
            </a:extLst>
          </p:cNvPr>
          <p:cNvSpPr>
            <a:spLocks/>
          </p:cNvSpPr>
          <p:nvPr/>
        </p:nvSpPr>
        <p:spPr>
          <a:xfrm>
            <a:off x="5946917" y="5948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A9BB11A9-176C-4CF5-EBE0-36F6FFC2BD3C}"/>
              </a:ext>
            </a:extLst>
          </p:cNvPr>
          <p:cNvSpPr>
            <a:spLocks/>
          </p:cNvSpPr>
          <p:nvPr/>
        </p:nvSpPr>
        <p:spPr>
          <a:xfrm>
            <a:off x="5946917" y="5941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0CAECE27-1203-5809-9A3E-BD10405E7333}"/>
              </a:ext>
            </a:extLst>
          </p:cNvPr>
          <p:cNvSpPr>
            <a:spLocks/>
          </p:cNvSpPr>
          <p:nvPr/>
        </p:nvSpPr>
        <p:spPr>
          <a:xfrm>
            <a:off x="5946917" y="5934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51811969-BC04-EE3A-E561-09C2E1EEC1FF}"/>
              </a:ext>
            </a:extLst>
          </p:cNvPr>
          <p:cNvSpPr>
            <a:spLocks/>
          </p:cNvSpPr>
          <p:nvPr/>
        </p:nvSpPr>
        <p:spPr>
          <a:xfrm>
            <a:off x="5946917" y="5926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3F6BDFDE-1352-EC0C-F5CD-EA1D44A6E276}"/>
              </a:ext>
            </a:extLst>
          </p:cNvPr>
          <p:cNvSpPr>
            <a:spLocks/>
          </p:cNvSpPr>
          <p:nvPr/>
        </p:nvSpPr>
        <p:spPr>
          <a:xfrm>
            <a:off x="5946917" y="5919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8BCCCE6A-CFC2-5156-DE15-62DC9D5CF91B}"/>
              </a:ext>
            </a:extLst>
          </p:cNvPr>
          <p:cNvSpPr>
            <a:spLocks/>
          </p:cNvSpPr>
          <p:nvPr/>
        </p:nvSpPr>
        <p:spPr>
          <a:xfrm>
            <a:off x="5946917" y="5912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D738A593-DBD9-C9E0-2208-47436537DBE0}"/>
              </a:ext>
            </a:extLst>
          </p:cNvPr>
          <p:cNvSpPr>
            <a:spLocks/>
          </p:cNvSpPr>
          <p:nvPr/>
        </p:nvSpPr>
        <p:spPr>
          <a:xfrm>
            <a:off x="5946917" y="5904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8E2BAFA5-F72D-31B2-9D68-E397FDDC50ED}"/>
              </a:ext>
            </a:extLst>
          </p:cNvPr>
          <p:cNvSpPr>
            <a:spLocks/>
          </p:cNvSpPr>
          <p:nvPr/>
        </p:nvSpPr>
        <p:spPr>
          <a:xfrm>
            <a:off x="5946917" y="5897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DEB4E626-E1A2-5643-0240-8332DDC6B14E}"/>
              </a:ext>
            </a:extLst>
          </p:cNvPr>
          <p:cNvSpPr>
            <a:spLocks/>
          </p:cNvSpPr>
          <p:nvPr/>
        </p:nvSpPr>
        <p:spPr>
          <a:xfrm>
            <a:off x="5946917" y="5890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5D6A8B82-606C-81F9-1648-11AD13DF66A2}"/>
              </a:ext>
            </a:extLst>
          </p:cNvPr>
          <p:cNvSpPr>
            <a:spLocks/>
          </p:cNvSpPr>
          <p:nvPr/>
        </p:nvSpPr>
        <p:spPr>
          <a:xfrm>
            <a:off x="5946917" y="5882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225D6CEB-CF59-AE3B-B885-A4D3FAA16EB2}"/>
              </a:ext>
            </a:extLst>
          </p:cNvPr>
          <p:cNvSpPr>
            <a:spLocks/>
          </p:cNvSpPr>
          <p:nvPr/>
        </p:nvSpPr>
        <p:spPr>
          <a:xfrm>
            <a:off x="5946917" y="5875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C1150FA8-06A1-4D39-8DB3-5917FFF05123}"/>
              </a:ext>
            </a:extLst>
          </p:cNvPr>
          <p:cNvSpPr>
            <a:spLocks/>
          </p:cNvSpPr>
          <p:nvPr/>
        </p:nvSpPr>
        <p:spPr>
          <a:xfrm>
            <a:off x="5946917" y="5868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CF7C08A7-DB38-AE96-A738-C0FFAD18B108}"/>
              </a:ext>
            </a:extLst>
          </p:cNvPr>
          <p:cNvSpPr>
            <a:spLocks/>
          </p:cNvSpPr>
          <p:nvPr/>
        </p:nvSpPr>
        <p:spPr>
          <a:xfrm>
            <a:off x="5946917" y="5860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010BF865-C3CE-D764-305D-582CA881525E}"/>
              </a:ext>
            </a:extLst>
          </p:cNvPr>
          <p:cNvSpPr>
            <a:spLocks/>
          </p:cNvSpPr>
          <p:nvPr/>
        </p:nvSpPr>
        <p:spPr>
          <a:xfrm>
            <a:off x="5946917" y="5853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536FB8D1-8D09-3E0A-796B-965E3FE99C5C}"/>
              </a:ext>
            </a:extLst>
          </p:cNvPr>
          <p:cNvSpPr>
            <a:spLocks/>
          </p:cNvSpPr>
          <p:nvPr/>
        </p:nvSpPr>
        <p:spPr>
          <a:xfrm>
            <a:off x="5946917" y="5846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2781E240-9169-CA3F-3318-26C4EEA5839C}"/>
              </a:ext>
            </a:extLst>
          </p:cNvPr>
          <p:cNvSpPr>
            <a:spLocks/>
          </p:cNvSpPr>
          <p:nvPr/>
        </p:nvSpPr>
        <p:spPr>
          <a:xfrm>
            <a:off x="5946917" y="5838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9386DE64-3324-99D1-6ACF-C17748B5F52F}"/>
              </a:ext>
            </a:extLst>
          </p:cNvPr>
          <p:cNvSpPr>
            <a:spLocks/>
          </p:cNvSpPr>
          <p:nvPr/>
        </p:nvSpPr>
        <p:spPr>
          <a:xfrm>
            <a:off x="5946917" y="5831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D035620A-4477-E46D-D077-6939272B85BF}"/>
              </a:ext>
            </a:extLst>
          </p:cNvPr>
          <p:cNvSpPr>
            <a:spLocks/>
          </p:cNvSpPr>
          <p:nvPr/>
        </p:nvSpPr>
        <p:spPr>
          <a:xfrm>
            <a:off x="5946917" y="5824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1B56247A-6EBE-F577-4664-DC8D36789099}"/>
              </a:ext>
            </a:extLst>
          </p:cNvPr>
          <p:cNvSpPr>
            <a:spLocks/>
          </p:cNvSpPr>
          <p:nvPr/>
        </p:nvSpPr>
        <p:spPr>
          <a:xfrm>
            <a:off x="5946917" y="5817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C88A26AF-07A3-0774-EB30-58C41BE1EF6C}"/>
              </a:ext>
            </a:extLst>
          </p:cNvPr>
          <p:cNvSpPr>
            <a:spLocks/>
          </p:cNvSpPr>
          <p:nvPr/>
        </p:nvSpPr>
        <p:spPr>
          <a:xfrm>
            <a:off x="5946917" y="5809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3323EAA0-F59B-4F09-80E4-B0DE75546D46}"/>
              </a:ext>
            </a:extLst>
          </p:cNvPr>
          <p:cNvSpPr>
            <a:spLocks/>
          </p:cNvSpPr>
          <p:nvPr/>
        </p:nvSpPr>
        <p:spPr>
          <a:xfrm>
            <a:off x="5946917" y="5802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E07AE7C0-C9DF-FC56-B79A-866EA6379901}"/>
              </a:ext>
            </a:extLst>
          </p:cNvPr>
          <p:cNvSpPr>
            <a:spLocks/>
          </p:cNvSpPr>
          <p:nvPr/>
        </p:nvSpPr>
        <p:spPr>
          <a:xfrm>
            <a:off x="5946917" y="5795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D40E90EA-35FC-5743-9265-8CEDC281397A}"/>
              </a:ext>
            </a:extLst>
          </p:cNvPr>
          <p:cNvSpPr>
            <a:spLocks/>
          </p:cNvSpPr>
          <p:nvPr/>
        </p:nvSpPr>
        <p:spPr>
          <a:xfrm>
            <a:off x="5946917" y="5787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F54E2906-A55D-D8CE-BA74-B50FA84BD746}"/>
              </a:ext>
            </a:extLst>
          </p:cNvPr>
          <p:cNvSpPr>
            <a:spLocks/>
          </p:cNvSpPr>
          <p:nvPr/>
        </p:nvSpPr>
        <p:spPr>
          <a:xfrm>
            <a:off x="5946917" y="5780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FF78E89D-CB48-1FFC-C0E9-DD32B479714D}"/>
              </a:ext>
            </a:extLst>
          </p:cNvPr>
          <p:cNvSpPr>
            <a:spLocks/>
          </p:cNvSpPr>
          <p:nvPr/>
        </p:nvSpPr>
        <p:spPr>
          <a:xfrm>
            <a:off x="5946917" y="5773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B5D81644-C885-1842-7111-5AAC54BD7633}"/>
              </a:ext>
            </a:extLst>
          </p:cNvPr>
          <p:cNvSpPr>
            <a:spLocks/>
          </p:cNvSpPr>
          <p:nvPr/>
        </p:nvSpPr>
        <p:spPr>
          <a:xfrm>
            <a:off x="5946917" y="5765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FAC99112-50A8-1756-5448-15C171E52B95}"/>
              </a:ext>
            </a:extLst>
          </p:cNvPr>
          <p:cNvSpPr>
            <a:spLocks/>
          </p:cNvSpPr>
          <p:nvPr/>
        </p:nvSpPr>
        <p:spPr>
          <a:xfrm>
            <a:off x="5946917" y="5758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BAECA8CD-50B9-4B21-249F-23D67ED709CA}"/>
              </a:ext>
            </a:extLst>
          </p:cNvPr>
          <p:cNvSpPr>
            <a:spLocks/>
          </p:cNvSpPr>
          <p:nvPr/>
        </p:nvSpPr>
        <p:spPr>
          <a:xfrm>
            <a:off x="5946917" y="5751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4AA9159-9A16-1B0C-5E7C-DC9BAE2D42EB}"/>
              </a:ext>
            </a:extLst>
          </p:cNvPr>
          <p:cNvSpPr>
            <a:spLocks/>
          </p:cNvSpPr>
          <p:nvPr/>
        </p:nvSpPr>
        <p:spPr>
          <a:xfrm>
            <a:off x="5946917" y="5743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1533F306-9D79-05B8-A1B0-7D9D7917878D}"/>
              </a:ext>
            </a:extLst>
          </p:cNvPr>
          <p:cNvSpPr>
            <a:spLocks/>
          </p:cNvSpPr>
          <p:nvPr/>
        </p:nvSpPr>
        <p:spPr>
          <a:xfrm>
            <a:off x="5946917" y="5736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3C5795ED-A8A1-7611-5E9E-6E2E3869C9BC}"/>
              </a:ext>
            </a:extLst>
          </p:cNvPr>
          <p:cNvSpPr>
            <a:spLocks/>
          </p:cNvSpPr>
          <p:nvPr/>
        </p:nvSpPr>
        <p:spPr>
          <a:xfrm>
            <a:off x="5946917" y="5729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CF3092EC-DFAA-7804-2FA0-3758769FF880}"/>
              </a:ext>
            </a:extLst>
          </p:cNvPr>
          <p:cNvSpPr>
            <a:spLocks/>
          </p:cNvSpPr>
          <p:nvPr/>
        </p:nvSpPr>
        <p:spPr>
          <a:xfrm>
            <a:off x="5946917" y="5721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F6BE448A-FD4C-A9C0-1AA3-8007F1445F5F}"/>
              </a:ext>
            </a:extLst>
          </p:cNvPr>
          <p:cNvSpPr>
            <a:spLocks/>
          </p:cNvSpPr>
          <p:nvPr/>
        </p:nvSpPr>
        <p:spPr>
          <a:xfrm>
            <a:off x="5946917" y="57145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988C321E-AED7-A71B-06DA-228D098EF4D0}"/>
              </a:ext>
            </a:extLst>
          </p:cNvPr>
          <p:cNvSpPr>
            <a:spLocks/>
          </p:cNvSpPr>
          <p:nvPr/>
        </p:nvSpPr>
        <p:spPr>
          <a:xfrm>
            <a:off x="5946917" y="57071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0EC4CC48-BB90-FE41-84A3-8C7BA99993FB}"/>
              </a:ext>
            </a:extLst>
          </p:cNvPr>
          <p:cNvSpPr>
            <a:spLocks/>
          </p:cNvSpPr>
          <p:nvPr/>
        </p:nvSpPr>
        <p:spPr>
          <a:xfrm>
            <a:off x="5946917" y="56998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0C316AA7-7ED4-251F-79EF-BD39C887DB53}"/>
              </a:ext>
            </a:extLst>
          </p:cNvPr>
          <p:cNvSpPr>
            <a:spLocks/>
          </p:cNvSpPr>
          <p:nvPr/>
        </p:nvSpPr>
        <p:spPr>
          <a:xfrm>
            <a:off x="5946917" y="5692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F3802791-BD28-45E7-3BEC-A25C45F91682}"/>
              </a:ext>
            </a:extLst>
          </p:cNvPr>
          <p:cNvSpPr>
            <a:spLocks/>
          </p:cNvSpPr>
          <p:nvPr/>
        </p:nvSpPr>
        <p:spPr>
          <a:xfrm>
            <a:off x="5946917" y="5685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3200A534-B699-7514-71DF-4DD728CA538C}"/>
              </a:ext>
            </a:extLst>
          </p:cNvPr>
          <p:cNvSpPr>
            <a:spLocks/>
          </p:cNvSpPr>
          <p:nvPr/>
        </p:nvSpPr>
        <p:spPr>
          <a:xfrm>
            <a:off x="5946917" y="5677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9423B477-0033-DD1D-A58C-AC62750678CF}"/>
              </a:ext>
            </a:extLst>
          </p:cNvPr>
          <p:cNvSpPr>
            <a:spLocks/>
          </p:cNvSpPr>
          <p:nvPr/>
        </p:nvSpPr>
        <p:spPr>
          <a:xfrm>
            <a:off x="5946917" y="56705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C75181EE-E10B-397C-7E9C-6C4CE4098407}"/>
              </a:ext>
            </a:extLst>
          </p:cNvPr>
          <p:cNvSpPr>
            <a:spLocks/>
          </p:cNvSpPr>
          <p:nvPr/>
        </p:nvSpPr>
        <p:spPr>
          <a:xfrm>
            <a:off x="5946917" y="56632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EBB7EF64-7D8C-E7BF-C43E-14CF4C11ADDB}"/>
              </a:ext>
            </a:extLst>
          </p:cNvPr>
          <p:cNvSpPr>
            <a:spLocks/>
          </p:cNvSpPr>
          <p:nvPr/>
        </p:nvSpPr>
        <p:spPr>
          <a:xfrm>
            <a:off x="5946917" y="5655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769FB480-E254-02B4-5B38-2A57DA2FDCC0}"/>
              </a:ext>
            </a:extLst>
          </p:cNvPr>
          <p:cNvSpPr>
            <a:spLocks/>
          </p:cNvSpPr>
          <p:nvPr/>
        </p:nvSpPr>
        <p:spPr>
          <a:xfrm>
            <a:off x="5946917" y="5648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827F4BA7-278E-F9DA-CE3F-2DF8DAAFB722}"/>
              </a:ext>
            </a:extLst>
          </p:cNvPr>
          <p:cNvSpPr>
            <a:spLocks/>
          </p:cNvSpPr>
          <p:nvPr/>
        </p:nvSpPr>
        <p:spPr>
          <a:xfrm>
            <a:off x="5946917" y="5641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9A3A3BC2-F285-BBD1-A3C5-2486781B9DE0}"/>
              </a:ext>
            </a:extLst>
          </p:cNvPr>
          <p:cNvSpPr>
            <a:spLocks/>
          </p:cNvSpPr>
          <p:nvPr/>
        </p:nvSpPr>
        <p:spPr>
          <a:xfrm>
            <a:off x="5946917" y="56339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33A5EE5F-4065-E41C-BEE9-B6B918EF6189}"/>
              </a:ext>
            </a:extLst>
          </p:cNvPr>
          <p:cNvSpPr>
            <a:spLocks/>
          </p:cNvSpPr>
          <p:nvPr/>
        </p:nvSpPr>
        <p:spPr>
          <a:xfrm>
            <a:off x="5946917" y="56266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38170509-36A3-6774-732E-9F8CB1F8B227}"/>
              </a:ext>
            </a:extLst>
          </p:cNvPr>
          <p:cNvSpPr>
            <a:spLocks/>
          </p:cNvSpPr>
          <p:nvPr/>
        </p:nvSpPr>
        <p:spPr>
          <a:xfrm>
            <a:off x="5946917" y="5619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4D55E9C4-CD2E-4071-B5F4-193131F4A84B}"/>
              </a:ext>
            </a:extLst>
          </p:cNvPr>
          <p:cNvSpPr>
            <a:spLocks/>
          </p:cNvSpPr>
          <p:nvPr/>
        </p:nvSpPr>
        <p:spPr>
          <a:xfrm>
            <a:off x="5946917" y="5612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C3751654-F3D9-7D2A-12F3-2C834DE4AC63}"/>
              </a:ext>
            </a:extLst>
          </p:cNvPr>
          <p:cNvSpPr>
            <a:spLocks/>
          </p:cNvSpPr>
          <p:nvPr/>
        </p:nvSpPr>
        <p:spPr>
          <a:xfrm>
            <a:off x="5946917" y="5604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EE580189-45F0-D2BA-4342-6CA53EB4C68B}"/>
              </a:ext>
            </a:extLst>
          </p:cNvPr>
          <p:cNvSpPr>
            <a:spLocks/>
          </p:cNvSpPr>
          <p:nvPr/>
        </p:nvSpPr>
        <p:spPr>
          <a:xfrm>
            <a:off x="5946917" y="55973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90BECAAD-BA4F-BBDE-CFFE-6B12C7BBB87B}"/>
              </a:ext>
            </a:extLst>
          </p:cNvPr>
          <p:cNvSpPr>
            <a:spLocks/>
          </p:cNvSpPr>
          <p:nvPr/>
        </p:nvSpPr>
        <p:spPr>
          <a:xfrm>
            <a:off x="5946917" y="55900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0CEB2C19-A766-B9D1-297B-A7F2FECD694E}"/>
              </a:ext>
            </a:extLst>
          </p:cNvPr>
          <p:cNvSpPr>
            <a:spLocks/>
          </p:cNvSpPr>
          <p:nvPr/>
        </p:nvSpPr>
        <p:spPr>
          <a:xfrm>
            <a:off x="5946917" y="55827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F0D68983-B35C-2535-6F21-4F381A811E73}"/>
              </a:ext>
            </a:extLst>
          </p:cNvPr>
          <p:cNvSpPr>
            <a:spLocks/>
          </p:cNvSpPr>
          <p:nvPr/>
        </p:nvSpPr>
        <p:spPr>
          <a:xfrm>
            <a:off x="5946917" y="5575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3E2BF706-DEDB-C537-200A-17732AC00828}"/>
              </a:ext>
            </a:extLst>
          </p:cNvPr>
          <p:cNvSpPr>
            <a:spLocks/>
          </p:cNvSpPr>
          <p:nvPr/>
        </p:nvSpPr>
        <p:spPr>
          <a:xfrm>
            <a:off x="5946917" y="5568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C0993DD9-E2A2-F441-5F82-5F0AE3FD3DF7}"/>
              </a:ext>
            </a:extLst>
          </p:cNvPr>
          <p:cNvSpPr>
            <a:spLocks/>
          </p:cNvSpPr>
          <p:nvPr/>
        </p:nvSpPr>
        <p:spPr>
          <a:xfrm>
            <a:off x="5946917" y="5560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642DC284-B8D1-5B98-4AEF-32992F148976}"/>
              </a:ext>
            </a:extLst>
          </p:cNvPr>
          <p:cNvSpPr>
            <a:spLocks/>
          </p:cNvSpPr>
          <p:nvPr/>
        </p:nvSpPr>
        <p:spPr>
          <a:xfrm>
            <a:off x="5946917" y="55534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A4DDC99D-4592-8516-8432-DB5577EFE0E0}"/>
              </a:ext>
            </a:extLst>
          </p:cNvPr>
          <p:cNvSpPr>
            <a:spLocks/>
          </p:cNvSpPr>
          <p:nvPr/>
        </p:nvSpPr>
        <p:spPr>
          <a:xfrm>
            <a:off x="5946917" y="55461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CA3966EC-331D-18CF-A386-2F4CFBBD9ECE}"/>
              </a:ext>
            </a:extLst>
          </p:cNvPr>
          <p:cNvSpPr>
            <a:spLocks/>
          </p:cNvSpPr>
          <p:nvPr/>
        </p:nvSpPr>
        <p:spPr>
          <a:xfrm>
            <a:off x="5946917" y="5538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BDA2B85F-3EA7-8321-DEFD-C49B9E977553}"/>
              </a:ext>
            </a:extLst>
          </p:cNvPr>
          <p:cNvSpPr>
            <a:spLocks/>
          </p:cNvSpPr>
          <p:nvPr/>
        </p:nvSpPr>
        <p:spPr>
          <a:xfrm>
            <a:off x="5946917" y="5531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F2B3EB61-599E-A27B-E183-68D91ECC8B37}"/>
              </a:ext>
            </a:extLst>
          </p:cNvPr>
          <p:cNvSpPr>
            <a:spLocks/>
          </p:cNvSpPr>
          <p:nvPr/>
        </p:nvSpPr>
        <p:spPr>
          <a:xfrm>
            <a:off x="5946917" y="5524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E562B14D-4119-B267-B29E-A1211D0B8387}"/>
              </a:ext>
            </a:extLst>
          </p:cNvPr>
          <p:cNvSpPr>
            <a:spLocks/>
          </p:cNvSpPr>
          <p:nvPr/>
        </p:nvSpPr>
        <p:spPr>
          <a:xfrm>
            <a:off x="5946917" y="55168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58F686B9-7864-5EBC-E126-943C7922274C}"/>
              </a:ext>
            </a:extLst>
          </p:cNvPr>
          <p:cNvSpPr>
            <a:spLocks/>
          </p:cNvSpPr>
          <p:nvPr/>
        </p:nvSpPr>
        <p:spPr>
          <a:xfrm>
            <a:off x="5946917" y="55094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C3A43CDB-8A8C-F4FE-016B-3A62810AA5CF}"/>
              </a:ext>
            </a:extLst>
          </p:cNvPr>
          <p:cNvSpPr>
            <a:spLocks/>
          </p:cNvSpPr>
          <p:nvPr/>
        </p:nvSpPr>
        <p:spPr>
          <a:xfrm>
            <a:off x="5946917" y="5502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510D8077-C919-79AE-0393-4AC9D0D5E7E6}"/>
              </a:ext>
            </a:extLst>
          </p:cNvPr>
          <p:cNvSpPr>
            <a:spLocks/>
          </p:cNvSpPr>
          <p:nvPr/>
        </p:nvSpPr>
        <p:spPr>
          <a:xfrm>
            <a:off x="5946917" y="5494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FCF4A35B-A217-9B18-2D18-E8A20F61B534}"/>
              </a:ext>
            </a:extLst>
          </p:cNvPr>
          <p:cNvSpPr>
            <a:spLocks/>
          </p:cNvSpPr>
          <p:nvPr/>
        </p:nvSpPr>
        <p:spPr>
          <a:xfrm>
            <a:off x="5946917" y="5487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B7C29B5F-A229-ED9D-AED7-657F2E7B3649}"/>
              </a:ext>
            </a:extLst>
          </p:cNvPr>
          <p:cNvSpPr>
            <a:spLocks/>
          </p:cNvSpPr>
          <p:nvPr/>
        </p:nvSpPr>
        <p:spPr>
          <a:xfrm>
            <a:off x="5946917" y="54802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E13A61CD-D7CA-02C9-142B-70CC9B30CA91}"/>
              </a:ext>
            </a:extLst>
          </p:cNvPr>
          <p:cNvSpPr>
            <a:spLocks/>
          </p:cNvSpPr>
          <p:nvPr/>
        </p:nvSpPr>
        <p:spPr>
          <a:xfrm>
            <a:off x="5946917" y="54728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8142AC99-350F-EAB3-CB65-19FD3DDF1412}"/>
              </a:ext>
            </a:extLst>
          </p:cNvPr>
          <p:cNvSpPr>
            <a:spLocks/>
          </p:cNvSpPr>
          <p:nvPr/>
        </p:nvSpPr>
        <p:spPr>
          <a:xfrm>
            <a:off x="5946917" y="54655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1050A69E-63BE-7A07-1AA2-5E93274BB999}"/>
              </a:ext>
            </a:extLst>
          </p:cNvPr>
          <p:cNvSpPr>
            <a:spLocks/>
          </p:cNvSpPr>
          <p:nvPr/>
        </p:nvSpPr>
        <p:spPr>
          <a:xfrm>
            <a:off x="5946917" y="5458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3573CFDD-D2FD-90DD-7271-2ED6675CE666}"/>
              </a:ext>
            </a:extLst>
          </p:cNvPr>
          <p:cNvSpPr>
            <a:spLocks/>
          </p:cNvSpPr>
          <p:nvPr/>
        </p:nvSpPr>
        <p:spPr>
          <a:xfrm>
            <a:off x="5946917" y="5450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00EB0080-632E-D599-024E-F6CACA1838FC}"/>
              </a:ext>
            </a:extLst>
          </p:cNvPr>
          <p:cNvSpPr>
            <a:spLocks/>
          </p:cNvSpPr>
          <p:nvPr/>
        </p:nvSpPr>
        <p:spPr>
          <a:xfrm>
            <a:off x="5946917" y="5443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431E0FE6-F90D-9EB6-01F7-4D71CFD26609}"/>
              </a:ext>
            </a:extLst>
          </p:cNvPr>
          <p:cNvSpPr>
            <a:spLocks/>
          </p:cNvSpPr>
          <p:nvPr/>
        </p:nvSpPr>
        <p:spPr>
          <a:xfrm>
            <a:off x="5946917" y="54362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AD78FB08-B4D7-7CCA-546E-AE2F4F1BCA50}"/>
              </a:ext>
            </a:extLst>
          </p:cNvPr>
          <p:cNvSpPr>
            <a:spLocks/>
          </p:cNvSpPr>
          <p:nvPr/>
        </p:nvSpPr>
        <p:spPr>
          <a:xfrm>
            <a:off x="5946917" y="54289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7F8D71D1-3051-DA7A-087F-4F2A37AD4091}"/>
              </a:ext>
            </a:extLst>
          </p:cNvPr>
          <p:cNvSpPr>
            <a:spLocks/>
          </p:cNvSpPr>
          <p:nvPr/>
        </p:nvSpPr>
        <p:spPr>
          <a:xfrm>
            <a:off x="5946917" y="5421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686460ED-4237-5841-BEDA-99D86376238F}"/>
              </a:ext>
            </a:extLst>
          </p:cNvPr>
          <p:cNvSpPr>
            <a:spLocks/>
          </p:cNvSpPr>
          <p:nvPr/>
        </p:nvSpPr>
        <p:spPr>
          <a:xfrm>
            <a:off x="5946917" y="5414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1C011C9D-A1D1-0E32-813A-D8E5545A30EF}"/>
              </a:ext>
            </a:extLst>
          </p:cNvPr>
          <p:cNvSpPr>
            <a:spLocks/>
          </p:cNvSpPr>
          <p:nvPr/>
        </p:nvSpPr>
        <p:spPr>
          <a:xfrm>
            <a:off x="5946917" y="5406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C29D9B50-6F63-0288-3AAF-1EAB56F72C89}"/>
              </a:ext>
            </a:extLst>
          </p:cNvPr>
          <p:cNvSpPr>
            <a:spLocks/>
          </p:cNvSpPr>
          <p:nvPr/>
        </p:nvSpPr>
        <p:spPr>
          <a:xfrm>
            <a:off x="5946917" y="53996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ADF1FF73-5247-1570-7899-3DA99CDA2833}"/>
              </a:ext>
            </a:extLst>
          </p:cNvPr>
          <p:cNvSpPr>
            <a:spLocks/>
          </p:cNvSpPr>
          <p:nvPr/>
        </p:nvSpPr>
        <p:spPr>
          <a:xfrm>
            <a:off x="5946917" y="53923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3D9A714-5BF2-A305-B5CE-4398CDC73C33}"/>
              </a:ext>
            </a:extLst>
          </p:cNvPr>
          <p:cNvSpPr>
            <a:spLocks/>
          </p:cNvSpPr>
          <p:nvPr/>
        </p:nvSpPr>
        <p:spPr>
          <a:xfrm>
            <a:off x="5946917" y="5385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51FECCF1-61BF-36E4-1A17-047C806004E9}"/>
              </a:ext>
            </a:extLst>
          </p:cNvPr>
          <p:cNvSpPr>
            <a:spLocks/>
          </p:cNvSpPr>
          <p:nvPr/>
        </p:nvSpPr>
        <p:spPr>
          <a:xfrm>
            <a:off x="5946917" y="5377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3FCF96EE-6D4F-D877-8AE9-862B07CB8990}"/>
              </a:ext>
            </a:extLst>
          </p:cNvPr>
          <p:cNvSpPr>
            <a:spLocks/>
          </p:cNvSpPr>
          <p:nvPr/>
        </p:nvSpPr>
        <p:spPr>
          <a:xfrm>
            <a:off x="5946917" y="5370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E2B8B0EA-5937-B5F1-21BD-7C891836A9AE}"/>
              </a:ext>
            </a:extLst>
          </p:cNvPr>
          <p:cNvSpPr>
            <a:spLocks/>
          </p:cNvSpPr>
          <p:nvPr/>
        </p:nvSpPr>
        <p:spPr>
          <a:xfrm>
            <a:off x="5946917" y="53630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E67CC523-DB4D-3894-CD81-C8A55C46CE20}"/>
              </a:ext>
            </a:extLst>
          </p:cNvPr>
          <p:cNvSpPr>
            <a:spLocks/>
          </p:cNvSpPr>
          <p:nvPr/>
        </p:nvSpPr>
        <p:spPr>
          <a:xfrm>
            <a:off x="5946917" y="53557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876E79D1-67A0-9FBC-2A7A-175E9D259F86}"/>
              </a:ext>
            </a:extLst>
          </p:cNvPr>
          <p:cNvSpPr>
            <a:spLocks/>
          </p:cNvSpPr>
          <p:nvPr/>
        </p:nvSpPr>
        <p:spPr>
          <a:xfrm>
            <a:off x="5946917" y="53484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3C85207C-F591-2E85-057A-0932AAAF4820}"/>
              </a:ext>
            </a:extLst>
          </p:cNvPr>
          <p:cNvSpPr>
            <a:spLocks/>
          </p:cNvSpPr>
          <p:nvPr/>
        </p:nvSpPr>
        <p:spPr>
          <a:xfrm>
            <a:off x="5946917" y="5341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14791C3E-D520-4E70-3575-ACC0DF42BB75}"/>
              </a:ext>
            </a:extLst>
          </p:cNvPr>
          <p:cNvSpPr>
            <a:spLocks/>
          </p:cNvSpPr>
          <p:nvPr/>
        </p:nvSpPr>
        <p:spPr>
          <a:xfrm>
            <a:off x="5946917" y="5333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114F435F-D107-9DC6-5AC8-B52671F4FE91}"/>
              </a:ext>
            </a:extLst>
          </p:cNvPr>
          <p:cNvSpPr>
            <a:spLocks/>
          </p:cNvSpPr>
          <p:nvPr/>
        </p:nvSpPr>
        <p:spPr>
          <a:xfrm>
            <a:off x="5946917" y="5326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09709D81-B289-BF05-E947-181961778760}"/>
              </a:ext>
            </a:extLst>
          </p:cNvPr>
          <p:cNvSpPr>
            <a:spLocks/>
          </p:cNvSpPr>
          <p:nvPr/>
        </p:nvSpPr>
        <p:spPr>
          <a:xfrm>
            <a:off x="5946917" y="53191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918B14F5-E062-BD94-018E-F243BF52FC6B}"/>
              </a:ext>
            </a:extLst>
          </p:cNvPr>
          <p:cNvSpPr>
            <a:spLocks/>
          </p:cNvSpPr>
          <p:nvPr/>
        </p:nvSpPr>
        <p:spPr>
          <a:xfrm>
            <a:off x="5946917" y="53118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33CD3B23-FC3F-2794-FEC7-D6D9D4A951C2}"/>
              </a:ext>
            </a:extLst>
          </p:cNvPr>
          <p:cNvSpPr>
            <a:spLocks/>
          </p:cNvSpPr>
          <p:nvPr/>
        </p:nvSpPr>
        <p:spPr>
          <a:xfrm>
            <a:off x="5946917" y="5304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66162347-BA36-94E6-8CE6-3A317B77794A}"/>
              </a:ext>
            </a:extLst>
          </p:cNvPr>
          <p:cNvSpPr>
            <a:spLocks/>
          </p:cNvSpPr>
          <p:nvPr/>
        </p:nvSpPr>
        <p:spPr>
          <a:xfrm>
            <a:off x="5946917" y="5297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2C9526D0-D2F3-992A-4BE5-A6C45A156BB8}"/>
              </a:ext>
            </a:extLst>
          </p:cNvPr>
          <p:cNvSpPr>
            <a:spLocks/>
          </p:cNvSpPr>
          <p:nvPr/>
        </p:nvSpPr>
        <p:spPr>
          <a:xfrm>
            <a:off x="5946917" y="5289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E0C1B7CA-ED13-FFC0-C9A8-E989EE05E12A}"/>
              </a:ext>
            </a:extLst>
          </p:cNvPr>
          <p:cNvSpPr>
            <a:spLocks/>
          </p:cNvSpPr>
          <p:nvPr/>
        </p:nvSpPr>
        <p:spPr>
          <a:xfrm>
            <a:off x="5946917" y="52825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F65344E9-CDFF-E663-9061-874C574D1CDB}"/>
              </a:ext>
            </a:extLst>
          </p:cNvPr>
          <p:cNvSpPr>
            <a:spLocks/>
          </p:cNvSpPr>
          <p:nvPr/>
        </p:nvSpPr>
        <p:spPr>
          <a:xfrm>
            <a:off x="5946917" y="52751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B1C97BAD-62EE-6985-5624-97C9FA411613}"/>
              </a:ext>
            </a:extLst>
          </p:cNvPr>
          <p:cNvSpPr>
            <a:spLocks/>
          </p:cNvSpPr>
          <p:nvPr/>
        </p:nvSpPr>
        <p:spPr>
          <a:xfrm>
            <a:off x="5946917" y="5267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813AC9-5612-4F48-0022-4ACCE5D92434}"/>
              </a:ext>
            </a:extLst>
          </p:cNvPr>
          <p:cNvSpPr>
            <a:spLocks/>
          </p:cNvSpPr>
          <p:nvPr/>
        </p:nvSpPr>
        <p:spPr>
          <a:xfrm>
            <a:off x="5946917" y="5260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DA097490-53A5-6D0C-09D0-A33F04C240D6}"/>
              </a:ext>
            </a:extLst>
          </p:cNvPr>
          <p:cNvSpPr>
            <a:spLocks/>
          </p:cNvSpPr>
          <p:nvPr/>
        </p:nvSpPr>
        <p:spPr>
          <a:xfrm>
            <a:off x="5946917" y="5253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793E0FC6-C12B-9598-F7BD-B3D268D83589}"/>
              </a:ext>
            </a:extLst>
          </p:cNvPr>
          <p:cNvSpPr>
            <a:spLocks/>
          </p:cNvSpPr>
          <p:nvPr/>
        </p:nvSpPr>
        <p:spPr>
          <a:xfrm>
            <a:off x="5946917" y="52459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D087329E-56D3-8DD8-69D5-FA42C834CA99}"/>
              </a:ext>
            </a:extLst>
          </p:cNvPr>
          <p:cNvSpPr>
            <a:spLocks/>
          </p:cNvSpPr>
          <p:nvPr/>
        </p:nvSpPr>
        <p:spPr>
          <a:xfrm>
            <a:off x="5946917" y="52385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14F3F213-9EB9-682A-67C3-2E9CCF37BA8B}"/>
              </a:ext>
            </a:extLst>
          </p:cNvPr>
          <p:cNvSpPr>
            <a:spLocks/>
          </p:cNvSpPr>
          <p:nvPr/>
        </p:nvSpPr>
        <p:spPr>
          <a:xfrm>
            <a:off x="5946917" y="52312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0A42B2D1-F279-DD15-156E-43E4A325FE72}"/>
              </a:ext>
            </a:extLst>
          </p:cNvPr>
          <p:cNvSpPr>
            <a:spLocks/>
          </p:cNvSpPr>
          <p:nvPr/>
        </p:nvSpPr>
        <p:spPr>
          <a:xfrm>
            <a:off x="5946917" y="5223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07D2AD92-6C78-5BE2-5BEA-50C2F0797067}"/>
              </a:ext>
            </a:extLst>
          </p:cNvPr>
          <p:cNvSpPr>
            <a:spLocks/>
          </p:cNvSpPr>
          <p:nvPr/>
        </p:nvSpPr>
        <p:spPr>
          <a:xfrm>
            <a:off x="5946917" y="5216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743805E6-394F-25A3-2065-9A3289A3C451}"/>
              </a:ext>
            </a:extLst>
          </p:cNvPr>
          <p:cNvSpPr>
            <a:spLocks/>
          </p:cNvSpPr>
          <p:nvPr/>
        </p:nvSpPr>
        <p:spPr>
          <a:xfrm>
            <a:off x="5946917" y="5209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10759DE5-59D5-C8AD-6A18-6F20C24B29EB}"/>
              </a:ext>
            </a:extLst>
          </p:cNvPr>
          <p:cNvSpPr>
            <a:spLocks/>
          </p:cNvSpPr>
          <p:nvPr/>
        </p:nvSpPr>
        <p:spPr>
          <a:xfrm>
            <a:off x="5946917" y="52019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FE29924E-3D82-3AC0-018A-38A1D133DA07}"/>
              </a:ext>
            </a:extLst>
          </p:cNvPr>
          <p:cNvSpPr>
            <a:spLocks/>
          </p:cNvSpPr>
          <p:nvPr/>
        </p:nvSpPr>
        <p:spPr>
          <a:xfrm>
            <a:off x="5946917" y="51946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A74637DD-8A2C-C1AD-EA4D-8F3C48B9AB27}"/>
              </a:ext>
            </a:extLst>
          </p:cNvPr>
          <p:cNvSpPr>
            <a:spLocks/>
          </p:cNvSpPr>
          <p:nvPr/>
        </p:nvSpPr>
        <p:spPr>
          <a:xfrm>
            <a:off x="5946917" y="5187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1DFBFE19-E24F-D728-7303-ACEBE29568C5}"/>
              </a:ext>
            </a:extLst>
          </p:cNvPr>
          <p:cNvSpPr>
            <a:spLocks/>
          </p:cNvSpPr>
          <p:nvPr/>
        </p:nvSpPr>
        <p:spPr>
          <a:xfrm>
            <a:off x="5946917" y="5180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7203E47F-EB3C-893D-38FB-66C5CC5E7080}"/>
              </a:ext>
            </a:extLst>
          </p:cNvPr>
          <p:cNvSpPr>
            <a:spLocks/>
          </p:cNvSpPr>
          <p:nvPr/>
        </p:nvSpPr>
        <p:spPr>
          <a:xfrm>
            <a:off x="5946917" y="5172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58041F5A-0928-C997-7BF5-DD3747A015ED}"/>
              </a:ext>
            </a:extLst>
          </p:cNvPr>
          <p:cNvSpPr>
            <a:spLocks/>
          </p:cNvSpPr>
          <p:nvPr/>
        </p:nvSpPr>
        <p:spPr>
          <a:xfrm>
            <a:off x="5946917" y="51653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C62F76E6-9E4B-97E6-1309-E2F09DEE8AF2}"/>
              </a:ext>
            </a:extLst>
          </p:cNvPr>
          <p:cNvSpPr>
            <a:spLocks/>
          </p:cNvSpPr>
          <p:nvPr/>
        </p:nvSpPr>
        <p:spPr>
          <a:xfrm>
            <a:off x="5946917" y="51580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7C3843E7-EFA5-2734-1FAB-6AD7AF2E0360}"/>
              </a:ext>
            </a:extLst>
          </p:cNvPr>
          <p:cNvSpPr>
            <a:spLocks/>
          </p:cNvSpPr>
          <p:nvPr/>
        </p:nvSpPr>
        <p:spPr>
          <a:xfrm>
            <a:off x="5946917" y="5150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714DB2D6-70B8-42F7-6082-7E30A160E3AA}"/>
              </a:ext>
            </a:extLst>
          </p:cNvPr>
          <p:cNvSpPr>
            <a:spLocks/>
          </p:cNvSpPr>
          <p:nvPr/>
        </p:nvSpPr>
        <p:spPr>
          <a:xfrm>
            <a:off x="5946917" y="5143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B835847B-5F10-B435-1653-70779C114AF3}"/>
              </a:ext>
            </a:extLst>
          </p:cNvPr>
          <p:cNvSpPr>
            <a:spLocks/>
          </p:cNvSpPr>
          <p:nvPr/>
        </p:nvSpPr>
        <p:spPr>
          <a:xfrm>
            <a:off x="5946917" y="5136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7FA1DEBB-C1CD-2AB6-77A2-3E4E1E6DF59C}"/>
              </a:ext>
            </a:extLst>
          </p:cNvPr>
          <p:cNvSpPr>
            <a:spLocks/>
          </p:cNvSpPr>
          <p:nvPr/>
        </p:nvSpPr>
        <p:spPr>
          <a:xfrm>
            <a:off x="5946917" y="51287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D6FC844F-081C-A433-C74A-FF6086C086DF}"/>
              </a:ext>
            </a:extLst>
          </p:cNvPr>
          <p:cNvSpPr>
            <a:spLocks/>
          </p:cNvSpPr>
          <p:nvPr/>
        </p:nvSpPr>
        <p:spPr>
          <a:xfrm>
            <a:off x="5946917" y="51214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EF37F2E2-DE5E-945D-AD14-726E950B7274}"/>
              </a:ext>
            </a:extLst>
          </p:cNvPr>
          <p:cNvSpPr>
            <a:spLocks/>
          </p:cNvSpPr>
          <p:nvPr/>
        </p:nvSpPr>
        <p:spPr>
          <a:xfrm>
            <a:off x="5946917" y="51141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1EC24971-84A2-712E-C912-BE83A0E4183D}"/>
              </a:ext>
            </a:extLst>
          </p:cNvPr>
          <p:cNvSpPr>
            <a:spLocks/>
          </p:cNvSpPr>
          <p:nvPr/>
        </p:nvSpPr>
        <p:spPr>
          <a:xfrm>
            <a:off x="5946917" y="5106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46459023-24BE-5226-48A6-D6A0A6B33CC5}"/>
              </a:ext>
            </a:extLst>
          </p:cNvPr>
          <p:cNvSpPr>
            <a:spLocks/>
          </p:cNvSpPr>
          <p:nvPr/>
        </p:nvSpPr>
        <p:spPr>
          <a:xfrm>
            <a:off x="5946917" y="5099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CE708D73-9280-DCAD-77CF-17387F1B5FD8}"/>
              </a:ext>
            </a:extLst>
          </p:cNvPr>
          <p:cNvSpPr>
            <a:spLocks/>
          </p:cNvSpPr>
          <p:nvPr/>
        </p:nvSpPr>
        <p:spPr>
          <a:xfrm>
            <a:off x="5946917" y="5092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52EE0B45-3EC1-F2BB-F7BC-FC3A6552599A}"/>
              </a:ext>
            </a:extLst>
          </p:cNvPr>
          <p:cNvSpPr>
            <a:spLocks/>
          </p:cNvSpPr>
          <p:nvPr/>
        </p:nvSpPr>
        <p:spPr>
          <a:xfrm>
            <a:off x="5946917" y="50848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B53E0E94-23E4-15EA-ADCA-427030032B85}"/>
              </a:ext>
            </a:extLst>
          </p:cNvPr>
          <p:cNvSpPr>
            <a:spLocks/>
          </p:cNvSpPr>
          <p:nvPr/>
        </p:nvSpPr>
        <p:spPr>
          <a:xfrm>
            <a:off x="5946917" y="50775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9ECEC5CB-B029-1D7F-A98F-C950ECECE4A3}"/>
              </a:ext>
            </a:extLst>
          </p:cNvPr>
          <p:cNvSpPr>
            <a:spLocks/>
          </p:cNvSpPr>
          <p:nvPr/>
        </p:nvSpPr>
        <p:spPr>
          <a:xfrm>
            <a:off x="5946917" y="5070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58AED89B-146E-6CC4-EED0-2051536182ED}"/>
              </a:ext>
            </a:extLst>
          </p:cNvPr>
          <p:cNvSpPr>
            <a:spLocks/>
          </p:cNvSpPr>
          <p:nvPr/>
        </p:nvSpPr>
        <p:spPr>
          <a:xfrm>
            <a:off x="5946917" y="5062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E94B0CFB-9D73-64AB-A24B-FB00DD74DA21}"/>
              </a:ext>
            </a:extLst>
          </p:cNvPr>
          <p:cNvSpPr>
            <a:spLocks/>
          </p:cNvSpPr>
          <p:nvPr/>
        </p:nvSpPr>
        <p:spPr>
          <a:xfrm>
            <a:off x="5946917" y="5055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AC2DD24B-2963-A0BF-69B8-E0C5E28DDF34}"/>
              </a:ext>
            </a:extLst>
          </p:cNvPr>
          <p:cNvSpPr>
            <a:spLocks/>
          </p:cNvSpPr>
          <p:nvPr/>
        </p:nvSpPr>
        <p:spPr>
          <a:xfrm>
            <a:off x="5946917" y="50482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FE03AF31-6B35-95F3-198B-619CB7B367D7}"/>
              </a:ext>
            </a:extLst>
          </p:cNvPr>
          <p:cNvSpPr>
            <a:spLocks/>
          </p:cNvSpPr>
          <p:nvPr/>
        </p:nvSpPr>
        <p:spPr>
          <a:xfrm>
            <a:off x="5946917" y="50408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A3B01F8A-1794-773E-BC5C-878FB119DA1F}"/>
              </a:ext>
            </a:extLst>
          </p:cNvPr>
          <p:cNvSpPr>
            <a:spLocks/>
          </p:cNvSpPr>
          <p:nvPr/>
        </p:nvSpPr>
        <p:spPr>
          <a:xfrm>
            <a:off x="5946917" y="5033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69D83312-C471-EB54-9EBE-6298358C320D}"/>
              </a:ext>
            </a:extLst>
          </p:cNvPr>
          <p:cNvSpPr>
            <a:spLocks/>
          </p:cNvSpPr>
          <p:nvPr/>
        </p:nvSpPr>
        <p:spPr>
          <a:xfrm>
            <a:off x="5946917" y="5026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FF8A0EDD-6E49-6541-C67F-142D1E46D9AA}"/>
              </a:ext>
            </a:extLst>
          </p:cNvPr>
          <p:cNvSpPr>
            <a:spLocks/>
          </p:cNvSpPr>
          <p:nvPr/>
        </p:nvSpPr>
        <p:spPr>
          <a:xfrm>
            <a:off x="5946917" y="5018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C5A8D313-6519-FFD4-FAA3-FBEC93D546FA}"/>
              </a:ext>
            </a:extLst>
          </p:cNvPr>
          <p:cNvSpPr>
            <a:spLocks/>
          </p:cNvSpPr>
          <p:nvPr/>
        </p:nvSpPr>
        <p:spPr>
          <a:xfrm>
            <a:off x="5946917" y="50116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B86E7B1F-6534-1EA9-AAB1-98197243FB14}"/>
              </a:ext>
            </a:extLst>
          </p:cNvPr>
          <p:cNvSpPr>
            <a:spLocks/>
          </p:cNvSpPr>
          <p:nvPr/>
        </p:nvSpPr>
        <p:spPr>
          <a:xfrm>
            <a:off x="5946917" y="50042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C220237F-7219-6B28-EC60-C82AA0404E99}"/>
              </a:ext>
            </a:extLst>
          </p:cNvPr>
          <p:cNvSpPr>
            <a:spLocks/>
          </p:cNvSpPr>
          <p:nvPr/>
        </p:nvSpPr>
        <p:spPr>
          <a:xfrm>
            <a:off x="5946917" y="49969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042A58E-6371-DE49-E2ED-283AD702B17C}"/>
              </a:ext>
            </a:extLst>
          </p:cNvPr>
          <p:cNvSpPr>
            <a:spLocks/>
          </p:cNvSpPr>
          <p:nvPr/>
        </p:nvSpPr>
        <p:spPr>
          <a:xfrm>
            <a:off x="5946917" y="4989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B3EA3732-D245-9060-DFA9-C235F255BBB4}"/>
              </a:ext>
            </a:extLst>
          </p:cNvPr>
          <p:cNvSpPr>
            <a:spLocks/>
          </p:cNvSpPr>
          <p:nvPr/>
        </p:nvSpPr>
        <p:spPr>
          <a:xfrm>
            <a:off x="5946917" y="4982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6C005EAC-E467-F336-4BF7-5357BEBD6CFF}"/>
              </a:ext>
            </a:extLst>
          </p:cNvPr>
          <p:cNvSpPr>
            <a:spLocks/>
          </p:cNvSpPr>
          <p:nvPr/>
        </p:nvSpPr>
        <p:spPr>
          <a:xfrm>
            <a:off x="5946917" y="4975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1F0D5821-84FE-5F5B-AA5B-7486C5B65427}"/>
              </a:ext>
            </a:extLst>
          </p:cNvPr>
          <p:cNvSpPr>
            <a:spLocks/>
          </p:cNvSpPr>
          <p:nvPr/>
        </p:nvSpPr>
        <p:spPr>
          <a:xfrm>
            <a:off x="5946917" y="49676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645CFCE6-6440-F063-4221-65D7C00AE279}"/>
              </a:ext>
            </a:extLst>
          </p:cNvPr>
          <p:cNvSpPr>
            <a:spLocks/>
          </p:cNvSpPr>
          <p:nvPr/>
        </p:nvSpPr>
        <p:spPr>
          <a:xfrm>
            <a:off x="5946917" y="49603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64224FC7-02AE-F35B-92E6-49060AE5256F}"/>
              </a:ext>
            </a:extLst>
          </p:cNvPr>
          <p:cNvSpPr>
            <a:spLocks/>
          </p:cNvSpPr>
          <p:nvPr/>
        </p:nvSpPr>
        <p:spPr>
          <a:xfrm>
            <a:off x="5946917" y="4953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110E9122-A4C4-DFD5-506C-9355547734D7}"/>
              </a:ext>
            </a:extLst>
          </p:cNvPr>
          <p:cNvSpPr>
            <a:spLocks/>
          </p:cNvSpPr>
          <p:nvPr/>
        </p:nvSpPr>
        <p:spPr>
          <a:xfrm>
            <a:off x="5946917" y="4945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5E91069A-B24B-7A52-09C5-8CD0958E799A}"/>
              </a:ext>
            </a:extLst>
          </p:cNvPr>
          <p:cNvSpPr>
            <a:spLocks/>
          </p:cNvSpPr>
          <p:nvPr/>
        </p:nvSpPr>
        <p:spPr>
          <a:xfrm>
            <a:off x="5946917" y="4938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B0FD0DEB-4B0C-E7FC-66C3-5D99E585F196}"/>
              </a:ext>
            </a:extLst>
          </p:cNvPr>
          <p:cNvSpPr>
            <a:spLocks/>
          </p:cNvSpPr>
          <p:nvPr/>
        </p:nvSpPr>
        <p:spPr>
          <a:xfrm>
            <a:off x="5946917" y="49310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32045A50-38DB-F5ED-E7B6-8D686CC0ACDF}"/>
              </a:ext>
            </a:extLst>
          </p:cNvPr>
          <p:cNvSpPr>
            <a:spLocks/>
          </p:cNvSpPr>
          <p:nvPr/>
        </p:nvSpPr>
        <p:spPr>
          <a:xfrm>
            <a:off x="5946917" y="49237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6F8F6B8A-3222-19B2-73CB-AC6BEA6BD7EA}"/>
              </a:ext>
            </a:extLst>
          </p:cNvPr>
          <p:cNvSpPr>
            <a:spLocks/>
          </p:cNvSpPr>
          <p:nvPr/>
        </p:nvSpPr>
        <p:spPr>
          <a:xfrm>
            <a:off x="5946917" y="4916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98594070-9D5A-0D2F-86BF-785FCC5BA875}"/>
              </a:ext>
            </a:extLst>
          </p:cNvPr>
          <p:cNvSpPr>
            <a:spLocks/>
          </p:cNvSpPr>
          <p:nvPr/>
        </p:nvSpPr>
        <p:spPr>
          <a:xfrm>
            <a:off x="5946917" y="4909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8718707D-B64D-9EC2-57B0-EE3A60B52BC7}"/>
              </a:ext>
            </a:extLst>
          </p:cNvPr>
          <p:cNvSpPr>
            <a:spLocks/>
          </p:cNvSpPr>
          <p:nvPr/>
        </p:nvSpPr>
        <p:spPr>
          <a:xfrm>
            <a:off x="5946917" y="4901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24E9FDD8-AE75-E825-5B47-D8FD8875535E}"/>
              </a:ext>
            </a:extLst>
          </p:cNvPr>
          <p:cNvSpPr>
            <a:spLocks/>
          </p:cNvSpPr>
          <p:nvPr/>
        </p:nvSpPr>
        <p:spPr>
          <a:xfrm>
            <a:off x="5946917" y="48944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7C181F90-8AB3-2368-151B-44087A87FDA6}"/>
              </a:ext>
            </a:extLst>
          </p:cNvPr>
          <p:cNvSpPr>
            <a:spLocks/>
          </p:cNvSpPr>
          <p:nvPr/>
        </p:nvSpPr>
        <p:spPr>
          <a:xfrm>
            <a:off x="5946917" y="48871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0E491741-6CF1-89A2-C24C-C85AE5ABF45D}"/>
              </a:ext>
            </a:extLst>
          </p:cNvPr>
          <p:cNvSpPr>
            <a:spLocks/>
          </p:cNvSpPr>
          <p:nvPr/>
        </p:nvSpPr>
        <p:spPr>
          <a:xfrm>
            <a:off x="5946917" y="48798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8586E5F4-7747-1EBA-05F1-3B3C2D8646E9}"/>
              </a:ext>
            </a:extLst>
          </p:cNvPr>
          <p:cNvSpPr>
            <a:spLocks/>
          </p:cNvSpPr>
          <p:nvPr/>
        </p:nvSpPr>
        <p:spPr>
          <a:xfrm>
            <a:off x="5946917" y="4872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2C8AAE30-8066-117E-E1EE-60B992DF4479}"/>
              </a:ext>
            </a:extLst>
          </p:cNvPr>
          <p:cNvSpPr>
            <a:spLocks/>
          </p:cNvSpPr>
          <p:nvPr/>
        </p:nvSpPr>
        <p:spPr>
          <a:xfrm>
            <a:off x="5946917" y="4865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80035AD6-7EA4-0B57-688B-C7BC9BAB3DDE}"/>
              </a:ext>
            </a:extLst>
          </p:cNvPr>
          <p:cNvSpPr>
            <a:spLocks/>
          </p:cNvSpPr>
          <p:nvPr/>
        </p:nvSpPr>
        <p:spPr>
          <a:xfrm>
            <a:off x="5946917" y="4857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69B4A7B5-D804-025D-CB36-5FD360ABB378}"/>
              </a:ext>
            </a:extLst>
          </p:cNvPr>
          <p:cNvSpPr>
            <a:spLocks/>
          </p:cNvSpPr>
          <p:nvPr/>
        </p:nvSpPr>
        <p:spPr>
          <a:xfrm>
            <a:off x="5946917" y="48505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2116364-8033-51CE-DA7F-18BE3067161C}"/>
              </a:ext>
            </a:extLst>
          </p:cNvPr>
          <p:cNvSpPr>
            <a:spLocks/>
          </p:cNvSpPr>
          <p:nvPr/>
        </p:nvSpPr>
        <p:spPr>
          <a:xfrm>
            <a:off x="5946917" y="48432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137F655F-2256-A2D8-2172-C3F97B5D65C2}"/>
              </a:ext>
            </a:extLst>
          </p:cNvPr>
          <p:cNvSpPr>
            <a:spLocks/>
          </p:cNvSpPr>
          <p:nvPr/>
        </p:nvSpPr>
        <p:spPr>
          <a:xfrm>
            <a:off x="5946917" y="4835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6B807D5F-B462-F52C-36DD-19731B4A2E14}"/>
              </a:ext>
            </a:extLst>
          </p:cNvPr>
          <p:cNvSpPr>
            <a:spLocks/>
          </p:cNvSpPr>
          <p:nvPr/>
        </p:nvSpPr>
        <p:spPr>
          <a:xfrm>
            <a:off x="5946917" y="4828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6F49F197-5B61-DBAC-2CB2-5EABEA83E4D2}"/>
              </a:ext>
            </a:extLst>
          </p:cNvPr>
          <p:cNvSpPr>
            <a:spLocks/>
          </p:cNvSpPr>
          <p:nvPr/>
        </p:nvSpPr>
        <p:spPr>
          <a:xfrm>
            <a:off x="5946917" y="4821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3CAE6804-3AA7-25AC-954A-1F205EDE712E}"/>
              </a:ext>
            </a:extLst>
          </p:cNvPr>
          <p:cNvSpPr>
            <a:spLocks/>
          </p:cNvSpPr>
          <p:nvPr/>
        </p:nvSpPr>
        <p:spPr>
          <a:xfrm>
            <a:off x="5946917" y="48139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73655935-1610-6FF8-B653-597F1071AA4D}"/>
              </a:ext>
            </a:extLst>
          </p:cNvPr>
          <p:cNvSpPr>
            <a:spLocks/>
          </p:cNvSpPr>
          <p:nvPr/>
        </p:nvSpPr>
        <p:spPr>
          <a:xfrm>
            <a:off x="5946917" y="48066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B5DBC9B0-DE66-AF87-DE02-8B6A7EB8D6AB}"/>
              </a:ext>
            </a:extLst>
          </p:cNvPr>
          <p:cNvSpPr>
            <a:spLocks/>
          </p:cNvSpPr>
          <p:nvPr/>
        </p:nvSpPr>
        <p:spPr>
          <a:xfrm>
            <a:off x="5946917" y="4799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E3EA31B0-F7C1-103E-1D82-ED233EE18488}"/>
              </a:ext>
            </a:extLst>
          </p:cNvPr>
          <p:cNvSpPr>
            <a:spLocks/>
          </p:cNvSpPr>
          <p:nvPr/>
        </p:nvSpPr>
        <p:spPr>
          <a:xfrm>
            <a:off x="5946917" y="4791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FC6FDACA-2F69-E13A-8CB3-E6F9CB8B9AAC}"/>
              </a:ext>
            </a:extLst>
          </p:cNvPr>
          <p:cNvSpPr>
            <a:spLocks/>
          </p:cNvSpPr>
          <p:nvPr/>
        </p:nvSpPr>
        <p:spPr>
          <a:xfrm>
            <a:off x="5946917" y="4784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3F59500B-232C-E37B-41F8-EA49438FF742}"/>
              </a:ext>
            </a:extLst>
          </p:cNvPr>
          <p:cNvSpPr>
            <a:spLocks/>
          </p:cNvSpPr>
          <p:nvPr/>
        </p:nvSpPr>
        <p:spPr>
          <a:xfrm>
            <a:off x="5946917" y="47773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677F9932-B55C-1043-4F44-1022286F3DF2}"/>
              </a:ext>
            </a:extLst>
          </p:cNvPr>
          <p:cNvSpPr>
            <a:spLocks/>
          </p:cNvSpPr>
          <p:nvPr/>
        </p:nvSpPr>
        <p:spPr>
          <a:xfrm>
            <a:off x="5946917" y="47699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3252C82D-ECFA-366E-1098-22F4C4873BC5}"/>
              </a:ext>
            </a:extLst>
          </p:cNvPr>
          <p:cNvSpPr>
            <a:spLocks/>
          </p:cNvSpPr>
          <p:nvPr/>
        </p:nvSpPr>
        <p:spPr>
          <a:xfrm>
            <a:off x="5946917" y="47626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32F4030-B26C-D63D-26C2-BED931FAA6D8}"/>
              </a:ext>
            </a:extLst>
          </p:cNvPr>
          <p:cNvSpPr>
            <a:spLocks/>
          </p:cNvSpPr>
          <p:nvPr/>
        </p:nvSpPr>
        <p:spPr>
          <a:xfrm>
            <a:off x="5946917" y="4755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6102864-A6A3-372E-A3FF-9F4934AB09B0}"/>
              </a:ext>
            </a:extLst>
          </p:cNvPr>
          <p:cNvSpPr>
            <a:spLocks/>
          </p:cNvSpPr>
          <p:nvPr/>
        </p:nvSpPr>
        <p:spPr>
          <a:xfrm>
            <a:off x="5946917" y="4748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FEF82721-8DEE-0BA4-8297-3E789555353C}"/>
              </a:ext>
            </a:extLst>
          </p:cNvPr>
          <p:cNvSpPr>
            <a:spLocks/>
          </p:cNvSpPr>
          <p:nvPr/>
        </p:nvSpPr>
        <p:spPr>
          <a:xfrm>
            <a:off x="5946917" y="4740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05E41365-D042-2C5E-6E0E-351E1BC9A3AC}"/>
              </a:ext>
            </a:extLst>
          </p:cNvPr>
          <p:cNvSpPr>
            <a:spLocks/>
          </p:cNvSpPr>
          <p:nvPr/>
        </p:nvSpPr>
        <p:spPr>
          <a:xfrm>
            <a:off x="5946917" y="47333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1E6A36A7-A895-1767-4EEC-D123551C3E27}"/>
              </a:ext>
            </a:extLst>
          </p:cNvPr>
          <p:cNvSpPr>
            <a:spLocks/>
          </p:cNvSpPr>
          <p:nvPr/>
        </p:nvSpPr>
        <p:spPr>
          <a:xfrm>
            <a:off x="5946917" y="47260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7CE4AE26-7F5B-24B2-D5DB-37BABDF07D00}"/>
              </a:ext>
            </a:extLst>
          </p:cNvPr>
          <p:cNvSpPr>
            <a:spLocks/>
          </p:cNvSpPr>
          <p:nvPr/>
        </p:nvSpPr>
        <p:spPr>
          <a:xfrm>
            <a:off x="5946917" y="4718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DEE7FD40-675F-2F9D-7886-4CD5FC75366B}"/>
              </a:ext>
            </a:extLst>
          </p:cNvPr>
          <p:cNvSpPr>
            <a:spLocks/>
          </p:cNvSpPr>
          <p:nvPr/>
        </p:nvSpPr>
        <p:spPr>
          <a:xfrm>
            <a:off x="5946917" y="4711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0028C8E3-1FCB-D0E3-0238-D035303002AD}"/>
              </a:ext>
            </a:extLst>
          </p:cNvPr>
          <p:cNvSpPr>
            <a:spLocks/>
          </p:cNvSpPr>
          <p:nvPr/>
        </p:nvSpPr>
        <p:spPr>
          <a:xfrm>
            <a:off x="5946917" y="4704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FBF7F5D8-A2AF-DC39-0163-386DDED8DACD}"/>
              </a:ext>
            </a:extLst>
          </p:cNvPr>
          <p:cNvSpPr>
            <a:spLocks/>
          </p:cNvSpPr>
          <p:nvPr/>
        </p:nvSpPr>
        <p:spPr>
          <a:xfrm>
            <a:off x="5946917" y="46967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DB0688FD-529B-47A3-99A4-D319CCFE6719}"/>
              </a:ext>
            </a:extLst>
          </p:cNvPr>
          <p:cNvSpPr>
            <a:spLocks/>
          </p:cNvSpPr>
          <p:nvPr/>
        </p:nvSpPr>
        <p:spPr>
          <a:xfrm>
            <a:off x="5946917" y="46894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498A66F8-251F-C6C1-04D6-456D53811032}"/>
              </a:ext>
            </a:extLst>
          </p:cNvPr>
          <p:cNvSpPr>
            <a:spLocks/>
          </p:cNvSpPr>
          <p:nvPr/>
        </p:nvSpPr>
        <p:spPr>
          <a:xfrm>
            <a:off x="5946917" y="4682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9DE82484-E683-A1D3-244A-927B54586B55}"/>
              </a:ext>
            </a:extLst>
          </p:cNvPr>
          <p:cNvSpPr>
            <a:spLocks/>
          </p:cNvSpPr>
          <p:nvPr/>
        </p:nvSpPr>
        <p:spPr>
          <a:xfrm>
            <a:off x="5946917" y="46748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F7433F63-6781-FE01-439A-2CB8248F6051}"/>
              </a:ext>
            </a:extLst>
          </p:cNvPr>
          <p:cNvSpPr>
            <a:spLocks/>
          </p:cNvSpPr>
          <p:nvPr/>
        </p:nvSpPr>
        <p:spPr>
          <a:xfrm>
            <a:off x="5946917" y="46674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43F00CC4-950F-9B26-F2AE-D993FD6DBE81}"/>
              </a:ext>
            </a:extLst>
          </p:cNvPr>
          <p:cNvSpPr>
            <a:spLocks/>
          </p:cNvSpPr>
          <p:nvPr/>
        </p:nvSpPr>
        <p:spPr>
          <a:xfrm>
            <a:off x="5946917" y="46601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34F85C89-DB35-A7F5-8E3E-446CA53CF6D6}"/>
              </a:ext>
            </a:extLst>
          </p:cNvPr>
          <p:cNvSpPr>
            <a:spLocks/>
          </p:cNvSpPr>
          <p:nvPr/>
        </p:nvSpPr>
        <p:spPr>
          <a:xfrm>
            <a:off x="5946917" y="46528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E9843D4A-31CF-313B-1ED5-50990A339170}"/>
              </a:ext>
            </a:extLst>
          </p:cNvPr>
          <p:cNvSpPr>
            <a:spLocks/>
          </p:cNvSpPr>
          <p:nvPr/>
        </p:nvSpPr>
        <p:spPr>
          <a:xfrm>
            <a:off x="5946917" y="46455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E0F45F01-7F98-C29B-1970-63F1E6172589}"/>
              </a:ext>
            </a:extLst>
          </p:cNvPr>
          <p:cNvSpPr>
            <a:spLocks/>
          </p:cNvSpPr>
          <p:nvPr/>
        </p:nvSpPr>
        <p:spPr>
          <a:xfrm>
            <a:off x="5946917" y="46381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2434909D-40A2-5787-8197-457F558CB02B}"/>
              </a:ext>
            </a:extLst>
          </p:cNvPr>
          <p:cNvSpPr>
            <a:spLocks/>
          </p:cNvSpPr>
          <p:nvPr/>
        </p:nvSpPr>
        <p:spPr>
          <a:xfrm>
            <a:off x="5946917" y="46308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3D665611-3EA0-4394-02AB-476D01DA39C4}"/>
              </a:ext>
            </a:extLst>
          </p:cNvPr>
          <p:cNvSpPr>
            <a:spLocks/>
          </p:cNvSpPr>
          <p:nvPr/>
        </p:nvSpPr>
        <p:spPr>
          <a:xfrm>
            <a:off x="5946917" y="46235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69AF57CC-5EFE-E502-B8B0-D7F95A287942}"/>
              </a:ext>
            </a:extLst>
          </p:cNvPr>
          <p:cNvSpPr>
            <a:spLocks/>
          </p:cNvSpPr>
          <p:nvPr/>
        </p:nvSpPr>
        <p:spPr>
          <a:xfrm>
            <a:off x="5946917" y="46162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AB85EEE3-37E7-12B3-0EDE-E48CCA6AA739}"/>
              </a:ext>
            </a:extLst>
          </p:cNvPr>
          <p:cNvSpPr>
            <a:spLocks/>
          </p:cNvSpPr>
          <p:nvPr/>
        </p:nvSpPr>
        <p:spPr>
          <a:xfrm>
            <a:off x="5946917" y="46089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368D8473-28AC-028A-1EDC-D93D4980129C}"/>
              </a:ext>
            </a:extLst>
          </p:cNvPr>
          <p:cNvSpPr>
            <a:spLocks/>
          </p:cNvSpPr>
          <p:nvPr/>
        </p:nvSpPr>
        <p:spPr>
          <a:xfrm>
            <a:off x="5946917" y="46015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A8D89B17-1DC1-4877-15DC-B53FFBEF985A}"/>
              </a:ext>
            </a:extLst>
          </p:cNvPr>
          <p:cNvSpPr>
            <a:spLocks/>
          </p:cNvSpPr>
          <p:nvPr/>
        </p:nvSpPr>
        <p:spPr>
          <a:xfrm>
            <a:off x="5946917" y="45942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5F6DCEEB-A26F-E041-C5A7-70B3664E8C25}"/>
              </a:ext>
            </a:extLst>
          </p:cNvPr>
          <p:cNvSpPr>
            <a:spLocks/>
          </p:cNvSpPr>
          <p:nvPr/>
        </p:nvSpPr>
        <p:spPr>
          <a:xfrm>
            <a:off x="5946917" y="45869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1F3894FB-B8C4-9916-DAB1-933A6B2A4819}"/>
              </a:ext>
            </a:extLst>
          </p:cNvPr>
          <p:cNvSpPr>
            <a:spLocks/>
          </p:cNvSpPr>
          <p:nvPr/>
        </p:nvSpPr>
        <p:spPr>
          <a:xfrm>
            <a:off x="6037404" y="64613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AA312313-614C-8B4C-6411-21D7763ACD6B}"/>
              </a:ext>
            </a:extLst>
          </p:cNvPr>
          <p:cNvSpPr>
            <a:spLocks/>
          </p:cNvSpPr>
          <p:nvPr/>
        </p:nvSpPr>
        <p:spPr>
          <a:xfrm>
            <a:off x="6134944" y="64046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7BBCA1F4-8265-0B71-D80B-DC25E8CA4BC2}"/>
              </a:ext>
            </a:extLst>
          </p:cNvPr>
          <p:cNvSpPr>
            <a:spLocks/>
          </p:cNvSpPr>
          <p:nvPr/>
        </p:nvSpPr>
        <p:spPr>
          <a:xfrm>
            <a:off x="6037404" y="583653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F6BA9ACB-12D7-95C6-0D8F-B14BBFB73FB6}"/>
              </a:ext>
            </a:extLst>
          </p:cNvPr>
          <p:cNvSpPr>
            <a:spLocks/>
          </p:cNvSpPr>
          <p:nvPr/>
        </p:nvSpPr>
        <p:spPr>
          <a:xfrm>
            <a:off x="6134944" y="577988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2FD03850-C437-4124-D64A-64338952DCA3}"/>
              </a:ext>
            </a:extLst>
          </p:cNvPr>
          <p:cNvSpPr>
            <a:spLocks/>
          </p:cNvSpPr>
          <p:nvPr/>
        </p:nvSpPr>
        <p:spPr>
          <a:xfrm>
            <a:off x="6037404" y="521174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D579B3BD-DDED-B439-EDC8-2205EBA44C19}"/>
              </a:ext>
            </a:extLst>
          </p:cNvPr>
          <p:cNvSpPr>
            <a:spLocks/>
          </p:cNvSpPr>
          <p:nvPr/>
        </p:nvSpPr>
        <p:spPr>
          <a:xfrm>
            <a:off x="6134944" y="515508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CE229AE7-7CBC-D2C7-45CB-7D1AAE596617}"/>
              </a:ext>
            </a:extLst>
          </p:cNvPr>
          <p:cNvSpPr>
            <a:spLocks/>
          </p:cNvSpPr>
          <p:nvPr/>
        </p:nvSpPr>
        <p:spPr>
          <a:xfrm>
            <a:off x="6037404" y="458694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2E3D62FB-59CA-EE56-E994-74FA9C06EACC}"/>
              </a:ext>
            </a:extLst>
          </p:cNvPr>
          <p:cNvSpPr>
            <a:spLocks/>
          </p:cNvSpPr>
          <p:nvPr/>
        </p:nvSpPr>
        <p:spPr>
          <a:xfrm>
            <a:off x="6134944" y="453029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98FBE801-87AA-C9F0-E889-C44F7C953375}"/>
              </a:ext>
            </a:extLst>
          </p:cNvPr>
          <p:cNvSpPr>
            <a:spLocks/>
          </p:cNvSpPr>
          <p:nvPr/>
        </p:nvSpPr>
        <p:spPr>
          <a:xfrm rot="-5400000">
            <a:off x="5933461" y="544322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8D3AD73D-EC81-ABE0-E130-FC7E27C01E97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B9AB2DDF-DE4C-6DD2-737D-E2798DE63575}"/>
              </a:ext>
            </a:extLst>
          </p:cNvPr>
          <p:cNvSpPr>
            <a:spLocks/>
          </p:cNvSpPr>
          <p:nvPr/>
        </p:nvSpPr>
        <p:spPr>
          <a:xfrm>
            <a:off x="738089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3EBAB39C-FAA0-8E1E-21F0-AA4EE50A9A94}"/>
              </a:ext>
            </a:extLst>
          </p:cNvPr>
          <p:cNvSpPr>
            <a:spLocks/>
          </p:cNvSpPr>
          <p:nvPr/>
        </p:nvSpPr>
        <p:spPr>
          <a:xfrm>
            <a:off x="702079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79A3BE5B-77DA-6D20-5DF1-B010AC83B00A}"/>
              </a:ext>
            </a:extLst>
          </p:cNvPr>
          <p:cNvSpPr>
            <a:spLocks/>
          </p:cNvSpPr>
          <p:nvPr/>
        </p:nvSpPr>
        <p:spPr>
          <a:xfrm>
            <a:off x="7144846" y="672496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09ADBDD8-1CCE-03AB-CEE5-63B7D66011BF}"/>
              </a:ext>
            </a:extLst>
          </p:cNvPr>
          <p:cNvSpPr>
            <a:spLocks/>
          </p:cNvSpPr>
          <p:nvPr/>
        </p:nvSpPr>
        <p:spPr>
          <a:xfrm>
            <a:off x="8419409" y="6461330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A6109E27-5DC6-1EEF-0A56-DFD65E139397}"/>
              </a:ext>
            </a:extLst>
          </p:cNvPr>
          <p:cNvSpPr>
            <a:spLocks/>
          </p:cNvSpPr>
          <p:nvPr/>
        </p:nvSpPr>
        <p:spPr>
          <a:xfrm>
            <a:off x="8059309" y="6598047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C4844EBE-D303-52A5-FE92-3C710EF69D42}"/>
              </a:ext>
            </a:extLst>
          </p:cNvPr>
          <p:cNvSpPr>
            <a:spLocks/>
          </p:cNvSpPr>
          <p:nvPr/>
        </p:nvSpPr>
        <p:spPr>
          <a:xfrm>
            <a:off x="8278504" y="672496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89062F6-BB7A-A64B-57E9-B61E856CF6DA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09631821-A4DE-2B1D-82B6-F488D3D57A14}"/>
              </a:ext>
            </a:extLst>
          </p:cNvPr>
          <p:cNvSpPr>
            <a:spLocks/>
          </p:cNvSpPr>
          <p:nvPr/>
        </p:nvSpPr>
        <p:spPr>
          <a:xfrm>
            <a:off x="6918626" y="64613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2D9C1BA4-C874-38C8-AB14-B56598924700}"/>
              </a:ext>
            </a:extLst>
          </p:cNvPr>
          <p:cNvSpPr>
            <a:spLocks/>
          </p:cNvSpPr>
          <p:nvPr/>
        </p:nvSpPr>
        <p:spPr>
          <a:xfrm>
            <a:off x="6694903" y="64038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73621E59-7F15-24B0-DFFB-0E3C9E5ABB97}"/>
              </a:ext>
            </a:extLst>
          </p:cNvPr>
          <p:cNvSpPr>
            <a:spLocks/>
          </p:cNvSpPr>
          <p:nvPr/>
        </p:nvSpPr>
        <p:spPr>
          <a:xfrm>
            <a:off x="6962962" y="557718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1A49660C-7E47-4CDE-AD87-BF36E722B458}"/>
              </a:ext>
            </a:extLst>
          </p:cNvPr>
          <p:cNvSpPr>
            <a:spLocks/>
          </p:cNvSpPr>
          <p:nvPr/>
        </p:nvSpPr>
        <p:spPr>
          <a:xfrm>
            <a:off x="6918626" y="557718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E01185FD-4181-CE2C-D968-A7796FE46A3A}"/>
              </a:ext>
            </a:extLst>
          </p:cNvPr>
          <p:cNvSpPr>
            <a:spLocks/>
          </p:cNvSpPr>
          <p:nvPr/>
        </p:nvSpPr>
        <p:spPr>
          <a:xfrm>
            <a:off x="6694903" y="551973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9F87894-A09C-7DF1-06ED-F5BD37D99746}"/>
              </a:ext>
            </a:extLst>
          </p:cNvPr>
          <p:cNvSpPr>
            <a:spLocks/>
          </p:cNvSpPr>
          <p:nvPr/>
        </p:nvSpPr>
        <p:spPr>
          <a:xfrm>
            <a:off x="6962962" y="4693043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4A06091A-04CF-3C7C-05C5-6C1BECCC5995}"/>
              </a:ext>
            </a:extLst>
          </p:cNvPr>
          <p:cNvSpPr>
            <a:spLocks/>
          </p:cNvSpPr>
          <p:nvPr/>
        </p:nvSpPr>
        <p:spPr>
          <a:xfrm>
            <a:off x="6918626" y="469304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B38E8179-AB31-86D5-63F4-A0C9D822AABF}"/>
              </a:ext>
            </a:extLst>
          </p:cNvPr>
          <p:cNvSpPr>
            <a:spLocks/>
          </p:cNvSpPr>
          <p:nvPr/>
        </p:nvSpPr>
        <p:spPr>
          <a:xfrm>
            <a:off x="6694903" y="463559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C4D53AC0-8FD6-3CBD-5437-B9F1A6950BD0}"/>
              </a:ext>
            </a:extLst>
          </p:cNvPr>
          <p:cNvSpPr>
            <a:spLocks/>
          </p:cNvSpPr>
          <p:nvPr/>
        </p:nvSpPr>
        <p:spPr>
          <a:xfrm rot="-5400000">
            <a:off x="6459563" y="5439899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0EF39297-2A75-E953-FA6F-47C3FA034A74}"/>
              </a:ext>
            </a:extLst>
          </p:cNvPr>
          <p:cNvSpPr>
            <a:spLocks/>
          </p:cNvSpPr>
          <p:nvPr/>
        </p:nvSpPr>
        <p:spPr>
          <a:xfrm>
            <a:off x="70338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80507988-8CB9-8681-91C2-A45E8D45E41F}"/>
              </a:ext>
            </a:extLst>
          </p:cNvPr>
          <p:cNvSpPr>
            <a:spLocks/>
          </p:cNvSpPr>
          <p:nvPr/>
        </p:nvSpPr>
        <p:spPr>
          <a:xfrm>
            <a:off x="728718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F36F8B38-4CDD-06B6-8732-49A1E24D35A9}"/>
              </a:ext>
            </a:extLst>
          </p:cNvPr>
          <p:cNvSpPr>
            <a:spLocks/>
          </p:cNvSpPr>
          <p:nvPr/>
        </p:nvSpPr>
        <p:spPr>
          <a:xfrm>
            <a:off x="754047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1D4C82CB-1C2B-5E9F-256A-23E675228E13}"/>
              </a:ext>
            </a:extLst>
          </p:cNvPr>
          <p:cNvSpPr>
            <a:spLocks/>
          </p:cNvSpPr>
          <p:nvPr/>
        </p:nvSpPr>
        <p:spPr>
          <a:xfrm>
            <a:off x="807239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A7AE48EF-7988-7716-2EC3-4757774682C9}"/>
              </a:ext>
            </a:extLst>
          </p:cNvPr>
          <p:cNvSpPr>
            <a:spLocks/>
          </p:cNvSpPr>
          <p:nvPr/>
        </p:nvSpPr>
        <p:spPr>
          <a:xfrm>
            <a:off x="8325690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5EA59863-E637-0DCB-3FB1-7A960023EFCC}"/>
              </a:ext>
            </a:extLst>
          </p:cNvPr>
          <p:cNvSpPr>
            <a:spLocks/>
          </p:cNvSpPr>
          <p:nvPr/>
        </p:nvSpPr>
        <p:spPr>
          <a:xfrm>
            <a:off x="8578985" y="4693043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66FA8B48-677F-79C0-9044-3FD8A895CDBC}"/>
              </a:ext>
            </a:extLst>
          </p:cNvPr>
          <p:cNvSpPr>
            <a:spLocks/>
          </p:cNvSpPr>
          <p:nvPr/>
        </p:nvSpPr>
        <p:spPr>
          <a:xfrm>
            <a:off x="716430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A2921CF4-446A-4E71-7108-20F658965547}"/>
              </a:ext>
            </a:extLst>
          </p:cNvPr>
          <p:cNvSpPr>
            <a:spLocks/>
          </p:cNvSpPr>
          <p:nvPr/>
        </p:nvSpPr>
        <p:spPr>
          <a:xfrm>
            <a:off x="7131535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AE931782-DA30-15E3-49F8-14CB0CEE72F1}"/>
              </a:ext>
            </a:extLst>
          </p:cNvPr>
          <p:cNvSpPr>
            <a:spLocks/>
          </p:cNvSpPr>
          <p:nvPr/>
        </p:nvSpPr>
        <p:spPr>
          <a:xfrm>
            <a:off x="705369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CEB24E6A-1F7C-DADC-4F95-8363C2B558B3}"/>
              </a:ext>
            </a:extLst>
          </p:cNvPr>
          <p:cNvSpPr>
            <a:spLocks/>
          </p:cNvSpPr>
          <p:nvPr/>
        </p:nvSpPr>
        <p:spPr>
          <a:xfrm>
            <a:off x="7088655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1E23329C-C812-4658-6C74-F1D8FA395AA6}"/>
              </a:ext>
            </a:extLst>
          </p:cNvPr>
          <p:cNvSpPr>
            <a:spLocks/>
          </p:cNvSpPr>
          <p:nvPr/>
        </p:nvSpPr>
        <p:spPr>
          <a:xfrm>
            <a:off x="708085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499E5F34-6728-E8F4-5070-A0149AA76C6C}"/>
              </a:ext>
            </a:extLst>
          </p:cNvPr>
          <p:cNvSpPr>
            <a:spLocks/>
          </p:cNvSpPr>
          <p:nvPr/>
        </p:nvSpPr>
        <p:spPr>
          <a:xfrm>
            <a:off x="7073855" y="51355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A136B69-564D-7BD2-25CB-52CCDE101996}"/>
              </a:ext>
            </a:extLst>
          </p:cNvPr>
          <p:cNvSpPr>
            <a:spLocks/>
          </p:cNvSpPr>
          <p:nvPr/>
        </p:nvSpPr>
        <p:spPr>
          <a:xfrm>
            <a:off x="7119661" y="592351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22C5DD77-F5F2-394B-929C-F8502C1FEDC1}"/>
              </a:ext>
            </a:extLst>
          </p:cNvPr>
          <p:cNvSpPr>
            <a:spLocks/>
          </p:cNvSpPr>
          <p:nvPr/>
        </p:nvSpPr>
        <p:spPr>
          <a:xfrm>
            <a:off x="7083278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1A54B9BC-2585-EF7C-4A1F-7272DA225BC1}"/>
              </a:ext>
            </a:extLst>
          </p:cNvPr>
          <p:cNvSpPr>
            <a:spLocks/>
          </p:cNvSpPr>
          <p:nvPr/>
        </p:nvSpPr>
        <p:spPr>
          <a:xfrm>
            <a:off x="7152369" y="61715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55C995F-B323-16E3-1EF3-576749E09004}"/>
              </a:ext>
            </a:extLst>
          </p:cNvPr>
          <p:cNvSpPr>
            <a:spLocks/>
          </p:cNvSpPr>
          <p:nvPr/>
        </p:nvSpPr>
        <p:spPr>
          <a:xfrm>
            <a:off x="7103746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C0077355-42D4-AB99-3D1F-88FC8BED4AF7}"/>
              </a:ext>
            </a:extLst>
          </p:cNvPr>
          <p:cNvSpPr>
            <a:spLocks/>
          </p:cNvSpPr>
          <p:nvPr/>
        </p:nvSpPr>
        <p:spPr>
          <a:xfrm>
            <a:off x="708305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B8874427-0CBD-B37C-0122-D4A701683D1E}"/>
              </a:ext>
            </a:extLst>
          </p:cNvPr>
          <p:cNvSpPr>
            <a:spLocks/>
          </p:cNvSpPr>
          <p:nvPr/>
        </p:nvSpPr>
        <p:spPr>
          <a:xfrm>
            <a:off x="7156098" y="55173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E6D74FF-202B-67FB-3298-64D4EAD88205}"/>
              </a:ext>
            </a:extLst>
          </p:cNvPr>
          <p:cNvSpPr>
            <a:spLocks/>
          </p:cNvSpPr>
          <p:nvPr/>
        </p:nvSpPr>
        <p:spPr>
          <a:xfrm>
            <a:off x="7146494" y="6218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FCDA5C73-3594-155E-1071-5857073033D1}"/>
              </a:ext>
            </a:extLst>
          </p:cNvPr>
          <p:cNvSpPr>
            <a:spLocks/>
          </p:cNvSpPr>
          <p:nvPr/>
        </p:nvSpPr>
        <p:spPr>
          <a:xfrm>
            <a:off x="716270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EEFD5011-95D4-87DF-620A-40A3558B4D9C}"/>
              </a:ext>
            </a:extLst>
          </p:cNvPr>
          <p:cNvSpPr>
            <a:spLocks/>
          </p:cNvSpPr>
          <p:nvPr/>
        </p:nvSpPr>
        <p:spPr>
          <a:xfrm>
            <a:off x="709545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1ED4CD96-D150-DD54-6ACF-184E62AD38E3}"/>
              </a:ext>
            </a:extLst>
          </p:cNvPr>
          <p:cNvSpPr>
            <a:spLocks/>
          </p:cNvSpPr>
          <p:nvPr/>
        </p:nvSpPr>
        <p:spPr>
          <a:xfrm>
            <a:off x="713320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12EB9DCE-219E-52F2-D47F-45989861507A}"/>
              </a:ext>
            </a:extLst>
          </p:cNvPr>
          <p:cNvSpPr>
            <a:spLocks/>
          </p:cNvSpPr>
          <p:nvPr/>
        </p:nvSpPr>
        <p:spPr>
          <a:xfrm>
            <a:off x="7083564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B656884A-0EA7-B0B1-23C3-330FD028DF86}"/>
              </a:ext>
            </a:extLst>
          </p:cNvPr>
          <p:cNvSpPr>
            <a:spLocks/>
          </p:cNvSpPr>
          <p:nvPr/>
        </p:nvSpPr>
        <p:spPr>
          <a:xfrm>
            <a:off x="7170433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5451DE32-D044-5424-1ECD-B5EB993F3EA2}"/>
              </a:ext>
            </a:extLst>
          </p:cNvPr>
          <p:cNvSpPr>
            <a:spLocks/>
          </p:cNvSpPr>
          <p:nvPr/>
        </p:nvSpPr>
        <p:spPr>
          <a:xfrm>
            <a:off x="7138053" y="59484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380D1FC5-6FF3-47F6-0DE7-6A911F679BC3}"/>
              </a:ext>
            </a:extLst>
          </p:cNvPr>
          <p:cNvSpPr>
            <a:spLocks/>
          </p:cNvSpPr>
          <p:nvPr/>
        </p:nvSpPr>
        <p:spPr>
          <a:xfrm>
            <a:off x="71703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E6C93731-4A5B-BD4E-B7DB-2C6F2C3426A2}"/>
              </a:ext>
            </a:extLst>
          </p:cNvPr>
          <p:cNvSpPr>
            <a:spLocks/>
          </p:cNvSpPr>
          <p:nvPr/>
        </p:nvSpPr>
        <p:spPr>
          <a:xfrm>
            <a:off x="706434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243F1F16-9F4F-049E-6186-B7DF29FCE0D8}"/>
              </a:ext>
            </a:extLst>
          </p:cNvPr>
          <p:cNvSpPr>
            <a:spLocks/>
          </p:cNvSpPr>
          <p:nvPr/>
        </p:nvSpPr>
        <p:spPr>
          <a:xfrm>
            <a:off x="7075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8F776B7B-38E7-9B7B-30AF-60BF838AE571}"/>
              </a:ext>
            </a:extLst>
          </p:cNvPr>
          <p:cNvSpPr>
            <a:spLocks/>
          </p:cNvSpPr>
          <p:nvPr/>
        </p:nvSpPr>
        <p:spPr>
          <a:xfrm>
            <a:off x="713262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A1516892-3A54-FA58-97FF-E668CAED749C}"/>
              </a:ext>
            </a:extLst>
          </p:cNvPr>
          <p:cNvSpPr>
            <a:spLocks/>
          </p:cNvSpPr>
          <p:nvPr/>
        </p:nvSpPr>
        <p:spPr>
          <a:xfrm>
            <a:off x="7092191" y="50289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B5457A67-8970-F0EC-70A6-1353A7AD33AA}"/>
              </a:ext>
            </a:extLst>
          </p:cNvPr>
          <p:cNvSpPr>
            <a:spLocks/>
          </p:cNvSpPr>
          <p:nvPr/>
        </p:nvSpPr>
        <p:spPr>
          <a:xfrm>
            <a:off x="714327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7C2218AB-3F58-AF65-B8AA-24C8B6B9C8CE}"/>
              </a:ext>
            </a:extLst>
          </p:cNvPr>
          <p:cNvSpPr>
            <a:spLocks/>
          </p:cNvSpPr>
          <p:nvPr/>
        </p:nvSpPr>
        <p:spPr>
          <a:xfrm>
            <a:off x="7053918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7ECE43D9-ACD5-2739-AFCB-1C3996549337}"/>
              </a:ext>
            </a:extLst>
          </p:cNvPr>
          <p:cNvSpPr>
            <a:spLocks/>
          </p:cNvSpPr>
          <p:nvPr/>
        </p:nvSpPr>
        <p:spPr>
          <a:xfrm>
            <a:off x="706582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74D9C3F0-37AD-2446-8490-C628621D7658}"/>
              </a:ext>
            </a:extLst>
          </p:cNvPr>
          <p:cNvSpPr>
            <a:spLocks/>
          </p:cNvSpPr>
          <p:nvPr/>
        </p:nvSpPr>
        <p:spPr>
          <a:xfrm>
            <a:off x="7091556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0722DC25-E596-FA32-2385-A06C6A7D3411}"/>
              </a:ext>
            </a:extLst>
          </p:cNvPr>
          <p:cNvSpPr>
            <a:spLocks/>
          </p:cNvSpPr>
          <p:nvPr/>
        </p:nvSpPr>
        <p:spPr>
          <a:xfrm>
            <a:off x="706480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CD164F19-8ED3-7038-9185-183629625275}"/>
              </a:ext>
            </a:extLst>
          </p:cNvPr>
          <p:cNvSpPr>
            <a:spLocks/>
          </p:cNvSpPr>
          <p:nvPr/>
        </p:nvSpPr>
        <p:spPr>
          <a:xfrm>
            <a:off x="7164548" y="63667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A273947A-125B-A6C7-FBEF-7A5F44C7956F}"/>
              </a:ext>
            </a:extLst>
          </p:cNvPr>
          <p:cNvSpPr>
            <a:spLocks/>
          </p:cNvSpPr>
          <p:nvPr/>
        </p:nvSpPr>
        <p:spPr>
          <a:xfrm>
            <a:off x="7160245" y="63172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2BAF31DA-D1F0-3360-95E1-19FD4434E53F}"/>
              </a:ext>
            </a:extLst>
          </p:cNvPr>
          <p:cNvSpPr>
            <a:spLocks/>
          </p:cNvSpPr>
          <p:nvPr/>
        </p:nvSpPr>
        <p:spPr>
          <a:xfrm>
            <a:off x="7132811" y="60646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EE63BC2C-B650-71F5-35CA-4C58997CE73A}"/>
              </a:ext>
            </a:extLst>
          </p:cNvPr>
          <p:cNvSpPr>
            <a:spLocks/>
          </p:cNvSpPr>
          <p:nvPr/>
        </p:nvSpPr>
        <p:spPr>
          <a:xfrm>
            <a:off x="714018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4C2B346C-2630-4D82-DE54-4F07E9EE263B}"/>
              </a:ext>
            </a:extLst>
          </p:cNvPr>
          <p:cNvSpPr>
            <a:spLocks/>
          </p:cNvSpPr>
          <p:nvPr/>
        </p:nvSpPr>
        <p:spPr>
          <a:xfrm>
            <a:off x="711594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3304F32A-6B19-0D5E-37B0-B47AD817E2A7}"/>
              </a:ext>
            </a:extLst>
          </p:cNvPr>
          <p:cNvSpPr>
            <a:spLocks/>
          </p:cNvSpPr>
          <p:nvPr/>
        </p:nvSpPr>
        <p:spPr>
          <a:xfrm>
            <a:off x="708014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A9DCB385-0821-B674-A5EA-13734E18D93E}"/>
              </a:ext>
            </a:extLst>
          </p:cNvPr>
          <p:cNvSpPr>
            <a:spLocks/>
          </p:cNvSpPr>
          <p:nvPr/>
        </p:nvSpPr>
        <p:spPr>
          <a:xfrm>
            <a:off x="706147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7242196E-6A1F-9561-32E3-9CB54E247F4B}"/>
              </a:ext>
            </a:extLst>
          </p:cNvPr>
          <p:cNvSpPr>
            <a:spLocks/>
          </p:cNvSpPr>
          <p:nvPr/>
        </p:nvSpPr>
        <p:spPr>
          <a:xfrm>
            <a:off x="7168917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21C00244-88D7-D7E6-BD0F-12F1678C2886}"/>
              </a:ext>
            </a:extLst>
          </p:cNvPr>
          <p:cNvSpPr>
            <a:spLocks/>
          </p:cNvSpPr>
          <p:nvPr/>
        </p:nvSpPr>
        <p:spPr>
          <a:xfrm>
            <a:off x="7078468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D6FAC623-275C-96EE-8455-80BBCA1FFB4B}"/>
              </a:ext>
            </a:extLst>
          </p:cNvPr>
          <p:cNvSpPr>
            <a:spLocks/>
          </p:cNvSpPr>
          <p:nvPr/>
        </p:nvSpPr>
        <p:spPr>
          <a:xfrm>
            <a:off x="714769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7484FA96-248E-82BA-BF93-3FFB645573AD}"/>
              </a:ext>
            </a:extLst>
          </p:cNvPr>
          <p:cNvSpPr>
            <a:spLocks/>
          </p:cNvSpPr>
          <p:nvPr/>
        </p:nvSpPr>
        <p:spPr>
          <a:xfrm>
            <a:off x="7073453" y="60506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6D046320-72C7-A745-D91F-B1E44C56779A}"/>
              </a:ext>
            </a:extLst>
          </p:cNvPr>
          <p:cNvSpPr>
            <a:spLocks/>
          </p:cNvSpPr>
          <p:nvPr/>
        </p:nvSpPr>
        <p:spPr>
          <a:xfrm>
            <a:off x="7160849" y="62875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46D877A-C94E-81B0-89D9-8B9B75EBAC59}"/>
              </a:ext>
            </a:extLst>
          </p:cNvPr>
          <p:cNvSpPr>
            <a:spLocks/>
          </p:cNvSpPr>
          <p:nvPr/>
        </p:nvSpPr>
        <p:spPr>
          <a:xfrm>
            <a:off x="7139865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750C2D4A-EDA2-F500-BDE7-E1BA191C8C97}"/>
              </a:ext>
            </a:extLst>
          </p:cNvPr>
          <p:cNvSpPr>
            <a:spLocks/>
          </p:cNvSpPr>
          <p:nvPr/>
        </p:nvSpPr>
        <p:spPr>
          <a:xfrm>
            <a:off x="7145807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4451A0A3-32F7-6FA8-7B7E-4B683ECAD038}"/>
              </a:ext>
            </a:extLst>
          </p:cNvPr>
          <p:cNvSpPr>
            <a:spLocks/>
          </p:cNvSpPr>
          <p:nvPr/>
        </p:nvSpPr>
        <p:spPr>
          <a:xfrm>
            <a:off x="712689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BEDFAF1F-49EA-7EBE-25CF-CB6ECF1DC2BE}"/>
              </a:ext>
            </a:extLst>
          </p:cNvPr>
          <p:cNvSpPr>
            <a:spLocks/>
          </p:cNvSpPr>
          <p:nvPr/>
        </p:nvSpPr>
        <p:spPr>
          <a:xfrm>
            <a:off x="7084260" y="58005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FDD14196-9345-0822-5FEA-549A0FA5CD92}"/>
              </a:ext>
            </a:extLst>
          </p:cNvPr>
          <p:cNvSpPr>
            <a:spLocks/>
          </p:cNvSpPr>
          <p:nvPr/>
        </p:nvSpPr>
        <p:spPr>
          <a:xfrm>
            <a:off x="7098116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76B371DD-31B7-B2B0-5CC0-A4327758A3E0}"/>
              </a:ext>
            </a:extLst>
          </p:cNvPr>
          <p:cNvSpPr>
            <a:spLocks/>
          </p:cNvSpPr>
          <p:nvPr/>
        </p:nvSpPr>
        <p:spPr>
          <a:xfrm>
            <a:off x="712436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A73230DA-4C4C-D399-762C-10DC0530E086}"/>
              </a:ext>
            </a:extLst>
          </p:cNvPr>
          <p:cNvSpPr>
            <a:spLocks/>
          </p:cNvSpPr>
          <p:nvPr/>
        </p:nvSpPr>
        <p:spPr>
          <a:xfrm>
            <a:off x="7087073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13A91315-041A-CA38-356D-A22FC6893AF2}"/>
              </a:ext>
            </a:extLst>
          </p:cNvPr>
          <p:cNvSpPr>
            <a:spLocks/>
          </p:cNvSpPr>
          <p:nvPr/>
        </p:nvSpPr>
        <p:spPr>
          <a:xfrm>
            <a:off x="7156344" y="58278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E9C23352-05FE-8993-8E12-31C323B7BB48}"/>
              </a:ext>
            </a:extLst>
          </p:cNvPr>
          <p:cNvSpPr>
            <a:spLocks/>
          </p:cNvSpPr>
          <p:nvPr/>
        </p:nvSpPr>
        <p:spPr>
          <a:xfrm>
            <a:off x="710627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3744302F-5F60-025F-E640-5DD5160614BD}"/>
              </a:ext>
            </a:extLst>
          </p:cNvPr>
          <p:cNvSpPr>
            <a:spLocks/>
          </p:cNvSpPr>
          <p:nvPr/>
        </p:nvSpPr>
        <p:spPr>
          <a:xfrm>
            <a:off x="711741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8214B6BC-ACB1-AA0C-D29A-2ECF29997E16}"/>
              </a:ext>
            </a:extLst>
          </p:cNvPr>
          <p:cNvSpPr>
            <a:spLocks/>
          </p:cNvSpPr>
          <p:nvPr/>
        </p:nvSpPr>
        <p:spPr>
          <a:xfrm>
            <a:off x="7050430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C2044B7C-22B7-4EFD-7E0B-E66B81A9CBD3}"/>
              </a:ext>
            </a:extLst>
          </p:cNvPr>
          <p:cNvSpPr>
            <a:spLocks/>
          </p:cNvSpPr>
          <p:nvPr/>
        </p:nvSpPr>
        <p:spPr>
          <a:xfrm>
            <a:off x="708918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1A593E68-F50A-AF26-3A3B-1628B7501D5F}"/>
              </a:ext>
            </a:extLst>
          </p:cNvPr>
          <p:cNvSpPr>
            <a:spLocks/>
          </p:cNvSpPr>
          <p:nvPr/>
        </p:nvSpPr>
        <p:spPr>
          <a:xfrm>
            <a:off x="7098101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99146244-3F7A-BFCE-99B3-DDCB9072DC12}"/>
              </a:ext>
            </a:extLst>
          </p:cNvPr>
          <p:cNvSpPr>
            <a:spLocks/>
          </p:cNvSpPr>
          <p:nvPr/>
        </p:nvSpPr>
        <p:spPr>
          <a:xfrm>
            <a:off x="707392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93BC1BB9-16BE-158D-D98D-927F421C09E2}"/>
              </a:ext>
            </a:extLst>
          </p:cNvPr>
          <p:cNvSpPr>
            <a:spLocks/>
          </p:cNvSpPr>
          <p:nvPr/>
        </p:nvSpPr>
        <p:spPr>
          <a:xfrm>
            <a:off x="706831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CCF57D80-0698-4220-8067-CEB5A159B9C5}"/>
              </a:ext>
            </a:extLst>
          </p:cNvPr>
          <p:cNvSpPr>
            <a:spLocks/>
          </p:cNvSpPr>
          <p:nvPr/>
        </p:nvSpPr>
        <p:spPr>
          <a:xfrm>
            <a:off x="7167587" y="61220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9ED31691-7955-28C3-1D17-820F282AB770}"/>
              </a:ext>
            </a:extLst>
          </p:cNvPr>
          <p:cNvSpPr>
            <a:spLocks/>
          </p:cNvSpPr>
          <p:nvPr/>
        </p:nvSpPr>
        <p:spPr>
          <a:xfrm>
            <a:off x="7058716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652D002D-CA13-FF0F-8E3E-30842F986544}"/>
              </a:ext>
            </a:extLst>
          </p:cNvPr>
          <p:cNvSpPr>
            <a:spLocks/>
          </p:cNvSpPr>
          <p:nvPr/>
        </p:nvSpPr>
        <p:spPr>
          <a:xfrm>
            <a:off x="7060016" y="52057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B013BE1D-58B8-79C5-EC17-24659D1B3265}"/>
              </a:ext>
            </a:extLst>
          </p:cNvPr>
          <p:cNvSpPr>
            <a:spLocks/>
          </p:cNvSpPr>
          <p:nvPr/>
        </p:nvSpPr>
        <p:spPr>
          <a:xfrm>
            <a:off x="714271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2E5F629C-8E76-C3A7-B933-F7E04AE303FE}"/>
              </a:ext>
            </a:extLst>
          </p:cNvPr>
          <p:cNvSpPr>
            <a:spLocks/>
          </p:cNvSpPr>
          <p:nvPr/>
        </p:nvSpPr>
        <p:spPr>
          <a:xfrm>
            <a:off x="7058429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D3375178-2595-CFA6-3A5F-75E9E9537FA2}"/>
              </a:ext>
            </a:extLst>
          </p:cNvPr>
          <p:cNvSpPr>
            <a:spLocks/>
          </p:cNvSpPr>
          <p:nvPr/>
        </p:nvSpPr>
        <p:spPr>
          <a:xfrm>
            <a:off x="713263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92F8B393-2FBC-8CED-2F94-69655C09FE80}"/>
              </a:ext>
            </a:extLst>
          </p:cNvPr>
          <p:cNvSpPr>
            <a:spLocks/>
          </p:cNvSpPr>
          <p:nvPr/>
        </p:nvSpPr>
        <p:spPr>
          <a:xfrm>
            <a:off x="705352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54F85568-8C0D-AC26-1D44-88E18D65F228}"/>
              </a:ext>
            </a:extLst>
          </p:cNvPr>
          <p:cNvSpPr>
            <a:spLocks/>
          </p:cNvSpPr>
          <p:nvPr/>
        </p:nvSpPr>
        <p:spPr>
          <a:xfrm>
            <a:off x="7126164" y="63330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5C02F2BA-139F-03B8-E273-3E77C68C7736}"/>
              </a:ext>
            </a:extLst>
          </p:cNvPr>
          <p:cNvSpPr>
            <a:spLocks/>
          </p:cNvSpPr>
          <p:nvPr/>
        </p:nvSpPr>
        <p:spPr>
          <a:xfrm>
            <a:off x="7120787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9D32CD2D-0818-B17E-58F4-5EF2EF1EC8AA}"/>
              </a:ext>
            </a:extLst>
          </p:cNvPr>
          <p:cNvSpPr>
            <a:spLocks/>
          </p:cNvSpPr>
          <p:nvPr/>
        </p:nvSpPr>
        <p:spPr>
          <a:xfrm>
            <a:off x="71461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3D4043A9-CFEA-23B6-291E-B1D671597866}"/>
              </a:ext>
            </a:extLst>
          </p:cNvPr>
          <p:cNvSpPr>
            <a:spLocks/>
          </p:cNvSpPr>
          <p:nvPr/>
        </p:nvSpPr>
        <p:spPr>
          <a:xfrm>
            <a:off x="7108838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F8BFAAAA-5C38-51B1-6648-0A32A49DBB80}"/>
              </a:ext>
            </a:extLst>
          </p:cNvPr>
          <p:cNvSpPr>
            <a:spLocks/>
          </p:cNvSpPr>
          <p:nvPr/>
        </p:nvSpPr>
        <p:spPr>
          <a:xfrm>
            <a:off x="7069229" y="59613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01701B5D-2AC7-AD96-4801-2A042032735D}"/>
              </a:ext>
            </a:extLst>
          </p:cNvPr>
          <p:cNvSpPr>
            <a:spLocks/>
          </p:cNvSpPr>
          <p:nvPr/>
        </p:nvSpPr>
        <p:spPr>
          <a:xfrm>
            <a:off x="7161754" y="62667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F5BE561-816F-7AEA-1E81-E3A0D0F940E5}"/>
              </a:ext>
            </a:extLst>
          </p:cNvPr>
          <p:cNvSpPr>
            <a:spLocks/>
          </p:cNvSpPr>
          <p:nvPr/>
        </p:nvSpPr>
        <p:spPr>
          <a:xfrm>
            <a:off x="7056146" y="54790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7060629F-DEE9-3F28-7F5F-A9D837F5F9E8}"/>
              </a:ext>
            </a:extLst>
          </p:cNvPr>
          <p:cNvSpPr>
            <a:spLocks/>
          </p:cNvSpPr>
          <p:nvPr/>
        </p:nvSpPr>
        <p:spPr>
          <a:xfrm>
            <a:off x="714632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93E053CC-1A48-3731-7A55-367D4CA8B167}"/>
              </a:ext>
            </a:extLst>
          </p:cNvPr>
          <p:cNvSpPr>
            <a:spLocks/>
          </p:cNvSpPr>
          <p:nvPr/>
        </p:nvSpPr>
        <p:spPr>
          <a:xfrm>
            <a:off x="7052187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9A13C18B-18EA-3BFC-6397-A09ECD7021E8}"/>
              </a:ext>
            </a:extLst>
          </p:cNvPr>
          <p:cNvSpPr>
            <a:spLocks/>
          </p:cNvSpPr>
          <p:nvPr/>
        </p:nvSpPr>
        <p:spPr>
          <a:xfrm>
            <a:off x="712006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8FC5E31B-8E2E-AABB-450B-D8741439BB49}"/>
              </a:ext>
            </a:extLst>
          </p:cNvPr>
          <p:cNvSpPr>
            <a:spLocks/>
          </p:cNvSpPr>
          <p:nvPr/>
        </p:nvSpPr>
        <p:spPr>
          <a:xfrm>
            <a:off x="70551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18F1A736-BA1A-93B9-3EA7-38E768865C8A}"/>
              </a:ext>
            </a:extLst>
          </p:cNvPr>
          <p:cNvSpPr>
            <a:spLocks/>
          </p:cNvSpPr>
          <p:nvPr/>
        </p:nvSpPr>
        <p:spPr>
          <a:xfrm>
            <a:off x="7146758" y="63453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0831C0B2-D3A7-E420-5AD1-0FD5E376D1D6}"/>
              </a:ext>
            </a:extLst>
          </p:cNvPr>
          <p:cNvSpPr>
            <a:spLocks/>
          </p:cNvSpPr>
          <p:nvPr/>
        </p:nvSpPr>
        <p:spPr>
          <a:xfrm>
            <a:off x="7153075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13FFBA53-BE1A-2E6E-9101-A830F4798CC2}"/>
              </a:ext>
            </a:extLst>
          </p:cNvPr>
          <p:cNvSpPr>
            <a:spLocks/>
          </p:cNvSpPr>
          <p:nvPr/>
        </p:nvSpPr>
        <p:spPr>
          <a:xfrm>
            <a:off x="7127934" y="62828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AD08725-B320-4FE0-C23C-77F6998E7AA6}"/>
              </a:ext>
            </a:extLst>
          </p:cNvPr>
          <p:cNvSpPr>
            <a:spLocks/>
          </p:cNvSpPr>
          <p:nvPr/>
        </p:nvSpPr>
        <p:spPr>
          <a:xfrm>
            <a:off x="708122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44D74E51-F141-EA3F-849F-673E04150F4E}"/>
              </a:ext>
            </a:extLst>
          </p:cNvPr>
          <p:cNvSpPr>
            <a:spLocks/>
          </p:cNvSpPr>
          <p:nvPr/>
        </p:nvSpPr>
        <p:spPr>
          <a:xfrm>
            <a:off x="716675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9442EDF0-AD00-6A07-6075-CA0BA7D54258}"/>
              </a:ext>
            </a:extLst>
          </p:cNvPr>
          <p:cNvSpPr>
            <a:spLocks/>
          </p:cNvSpPr>
          <p:nvPr/>
        </p:nvSpPr>
        <p:spPr>
          <a:xfrm>
            <a:off x="7142883" y="6168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D3EF578C-129A-D9C3-A8E8-A870279E23D0}"/>
              </a:ext>
            </a:extLst>
          </p:cNvPr>
          <p:cNvSpPr>
            <a:spLocks/>
          </p:cNvSpPr>
          <p:nvPr/>
        </p:nvSpPr>
        <p:spPr>
          <a:xfrm>
            <a:off x="710853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38E7CE5A-400B-7E29-B6FB-D38F58967ECA}"/>
              </a:ext>
            </a:extLst>
          </p:cNvPr>
          <p:cNvSpPr>
            <a:spLocks/>
          </p:cNvSpPr>
          <p:nvPr/>
        </p:nvSpPr>
        <p:spPr>
          <a:xfrm>
            <a:off x="7166702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75BB7842-BCE5-0D7B-D949-3DC9CF9A4B9F}"/>
              </a:ext>
            </a:extLst>
          </p:cNvPr>
          <p:cNvSpPr>
            <a:spLocks/>
          </p:cNvSpPr>
          <p:nvPr/>
        </p:nvSpPr>
        <p:spPr>
          <a:xfrm>
            <a:off x="711732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63F4EE02-8935-0E30-444C-F49EB247CF6F}"/>
              </a:ext>
            </a:extLst>
          </p:cNvPr>
          <p:cNvSpPr>
            <a:spLocks/>
          </p:cNvSpPr>
          <p:nvPr/>
        </p:nvSpPr>
        <p:spPr>
          <a:xfrm>
            <a:off x="7096307" y="56398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22832F42-4B80-963F-9EC3-DC02F1EAC780}"/>
              </a:ext>
            </a:extLst>
          </p:cNvPr>
          <p:cNvSpPr>
            <a:spLocks/>
          </p:cNvSpPr>
          <p:nvPr/>
        </p:nvSpPr>
        <p:spPr>
          <a:xfrm>
            <a:off x="7120709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BEC7A877-6D3F-D0CE-F5E5-75177D45D8E2}"/>
              </a:ext>
            </a:extLst>
          </p:cNvPr>
          <p:cNvSpPr>
            <a:spLocks/>
          </p:cNvSpPr>
          <p:nvPr/>
        </p:nvSpPr>
        <p:spPr>
          <a:xfrm>
            <a:off x="7064381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F7A6AC4D-904B-6CDE-3BA3-24CABB654152}"/>
              </a:ext>
            </a:extLst>
          </p:cNvPr>
          <p:cNvSpPr>
            <a:spLocks/>
          </p:cNvSpPr>
          <p:nvPr/>
        </p:nvSpPr>
        <p:spPr>
          <a:xfrm>
            <a:off x="7080041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280CE784-41F1-E56C-4385-86B025A73AC1}"/>
              </a:ext>
            </a:extLst>
          </p:cNvPr>
          <p:cNvSpPr>
            <a:spLocks/>
          </p:cNvSpPr>
          <p:nvPr/>
        </p:nvSpPr>
        <p:spPr>
          <a:xfrm>
            <a:off x="71668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9E315D1D-ECF6-82D7-9AFE-5E3D242BE913}"/>
              </a:ext>
            </a:extLst>
          </p:cNvPr>
          <p:cNvSpPr>
            <a:spLocks/>
          </p:cNvSpPr>
          <p:nvPr/>
        </p:nvSpPr>
        <p:spPr>
          <a:xfrm>
            <a:off x="707856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31247DEC-785E-E0DD-8CBC-CF71C047EFB5}"/>
              </a:ext>
            </a:extLst>
          </p:cNvPr>
          <p:cNvSpPr>
            <a:spLocks/>
          </p:cNvSpPr>
          <p:nvPr/>
        </p:nvSpPr>
        <p:spPr>
          <a:xfrm>
            <a:off x="711208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A801A9A4-98DB-7489-F3D5-8033AC52B0A8}"/>
              </a:ext>
            </a:extLst>
          </p:cNvPr>
          <p:cNvSpPr>
            <a:spLocks/>
          </p:cNvSpPr>
          <p:nvPr/>
        </p:nvSpPr>
        <p:spPr>
          <a:xfrm>
            <a:off x="71387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C5D77623-456C-4AE6-9C12-7986F515A9CF}"/>
              </a:ext>
            </a:extLst>
          </p:cNvPr>
          <p:cNvSpPr>
            <a:spLocks/>
          </p:cNvSpPr>
          <p:nvPr/>
        </p:nvSpPr>
        <p:spPr>
          <a:xfrm>
            <a:off x="7097989" y="57362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3C20467C-72E8-277C-C533-E87EED2D9531}"/>
              </a:ext>
            </a:extLst>
          </p:cNvPr>
          <p:cNvSpPr>
            <a:spLocks/>
          </p:cNvSpPr>
          <p:nvPr/>
        </p:nvSpPr>
        <p:spPr>
          <a:xfrm>
            <a:off x="7114848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D69C61DD-6EF6-4E60-7B11-B13299D4F30C}"/>
              </a:ext>
            </a:extLst>
          </p:cNvPr>
          <p:cNvSpPr>
            <a:spLocks/>
          </p:cNvSpPr>
          <p:nvPr/>
        </p:nvSpPr>
        <p:spPr>
          <a:xfrm>
            <a:off x="7125679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3E76DC5B-9EDD-15AE-E722-35C945B548FC}"/>
              </a:ext>
            </a:extLst>
          </p:cNvPr>
          <p:cNvSpPr>
            <a:spLocks/>
          </p:cNvSpPr>
          <p:nvPr/>
        </p:nvSpPr>
        <p:spPr>
          <a:xfrm>
            <a:off x="73147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05336804-7516-37EB-601B-4D6B83F37210}"/>
              </a:ext>
            </a:extLst>
          </p:cNvPr>
          <p:cNvSpPr>
            <a:spLocks/>
          </p:cNvSpPr>
          <p:nvPr/>
        </p:nvSpPr>
        <p:spPr>
          <a:xfrm>
            <a:off x="7380587" y="50542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A3852F83-5ED2-A52C-E721-7B4ABAD25447}"/>
              </a:ext>
            </a:extLst>
          </p:cNvPr>
          <p:cNvSpPr>
            <a:spLocks/>
          </p:cNvSpPr>
          <p:nvPr/>
        </p:nvSpPr>
        <p:spPr>
          <a:xfrm>
            <a:off x="737136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CBF21BD5-C711-AAC4-B612-8B255FF1BEAD}"/>
              </a:ext>
            </a:extLst>
          </p:cNvPr>
          <p:cNvSpPr>
            <a:spLocks/>
          </p:cNvSpPr>
          <p:nvPr/>
        </p:nvSpPr>
        <p:spPr>
          <a:xfrm>
            <a:off x="737288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105CC4FA-0F4C-8CB3-08B6-C8967129595E}"/>
              </a:ext>
            </a:extLst>
          </p:cNvPr>
          <p:cNvSpPr>
            <a:spLocks/>
          </p:cNvSpPr>
          <p:nvPr/>
        </p:nvSpPr>
        <p:spPr>
          <a:xfrm>
            <a:off x="735029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FF57B37B-4B93-BF2D-04A8-513680686173}"/>
              </a:ext>
            </a:extLst>
          </p:cNvPr>
          <p:cNvSpPr>
            <a:spLocks/>
          </p:cNvSpPr>
          <p:nvPr/>
        </p:nvSpPr>
        <p:spPr>
          <a:xfrm>
            <a:off x="7383780" y="54185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7ED81AB4-CBF1-4DE6-3C82-9C129A1ECE2A}"/>
              </a:ext>
            </a:extLst>
          </p:cNvPr>
          <p:cNvSpPr>
            <a:spLocks/>
          </p:cNvSpPr>
          <p:nvPr/>
        </p:nvSpPr>
        <p:spPr>
          <a:xfrm>
            <a:off x="731308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C23344C7-14AA-4F9C-96D9-5EB1966AF17E}"/>
              </a:ext>
            </a:extLst>
          </p:cNvPr>
          <p:cNvSpPr>
            <a:spLocks/>
          </p:cNvSpPr>
          <p:nvPr/>
        </p:nvSpPr>
        <p:spPr>
          <a:xfrm>
            <a:off x="7349471" y="5706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6A1C7D41-248C-02FF-73AC-8DED495E35CD}"/>
              </a:ext>
            </a:extLst>
          </p:cNvPr>
          <p:cNvSpPr>
            <a:spLocks/>
          </p:cNvSpPr>
          <p:nvPr/>
        </p:nvSpPr>
        <p:spPr>
          <a:xfrm>
            <a:off x="74168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75745A08-EC54-F163-09BD-4A081949ACD6}"/>
              </a:ext>
            </a:extLst>
          </p:cNvPr>
          <p:cNvSpPr>
            <a:spLocks/>
          </p:cNvSpPr>
          <p:nvPr/>
        </p:nvSpPr>
        <p:spPr>
          <a:xfrm>
            <a:off x="734905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6C6F1394-DF64-D2A7-4112-00EC32DA03DA}"/>
              </a:ext>
            </a:extLst>
          </p:cNvPr>
          <p:cNvSpPr>
            <a:spLocks/>
          </p:cNvSpPr>
          <p:nvPr/>
        </p:nvSpPr>
        <p:spPr>
          <a:xfrm>
            <a:off x="735711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01AED1F4-7E34-BE7A-1BFB-5FF7A50B5705}"/>
              </a:ext>
            </a:extLst>
          </p:cNvPr>
          <p:cNvSpPr>
            <a:spLocks/>
          </p:cNvSpPr>
          <p:nvPr/>
        </p:nvSpPr>
        <p:spPr>
          <a:xfrm>
            <a:off x="7310726" y="522789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5AD7EBD4-B102-72C3-D7DF-632BD33EF1C4}"/>
              </a:ext>
            </a:extLst>
          </p:cNvPr>
          <p:cNvSpPr>
            <a:spLocks/>
          </p:cNvSpPr>
          <p:nvPr/>
        </p:nvSpPr>
        <p:spPr>
          <a:xfrm>
            <a:off x="73263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ECEC8559-1FB3-A425-D6F4-15278539ACE0}"/>
              </a:ext>
            </a:extLst>
          </p:cNvPr>
          <p:cNvSpPr>
            <a:spLocks/>
          </p:cNvSpPr>
          <p:nvPr/>
        </p:nvSpPr>
        <p:spPr>
          <a:xfrm>
            <a:off x="7376358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CB30A4EC-54C7-A59C-B4C4-4E4D8E33044E}"/>
              </a:ext>
            </a:extLst>
          </p:cNvPr>
          <p:cNvSpPr>
            <a:spLocks/>
          </p:cNvSpPr>
          <p:nvPr/>
        </p:nvSpPr>
        <p:spPr>
          <a:xfrm>
            <a:off x="740731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732313E4-F170-AFF1-3EF1-73A0CCA4A5C7}"/>
              </a:ext>
            </a:extLst>
          </p:cNvPr>
          <p:cNvSpPr>
            <a:spLocks/>
          </p:cNvSpPr>
          <p:nvPr/>
        </p:nvSpPr>
        <p:spPr>
          <a:xfrm>
            <a:off x="739651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EA71BCDA-99A4-80BA-3D9E-E40148D81433}"/>
              </a:ext>
            </a:extLst>
          </p:cNvPr>
          <p:cNvSpPr>
            <a:spLocks/>
          </p:cNvSpPr>
          <p:nvPr/>
        </p:nvSpPr>
        <p:spPr>
          <a:xfrm>
            <a:off x="736972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6BD5A8EC-CF0F-3175-22E2-D24604E6DDAD}"/>
              </a:ext>
            </a:extLst>
          </p:cNvPr>
          <p:cNvSpPr>
            <a:spLocks/>
          </p:cNvSpPr>
          <p:nvPr/>
        </p:nvSpPr>
        <p:spPr>
          <a:xfrm>
            <a:off x="73293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290E28DD-C051-F17C-28B0-8655FEED8479}"/>
              </a:ext>
            </a:extLst>
          </p:cNvPr>
          <p:cNvSpPr>
            <a:spLocks/>
          </p:cNvSpPr>
          <p:nvPr/>
        </p:nvSpPr>
        <p:spPr>
          <a:xfrm>
            <a:off x="7367816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7A8F0C74-9190-C178-A726-9853628FA12D}"/>
              </a:ext>
            </a:extLst>
          </p:cNvPr>
          <p:cNvSpPr>
            <a:spLocks/>
          </p:cNvSpPr>
          <p:nvPr/>
        </p:nvSpPr>
        <p:spPr>
          <a:xfrm>
            <a:off x="737664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3E455256-1D9A-4AE8-C39C-A6992E8F1DA2}"/>
              </a:ext>
            </a:extLst>
          </p:cNvPr>
          <p:cNvSpPr>
            <a:spLocks/>
          </p:cNvSpPr>
          <p:nvPr/>
        </p:nvSpPr>
        <p:spPr>
          <a:xfrm>
            <a:off x="733109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62E07349-3762-A29E-ACA3-0F968CB7E552}"/>
              </a:ext>
            </a:extLst>
          </p:cNvPr>
          <p:cNvSpPr>
            <a:spLocks/>
          </p:cNvSpPr>
          <p:nvPr/>
        </p:nvSpPr>
        <p:spPr>
          <a:xfrm>
            <a:off x="73633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09099F2B-312D-5F32-DF5B-72D149F63338}"/>
              </a:ext>
            </a:extLst>
          </p:cNvPr>
          <p:cNvSpPr>
            <a:spLocks/>
          </p:cNvSpPr>
          <p:nvPr/>
        </p:nvSpPr>
        <p:spPr>
          <a:xfrm>
            <a:off x="73256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96B6497D-1356-A5CE-E543-53D9DDB1D38C}"/>
              </a:ext>
            </a:extLst>
          </p:cNvPr>
          <p:cNvSpPr>
            <a:spLocks/>
          </p:cNvSpPr>
          <p:nvPr/>
        </p:nvSpPr>
        <p:spPr>
          <a:xfrm>
            <a:off x="737146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0365D1E4-5C31-B2C9-BB2D-13BA18FFF512}"/>
              </a:ext>
            </a:extLst>
          </p:cNvPr>
          <p:cNvSpPr>
            <a:spLocks/>
          </p:cNvSpPr>
          <p:nvPr/>
        </p:nvSpPr>
        <p:spPr>
          <a:xfrm>
            <a:off x="733212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46530621-FE94-8334-55FF-48A1F7203873}"/>
              </a:ext>
            </a:extLst>
          </p:cNvPr>
          <p:cNvSpPr>
            <a:spLocks/>
          </p:cNvSpPr>
          <p:nvPr/>
        </p:nvSpPr>
        <p:spPr>
          <a:xfrm>
            <a:off x="731241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480B2069-6BDC-E96D-D246-509503BF0BFA}"/>
              </a:ext>
            </a:extLst>
          </p:cNvPr>
          <p:cNvSpPr>
            <a:spLocks/>
          </p:cNvSpPr>
          <p:nvPr/>
        </p:nvSpPr>
        <p:spPr>
          <a:xfrm>
            <a:off x="7361039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ADEE651D-2915-5F59-FA7F-9B02D5D5F698}"/>
              </a:ext>
            </a:extLst>
          </p:cNvPr>
          <p:cNvSpPr>
            <a:spLocks/>
          </p:cNvSpPr>
          <p:nvPr/>
        </p:nvSpPr>
        <p:spPr>
          <a:xfrm>
            <a:off x="737090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10C5FE2F-D230-49BF-ABEA-7DCE8B431488}"/>
              </a:ext>
            </a:extLst>
          </p:cNvPr>
          <p:cNvSpPr>
            <a:spLocks/>
          </p:cNvSpPr>
          <p:nvPr/>
        </p:nvSpPr>
        <p:spPr>
          <a:xfrm>
            <a:off x="742085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7109D173-7DAB-D47C-5224-C0BED7C27516}"/>
              </a:ext>
            </a:extLst>
          </p:cNvPr>
          <p:cNvSpPr>
            <a:spLocks/>
          </p:cNvSpPr>
          <p:nvPr/>
        </p:nvSpPr>
        <p:spPr>
          <a:xfrm>
            <a:off x="7411655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536A54BD-7D01-B5A0-EC0D-3F1A7CC1456F}"/>
              </a:ext>
            </a:extLst>
          </p:cNvPr>
          <p:cNvSpPr>
            <a:spLocks/>
          </p:cNvSpPr>
          <p:nvPr/>
        </p:nvSpPr>
        <p:spPr>
          <a:xfrm>
            <a:off x="73496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A099A9A8-CA2E-D88E-9BBE-7088B71F0551}"/>
              </a:ext>
            </a:extLst>
          </p:cNvPr>
          <p:cNvSpPr>
            <a:spLocks/>
          </p:cNvSpPr>
          <p:nvPr/>
        </p:nvSpPr>
        <p:spPr>
          <a:xfrm>
            <a:off x="73585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BE79609-043D-9D0B-2574-EE87B6F46C48}"/>
              </a:ext>
            </a:extLst>
          </p:cNvPr>
          <p:cNvSpPr>
            <a:spLocks/>
          </p:cNvSpPr>
          <p:nvPr/>
        </p:nvSpPr>
        <p:spPr>
          <a:xfrm>
            <a:off x="737670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FBCE6C9C-CA6D-97B1-1D88-BC67915B6A51}"/>
              </a:ext>
            </a:extLst>
          </p:cNvPr>
          <p:cNvSpPr>
            <a:spLocks/>
          </p:cNvSpPr>
          <p:nvPr/>
        </p:nvSpPr>
        <p:spPr>
          <a:xfrm>
            <a:off x="73405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F9858BC8-A44A-A88E-7856-F748727A92EA}"/>
              </a:ext>
            </a:extLst>
          </p:cNvPr>
          <p:cNvSpPr>
            <a:spLocks/>
          </p:cNvSpPr>
          <p:nvPr/>
        </p:nvSpPr>
        <p:spPr>
          <a:xfrm>
            <a:off x="731949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7A7A5907-195B-ABC8-523E-7DC3AEE330AF}"/>
              </a:ext>
            </a:extLst>
          </p:cNvPr>
          <p:cNvSpPr>
            <a:spLocks/>
          </p:cNvSpPr>
          <p:nvPr/>
        </p:nvSpPr>
        <p:spPr>
          <a:xfrm>
            <a:off x="7377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35E04643-D3E2-DDD9-BA41-C2003BB76D9D}"/>
              </a:ext>
            </a:extLst>
          </p:cNvPr>
          <p:cNvSpPr>
            <a:spLocks/>
          </p:cNvSpPr>
          <p:nvPr/>
        </p:nvSpPr>
        <p:spPr>
          <a:xfrm>
            <a:off x="738991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6DCDEBAF-E9A4-36A5-4105-754DC9E4BCD4}"/>
              </a:ext>
            </a:extLst>
          </p:cNvPr>
          <p:cNvSpPr>
            <a:spLocks/>
          </p:cNvSpPr>
          <p:nvPr/>
        </p:nvSpPr>
        <p:spPr>
          <a:xfrm>
            <a:off x="7371331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80B015CA-987F-2276-392B-7A453B1AF43E}"/>
              </a:ext>
            </a:extLst>
          </p:cNvPr>
          <p:cNvSpPr>
            <a:spLocks/>
          </p:cNvSpPr>
          <p:nvPr/>
        </p:nvSpPr>
        <p:spPr>
          <a:xfrm>
            <a:off x="742384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72CA2C4C-8803-6559-AEBF-04628686DDC5}"/>
              </a:ext>
            </a:extLst>
          </p:cNvPr>
          <p:cNvSpPr>
            <a:spLocks/>
          </p:cNvSpPr>
          <p:nvPr/>
        </p:nvSpPr>
        <p:spPr>
          <a:xfrm>
            <a:off x="73323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1B6482E9-CF8B-32B6-C11F-182D98B68321}"/>
              </a:ext>
            </a:extLst>
          </p:cNvPr>
          <p:cNvSpPr>
            <a:spLocks/>
          </p:cNvSpPr>
          <p:nvPr/>
        </p:nvSpPr>
        <p:spPr>
          <a:xfrm>
            <a:off x="7410123" y="5812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3102CEE7-8637-11DB-0CCA-3E3DB06EE724}"/>
              </a:ext>
            </a:extLst>
          </p:cNvPr>
          <p:cNvSpPr>
            <a:spLocks/>
          </p:cNvSpPr>
          <p:nvPr/>
        </p:nvSpPr>
        <p:spPr>
          <a:xfrm>
            <a:off x="735936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A21A33DA-848F-7981-4C55-000070AF8A0E}"/>
              </a:ext>
            </a:extLst>
          </p:cNvPr>
          <p:cNvSpPr>
            <a:spLocks/>
          </p:cNvSpPr>
          <p:nvPr/>
        </p:nvSpPr>
        <p:spPr>
          <a:xfrm>
            <a:off x="73231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30CB1A63-ECA4-62DE-D31B-0F70756337FE}"/>
              </a:ext>
            </a:extLst>
          </p:cNvPr>
          <p:cNvSpPr>
            <a:spLocks/>
          </p:cNvSpPr>
          <p:nvPr/>
        </p:nvSpPr>
        <p:spPr>
          <a:xfrm>
            <a:off x="736650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F057B9BE-659F-FADB-096C-3B51DE65A8DD}"/>
              </a:ext>
            </a:extLst>
          </p:cNvPr>
          <p:cNvSpPr>
            <a:spLocks/>
          </p:cNvSpPr>
          <p:nvPr/>
        </p:nvSpPr>
        <p:spPr>
          <a:xfrm>
            <a:off x="73709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4127178A-10D9-082D-6505-1E8C4A5E943B}"/>
              </a:ext>
            </a:extLst>
          </p:cNvPr>
          <p:cNvSpPr>
            <a:spLocks/>
          </p:cNvSpPr>
          <p:nvPr/>
        </p:nvSpPr>
        <p:spPr>
          <a:xfrm>
            <a:off x="73235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8647164F-68DB-0D5D-D36D-9817562B8A1D}"/>
              </a:ext>
            </a:extLst>
          </p:cNvPr>
          <p:cNvSpPr>
            <a:spLocks/>
          </p:cNvSpPr>
          <p:nvPr/>
        </p:nvSpPr>
        <p:spPr>
          <a:xfrm>
            <a:off x="73425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DA0D12B7-D1E0-A940-4B6F-870363E7DF47}"/>
              </a:ext>
            </a:extLst>
          </p:cNvPr>
          <p:cNvSpPr>
            <a:spLocks/>
          </p:cNvSpPr>
          <p:nvPr/>
        </p:nvSpPr>
        <p:spPr>
          <a:xfrm>
            <a:off x="731541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9B90223F-65DC-2B8A-9F43-2291CB2B2006}"/>
              </a:ext>
            </a:extLst>
          </p:cNvPr>
          <p:cNvSpPr>
            <a:spLocks/>
          </p:cNvSpPr>
          <p:nvPr/>
        </p:nvSpPr>
        <p:spPr>
          <a:xfrm>
            <a:off x="7368115" y="474080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55F39094-5C46-6A00-C8DF-56F8D5C59ACC}"/>
              </a:ext>
            </a:extLst>
          </p:cNvPr>
          <p:cNvSpPr>
            <a:spLocks/>
          </p:cNvSpPr>
          <p:nvPr/>
        </p:nvSpPr>
        <p:spPr>
          <a:xfrm>
            <a:off x="736007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9FBF2154-DE46-A563-9DE3-7E0B7F06114B}"/>
              </a:ext>
            </a:extLst>
          </p:cNvPr>
          <p:cNvSpPr>
            <a:spLocks/>
          </p:cNvSpPr>
          <p:nvPr/>
        </p:nvSpPr>
        <p:spPr>
          <a:xfrm>
            <a:off x="731559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EABCA1FE-24E7-6C0D-E9AF-824B739B5CD3}"/>
              </a:ext>
            </a:extLst>
          </p:cNvPr>
          <p:cNvSpPr>
            <a:spLocks/>
          </p:cNvSpPr>
          <p:nvPr/>
        </p:nvSpPr>
        <p:spPr>
          <a:xfrm>
            <a:off x="738582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81A81EC9-5CFC-21A6-CAAA-4418EF9B28AC}"/>
              </a:ext>
            </a:extLst>
          </p:cNvPr>
          <p:cNvSpPr>
            <a:spLocks/>
          </p:cNvSpPr>
          <p:nvPr/>
        </p:nvSpPr>
        <p:spPr>
          <a:xfrm>
            <a:off x="73752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18E2757D-BD8A-E0A2-D048-6DBA0F03FF15}"/>
              </a:ext>
            </a:extLst>
          </p:cNvPr>
          <p:cNvSpPr>
            <a:spLocks/>
          </p:cNvSpPr>
          <p:nvPr/>
        </p:nvSpPr>
        <p:spPr>
          <a:xfrm>
            <a:off x="734185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FC78E435-C18E-EBC8-3E7B-59749FD97729}"/>
              </a:ext>
            </a:extLst>
          </p:cNvPr>
          <p:cNvSpPr>
            <a:spLocks/>
          </p:cNvSpPr>
          <p:nvPr/>
        </p:nvSpPr>
        <p:spPr>
          <a:xfrm>
            <a:off x="73929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86FF8B2D-9EB2-0102-1263-0CCFC0E3E55A}"/>
              </a:ext>
            </a:extLst>
          </p:cNvPr>
          <p:cNvSpPr>
            <a:spLocks/>
          </p:cNvSpPr>
          <p:nvPr/>
        </p:nvSpPr>
        <p:spPr>
          <a:xfrm>
            <a:off x="73802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E01144ED-6A3E-977F-6EA7-E4AB9B88A9E4}"/>
              </a:ext>
            </a:extLst>
          </p:cNvPr>
          <p:cNvSpPr>
            <a:spLocks/>
          </p:cNvSpPr>
          <p:nvPr/>
        </p:nvSpPr>
        <p:spPr>
          <a:xfrm>
            <a:off x="7404793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1D1BA18B-E385-C36E-E4B2-C32E1F30A48F}"/>
              </a:ext>
            </a:extLst>
          </p:cNvPr>
          <p:cNvSpPr>
            <a:spLocks/>
          </p:cNvSpPr>
          <p:nvPr/>
        </p:nvSpPr>
        <p:spPr>
          <a:xfrm>
            <a:off x="73596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13C1C5C-6981-BF7A-F68D-1BAB01E6B617}"/>
              </a:ext>
            </a:extLst>
          </p:cNvPr>
          <p:cNvSpPr>
            <a:spLocks/>
          </p:cNvSpPr>
          <p:nvPr/>
        </p:nvSpPr>
        <p:spPr>
          <a:xfrm>
            <a:off x="7345156" y="549144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14928B91-FF43-FDCA-6E8E-12F18B805D3A}"/>
              </a:ext>
            </a:extLst>
          </p:cNvPr>
          <p:cNvSpPr>
            <a:spLocks/>
          </p:cNvSpPr>
          <p:nvPr/>
        </p:nvSpPr>
        <p:spPr>
          <a:xfrm>
            <a:off x="73481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EE2F3288-9B1B-5B48-A97B-5EA7D9541720}"/>
              </a:ext>
            </a:extLst>
          </p:cNvPr>
          <p:cNvSpPr>
            <a:spLocks/>
          </p:cNvSpPr>
          <p:nvPr/>
        </p:nvSpPr>
        <p:spPr>
          <a:xfrm>
            <a:off x="735459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31D396AC-83C1-57F8-575C-F50EE41C6D1E}"/>
              </a:ext>
            </a:extLst>
          </p:cNvPr>
          <p:cNvSpPr>
            <a:spLocks/>
          </p:cNvSpPr>
          <p:nvPr/>
        </p:nvSpPr>
        <p:spPr>
          <a:xfrm>
            <a:off x="73775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8E6DD395-6955-3452-EDE2-94BFE1FB01FB}"/>
              </a:ext>
            </a:extLst>
          </p:cNvPr>
          <p:cNvSpPr>
            <a:spLocks/>
          </p:cNvSpPr>
          <p:nvPr/>
        </p:nvSpPr>
        <p:spPr>
          <a:xfrm>
            <a:off x="738882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1F272373-D2D7-3525-0081-73EFDDB1616A}"/>
              </a:ext>
            </a:extLst>
          </p:cNvPr>
          <p:cNvSpPr>
            <a:spLocks/>
          </p:cNvSpPr>
          <p:nvPr/>
        </p:nvSpPr>
        <p:spPr>
          <a:xfrm>
            <a:off x="735278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CB5BA37D-3A06-A0A6-9EC8-CE03EAD4EC36}"/>
              </a:ext>
            </a:extLst>
          </p:cNvPr>
          <p:cNvSpPr>
            <a:spLocks/>
          </p:cNvSpPr>
          <p:nvPr/>
        </p:nvSpPr>
        <p:spPr>
          <a:xfrm>
            <a:off x="740730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5392703B-889D-CFE4-7744-F51A19A6690C}"/>
              </a:ext>
            </a:extLst>
          </p:cNvPr>
          <p:cNvSpPr>
            <a:spLocks/>
          </p:cNvSpPr>
          <p:nvPr/>
        </p:nvSpPr>
        <p:spPr>
          <a:xfrm>
            <a:off x="7384835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0A46C612-1FCF-B730-F23D-E084DCA02F83}"/>
              </a:ext>
            </a:extLst>
          </p:cNvPr>
          <p:cNvSpPr>
            <a:spLocks/>
          </p:cNvSpPr>
          <p:nvPr/>
        </p:nvSpPr>
        <p:spPr>
          <a:xfrm>
            <a:off x="741497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33FDB432-B9BB-C38C-F333-5207BA99030A}"/>
              </a:ext>
            </a:extLst>
          </p:cNvPr>
          <p:cNvSpPr>
            <a:spLocks/>
          </p:cNvSpPr>
          <p:nvPr/>
        </p:nvSpPr>
        <p:spPr>
          <a:xfrm>
            <a:off x="7408527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117E0002-9602-EF4A-80BD-557CEF492314}"/>
              </a:ext>
            </a:extLst>
          </p:cNvPr>
          <p:cNvSpPr>
            <a:spLocks/>
          </p:cNvSpPr>
          <p:nvPr/>
        </p:nvSpPr>
        <p:spPr>
          <a:xfrm>
            <a:off x="7403317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1EE78CE7-1FDA-2747-23BE-583EB2952DB5}"/>
              </a:ext>
            </a:extLst>
          </p:cNvPr>
          <p:cNvSpPr>
            <a:spLocks/>
          </p:cNvSpPr>
          <p:nvPr/>
        </p:nvSpPr>
        <p:spPr>
          <a:xfrm>
            <a:off x="73079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0E1057B6-1F29-11A5-00A9-E4A4BE176FA4}"/>
              </a:ext>
            </a:extLst>
          </p:cNvPr>
          <p:cNvSpPr>
            <a:spLocks/>
          </p:cNvSpPr>
          <p:nvPr/>
        </p:nvSpPr>
        <p:spPr>
          <a:xfrm>
            <a:off x="7422753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45B04DA0-5060-1392-D385-9329D7A39DE7}"/>
              </a:ext>
            </a:extLst>
          </p:cNvPr>
          <p:cNvSpPr>
            <a:spLocks/>
          </p:cNvSpPr>
          <p:nvPr/>
        </p:nvSpPr>
        <p:spPr>
          <a:xfrm>
            <a:off x="736686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F8333D86-ABFE-22F7-6750-F281BF5A8CE7}"/>
              </a:ext>
            </a:extLst>
          </p:cNvPr>
          <p:cNvSpPr>
            <a:spLocks/>
          </p:cNvSpPr>
          <p:nvPr/>
        </p:nvSpPr>
        <p:spPr>
          <a:xfrm>
            <a:off x="740098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466A0EFA-4AAE-0CF1-92FD-8353CE678C9E}"/>
              </a:ext>
            </a:extLst>
          </p:cNvPr>
          <p:cNvSpPr>
            <a:spLocks/>
          </p:cNvSpPr>
          <p:nvPr/>
        </p:nvSpPr>
        <p:spPr>
          <a:xfrm>
            <a:off x="735392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78F56CE1-8A90-DD23-6421-D45387AECDB9}"/>
              </a:ext>
            </a:extLst>
          </p:cNvPr>
          <p:cNvSpPr>
            <a:spLocks/>
          </p:cNvSpPr>
          <p:nvPr/>
        </p:nvSpPr>
        <p:spPr>
          <a:xfrm>
            <a:off x="7309935" y="54331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D166F5CA-2B22-A454-7482-D5B0C1753CE7}"/>
              </a:ext>
            </a:extLst>
          </p:cNvPr>
          <p:cNvSpPr>
            <a:spLocks/>
          </p:cNvSpPr>
          <p:nvPr/>
        </p:nvSpPr>
        <p:spPr>
          <a:xfrm>
            <a:off x="735798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034EA843-604F-8F29-8E08-69A03BF1A474}"/>
              </a:ext>
            </a:extLst>
          </p:cNvPr>
          <p:cNvSpPr>
            <a:spLocks/>
          </p:cNvSpPr>
          <p:nvPr/>
        </p:nvSpPr>
        <p:spPr>
          <a:xfrm>
            <a:off x="731958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7DADB15-851C-B8C0-E924-F267CC8D2EEF}"/>
              </a:ext>
            </a:extLst>
          </p:cNvPr>
          <p:cNvSpPr>
            <a:spLocks/>
          </p:cNvSpPr>
          <p:nvPr/>
        </p:nvSpPr>
        <p:spPr>
          <a:xfrm>
            <a:off x="733997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ADC5B014-A66B-48B3-7A6B-09E1783D54E3}"/>
              </a:ext>
            </a:extLst>
          </p:cNvPr>
          <p:cNvSpPr>
            <a:spLocks/>
          </p:cNvSpPr>
          <p:nvPr/>
        </p:nvSpPr>
        <p:spPr>
          <a:xfrm>
            <a:off x="738162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AB1E5365-608B-3B1A-809A-B1E66539C687}"/>
              </a:ext>
            </a:extLst>
          </p:cNvPr>
          <p:cNvSpPr>
            <a:spLocks/>
          </p:cNvSpPr>
          <p:nvPr/>
        </p:nvSpPr>
        <p:spPr>
          <a:xfrm>
            <a:off x="7344257" y="47931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6FBC459F-70CD-F458-EAE9-42E241C62CFF}"/>
              </a:ext>
            </a:extLst>
          </p:cNvPr>
          <p:cNvSpPr>
            <a:spLocks/>
          </p:cNvSpPr>
          <p:nvPr/>
        </p:nvSpPr>
        <p:spPr>
          <a:xfrm>
            <a:off x="74045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446C1880-F035-2517-AC20-C3A7AA0F36E1}"/>
              </a:ext>
            </a:extLst>
          </p:cNvPr>
          <p:cNvSpPr>
            <a:spLocks/>
          </p:cNvSpPr>
          <p:nvPr/>
        </p:nvSpPr>
        <p:spPr>
          <a:xfrm>
            <a:off x="741936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4F6393B5-48ED-E13C-06A6-32F1BB0112AE}"/>
              </a:ext>
            </a:extLst>
          </p:cNvPr>
          <p:cNvSpPr>
            <a:spLocks/>
          </p:cNvSpPr>
          <p:nvPr/>
        </p:nvSpPr>
        <p:spPr>
          <a:xfrm>
            <a:off x="7366905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630EDD94-4718-DB72-B838-85D2FF0E043C}"/>
              </a:ext>
            </a:extLst>
          </p:cNvPr>
          <p:cNvSpPr>
            <a:spLocks/>
          </p:cNvSpPr>
          <p:nvPr/>
        </p:nvSpPr>
        <p:spPr>
          <a:xfrm>
            <a:off x="734991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2A8B7D68-FBA2-231D-CF05-7F18EDD19F7D}"/>
              </a:ext>
            </a:extLst>
          </p:cNvPr>
          <p:cNvSpPr>
            <a:spLocks/>
          </p:cNvSpPr>
          <p:nvPr/>
        </p:nvSpPr>
        <p:spPr>
          <a:xfrm>
            <a:off x="735294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F8EE1DED-B5CC-0A48-B61A-B28E0D94656B}"/>
              </a:ext>
            </a:extLst>
          </p:cNvPr>
          <p:cNvSpPr>
            <a:spLocks/>
          </p:cNvSpPr>
          <p:nvPr/>
        </p:nvSpPr>
        <p:spPr>
          <a:xfrm>
            <a:off x="73466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2D541495-0F41-888E-0979-FEEC013FD431}"/>
              </a:ext>
            </a:extLst>
          </p:cNvPr>
          <p:cNvSpPr>
            <a:spLocks/>
          </p:cNvSpPr>
          <p:nvPr/>
        </p:nvSpPr>
        <p:spPr>
          <a:xfrm>
            <a:off x="741598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68867536-F34B-F7BF-E96E-D953F09178BF}"/>
              </a:ext>
            </a:extLst>
          </p:cNvPr>
          <p:cNvSpPr>
            <a:spLocks/>
          </p:cNvSpPr>
          <p:nvPr/>
        </p:nvSpPr>
        <p:spPr>
          <a:xfrm>
            <a:off x="732604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09CBA84-4EFC-526D-10D5-EAA292E26CC5}"/>
              </a:ext>
            </a:extLst>
          </p:cNvPr>
          <p:cNvSpPr>
            <a:spLocks/>
          </p:cNvSpPr>
          <p:nvPr/>
        </p:nvSpPr>
        <p:spPr>
          <a:xfrm>
            <a:off x="73458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4EB13001-F0F9-5087-5443-2A63035965BA}"/>
              </a:ext>
            </a:extLst>
          </p:cNvPr>
          <p:cNvSpPr>
            <a:spLocks/>
          </p:cNvSpPr>
          <p:nvPr/>
        </p:nvSpPr>
        <p:spPr>
          <a:xfrm>
            <a:off x="735259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83D1B92E-EE3F-1097-A66D-F22BB98E65FE}"/>
              </a:ext>
            </a:extLst>
          </p:cNvPr>
          <p:cNvSpPr>
            <a:spLocks/>
          </p:cNvSpPr>
          <p:nvPr/>
        </p:nvSpPr>
        <p:spPr>
          <a:xfrm>
            <a:off x="738979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EA02B25C-4622-3EB6-61C0-2C6FC5CE54C1}"/>
              </a:ext>
            </a:extLst>
          </p:cNvPr>
          <p:cNvSpPr>
            <a:spLocks/>
          </p:cNvSpPr>
          <p:nvPr/>
        </p:nvSpPr>
        <p:spPr>
          <a:xfrm>
            <a:off x="735585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9F10F822-38C6-694B-CC60-F30DEE6A65DC}"/>
              </a:ext>
            </a:extLst>
          </p:cNvPr>
          <p:cNvSpPr>
            <a:spLocks/>
          </p:cNvSpPr>
          <p:nvPr/>
        </p:nvSpPr>
        <p:spPr>
          <a:xfrm>
            <a:off x="7393484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FD01BDE0-6FAA-4382-915F-3172CD0EDCB0}"/>
              </a:ext>
            </a:extLst>
          </p:cNvPr>
          <p:cNvSpPr>
            <a:spLocks/>
          </p:cNvSpPr>
          <p:nvPr/>
        </p:nvSpPr>
        <p:spPr>
          <a:xfrm>
            <a:off x="737754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59A9ED2E-C3F7-10FB-34D6-42AEB4FB4A5B}"/>
              </a:ext>
            </a:extLst>
          </p:cNvPr>
          <p:cNvSpPr>
            <a:spLocks/>
          </p:cNvSpPr>
          <p:nvPr/>
        </p:nvSpPr>
        <p:spPr>
          <a:xfrm>
            <a:off x="76498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52DD27FB-2EAA-610A-52AB-13EAE1347E87}"/>
              </a:ext>
            </a:extLst>
          </p:cNvPr>
          <p:cNvSpPr>
            <a:spLocks/>
          </p:cNvSpPr>
          <p:nvPr/>
        </p:nvSpPr>
        <p:spPr>
          <a:xfrm>
            <a:off x="7649768" y="494735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E4D3331D-C01C-0BDA-8D0F-7EAAECB427A8}"/>
              </a:ext>
            </a:extLst>
          </p:cNvPr>
          <p:cNvSpPr>
            <a:spLocks/>
          </p:cNvSpPr>
          <p:nvPr/>
        </p:nvSpPr>
        <p:spPr>
          <a:xfrm>
            <a:off x="76433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4745DD65-7DFA-136F-F553-48413B030083}"/>
              </a:ext>
            </a:extLst>
          </p:cNvPr>
          <p:cNvSpPr>
            <a:spLocks/>
          </p:cNvSpPr>
          <p:nvPr/>
        </p:nvSpPr>
        <p:spPr>
          <a:xfrm>
            <a:off x="76552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84C8B1A8-EC9F-36FB-1033-D74BAD7EDE05}"/>
              </a:ext>
            </a:extLst>
          </p:cNvPr>
          <p:cNvSpPr>
            <a:spLocks/>
          </p:cNvSpPr>
          <p:nvPr/>
        </p:nvSpPr>
        <p:spPr>
          <a:xfrm>
            <a:off x="7604030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DB1A2CC-38D4-C279-E1E5-DF72B5EE7C96}"/>
              </a:ext>
            </a:extLst>
          </p:cNvPr>
          <p:cNvSpPr>
            <a:spLocks/>
          </p:cNvSpPr>
          <p:nvPr/>
        </p:nvSpPr>
        <p:spPr>
          <a:xfrm>
            <a:off x="7666735" y="55210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EB736A76-5E70-4912-072E-AE81D98AB76F}"/>
              </a:ext>
            </a:extLst>
          </p:cNvPr>
          <p:cNvSpPr>
            <a:spLocks/>
          </p:cNvSpPr>
          <p:nvPr/>
        </p:nvSpPr>
        <p:spPr>
          <a:xfrm>
            <a:off x="76239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F57AC36A-F252-10CD-D7FF-954CCAFA557A}"/>
              </a:ext>
            </a:extLst>
          </p:cNvPr>
          <p:cNvSpPr>
            <a:spLocks/>
          </p:cNvSpPr>
          <p:nvPr/>
        </p:nvSpPr>
        <p:spPr>
          <a:xfrm>
            <a:off x="75679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33D397EA-7ED4-313F-A7BA-8EEB89A95875}"/>
              </a:ext>
            </a:extLst>
          </p:cNvPr>
          <p:cNvSpPr>
            <a:spLocks/>
          </p:cNvSpPr>
          <p:nvPr/>
        </p:nvSpPr>
        <p:spPr>
          <a:xfrm>
            <a:off x="755741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FD94885F-B507-876C-EF3A-AB9B1EA913D6}"/>
              </a:ext>
            </a:extLst>
          </p:cNvPr>
          <p:cNvSpPr>
            <a:spLocks/>
          </p:cNvSpPr>
          <p:nvPr/>
        </p:nvSpPr>
        <p:spPr>
          <a:xfrm>
            <a:off x="76514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AF8452D9-015F-252E-975A-8008173743A8}"/>
              </a:ext>
            </a:extLst>
          </p:cNvPr>
          <p:cNvSpPr>
            <a:spLocks/>
          </p:cNvSpPr>
          <p:nvPr/>
        </p:nvSpPr>
        <p:spPr>
          <a:xfrm>
            <a:off x="76231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350C10A0-C06A-A79D-5B5F-BD0D39FAEDC6}"/>
              </a:ext>
            </a:extLst>
          </p:cNvPr>
          <p:cNvSpPr>
            <a:spLocks/>
          </p:cNvSpPr>
          <p:nvPr/>
        </p:nvSpPr>
        <p:spPr>
          <a:xfrm>
            <a:off x="758553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746CD894-7060-7182-33C0-FD8A53AB0723}"/>
              </a:ext>
            </a:extLst>
          </p:cNvPr>
          <p:cNvSpPr>
            <a:spLocks/>
          </p:cNvSpPr>
          <p:nvPr/>
        </p:nvSpPr>
        <p:spPr>
          <a:xfrm>
            <a:off x="7619933" y="48226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B911BEB7-F3D8-537D-7096-EA2B96BED4FB}"/>
              </a:ext>
            </a:extLst>
          </p:cNvPr>
          <p:cNvSpPr>
            <a:spLocks/>
          </p:cNvSpPr>
          <p:nvPr/>
        </p:nvSpPr>
        <p:spPr>
          <a:xfrm>
            <a:off x="7624785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F31A233C-DAF1-E205-71A9-20E8BE8B8930}"/>
              </a:ext>
            </a:extLst>
          </p:cNvPr>
          <p:cNvSpPr>
            <a:spLocks/>
          </p:cNvSpPr>
          <p:nvPr/>
        </p:nvSpPr>
        <p:spPr>
          <a:xfrm>
            <a:off x="75597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75E1BA3A-8F72-F2B9-32E5-0886BB000AFC}"/>
              </a:ext>
            </a:extLst>
          </p:cNvPr>
          <p:cNvSpPr>
            <a:spLocks/>
          </p:cNvSpPr>
          <p:nvPr/>
        </p:nvSpPr>
        <p:spPr>
          <a:xfrm>
            <a:off x="76460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B859AF62-F117-FBED-EED3-EF9133595AEC}"/>
              </a:ext>
            </a:extLst>
          </p:cNvPr>
          <p:cNvSpPr>
            <a:spLocks/>
          </p:cNvSpPr>
          <p:nvPr/>
        </p:nvSpPr>
        <p:spPr>
          <a:xfrm>
            <a:off x="76665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56FA0708-1DA8-0E69-1381-3D2F531BB828}"/>
              </a:ext>
            </a:extLst>
          </p:cNvPr>
          <p:cNvSpPr>
            <a:spLocks/>
          </p:cNvSpPr>
          <p:nvPr/>
        </p:nvSpPr>
        <p:spPr>
          <a:xfrm>
            <a:off x="760747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6A349183-F043-2377-A1A4-C1F301C92C71}"/>
              </a:ext>
            </a:extLst>
          </p:cNvPr>
          <p:cNvSpPr>
            <a:spLocks/>
          </p:cNvSpPr>
          <p:nvPr/>
        </p:nvSpPr>
        <p:spPr>
          <a:xfrm>
            <a:off x="7631007" y="49968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58408FB9-5813-5ABA-6886-476525925095}"/>
              </a:ext>
            </a:extLst>
          </p:cNvPr>
          <p:cNvSpPr>
            <a:spLocks/>
          </p:cNvSpPr>
          <p:nvPr/>
        </p:nvSpPr>
        <p:spPr>
          <a:xfrm>
            <a:off x="765123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0D59E519-4CC9-35D5-DC10-73FB9595D4FE}"/>
              </a:ext>
            </a:extLst>
          </p:cNvPr>
          <p:cNvSpPr>
            <a:spLocks/>
          </p:cNvSpPr>
          <p:nvPr/>
        </p:nvSpPr>
        <p:spPr>
          <a:xfrm>
            <a:off x="7579744" y="62225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1AB64162-655B-562E-23AF-6B224260D93A}"/>
              </a:ext>
            </a:extLst>
          </p:cNvPr>
          <p:cNvSpPr>
            <a:spLocks/>
          </p:cNvSpPr>
          <p:nvPr/>
        </p:nvSpPr>
        <p:spPr>
          <a:xfrm>
            <a:off x="762566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9820C217-ED16-7E21-103B-C0AB07AFD591}"/>
              </a:ext>
            </a:extLst>
          </p:cNvPr>
          <p:cNvSpPr>
            <a:spLocks/>
          </p:cNvSpPr>
          <p:nvPr/>
        </p:nvSpPr>
        <p:spPr>
          <a:xfrm>
            <a:off x="76750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DFFE74C6-CF75-5F98-FF16-70D78ADE1ED9}"/>
              </a:ext>
            </a:extLst>
          </p:cNvPr>
          <p:cNvSpPr>
            <a:spLocks/>
          </p:cNvSpPr>
          <p:nvPr/>
        </p:nvSpPr>
        <p:spPr>
          <a:xfrm>
            <a:off x="7582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263A8F5D-374A-0CD6-E1D6-668EADA009F8}"/>
              </a:ext>
            </a:extLst>
          </p:cNvPr>
          <p:cNvSpPr>
            <a:spLocks/>
          </p:cNvSpPr>
          <p:nvPr/>
        </p:nvSpPr>
        <p:spPr>
          <a:xfrm>
            <a:off x="76143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59BE0B3C-9B22-32E6-DC43-D3C966A9CC04}"/>
              </a:ext>
            </a:extLst>
          </p:cNvPr>
          <p:cNvSpPr>
            <a:spLocks/>
          </p:cNvSpPr>
          <p:nvPr/>
        </p:nvSpPr>
        <p:spPr>
          <a:xfrm>
            <a:off x="759076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159195B5-165F-DEC5-5F26-2485EF04AC3B}"/>
              </a:ext>
            </a:extLst>
          </p:cNvPr>
          <p:cNvSpPr>
            <a:spLocks/>
          </p:cNvSpPr>
          <p:nvPr/>
        </p:nvSpPr>
        <p:spPr>
          <a:xfrm>
            <a:off x="762031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5ABCD165-3817-9AF1-6260-C2FB45993AEB}"/>
              </a:ext>
            </a:extLst>
          </p:cNvPr>
          <p:cNvSpPr>
            <a:spLocks/>
          </p:cNvSpPr>
          <p:nvPr/>
        </p:nvSpPr>
        <p:spPr>
          <a:xfrm>
            <a:off x="76452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1C69F5EF-1134-ECEE-2609-DB2FF398ECCA}"/>
              </a:ext>
            </a:extLst>
          </p:cNvPr>
          <p:cNvSpPr>
            <a:spLocks/>
          </p:cNvSpPr>
          <p:nvPr/>
        </p:nvSpPr>
        <p:spPr>
          <a:xfrm>
            <a:off x="76329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C73E002E-7E11-FC65-2700-A7BF85030B85}"/>
              </a:ext>
            </a:extLst>
          </p:cNvPr>
          <p:cNvSpPr>
            <a:spLocks/>
          </p:cNvSpPr>
          <p:nvPr/>
        </p:nvSpPr>
        <p:spPr>
          <a:xfrm>
            <a:off x="760317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CD4BDCBB-20DA-A680-CCE2-6FB893F3F4C7}"/>
              </a:ext>
            </a:extLst>
          </p:cNvPr>
          <p:cNvSpPr>
            <a:spLocks/>
          </p:cNvSpPr>
          <p:nvPr/>
        </p:nvSpPr>
        <p:spPr>
          <a:xfrm>
            <a:off x="761612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150230EB-4D3E-F7CF-5181-FCBED9630D37}"/>
              </a:ext>
            </a:extLst>
          </p:cNvPr>
          <p:cNvSpPr>
            <a:spLocks/>
          </p:cNvSpPr>
          <p:nvPr/>
        </p:nvSpPr>
        <p:spPr>
          <a:xfrm>
            <a:off x="75693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A52C05AE-F615-9838-7283-1A62B00F5AA6}"/>
              </a:ext>
            </a:extLst>
          </p:cNvPr>
          <p:cNvSpPr>
            <a:spLocks/>
          </p:cNvSpPr>
          <p:nvPr/>
        </p:nvSpPr>
        <p:spPr>
          <a:xfrm>
            <a:off x="7662756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BFD7A0FE-5F67-ED25-2B27-DBBE1274FEF0}"/>
              </a:ext>
            </a:extLst>
          </p:cNvPr>
          <p:cNvSpPr>
            <a:spLocks/>
          </p:cNvSpPr>
          <p:nvPr/>
        </p:nvSpPr>
        <p:spPr>
          <a:xfrm>
            <a:off x="75631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6B84F101-84EC-7A97-CBCB-758CDA5D5D46}"/>
              </a:ext>
            </a:extLst>
          </p:cNvPr>
          <p:cNvSpPr>
            <a:spLocks/>
          </p:cNvSpPr>
          <p:nvPr/>
        </p:nvSpPr>
        <p:spPr>
          <a:xfrm>
            <a:off x="761857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C14DBFCC-F250-0915-78E4-1CF644B25175}"/>
              </a:ext>
            </a:extLst>
          </p:cNvPr>
          <p:cNvSpPr>
            <a:spLocks/>
          </p:cNvSpPr>
          <p:nvPr/>
        </p:nvSpPr>
        <p:spPr>
          <a:xfrm>
            <a:off x="759178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26F8ECB1-AFE7-DB75-B97A-FF9B571D03BB}"/>
              </a:ext>
            </a:extLst>
          </p:cNvPr>
          <p:cNvSpPr>
            <a:spLocks/>
          </p:cNvSpPr>
          <p:nvPr/>
        </p:nvSpPr>
        <p:spPr>
          <a:xfrm>
            <a:off x="75984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DDF74F28-F4EF-0FA7-BF2E-98162E5A1C77}"/>
              </a:ext>
            </a:extLst>
          </p:cNvPr>
          <p:cNvSpPr>
            <a:spLocks/>
          </p:cNvSpPr>
          <p:nvPr/>
        </p:nvSpPr>
        <p:spPr>
          <a:xfrm>
            <a:off x="762238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E6DB0A68-580B-A98E-0083-3725487E2B13}"/>
              </a:ext>
            </a:extLst>
          </p:cNvPr>
          <p:cNvSpPr>
            <a:spLocks/>
          </p:cNvSpPr>
          <p:nvPr/>
        </p:nvSpPr>
        <p:spPr>
          <a:xfrm>
            <a:off x="7562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23964996-19D1-B305-93E9-4AE4A30D4394}"/>
              </a:ext>
            </a:extLst>
          </p:cNvPr>
          <p:cNvSpPr>
            <a:spLocks/>
          </p:cNvSpPr>
          <p:nvPr/>
        </p:nvSpPr>
        <p:spPr>
          <a:xfrm>
            <a:off x="76747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17129191-D867-748A-9D96-2DDD41293A66}"/>
              </a:ext>
            </a:extLst>
          </p:cNvPr>
          <p:cNvSpPr>
            <a:spLocks/>
          </p:cNvSpPr>
          <p:nvPr/>
        </p:nvSpPr>
        <p:spPr>
          <a:xfrm>
            <a:off x="7644191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8B6B7F6E-21C2-64CB-8540-8196D1A94761}"/>
              </a:ext>
            </a:extLst>
          </p:cNvPr>
          <p:cNvSpPr>
            <a:spLocks/>
          </p:cNvSpPr>
          <p:nvPr/>
        </p:nvSpPr>
        <p:spPr>
          <a:xfrm>
            <a:off x="76405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F6025889-3F58-53B5-BD76-F278EAF92D76}"/>
              </a:ext>
            </a:extLst>
          </p:cNvPr>
          <p:cNvSpPr>
            <a:spLocks/>
          </p:cNvSpPr>
          <p:nvPr/>
        </p:nvSpPr>
        <p:spPr>
          <a:xfrm>
            <a:off x="767378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34C16AC0-6483-C699-A865-23613FDD1E6B}"/>
              </a:ext>
            </a:extLst>
          </p:cNvPr>
          <p:cNvSpPr>
            <a:spLocks/>
          </p:cNvSpPr>
          <p:nvPr/>
        </p:nvSpPr>
        <p:spPr>
          <a:xfrm>
            <a:off x="76264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E848B98-87DB-837E-F490-EC1CF6443ACF}"/>
              </a:ext>
            </a:extLst>
          </p:cNvPr>
          <p:cNvSpPr>
            <a:spLocks/>
          </p:cNvSpPr>
          <p:nvPr/>
        </p:nvSpPr>
        <p:spPr>
          <a:xfrm>
            <a:off x="7648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7DB90383-0E78-8238-4789-6E65DA676F1B}"/>
              </a:ext>
            </a:extLst>
          </p:cNvPr>
          <p:cNvSpPr>
            <a:spLocks/>
          </p:cNvSpPr>
          <p:nvPr/>
        </p:nvSpPr>
        <p:spPr>
          <a:xfrm>
            <a:off x="75961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B07BFA84-4FDB-D8C2-612B-832DE69C45E0}"/>
              </a:ext>
            </a:extLst>
          </p:cNvPr>
          <p:cNvSpPr>
            <a:spLocks/>
          </p:cNvSpPr>
          <p:nvPr/>
        </p:nvSpPr>
        <p:spPr>
          <a:xfrm>
            <a:off x="757836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59FDC6F9-B78F-C795-8AF4-C888C333679A}"/>
              </a:ext>
            </a:extLst>
          </p:cNvPr>
          <p:cNvSpPr>
            <a:spLocks/>
          </p:cNvSpPr>
          <p:nvPr/>
        </p:nvSpPr>
        <p:spPr>
          <a:xfrm>
            <a:off x="7624618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C803ED37-0959-0DF4-83B7-0F266BA69F65}"/>
              </a:ext>
            </a:extLst>
          </p:cNvPr>
          <p:cNvSpPr>
            <a:spLocks/>
          </p:cNvSpPr>
          <p:nvPr/>
        </p:nvSpPr>
        <p:spPr>
          <a:xfrm>
            <a:off x="75577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26CCDDFA-E853-461E-C63C-B1864390F42C}"/>
              </a:ext>
            </a:extLst>
          </p:cNvPr>
          <p:cNvSpPr>
            <a:spLocks/>
          </p:cNvSpPr>
          <p:nvPr/>
        </p:nvSpPr>
        <p:spPr>
          <a:xfrm>
            <a:off x="760006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00C429A-3C18-80CE-DE91-331E96828DCE}"/>
              </a:ext>
            </a:extLst>
          </p:cNvPr>
          <p:cNvSpPr>
            <a:spLocks/>
          </p:cNvSpPr>
          <p:nvPr/>
        </p:nvSpPr>
        <p:spPr>
          <a:xfrm>
            <a:off x="76069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74A6632C-8C39-370F-B7B6-282CF7C91339}"/>
              </a:ext>
            </a:extLst>
          </p:cNvPr>
          <p:cNvSpPr>
            <a:spLocks/>
          </p:cNvSpPr>
          <p:nvPr/>
        </p:nvSpPr>
        <p:spPr>
          <a:xfrm>
            <a:off x="763699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C2AD93EE-45EB-D685-F55B-8BC1CB88DCB1}"/>
              </a:ext>
            </a:extLst>
          </p:cNvPr>
          <p:cNvSpPr>
            <a:spLocks/>
          </p:cNvSpPr>
          <p:nvPr/>
        </p:nvSpPr>
        <p:spPr>
          <a:xfrm>
            <a:off x="765980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72934E7B-5904-9D02-A011-06C4CAF2C22A}"/>
              </a:ext>
            </a:extLst>
          </p:cNvPr>
          <p:cNvSpPr>
            <a:spLocks/>
          </p:cNvSpPr>
          <p:nvPr/>
        </p:nvSpPr>
        <p:spPr>
          <a:xfrm>
            <a:off x="762132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3BBA09B3-ECCC-FD7C-7B7C-44E143B5306D}"/>
              </a:ext>
            </a:extLst>
          </p:cNvPr>
          <p:cNvSpPr>
            <a:spLocks/>
          </p:cNvSpPr>
          <p:nvPr/>
        </p:nvSpPr>
        <p:spPr>
          <a:xfrm>
            <a:off x="7655778" y="49279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E558FCA5-339B-84E6-96C9-5AF6708D5ED7}"/>
              </a:ext>
            </a:extLst>
          </p:cNvPr>
          <p:cNvSpPr>
            <a:spLocks/>
          </p:cNvSpPr>
          <p:nvPr/>
        </p:nvSpPr>
        <p:spPr>
          <a:xfrm>
            <a:off x="7558241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35AA50B2-C7F7-0BE9-6D76-10D87CF1F3D1}"/>
              </a:ext>
            </a:extLst>
          </p:cNvPr>
          <p:cNvSpPr>
            <a:spLocks/>
          </p:cNvSpPr>
          <p:nvPr/>
        </p:nvSpPr>
        <p:spPr>
          <a:xfrm>
            <a:off x="756024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C55A9956-DA96-874E-689E-07FCD5EBC00E}"/>
              </a:ext>
            </a:extLst>
          </p:cNvPr>
          <p:cNvSpPr>
            <a:spLocks/>
          </p:cNvSpPr>
          <p:nvPr/>
        </p:nvSpPr>
        <p:spPr>
          <a:xfrm>
            <a:off x="75867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E7F0E933-5E80-E409-019D-B529974138FC}"/>
              </a:ext>
            </a:extLst>
          </p:cNvPr>
          <p:cNvSpPr>
            <a:spLocks/>
          </p:cNvSpPr>
          <p:nvPr/>
        </p:nvSpPr>
        <p:spPr>
          <a:xfrm>
            <a:off x="7622030" y="54120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94A839E8-F322-655C-78AD-0CC92C639522}"/>
              </a:ext>
            </a:extLst>
          </p:cNvPr>
          <p:cNvSpPr>
            <a:spLocks/>
          </p:cNvSpPr>
          <p:nvPr/>
        </p:nvSpPr>
        <p:spPr>
          <a:xfrm>
            <a:off x="758090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A712793D-CCF4-97EB-BB78-6F92C624FC49}"/>
              </a:ext>
            </a:extLst>
          </p:cNvPr>
          <p:cNvSpPr>
            <a:spLocks/>
          </p:cNvSpPr>
          <p:nvPr/>
        </p:nvSpPr>
        <p:spPr>
          <a:xfrm>
            <a:off x="761183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A663C0F6-2B66-A160-39BF-974D1EF83ACD}"/>
              </a:ext>
            </a:extLst>
          </p:cNvPr>
          <p:cNvSpPr>
            <a:spLocks/>
          </p:cNvSpPr>
          <p:nvPr/>
        </p:nvSpPr>
        <p:spPr>
          <a:xfrm>
            <a:off x="76274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E4C5A478-EA7C-8071-BEB9-A9D660EBE54D}"/>
              </a:ext>
            </a:extLst>
          </p:cNvPr>
          <p:cNvSpPr>
            <a:spLocks/>
          </p:cNvSpPr>
          <p:nvPr/>
        </p:nvSpPr>
        <p:spPr>
          <a:xfrm>
            <a:off x="76283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F7DAC5F7-0D3F-ECAB-BD4B-BBF6F92721EC}"/>
              </a:ext>
            </a:extLst>
          </p:cNvPr>
          <p:cNvSpPr>
            <a:spLocks/>
          </p:cNvSpPr>
          <p:nvPr/>
        </p:nvSpPr>
        <p:spPr>
          <a:xfrm>
            <a:off x="759136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A4BDA907-132D-ABD8-94FD-4D907BE21C17}"/>
              </a:ext>
            </a:extLst>
          </p:cNvPr>
          <p:cNvSpPr>
            <a:spLocks/>
          </p:cNvSpPr>
          <p:nvPr/>
        </p:nvSpPr>
        <p:spPr>
          <a:xfrm>
            <a:off x="7644407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367C5AD0-58BA-FB7F-35DB-10D140D6264C}"/>
              </a:ext>
            </a:extLst>
          </p:cNvPr>
          <p:cNvSpPr>
            <a:spLocks/>
          </p:cNvSpPr>
          <p:nvPr/>
        </p:nvSpPr>
        <p:spPr>
          <a:xfrm>
            <a:off x="763245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A8DB10E9-6102-C9BA-228B-A1C618C66818}"/>
              </a:ext>
            </a:extLst>
          </p:cNvPr>
          <p:cNvSpPr>
            <a:spLocks/>
          </p:cNvSpPr>
          <p:nvPr/>
        </p:nvSpPr>
        <p:spPr>
          <a:xfrm>
            <a:off x="76476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657403D8-A3A9-D6A5-715E-31320E155F3B}"/>
              </a:ext>
            </a:extLst>
          </p:cNvPr>
          <p:cNvSpPr>
            <a:spLocks/>
          </p:cNvSpPr>
          <p:nvPr/>
        </p:nvSpPr>
        <p:spPr>
          <a:xfrm>
            <a:off x="7597897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38C324AC-ED8D-C394-C3B0-836B4147A4FE}"/>
              </a:ext>
            </a:extLst>
          </p:cNvPr>
          <p:cNvSpPr>
            <a:spLocks/>
          </p:cNvSpPr>
          <p:nvPr/>
        </p:nvSpPr>
        <p:spPr>
          <a:xfrm>
            <a:off x="7631368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1276E2A3-2609-5559-8CD8-C5AC258F8DC8}"/>
              </a:ext>
            </a:extLst>
          </p:cNvPr>
          <p:cNvSpPr>
            <a:spLocks/>
          </p:cNvSpPr>
          <p:nvPr/>
        </p:nvSpPr>
        <p:spPr>
          <a:xfrm>
            <a:off x="766209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0815DDA-3827-2B12-E44B-C8A5876DDDF4}"/>
              </a:ext>
            </a:extLst>
          </p:cNvPr>
          <p:cNvSpPr>
            <a:spLocks/>
          </p:cNvSpPr>
          <p:nvPr/>
        </p:nvSpPr>
        <p:spPr>
          <a:xfrm>
            <a:off x="761576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F8217892-E85F-C01C-8D69-A3E10B0A95C7}"/>
              </a:ext>
            </a:extLst>
          </p:cNvPr>
          <p:cNvSpPr>
            <a:spLocks/>
          </p:cNvSpPr>
          <p:nvPr/>
        </p:nvSpPr>
        <p:spPr>
          <a:xfrm>
            <a:off x="75619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2400A9C3-006F-C0FB-28D8-757E219FB2EA}"/>
              </a:ext>
            </a:extLst>
          </p:cNvPr>
          <p:cNvSpPr>
            <a:spLocks/>
          </p:cNvSpPr>
          <p:nvPr/>
        </p:nvSpPr>
        <p:spPr>
          <a:xfrm>
            <a:off x="76417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30F307E7-E37B-FDE3-FB4A-8F92088B3B8A}"/>
              </a:ext>
            </a:extLst>
          </p:cNvPr>
          <p:cNvSpPr>
            <a:spLocks/>
          </p:cNvSpPr>
          <p:nvPr/>
        </p:nvSpPr>
        <p:spPr>
          <a:xfrm>
            <a:off x="75859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173575F9-C3D1-5AC0-B7BB-1CD33F43C84D}"/>
              </a:ext>
            </a:extLst>
          </p:cNvPr>
          <p:cNvSpPr>
            <a:spLocks/>
          </p:cNvSpPr>
          <p:nvPr/>
        </p:nvSpPr>
        <p:spPr>
          <a:xfrm>
            <a:off x="7668714" y="565769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AB53E348-DA59-9FE4-5B52-45E02A4C5297}"/>
              </a:ext>
            </a:extLst>
          </p:cNvPr>
          <p:cNvSpPr>
            <a:spLocks/>
          </p:cNvSpPr>
          <p:nvPr/>
        </p:nvSpPr>
        <p:spPr>
          <a:xfrm>
            <a:off x="759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F0814913-9B57-7014-57DF-71711A6ECBF6}"/>
              </a:ext>
            </a:extLst>
          </p:cNvPr>
          <p:cNvSpPr>
            <a:spLocks/>
          </p:cNvSpPr>
          <p:nvPr/>
        </p:nvSpPr>
        <p:spPr>
          <a:xfrm>
            <a:off x="755610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F2AAED72-18E4-A6E1-803C-ABB02B6F008D}"/>
              </a:ext>
            </a:extLst>
          </p:cNvPr>
          <p:cNvSpPr>
            <a:spLocks/>
          </p:cNvSpPr>
          <p:nvPr/>
        </p:nvSpPr>
        <p:spPr>
          <a:xfrm>
            <a:off x="765400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81B7098E-51FA-2A10-4A31-3F8761A18F05}"/>
              </a:ext>
            </a:extLst>
          </p:cNvPr>
          <p:cNvSpPr>
            <a:spLocks/>
          </p:cNvSpPr>
          <p:nvPr/>
        </p:nvSpPr>
        <p:spPr>
          <a:xfrm>
            <a:off x="761643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FD8C1157-BA59-FE87-0248-CB8C36C2839B}"/>
              </a:ext>
            </a:extLst>
          </p:cNvPr>
          <p:cNvSpPr>
            <a:spLocks/>
          </p:cNvSpPr>
          <p:nvPr/>
        </p:nvSpPr>
        <p:spPr>
          <a:xfrm>
            <a:off x="7653853" y="51406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A8F85656-6A38-F987-0E9F-8C4EE0156060}"/>
              </a:ext>
            </a:extLst>
          </p:cNvPr>
          <p:cNvSpPr>
            <a:spLocks/>
          </p:cNvSpPr>
          <p:nvPr/>
        </p:nvSpPr>
        <p:spPr>
          <a:xfrm>
            <a:off x="757805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224999B1-3CC8-B157-0104-05FDC562C8D6}"/>
              </a:ext>
            </a:extLst>
          </p:cNvPr>
          <p:cNvSpPr>
            <a:spLocks/>
          </p:cNvSpPr>
          <p:nvPr/>
        </p:nvSpPr>
        <p:spPr>
          <a:xfrm>
            <a:off x="75919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F827D419-1CCD-649E-1B79-95BDB66043B7}"/>
              </a:ext>
            </a:extLst>
          </p:cNvPr>
          <p:cNvSpPr>
            <a:spLocks/>
          </p:cNvSpPr>
          <p:nvPr/>
        </p:nvSpPr>
        <p:spPr>
          <a:xfrm>
            <a:off x="7565276" y="60899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36F00633-FD32-14F6-28D8-386E23A599D0}"/>
              </a:ext>
            </a:extLst>
          </p:cNvPr>
          <p:cNvSpPr>
            <a:spLocks/>
          </p:cNvSpPr>
          <p:nvPr/>
        </p:nvSpPr>
        <p:spPr>
          <a:xfrm>
            <a:off x="761793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C3095A4-9686-1EA3-364B-DEFC43E60987}"/>
              </a:ext>
            </a:extLst>
          </p:cNvPr>
          <p:cNvSpPr>
            <a:spLocks/>
          </p:cNvSpPr>
          <p:nvPr/>
        </p:nvSpPr>
        <p:spPr>
          <a:xfrm>
            <a:off x="7658532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C6E7B394-DE43-7082-C3B9-A0ECF810E5B3}"/>
              </a:ext>
            </a:extLst>
          </p:cNvPr>
          <p:cNvSpPr>
            <a:spLocks/>
          </p:cNvSpPr>
          <p:nvPr/>
        </p:nvSpPr>
        <p:spPr>
          <a:xfrm>
            <a:off x="763388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BE8AF805-34E3-3D4D-F946-DC361C9D9699}"/>
              </a:ext>
            </a:extLst>
          </p:cNvPr>
          <p:cNvSpPr>
            <a:spLocks/>
          </p:cNvSpPr>
          <p:nvPr/>
        </p:nvSpPr>
        <p:spPr>
          <a:xfrm>
            <a:off x="7571343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57778FAF-D1C8-2664-2DEB-0F0CD903D119}"/>
              </a:ext>
            </a:extLst>
          </p:cNvPr>
          <p:cNvSpPr>
            <a:spLocks/>
          </p:cNvSpPr>
          <p:nvPr/>
        </p:nvSpPr>
        <p:spPr>
          <a:xfrm>
            <a:off x="756502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3C356B2A-7AAA-D481-F0E7-BE4C5560D590}"/>
              </a:ext>
            </a:extLst>
          </p:cNvPr>
          <p:cNvSpPr>
            <a:spLocks/>
          </p:cNvSpPr>
          <p:nvPr/>
        </p:nvSpPr>
        <p:spPr>
          <a:xfrm>
            <a:off x="761256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93FDE42F-34D6-E20D-2869-26A2482B5759}"/>
              </a:ext>
            </a:extLst>
          </p:cNvPr>
          <p:cNvSpPr>
            <a:spLocks/>
          </p:cNvSpPr>
          <p:nvPr/>
        </p:nvSpPr>
        <p:spPr>
          <a:xfrm>
            <a:off x="7592087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A2D7B8CC-619E-458A-7C33-B0D2F65DDB40}"/>
              </a:ext>
            </a:extLst>
          </p:cNvPr>
          <p:cNvSpPr>
            <a:spLocks/>
          </p:cNvSpPr>
          <p:nvPr/>
        </p:nvSpPr>
        <p:spPr>
          <a:xfrm>
            <a:off x="76039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6FFF71C7-DBC6-9EE0-BCEA-9D03A9C55D85}"/>
              </a:ext>
            </a:extLst>
          </p:cNvPr>
          <p:cNvSpPr>
            <a:spLocks/>
          </p:cNvSpPr>
          <p:nvPr/>
        </p:nvSpPr>
        <p:spPr>
          <a:xfrm>
            <a:off x="76443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FF148E31-A943-1394-D169-CD7C627BF850}"/>
              </a:ext>
            </a:extLst>
          </p:cNvPr>
          <p:cNvSpPr>
            <a:spLocks/>
          </p:cNvSpPr>
          <p:nvPr/>
        </p:nvSpPr>
        <p:spPr>
          <a:xfrm>
            <a:off x="75933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1E24BB70-8C0C-F40C-5CA9-50A82301C7A6}"/>
              </a:ext>
            </a:extLst>
          </p:cNvPr>
          <p:cNvSpPr>
            <a:spLocks/>
          </p:cNvSpPr>
          <p:nvPr/>
        </p:nvSpPr>
        <p:spPr>
          <a:xfrm>
            <a:off x="759785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01ABADAC-8D66-D519-4215-860C0D5B82C9}"/>
              </a:ext>
            </a:extLst>
          </p:cNvPr>
          <p:cNvSpPr>
            <a:spLocks/>
          </p:cNvSpPr>
          <p:nvPr/>
        </p:nvSpPr>
        <p:spPr>
          <a:xfrm>
            <a:off x="815046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33B26397-2635-63A7-F843-11E257CF5C6C}"/>
              </a:ext>
            </a:extLst>
          </p:cNvPr>
          <p:cNvSpPr>
            <a:spLocks/>
          </p:cNvSpPr>
          <p:nvPr/>
        </p:nvSpPr>
        <p:spPr>
          <a:xfrm>
            <a:off x="8159161" y="48360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7C0D063C-3AE0-9369-1312-662908DE5B33}"/>
              </a:ext>
            </a:extLst>
          </p:cNvPr>
          <p:cNvSpPr>
            <a:spLocks/>
          </p:cNvSpPr>
          <p:nvPr/>
        </p:nvSpPr>
        <p:spPr>
          <a:xfrm>
            <a:off x="813413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E0569FCD-B5C2-CDD4-DF81-C7885B6FCE8D}"/>
              </a:ext>
            </a:extLst>
          </p:cNvPr>
          <p:cNvSpPr>
            <a:spLocks/>
          </p:cNvSpPr>
          <p:nvPr/>
        </p:nvSpPr>
        <p:spPr>
          <a:xfrm>
            <a:off x="813277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03706CD2-9037-903B-2634-E2CE8BE4F546}"/>
              </a:ext>
            </a:extLst>
          </p:cNvPr>
          <p:cNvSpPr>
            <a:spLocks/>
          </p:cNvSpPr>
          <p:nvPr/>
        </p:nvSpPr>
        <p:spPr>
          <a:xfrm>
            <a:off x="813341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310B0AE0-1C4B-DB45-6CF0-94DF97B2B5DB}"/>
              </a:ext>
            </a:extLst>
          </p:cNvPr>
          <p:cNvSpPr>
            <a:spLocks/>
          </p:cNvSpPr>
          <p:nvPr/>
        </p:nvSpPr>
        <p:spPr>
          <a:xfrm>
            <a:off x="8179826" y="48521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C44D1EEF-9F98-154F-FEB9-7EA91646D962}"/>
              </a:ext>
            </a:extLst>
          </p:cNvPr>
          <p:cNvSpPr>
            <a:spLocks/>
          </p:cNvSpPr>
          <p:nvPr/>
        </p:nvSpPr>
        <p:spPr>
          <a:xfrm>
            <a:off x="8144946" y="49700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FDCC5BB6-C498-5C88-E172-07BD19DB995A}"/>
              </a:ext>
            </a:extLst>
          </p:cNvPr>
          <p:cNvSpPr>
            <a:spLocks/>
          </p:cNvSpPr>
          <p:nvPr/>
        </p:nvSpPr>
        <p:spPr>
          <a:xfrm>
            <a:off x="81553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AA0F394C-EB25-BBE7-1F67-F9AF200BACE5}"/>
              </a:ext>
            </a:extLst>
          </p:cNvPr>
          <p:cNvSpPr>
            <a:spLocks/>
          </p:cNvSpPr>
          <p:nvPr/>
        </p:nvSpPr>
        <p:spPr>
          <a:xfrm>
            <a:off x="8095517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E579BE2-9EE2-6092-0CD9-51F75CA7F56F}"/>
              </a:ext>
            </a:extLst>
          </p:cNvPr>
          <p:cNvSpPr>
            <a:spLocks/>
          </p:cNvSpPr>
          <p:nvPr/>
        </p:nvSpPr>
        <p:spPr>
          <a:xfrm>
            <a:off x="820293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B342DB01-6CF9-6F64-83DE-9D5887C8CABF}"/>
              </a:ext>
            </a:extLst>
          </p:cNvPr>
          <p:cNvSpPr>
            <a:spLocks/>
          </p:cNvSpPr>
          <p:nvPr/>
        </p:nvSpPr>
        <p:spPr>
          <a:xfrm>
            <a:off x="8187572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4D61EA03-4BA2-0051-16F2-9F612BE5C0BD}"/>
              </a:ext>
            </a:extLst>
          </p:cNvPr>
          <p:cNvSpPr>
            <a:spLocks/>
          </p:cNvSpPr>
          <p:nvPr/>
        </p:nvSpPr>
        <p:spPr>
          <a:xfrm>
            <a:off x="810842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CC52ADF1-EF52-9BE9-35A4-4365C668AA04}"/>
              </a:ext>
            </a:extLst>
          </p:cNvPr>
          <p:cNvSpPr>
            <a:spLocks/>
          </p:cNvSpPr>
          <p:nvPr/>
        </p:nvSpPr>
        <p:spPr>
          <a:xfrm>
            <a:off x="8135932" y="57559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79CFD848-54CE-AE36-0C18-FCE90AB70DBA}"/>
              </a:ext>
            </a:extLst>
          </p:cNvPr>
          <p:cNvSpPr>
            <a:spLocks/>
          </p:cNvSpPr>
          <p:nvPr/>
        </p:nvSpPr>
        <p:spPr>
          <a:xfrm>
            <a:off x="820702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8F6FCCC2-7BD6-586D-A582-4BF248D756B0}"/>
              </a:ext>
            </a:extLst>
          </p:cNvPr>
          <p:cNvSpPr>
            <a:spLocks/>
          </p:cNvSpPr>
          <p:nvPr/>
        </p:nvSpPr>
        <p:spPr>
          <a:xfrm>
            <a:off x="80920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2AB2AEDF-3674-30EB-ECAF-62A6D35D7F38}"/>
              </a:ext>
            </a:extLst>
          </p:cNvPr>
          <p:cNvSpPr>
            <a:spLocks/>
          </p:cNvSpPr>
          <p:nvPr/>
        </p:nvSpPr>
        <p:spPr>
          <a:xfrm>
            <a:off x="814949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6A451B9B-3F0D-545C-7678-8588FCCA5788}"/>
              </a:ext>
            </a:extLst>
          </p:cNvPr>
          <p:cNvSpPr>
            <a:spLocks/>
          </p:cNvSpPr>
          <p:nvPr/>
        </p:nvSpPr>
        <p:spPr>
          <a:xfrm>
            <a:off x="8155485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6C82725E-D85E-85F8-2BB5-93BD41B08CF6}"/>
              </a:ext>
            </a:extLst>
          </p:cNvPr>
          <p:cNvSpPr>
            <a:spLocks/>
          </p:cNvSpPr>
          <p:nvPr/>
        </p:nvSpPr>
        <p:spPr>
          <a:xfrm>
            <a:off x="814791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5E62AFA7-EE0F-F9DD-DD96-524FE1C6020E}"/>
              </a:ext>
            </a:extLst>
          </p:cNvPr>
          <p:cNvSpPr>
            <a:spLocks/>
          </p:cNvSpPr>
          <p:nvPr/>
        </p:nvSpPr>
        <p:spPr>
          <a:xfrm>
            <a:off x="8207736" y="58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EE2C9098-01F2-96EC-6A99-92113B536ECE}"/>
              </a:ext>
            </a:extLst>
          </p:cNvPr>
          <p:cNvSpPr>
            <a:spLocks/>
          </p:cNvSpPr>
          <p:nvPr/>
        </p:nvSpPr>
        <p:spPr>
          <a:xfrm>
            <a:off x="819089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D479C070-D7B8-2C03-5D90-3D5469C10F82}"/>
              </a:ext>
            </a:extLst>
          </p:cNvPr>
          <p:cNvSpPr>
            <a:spLocks/>
          </p:cNvSpPr>
          <p:nvPr/>
        </p:nvSpPr>
        <p:spPr>
          <a:xfrm>
            <a:off x="810073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1A2B515F-585F-D60B-8489-5BAB2BDD9CDF}"/>
              </a:ext>
            </a:extLst>
          </p:cNvPr>
          <p:cNvSpPr>
            <a:spLocks/>
          </p:cNvSpPr>
          <p:nvPr/>
        </p:nvSpPr>
        <p:spPr>
          <a:xfrm>
            <a:off x="811408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4AABB0FA-B035-15EE-0915-E27C8D638027}"/>
              </a:ext>
            </a:extLst>
          </p:cNvPr>
          <p:cNvSpPr>
            <a:spLocks/>
          </p:cNvSpPr>
          <p:nvPr/>
        </p:nvSpPr>
        <p:spPr>
          <a:xfrm>
            <a:off x="8127620" y="48963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512E9BE9-8FD9-3CA5-9322-B4FCB6AD2104}"/>
              </a:ext>
            </a:extLst>
          </p:cNvPr>
          <p:cNvSpPr>
            <a:spLocks/>
          </p:cNvSpPr>
          <p:nvPr/>
        </p:nvSpPr>
        <p:spPr>
          <a:xfrm>
            <a:off x="814944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0EC9A5C2-CDD7-381A-67D1-C56AB28CFA41}"/>
              </a:ext>
            </a:extLst>
          </p:cNvPr>
          <p:cNvSpPr>
            <a:spLocks/>
          </p:cNvSpPr>
          <p:nvPr/>
        </p:nvSpPr>
        <p:spPr>
          <a:xfrm>
            <a:off x="818548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AC704BB8-5162-733D-94BD-C03E15F6DB97}"/>
              </a:ext>
            </a:extLst>
          </p:cNvPr>
          <p:cNvSpPr>
            <a:spLocks/>
          </p:cNvSpPr>
          <p:nvPr/>
        </p:nvSpPr>
        <p:spPr>
          <a:xfrm>
            <a:off x="8163990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CA361DB5-CC7C-FF75-B14D-495B5F1FAB11}"/>
              </a:ext>
            </a:extLst>
          </p:cNvPr>
          <p:cNvSpPr>
            <a:spLocks/>
          </p:cNvSpPr>
          <p:nvPr/>
        </p:nvSpPr>
        <p:spPr>
          <a:xfrm>
            <a:off x="819215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81BDD51C-7AB5-3E44-80C3-0FC53DCC6A9E}"/>
              </a:ext>
            </a:extLst>
          </p:cNvPr>
          <p:cNvSpPr>
            <a:spLocks/>
          </p:cNvSpPr>
          <p:nvPr/>
        </p:nvSpPr>
        <p:spPr>
          <a:xfrm>
            <a:off x="81165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7895205C-3303-5785-8825-471021F71013}"/>
              </a:ext>
            </a:extLst>
          </p:cNvPr>
          <p:cNvSpPr>
            <a:spLocks/>
          </p:cNvSpPr>
          <p:nvPr/>
        </p:nvSpPr>
        <p:spPr>
          <a:xfrm>
            <a:off x="8157546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DB42FF84-1DE5-16AA-D42A-0FEFC481FBCB}"/>
              </a:ext>
            </a:extLst>
          </p:cNvPr>
          <p:cNvSpPr>
            <a:spLocks/>
          </p:cNvSpPr>
          <p:nvPr/>
        </p:nvSpPr>
        <p:spPr>
          <a:xfrm>
            <a:off x="815821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2467C4F2-6800-FA4F-0CC5-7A02F1B10654}"/>
              </a:ext>
            </a:extLst>
          </p:cNvPr>
          <p:cNvSpPr>
            <a:spLocks/>
          </p:cNvSpPr>
          <p:nvPr/>
        </p:nvSpPr>
        <p:spPr>
          <a:xfrm>
            <a:off x="8091295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02F07289-FF60-8687-992D-FCBFCBF0CF79}"/>
              </a:ext>
            </a:extLst>
          </p:cNvPr>
          <p:cNvSpPr>
            <a:spLocks/>
          </p:cNvSpPr>
          <p:nvPr/>
        </p:nvSpPr>
        <p:spPr>
          <a:xfrm>
            <a:off x="8094876" y="57804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B62793BB-067B-F3BB-C2D5-0A4AA1685773}"/>
              </a:ext>
            </a:extLst>
          </p:cNvPr>
          <p:cNvSpPr>
            <a:spLocks/>
          </p:cNvSpPr>
          <p:nvPr/>
        </p:nvSpPr>
        <p:spPr>
          <a:xfrm>
            <a:off x="8125768" y="64120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B8A9892F-8692-1C9C-138F-56150F294A65}"/>
              </a:ext>
            </a:extLst>
          </p:cNvPr>
          <p:cNvSpPr>
            <a:spLocks/>
          </p:cNvSpPr>
          <p:nvPr/>
        </p:nvSpPr>
        <p:spPr>
          <a:xfrm>
            <a:off x="811243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9ADB9758-BBAD-B524-935D-6037A7C2834D}"/>
              </a:ext>
            </a:extLst>
          </p:cNvPr>
          <p:cNvSpPr>
            <a:spLocks/>
          </p:cNvSpPr>
          <p:nvPr/>
        </p:nvSpPr>
        <p:spPr>
          <a:xfrm>
            <a:off x="8141602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72276EB7-E11E-3A11-CF86-879FC1AE3580}"/>
              </a:ext>
            </a:extLst>
          </p:cNvPr>
          <p:cNvSpPr>
            <a:spLocks/>
          </p:cNvSpPr>
          <p:nvPr/>
        </p:nvSpPr>
        <p:spPr>
          <a:xfrm>
            <a:off x="812563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178386D8-AB6B-6361-B027-01B767D157C3}"/>
              </a:ext>
            </a:extLst>
          </p:cNvPr>
          <p:cNvSpPr>
            <a:spLocks/>
          </p:cNvSpPr>
          <p:nvPr/>
        </p:nvSpPr>
        <p:spPr>
          <a:xfrm>
            <a:off x="817861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E65DBA7F-D9B4-1633-8F43-2FCB18A71D8C}"/>
              </a:ext>
            </a:extLst>
          </p:cNvPr>
          <p:cNvSpPr>
            <a:spLocks/>
          </p:cNvSpPr>
          <p:nvPr/>
        </p:nvSpPr>
        <p:spPr>
          <a:xfrm>
            <a:off x="817547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C12DC1B1-879F-4B8C-9F37-5C35EFC0E175}"/>
              </a:ext>
            </a:extLst>
          </p:cNvPr>
          <p:cNvSpPr>
            <a:spLocks/>
          </p:cNvSpPr>
          <p:nvPr/>
        </p:nvSpPr>
        <p:spPr>
          <a:xfrm>
            <a:off x="8088745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A42CFA82-8EDF-6197-41F9-14AA3FC5A84C}"/>
              </a:ext>
            </a:extLst>
          </p:cNvPr>
          <p:cNvSpPr>
            <a:spLocks/>
          </p:cNvSpPr>
          <p:nvPr/>
        </p:nvSpPr>
        <p:spPr>
          <a:xfrm>
            <a:off x="813642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DA628DC8-BEA8-5ED1-C383-AD4BA02C2E1D}"/>
              </a:ext>
            </a:extLst>
          </p:cNvPr>
          <p:cNvSpPr>
            <a:spLocks/>
          </p:cNvSpPr>
          <p:nvPr/>
        </p:nvSpPr>
        <p:spPr>
          <a:xfrm>
            <a:off x="8149238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4289174C-CD56-AFDD-26DD-AE8BE28FEDC9}"/>
              </a:ext>
            </a:extLst>
          </p:cNvPr>
          <p:cNvSpPr>
            <a:spLocks/>
          </p:cNvSpPr>
          <p:nvPr/>
        </p:nvSpPr>
        <p:spPr>
          <a:xfrm>
            <a:off x="815175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92E22409-F84E-3A9E-795F-A0F93250104D}"/>
              </a:ext>
            </a:extLst>
          </p:cNvPr>
          <p:cNvSpPr>
            <a:spLocks/>
          </p:cNvSpPr>
          <p:nvPr/>
        </p:nvSpPr>
        <p:spPr>
          <a:xfrm>
            <a:off x="8146690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6215EB36-6CEC-2AF4-2104-B815255322A7}"/>
              </a:ext>
            </a:extLst>
          </p:cNvPr>
          <p:cNvSpPr>
            <a:spLocks/>
          </p:cNvSpPr>
          <p:nvPr/>
        </p:nvSpPr>
        <p:spPr>
          <a:xfrm>
            <a:off x="818526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815C13EE-A1A1-2F28-E3B9-FE0D8CA59A1F}"/>
              </a:ext>
            </a:extLst>
          </p:cNvPr>
          <p:cNvSpPr>
            <a:spLocks/>
          </p:cNvSpPr>
          <p:nvPr/>
        </p:nvSpPr>
        <p:spPr>
          <a:xfrm>
            <a:off x="8099423" y="54331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1A817EA5-EA0F-5A8D-1A76-D30B85FD2FCA}"/>
              </a:ext>
            </a:extLst>
          </p:cNvPr>
          <p:cNvSpPr>
            <a:spLocks/>
          </p:cNvSpPr>
          <p:nvPr/>
        </p:nvSpPr>
        <p:spPr>
          <a:xfrm>
            <a:off x="8098590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DA944E42-5742-82A4-6A05-E1CA5AA98F87}"/>
              </a:ext>
            </a:extLst>
          </p:cNvPr>
          <p:cNvSpPr>
            <a:spLocks/>
          </p:cNvSpPr>
          <p:nvPr/>
        </p:nvSpPr>
        <p:spPr>
          <a:xfrm>
            <a:off x="811443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113F0887-1B09-54A4-5143-CA2E25439464}"/>
              </a:ext>
            </a:extLst>
          </p:cNvPr>
          <p:cNvSpPr>
            <a:spLocks/>
          </p:cNvSpPr>
          <p:nvPr/>
        </p:nvSpPr>
        <p:spPr>
          <a:xfrm>
            <a:off x="8159392" y="63075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58E44A1F-8518-F8DE-9BE8-DD09A671F1CE}"/>
              </a:ext>
            </a:extLst>
          </p:cNvPr>
          <p:cNvSpPr>
            <a:spLocks/>
          </p:cNvSpPr>
          <p:nvPr/>
        </p:nvSpPr>
        <p:spPr>
          <a:xfrm>
            <a:off x="813827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5967078A-E3FD-36C4-C6F8-5C5A8870717A}"/>
              </a:ext>
            </a:extLst>
          </p:cNvPr>
          <p:cNvSpPr>
            <a:spLocks/>
          </p:cNvSpPr>
          <p:nvPr/>
        </p:nvSpPr>
        <p:spPr>
          <a:xfrm>
            <a:off x="8187142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43044EE8-B3E9-97C2-FD6B-8D7473E94232}"/>
              </a:ext>
            </a:extLst>
          </p:cNvPr>
          <p:cNvSpPr>
            <a:spLocks/>
          </p:cNvSpPr>
          <p:nvPr/>
        </p:nvSpPr>
        <p:spPr>
          <a:xfrm>
            <a:off x="8189783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4F0834A1-E2EF-42FA-1989-30C9BF86D39D}"/>
              </a:ext>
            </a:extLst>
          </p:cNvPr>
          <p:cNvSpPr>
            <a:spLocks/>
          </p:cNvSpPr>
          <p:nvPr/>
        </p:nvSpPr>
        <p:spPr>
          <a:xfrm>
            <a:off x="8123651" y="5854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30191CF-6ECB-D8AB-A8DD-33AD54F51CC9}"/>
              </a:ext>
            </a:extLst>
          </p:cNvPr>
          <p:cNvSpPr>
            <a:spLocks/>
          </p:cNvSpPr>
          <p:nvPr/>
        </p:nvSpPr>
        <p:spPr>
          <a:xfrm>
            <a:off x="8129614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58D8A16D-6BAF-66FA-84FE-4C76DBAECE96}"/>
              </a:ext>
            </a:extLst>
          </p:cNvPr>
          <p:cNvSpPr>
            <a:spLocks/>
          </p:cNvSpPr>
          <p:nvPr/>
        </p:nvSpPr>
        <p:spPr>
          <a:xfrm>
            <a:off x="8117024" y="619098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F924C4E4-EAED-F9E3-1441-1EAB1BBA30B4}"/>
              </a:ext>
            </a:extLst>
          </p:cNvPr>
          <p:cNvSpPr>
            <a:spLocks/>
          </p:cNvSpPr>
          <p:nvPr/>
        </p:nvSpPr>
        <p:spPr>
          <a:xfrm>
            <a:off x="8155797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77FFB9EE-9396-32C3-C503-703C79A374D6}"/>
              </a:ext>
            </a:extLst>
          </p:cNvPr>
          <p:cNvSpPr>
            <a:spLocks/>
          </p:cNvSpPr>
          <p:nvPr/>
        </p:nvSpPr>
        <p:spPr>
          <a:xfrm>
            <a:off x="8172863" y="55594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58FD3021-882F-0857-2B54-BC9A9A77288F}"/>
              </a:ext>
            </a:extLst>
          </p:cNvPr>
          <p:cNvSpPr>
            <a:spLocks/>
          </p:cNvSpPr>
          <p:nvPr/>
        </p:nvSpPr>
        <p:spPr>
          <a:xfrm>
            <a:off x="815063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0490DD3D-DDF4-6FE5-0FF8-8377DE0E5812}"/>
              </a:ext>
            </a:extLst>
          </p:cNvPr>
          <p:cNvSpPr>
            <a:spLocks/>
          </p:cNvSpPr>
          <p:nvPr/>
        </p:nvSpPr>
        <p:spPr>
          <a:xfrm>
            <a:off x="820048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CCC98B4B-D4DC-9C42-C027-5AA4A496EE68}"/>
              </a:ext>
            </a:extLst>
          </p:cNvPr>
          <p:cNvSpPr>
            <a:spLocks/>
          </p:cNvSpPr>
          <p:nvPr/>
        </p:nvSpPr>
        <p:spPr>
          <a:xfrm>
            <a:off x="820570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A03D080F-EB67-3C3B-5A62-66A72C916EC8}"/>
              </a:ext>
            </a:extLst>
          </p:cNvPr>
          <p:cNvSpPr>
            <a:spLocks/>
          </p:cNvSpPr>
          <p:nvPr/>
        </p:nvSpPr>
        <p:spPr>
          <a:xfrm>
            <a:off x="8158018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CFADE1D5-37AA-051C-59C8-9FE213AE1963}"/>
              </a:ext>
            </a:extLst>
          </p:cNvPr>
          <p:cNvSpPr>
            <a:spLocks/>
          </p:cNvSpPr>
          <p:nvPr/>
        </p:nvSpPr>
        <p:spPr>
          <a:xfrm>
            <a:off x="8145713" y="511738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3479776A-181B-A9C3-08C2-0E23D9CAB283}"/>
              </a:ext>
            </a:extLst>
          </p:cNvPr>
          <p:cNvSpPr>
            <a:spLocks/>
          </p:cNvSpPr>
          <p:nvPr/>
        </p:nvSpPr>
        <p:spPr>
          <a:xfrm>
            <a:off x="815973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C77C330A-25DB-44A6-C97B-31F63A016225}"/>
              </a:ext>
            </a:extLst>
          </p:cNvPr>
          <p:cNvSpPr>
            <a:spLocks/>
          </p:cNvSpPr>
          <p:nvPr/>
        </p:nvSpPr>
        <p:spPr>
          <a:xfrm>
            <a:off x="8163987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EF358301-15C7-BAD0-62DE-4519142FDC31}"/>
              </a:ext>
            </a:extLst>
          </p:cNvPr>
          <p:cNvSpPr>
            <a:spLocks/>
          </p:cNvSpPr>
          <p:nvPr/>
        </p:nvSpPr>
        <p:spPr>
          <a:xfrm>
            <a:off x="8113222" y="622256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C2F66E83-6155-AD04-0F5D-D976162D4672}"/>
              </a:ext>
            </a:extLst>
          </p:cNvPr>
          <p:cNvSpPr>
            <a:spLocks/>
          </p:cNvSpPr>
          <p:nvPr/>
        </p:nvSpPr>
        <p:spPr>
          <a:xfrm>
            <a:off x="8172234" y="6001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EBB93986-277C-E1A5-812E-E0DF4A7EA425}"/>
              </a:ext>
            </a:extLst>
          </p:cNvPr>
          <p:cNvSpPr>
            <a:spLocks/>
          </p:cNvSpPr>
          <p:nvPr/>
        </p:nvSpPr>
        <p:spPr>
          <a:xfrm>
            <a:off x="8194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1E9151B2-9A85-A175-2807-C09E980C2036}"/>
              </a:ext>
            </a:extLst>
          </p:cNvPr>
          <p:cNvSpPr>
            <a:spLocks/>
          </p:cNvSpPr>
          <p:nvPr/>
        </p:nvSpPr>
        <p:spPr>
          <a:xfrm>
            <a:off x="81177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06320333-5AD6-4597-22D5-120CD98EC2B3}"/>
              </a:ext>
            </a:extLst>
          </p:cNvPr>
          <p:cNvSpPr>
            <a:spLocks/>
          </p:cNvSpPr>
          <p:nvPr/>
        </p:nvSpPr>
        <p:spPr>
          <a:xfrm>
            <a:off x="8089697" y="62541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635FD66E-43AB-FBF0-1D0A-5961175A010F}"/>
              </a:ext>
            </a:extLst>
          </p:cNvPr>
          <p:cNvSpPr>
            <a:spLocks/>
          </p:cNvSpPr>
          <p:nvPr/>
        </p:nvSpPr>
        <p:spPr>
          <a:xfrm>
            <a:off x="8176306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FC7D81EB-E1A5-A124-D077-26D965BCDAE6}"/>
              </a:ext>
            </a:extLst>
          </p:cNvPr>
          <p:cNvSpPr>
            <a:spLocks/>
          </p:cNvSpPr>
          <p:nvPr/>
        </p:nvSpPr>
        <p:spPr>
          <a:xfrm>
            <a:off x="8112648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2D4DD433-522E-8D5F-809F-B9B18040F51D}"/>
              </a:ext>
            </a:extLst>
          </p:cNvPr>
          <p:cNvSpPr>
            <a:spLocks/>
          </p:cNvSpPr>
          <p:nvPr/>
        </p:nvSpPr>
        <p:spPr>
          <a:xfrm>
            <a:off x="813194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0F9A96DA-C4B2-5BE1-F606-A21A74C3A667}"/>
              </a:ext>
            </a:extLst>
          </p:cNvPr>
          <p:cNvSpPr>
            <a:spLocks/>
          </p:cNvSpPr>
          <p:nvPr/>
        </p:nvSpPr>
        <p:spPr>
          <a:xfrm>
            <a:off x="811632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DBB98073-291F-0F61-293D-4C2CAE36FEDF}"/>
              </a:ext>
            </a:extLst>
          </p:cNvPr>
          <p:cNvSpPr>
            <a:spLocks/>
          </p:cNvSpPr>
          <p:nvPr/>
        </p:nvSpPr>
        <p:spPr>
          <a:xfrm>
            <a:off x="81034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EC9F4CDD-9C06-2528-9E84-FAE6F4EE20BE}"/>
              </a:ext>
            </a:extLst>
          </p:cNvPr>
          <p:cNvSpPr>
            <a:spLocks/>
          </p:cNvSpPr>
          <p:nvPr/>
        </p:nvSpPr>
        <p:spPr>
          <a:xfrm>
            <a:off x="8162793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7C093F19-0EB7-FF7A-066C-A46643A1D062}"/>
              </a:ext>
            </a:extLst>
          </p:cNvPr>
          <p:cNvSpPr>
            <a:spLocks/>
          </p:cNvSpPr>
          <p:nvPr/>
        </p:nvSpPr>
        <p:spPr>
          <a:xfrm>
            <a:off x="8183811" y="6296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7FD6EFA9-B2DF-CDEE-8B97-E08C10C3BDF2}"/>
              </a:ext>
            </a:extLst>
          </p:cNvPr>
          <p:cNvSpPr>
            <a:spLocks/>
          </p:cNvSpPr>
          <p:nvPr/>
        </p:nvSpPr>
        <p:spPr>
          <a:xfrm>
            <a:off x="8103694" y="614888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92EACDFD-18B0-1C01-8768-784CC2771D82}"/>
              </a:ext>
            </a:extLst>
          </p:cNvPr>
          <p:cNvSpPr>
            <a:spLocks/>
          </p:cNvSpPr>
          <p:nvPr/>
        </p:nvSpPr>
        <p:spPr>
          <a:xfrm>
            <a:off x="8122874" y="63846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152EAFBD-3926-3306-642B-D93649E15043}"/>
              </a:ext>
            </a:extLst>
          </p:cNvPr>
          <p:cNvSpPr>
            <a:spLocks/>
          </p:cNvSpPr>
          <p:nvPr/>
        </p:nvSpPr>
        <p:spPr>
          <a:xfrm>
            <a:off x="8184929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45796187-0F19-2288-AE23-258A74FA27CD}"/>
              </a:ext>
            </a:extLst>
          </p:cNvPr>
          <p:cNvSpPr>
            <a:spLocks/>
          </p:cNvSpPr>
          <p:nvPr/>
        </p:nvSpPr>
        <p:spPr>
          <a:xfrm>
            <a:off x="8134637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EDFA86D9-AA6E-9ACF-3617-02DA3DCFBA85}"/>
              </a:ext>
            </a:extLst>
          </p:cNvPr>
          <p:cNvSpPr>
            <a:spLocks/>
          </p:cNvSpPr>
          <p:nvPr/>
        </p:nvSpPr>
        <p:spPr>
          <a:xfrm>
            <a:off x="8131981" y="49279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EAB5FB55-46DC-83B4-4623-5B1A1A55DAC4}"/>
              </a:ext>
            </a:extLst>
          </p:cNvPr>
          <p:cNvSpPr>
            <a:spLocks/>
          </p:cNvSpPr>
          <p:nvPr/>
        </p:nvSpPr>
        <p:spPr>
          <a:xfrm>
            <a:off x="8105035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60DDAEA7-E791-D066-26D6-86E52659B17E}"/>
              </a:ext>
            </a:extLst>
          </p:cNvPr>
          <p:cNvSpPr>
            <a:spLocks/>
          </p:cNvSpPr>
          <p:nvPr/>
        </p:nvSpPr>
        <p:spPr>
          <a:xfrm>
            <a:off x="8206822" y="60899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E1FEC767-7C5D-F4DE-5B31-171DE32ED015}"/>
              </a:ext>
            </a:extLst>
          </p:cNvPr>
          <p:cNvSpPr>
            <a:spLocks/>
          </p:cNvSpPr>
          <p:nvPr/>
        </p:nvSpPr>
        <p:spPr>
          <a:xfrm>
            <a:off x="8169801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B4BDD30B-1E59-DDBF-87E7-E76921D16B37}"/>
              </a:ext>
            </a:extLst>
          </p:cNvPr>
          <p:cNvSpPr>
            <a:spLocks/>
          </p:cNvSpPr>
          <p:nvPr/>
        </p:nvSpPr>
        <p:spPr>
          <a:xfrm>
            <a:off x="8134256" y="5952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579177CC-7D5D-79E3-8F0A-40AD56F62888}"/>
              </a:ext>
            </a:extLst>
          </p:cNvPr>
          <p:cNvSpPr>
            <a:spLocks/>
          </p:cNvSpPr>
          <p:nvPr/>
        </p:nvSpPr>
        <p:spPr>
          <a:xfrm>
            <a:off x="8107389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8A6F0391-CAE8-971A-E56C-809FC2F3515E}"/>
              </a:ext>
            </a:extLst>
          </p:cNvPr>
          <p:cNvSpPr>
            <a:spLocks/>
          </p:cNvSpPr>
          <p:nvPr/>
        </p:nvSpPr>
        <p:spPr>
          <a:xfrm>
            <a:off x="8168148" y="52647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853FE1E5-3ACF-24CB-1E78-315D7B42FF2C}"/>
              </a:ext>
            </a:extLst>
          </p:cNvPr>
          <p:cNvSpPr>
            <a:spLocks/>
          </p:cNvSpPr>
          <p:nvPr/>
        </p:nvSpPr>
        <p:spPr>
          <a:xfrm>
            <a:off x="8138985" y="53826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7770283D-6B9C-639D-BB33-BDD4732D1048}"/>
              </a:ext>
            </a:extLst>
          </p:cNvPr>
          <p:cNvSpPr>
            <a:spLocks/>
          </p:cNvSpPr>
          <p:nvPr/>
        </p:nvSpPr>
        <p:spPr>
          <a:xfrm>
            <a:off x="8135970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76254C2F-DD41-22C1-9E64-323A498FE935}"/>
              </a:ext>
            </a:extLst>
          </p:cNvPr>
          <p:cNvSpPr>
            <a:spLocks/>
          </p:cNvSpPr>
          <p:nvPr/>
        </p:nvSpPr>
        <p:spPr>
          <a:xfrm>
            <a:off x="8119814" y="64435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C51B1813-923D-4E8F-622D-C937FC9074DB}"/>
              </a:ext>
            </a:extLst>
          </p:cNvPr>
          <p:cNvSpPr>
            <a:spLocks/>
          </p:cNvSpPr>
          <p:nvPr/>
        </p:nvSpPr>
        <p:spPr>
          <a:xfrm>
            <a:off x="814348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9060C16A-9A22-A9D5-C1E5-9600737D7319}"/>
              </a:ext>
            </a:extLst>
          </p:cNvPr>
          <p:cNvSpPr>
            <a:spLocks/>
          </p:cNvSpPr>
          <p:nvPr/>
        </p:nvSpPr>
        <p:spPr>
          <a:xfrm>
            <a:off x="813243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34352D87-9801-418D-874D-64D4702809ED}"/>
              </a:ext>
            </a:extLst>
          </p:cNvPr>
          <p:cNvSpPr>
            <a:spLocks/>
          </p:cNvSpPr>
          <p:nvPr/>
        </p:nvSpPr>
        <p:spPr>
          <a:xfrm>
            <a:off x="8141971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BED14138-D7DB-1F9B-1B5B-8E081791C9EE}"/>
              </a:ext>
            </a:extLst>
          </p:cNvPr>
          <p:cNvSpPr>
            <a:spLocks/>
          </p:cNvSpPr>
          <p:nvPr/>
        </p:nvSpPr>
        <p:spPr>
          <a:xfrm>
            <a:off x="8201924" y="46753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08C4F730-3CBB-0CFF-CF0E-3AFBCA087D67}"/>
              </a:ext>
            </a:extLst>
          </p:cNvPr>
          <p:cNvSpPr>
            <a:spLocks/>
          </p:cNvSpPr>
          <p:nvPr/>
        </p:nvSpPr>
        <p:spPr>
          <a:xfrm>
            <a:off x="8098272" y="59383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E0E62FEF-51F3-9BCF-6C5F-F6C7953AF88B}"/>
              </a:ext>
            </a:extLst>
          </p:cNvPr>
          <p:cNvSpPr>
            <a:spLocks/>
          </p:cNvSpPr>
          <p:nvPr/>
        </p:nvSpPr>
        <p:spPr>
          <a:xfrm>
            <a:off x="83643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CA0FC71C-618D-891E-3DA5-F3D0CBB73199}"/>
              </a:ext>
            </a:extLst>
          </p:cNvPr>
          <p:cNvSpPr>
            <a:spLocks/>
          </p:cNvSpPr>
          <p:nvPr/>
        </p:nvSpPr>
        <p:spPr>
          <a:xfrm>
            <a:off x="840728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0557E4F7-6702-9082-24BE-959F1FFAE274}"/>
              </a:ext>
            </a:extLst>
          </p:cNvPr>
          <p:cNvSpPr>
            <a:spLocks/>
          </p:cNvSpPr>
          <p:nvPr/>
        </p:nvSpPr>
        <p:spPr>
          <a:xfrm>
            <a:off x="840998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65D60433-67AC-5C84-FB15-BF25B2B7BFB9}"/>
              </a:ext>
            </a:extLst>
          </p:cNvPr>
          <p:cNvSpPr>
            <a:spLocks/>
          </p:cNvSpPr>
          <p:nvPr/>
        </p:nvSpPr>
        <p:spPr>
          <a:xfrm>
            <a:off x="83907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E22E7647-7AA9-A840-1781-59D8C3002A15}"/>
              </a:ext>
            </a:extLst>
          </p:cNvPr>
          <p:cNvSpPr>
            <a:spLocks/>
          </p:cNvSpPr>
          <p:nvPr/>
        </p:nvSpPr>
        <p:spPr>
          <a:xfrm>
            <a:off x="83715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ADE9E754-EC73-706E-6106-E3565CBE8830}"/>
              </a:ext>
            </a:extLst>
          </p:cNvPr>
          <p:cNvSpPr>
            <a:spLocks/>
          </p:cNvSpPr>
          <p:nvPr/>
        </p:nvSpPr>
        <p:spPr>
          <a:xfrm>
            <a:off x="839794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8A7E4BE0-208E-9E5E-2991-506C1F87E316}"/>
              </a:ext>
            </a:extLst>
          </p:cNvPr>
          <p:cNvSpPr>
            <a:spLocks/>
          </p:cNvSpPr>
          <p:nvPr/>
        </p:nvSpPr>
        <p:spPr>
          <a:xfrm>
            <a:off x="836945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9845353B-6E5E-11C9-2952-412C4B908C60}"/>
              </a:ext>
            </a:extLst>
          </p:cNvPr>
          <p:cNvSpPr>
            <a:spLocks/>
          </p:cNvSpPr>
          <p:nvPr/>
        </p:nvSpPr>
        <p:spPr>
          <a:xfrm>
            <a:off x="838357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2979C166-2924-FF43-A72F-E2DF6A42500C}"/>
              </a:ext>
            </a:extLst>
          </p:cNvPr>
          <p:cNvSpPr>
            <a:spLocks/>
          </p:cNvSpPr>
          <p:nvPr/>
        </p:nvSpPr>
        <p:spPr>
          <a:xfrm>
            <a:off x="8462422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11CD2226-458B-7872-1A65-7A4690066100}"/>
              </a:ext>
            </a:extLst>
          </p:cNvPr>
          <p:cNvSpPr>
            <a:spLocks/>
          </p:cNvSpPr>
          <p:nvPr/>
        </p:nvSpPr>
        <p:spPr>
          <a:xfrm>
            <a:off x="8449257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619781CF-334F-E000-0B87-E7B49EF43E3A}"/>
              </a:ext>
            </a:extLst>
          </p:cNvPr>
          <p:cNvSpPr>
            <a:spLocks/>
          </p:cNvSpPr>
          <p:nvPr/>
        </p:nvSpPr>
        <p:spPr>
          <a:xfrm>
            <a:off x="841701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746129BC-3939-93E3-8955-3BF3ADB48CCC}"/>
              </a:ext>
            </a:extLst>
          </p:cNvPr>
          <p:cNvSpPr>
            <a:spLocks/>
          </p:cNvSpPr>
          <p:nvPr/>
        </p:nvSpPr>
        <p:spPr>
          <a:xfrm>
            <a:off x="83769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62996773-FC31-C75F-EB01-20259A8FF9FB}"/>
              </a:ext>
            </a:extLst>
          </p:cNvPr>
          <p:cNvSpPr>
            <a:spLocks/>
          </p:cNvSpPr>
          <p:nvPr/>
        </p:nvSpPr>
        <p:spPr>
          <a:xfrm>
            <a:off x="8358622" y="5952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29259227-B2EE-6E0B-0379-E8507B03B058}"/>
              </a:ext>
            </a:extLst>
          </p:cNvPr>
          <p:cNvSpPr>
            <a:spLocks/>
          </p:cNvSpPr>
          <p:nvPr/>
        </p:nvSpPr>
        <p:spPr>
          <a:xfrm>
            <a:off x="8369931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0C8F1D91-210A-C22F-0622-B0BC5BA73C6E}"/>
              </a:ext>
            </a:extLst>
          </p:cNvPr>
          <p:cNvSpPr>
            <a:spLocks/>
          </p:cNvSpPr>
          <p:nvPr/>
        </p:nvSpPr>
        <p:spPr>
          <a:xfrm>
            <a:off x="83817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8DF3A2DB-73D6-BFAA-6D1F-156A805750BF}"/>
              </a:ext>
            </a:extLst>
          </p:cNvPr>
          <p:cNvSpPr>
            <a:spLocks/>
          </p:cNvSpPr>
          <p:nvPr/>
        </p:nvSpPr>
        <p:spPr>
          <a:xfrm>
            <a:off x="8378080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DFFD9612-D4AD-936F-998E-42885C82F2E5}"/>
              </a:ext>
            </a:extLst>
          </p:cNvPr>
          <p:cNvSpPr>
            <a:spLocks/>
          </p:cNvSpPr>
          <p:nvPr/>
        </p:nvSpPr>
        <p:spPr>
          <a:xfrm>
            <a:off x="835390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ED97A6AE-D671-C956-881B-8A0CF4752774}"/>
              </a:ext>
            </a:extLst>
          </p:cNvPr>
          <p:cNvSpPr>
            <a:spLocks/>
          </p:cNvSpPr>
          <p:nvPr/>
        </p:nvSpPr>
        <p:spPr>
          <a:xfrm>
            <a:off x="84139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BA1306B-ECD0-82F4-DAF1-FBF689C34AD3}"/>
              </a:ext>
            </a:extLst>
          </p:cNvPr>
          <p:cNvSpPr>
            <a:spLocks/>
          </p:cNvSpPr>
          <p:nvPr/>
        </p:nvSpPr>
        <p:spPr>
          <a:xfrm>
            <a:off x="8448165" y="60899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24BF1DCE-3C80-D3DD-FBB0-9B375FF3F97C}"/>
              </a:ext>
            </a:extLst>
          </p:cNvPr>
          <p:cNvSpPr>
            <a:spLocks/>
          </p:cNvSpPr>
          <p:nvPr/>
        </p:nvSpPr>
        <p:spPr>
          <a:xfrm>
            <a:off x="8359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F45C22CB-DBA4-6242-A5B7-F4BD6901C3D7}"/>
              </a:ext>
            </a:extLst>
          </p:cNvPr>
          <p:cNvSpPr>
            <a:spLocks/>
          </p:cNvSpPr>
          <p:nvPr/>
        </p:nvSpPr>
        <p:spPr>
          <a:xfrm>
            <a:off x="842578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5441137-A4E5-55B7-B118-EE5D933D5596}"/>
              </a:ext>
            </a:extLst>
          </p:cNvPr>
          <p:cNvSpPr>
            <a:spLocks/>
          </p:cNvSpPr>
          <p:nvPr/>
        </p:nvSpPr>
        <p:spPr>
          <a:xfrm>
            <a:off x="84366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712346B1-A87F-21F4-EAD4-1E8A755057AA}"/>
              </a:ext>
            </a:extLst>
          </p:cNvPr>
          <p:cNvSpPr>
            <a:spLocks/>
          </p:cNvSpPr>
          <p:nvPr/>
        </p:nvSpPr>
        <p:spPr>
          <a:xfrm>
            <a:off x="8386051" y="48963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05263238-6A28-3641-203E-4EC25D15CECA}"/>
              </a:ext>
            </a:extLst>
          </p:cNvPr>
          <p:cNvSpPr>
            <a:spLocks/>
          </p:cNvSpPr>
          <p:nvPr/>
        </p:nvSpPr>
        <p:spPr>
          <a:xfrm>
            <a:off x="844433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ED5B5E56-46A8-F8B3-17FF-82B227C58ECC}"/>
              </a:ext>
            </a:extLst>
          </p:cNvPr>
          <p:cNvSpPr>
            <a:spLocks/>
          </p:cNvSpPr>
          <p:nvPr/>
        </p:nvSpPr>
        <p:spPr>
          <a:xfrm>
            <a:off x="840395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0C10C812-FF6D-1A6E-2AF3-D1E39F67823E}"/>
              </a:ext>
            </a:extLst>
          </p:cNvPr>
          <p:cNvSpPr>
            <a:spLocks/>
          </p:cNvSpPr>
          <p:nvPr/>
        </p:nvSpPr>
        <p:spPr>
          <a:xfrm>
            <a:off x="8406718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3D5C0607-0A22-9F76-012B-FFAFBEF10F18}"/>
              </a:ext>
            </a:extLst>
          </p:cNvPr>
          <p:cNvSpPr>
            <a:spLocks/>
          </p:cNvSpPr>
          <p:nvPr/>
        </p:nvSpPr>
        <p:spPr>
          <a:xfrm>
            <a:off x="845412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2566CE70-8D46-FF82-7B2C-FC8CC3B9B08E}"/>
              </a:ext>
            </a:extLst>
          </p:cNvPr>
          <p:cNvSpPr>
            <a:spLocks/>
          </p:cNvSpPr>
          <p:nvPr/>
        </p:nvSpPr>
        <p:spPr>
          <a:xfrm>
            <a:off x="844242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CEE0512D-DFB9-42C6-BB69-33FA19F570E0}"/>
              </a:ext>
            </a:extLst>
          </p:cNvPr>
          <p:cNvSpPr>
            <a:spLocks/>
          </p:cNvSpPr>
          <p:nvPr/>
        </p:nvSpPr>
        <p:spPr>
          <a:xfrm>
            <a:off x="842824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8C47089-06A4-27D7-04DD-F69A8F84D306}"/>
              </a:ext>
            </a:extLst>
          </p:cNvPr>
          <p:cNvSpPr>
            <a:spLocks/>
          </p:cNvSpPr>
          <p:nvPr/>
        </p:nvSpPr>
        <p:spPr>
          <a:xfrm>
            <a:off x="839009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3335BB91-7DB0-4E78-198F-37F99F347451}"/>
              </a:ext>
            </a:extLst>
          </p:cNvPr>
          <p:cNvSpPr>
            <a:spLocks/>
          </p:cNvSpPr>
          <p:nvPr/>
        </p:nvSpPr>
        <p:spPr>
          <a:xfrm>
            <a:off x="8435884" y="614888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32F896F7-4B6A-DE27-8578-4032FAC10579}"/>
              </a:ext>
            </a:extLst>
          </p:cNvPr>
          <p:cNvSpPr>
            <a:spLocks/>
          </p:cNvSpPr>
          <p:nvPr/>
        </p:nvSpPr>
        <p:spPr>
          <a:xfrm>
            <a:off x="8438916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0A679AC9-944E-6CAB-CB80-768A6ADA1566}"/>
              </a:ext>
            </a:extLst>
          </p:cNvPr>
          <p:cNvSpPr>
            <a:spLocks/>
          </p:cNvSpPr>
          <p:nvPr/>
        </p:nvSpPr>
        <p:spPr>
          <a:xfrm>
            <a:off x="8394830" y="6401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585556DB-53C4-2C1B-5C65-7082DA22DBC8}"/>
              </a:ext>
            </a:extLst>
          </p:cNvPr>
          <p:cNvSpPr>
            <a:spLocks/>
          </p:cNvSpPr>
          <p:nvPr/>
        </p:nvSpPr>
        <p:spPr>
          <a:xfrm>
            <a:off x="83508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C2C67DAC-7AD7-8D83-5422-890605687649}"/>
              </a:ext>
            </a:extLst>
          </p:cNvPr>
          <p:cNvSpPr>
            <a:spLocks/>
          </p:cNvSpPr>
          <p:nvPr/>
        </p:nvSpPr>
        <p:spPr>
          <a:xfrm>
            <a:off x="838107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57186754-F82F-5E06-C49A-5188689010E1}"/>
              </a:ext>
            </a:extLst>
          </p:cNvPr>
          <p:cNvSpPr>
            <a:spLocks/>
          </p:cNvSpPr>
          <p:nvPr/>
        </p:nvSpPr>
        <p:spPr>
          <a:xfrm>
            <a:off x="836233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FADAC142-AEA4-15A7-060B-0E656DC478D5}"/>
              </a:ext>
            </a:extLst>
          </p:cNvPr>
          <p:cNvSpPr>
            <a:spLocks/>
          </p:cNvSpPr>
          <p:nvPr/>
        </p:nvSpPr>
        <p:spPr>
          <a:xfrm>
            <a:off x="838183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D63B12B5-88C3-1636-1EDB-7AB262FC9422}"/>
              </a:ext>
            </a:extLst>
          </p:cNvPr>
          <p:cNvSpPr>
            <a:spLocks/>
          </p:cNvSpPr>
          <p:nvPr/>
        </p:nvSpPr>
        <p:spPr>
          <a:xfrm>
            <a:off x="8352799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FCFFDED6-F599-7501-3B8A-5107B246DA9D}"/>
              </a:ext>
            </a:extLst>
          </p:cNvPr>
          <p:cNvSpPr>
            <a:spLocks/>
          </p:cNvSpPr>
          <p:nvPr/>
        </p:nvSpPr>
        <p:spPr>
          <a:xfrm>
            <a:off x="845060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9FC994FB-0D8C-B6FF-E233-322795A4EE86}"/>
              </a:ext>
            </a:extLst>
          </p:cNvPr>
          <p:cNvSpPr>
            <a:spLocks/>
          </p:cNvSpPr>
          <p:nvPr/>
        </p:nvSpPr>
        <p:spPr>
          <a:xfrm>
            <a:off x="8427774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453FB4B1-BF5F-9A92-EE22-EC72920EAC7B}"/>
              </a:ext>
            </a:extLst>
          </p:cNvPr>
          <p:cNvSpPr>
            <a:spLocks/>
          </p:cNvSpPr>
          <p:nvPr/>
        </p:nvSpPr>
        <p:spPr>
          <a:xfrm>
            <a:off x="8448871" y="49700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F05D0738-F75A-513B-C5DA-E71E6290BF0B}"/>
              </a:ext>
            </a:extLst>
          </p:cNvPr>
          <p:cNvSpPr>
            <a:spLocks/>
          </p:cNvSpPr>
          <p:nvPr/>
        </p:nvSpPr>
        <p:spPr>
          <a:xfrm>
            <a:off x="835014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43619D2F-1AEE-01BB-4C30-1A41E1B9EE45}"/>
              </a:ext>
            </a:extLst>
          </p:cNvPr>
          <p:cNvSpPr>
            <a:spLocks/>
          </p:cNvSpPr>
          <p:nvPr/>
        </p:nvSpPr>
        <p:spPr>
          <a:xfrm>
            <a:off x="843864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4287E9B-414E-597C-F175-1ABC53A976CE}"/>
              </a:ext>
            </a:extLst>
          </p:cNvPr>
          <p:cNvSpPr>
            <a:spLocks/>
          </p:cNvSpPr>
          <p:nvPr/>
        </p:nvSpPr>
        <p:spPr>
          <a:xfrm>
            <a:off x="8444758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E83B3C3A-2B25-73E6-AADB-51239D3FFDAB}"/>
              </a:ext>
            </a:extLst>
          </p:cNvPr>
          <p:cNvSpPr>
            <a:spLocks/>
          </p:cNvSpPr>
          <p:nvPr/>
        </p:nvSpPr>
        <p:spPr>
          <a:xfrm>
            <a:off x="8347446" y="518053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EC747A0F-225B-DE67-8E7E-CB54F8C2A8CD}"/>
              </a:ext>
            </a:extLst>
          </p:cNvPr>
          <p:cNvSpPr>
            <a:spLocks/>
          </p:cNvSpPr>
          <p:nvPr/>
        </p:nvSpPr>
        <p:spPr>
          <a:xfrm>
            <a:off x="839613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992F6487-D974-EC89-2975-EAB5C870FF9D}"/>
              </a:ext>
            </a:extLst>
          </p:cNvPr>
          <p:cNvSpPr>
            <a:spLocks/>
          </p:cNvSpPr>
          <p:nvPr/>
        </p:nvSpPr>
        <p:spPr>
          <a:xfrm>
            <a:off x="842614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5EB07BBF-C0E0-20FE-E130-B630A6BCE0BB}"/>
              </a:ext>
            </a:extLst>
          </p:cNvPr>
          <p:cNvSpPr>
            <a:spLocks/>
          </p:cNvSpPr>
          <p:nvPr/>
        </p:nvSpPr>
        <p:spPr>
          <a:xfrm>
            <a:off x="8365479" y="63075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3FCC0731-3390-A43B-F144-D1299CBC81EF}"/>
              </a:ext>
            </a:extLst>
          </p:cNvPr>
          <p:cNvSpPr>
            <a:spLocks/>
          </p:cNvSpPr>
          <p:nvPr/>
        </p:nvSpPr>
        <p:spPr>
          <a:xfrm>
            <a:off x="840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6A03CF7-0919-04E8-804D-7A9E31E1A154}"/>
              </a:ext>
            </a:extLst>
          </p:cNvPr>
          <p:cNvSpPr>
            <a:spLocks/>
          </p:cNvSpPr>
          <p:nvPr/>
        </p:nvSpPr>
        <p:spPr>
          <a:xfrm>
            <a:off x="844662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57B364F3-19FD-749F-2B39-87C44CDCCBCA}"/>
              </a:ext>
            </a:extLst>
          </p:cNvPr>
          <p:cNvSpPr>
            <a:spLocks/>
          </p:cNvSpPr>
          <p:nvPr/>
        </p:nvSpPr>
        <p:spPr>
          <a:xfrm>
            <a:off x="839082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EAFDEA5A-D03E-E7A1-772F-F2103EE1D83F}"/>
              </a:ext>
            </a:extLst>
          </p:cNvPr>
          <p:cNvSpPr>
            <a:spLocks/>
          </p:cNvSpPr>
          <p:nvPr/>
        </p:nvSpPr>
        <p:spPr>
          <a:xfrm>
            <a:off x="8355649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994CBBB-EA26-59A7-FF65-50A372AAC19C}"/>
              </a:ext>
            </a:extLst>
          </p:cNvPr>
          <p:cNvSpPr>
            <a:spLocks/>
          </p:cNvSpPr>
          <p:nvPr/>
        </p:nvSpPr>
        <p:spPr>
          <a:xfrm>
            <a:off x="8440440" y="60015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D9ABAE7B-DDBD-1669-25A2-89A4F9F95FE0}"/>
              </a:ext>
            </a:extLst>
          </p:cNvPr>
          <p:cNvSpPr>
            <a:spLocks/>
          </p:cNvSpPr>
          <p:nvPr/>
        </p:nvSpPr>
        <p:spPr>
          <a:xfrm>
            <a:off x="837071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3E280D81-11E2-4F75-234D-6B0DAAE9AD8A}"/>
              </a:ext>
            </a:extLst>
          </p:cNvPr>
          <p:cNvSpPr>
            <a:spLocks/>
          </p:cNvSpPr>
          <p:nvPr/>
        </p:nvSpPr>
        <p:spPr>
          <a:xfrm>
            <a:off x="8393118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858E5872-C5FE-9A06-758B-DC05DD723A35}"/>
              </a:ext>
            </a:extLst>
          </p:cNvPr>
          <p:cNvSpPr>
            <a:spLocks/>
          </p:cNvSpPr>
          <p:nvPr/>
        </p:nvSpPr>
        <p:spPr>
          <a:xfrm>
            <a:off x="840525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1C573DF8-5A89-1E36-3849-B6777F01CE01}"/>
              </a:ext>
            </a:extLst>
          </p:cNvPr>
          <p:cNvSpPr>
            <a:spLocks/>
          </p:cNvSpPr>
          <p:nvPr/>
        </p:nvSpPr>
        <p:spPr>
          <a:xfrm>
            <a:off x="834247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676A48FE-45D9-6180-591A-86BFDCFA784A}"/>
              </a:ext>
            </a:extLst>
          </p:cNvPr>
          <p:cNvSpPr>
            <a:spLocks/>
          </p:cNvSpPr>
          <p:nvPr/>
        </p:nvSpPr>
        <p:spPr>
          <a:xfrm>
            <a:off x="844300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9F9DA984-7B1A-112D-6057-8527C3B3E46E}"/>
              </a:ext>
            </a:extLst>
          </p:cNvPr>
          <p:cNvSpPr>
            <a:spLocks/>
          </p:cNvSpPr>
          <p:nvPr/>
        </p:nvSpPr>
        <p:spPr>
          <a:xfrm>
            <a:off x="845555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D0B6669F-E6C5-13B5-B0FB-1A43824E2656}"/>
              </a:ext>
            </a:extLst>
          </p:cNvPr>
          <p:cNvSpPr>
            <a:spLocks/>
          </p:cNvSpPr>
          <p:nvPr/>
        </p:nvSpPr>
        <p:spPr>
          <a:xfrm>
            <a:off x="83761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9B991923-3354-D5D4-7B33-4037E06E2458}"/>
              </a:ext>
            </a:extLst>
          </p:cNvPr>
          <p:cNvSpPr>
            <a:spLocks/>
          </p:cNvSpPr>
          <p:nvPr/>
        </p:nvSpPr>
        <p:spPr>
          <a:xfrm>
            <a:off x="8419019" y="5117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D3F763B4-8586-3EF6-BD40-5AEE783850E8}"/>
              </a:ext>
            </a:extLst>
          </p:cNvPr>
          <p:cNvSpPr>
            <a:spLocks/>
          </p:cNvSpPr>
          <p:nvPr/>
        </p:nvSpPr>
        <p:spPr>
          <a:xfrm>
            <a:off x="8382806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8784B98D-2FF1-CD82-FC1B-3F05A6435AE5}"/>
              </a:ext>
            </a:extLst>
          </p:cNvPr>
          <p:cNvSpPr>
            <a:spLocks/>
          </p:cNvSpPr>
          <p:nvPr/>
        </p:nvSpPr>
        <p:spPr>
          <a:xfrm>
            <a:off x="839520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9FDB4711-AF4E-A784-3289-F8CFFEA9B396}"/>
              </a:ext>
            </a:extLst>
          </p:cNvPr>
          <p:cNvSpPr>
            <a:spLocks/>
          </p:cNvSpPr>
          <p:nvPr/>
        </p:nvSpPr>
        <p:spPr>
          <a:xfrm>
            <a:off x="845695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461E8AA-9AB7-74BD-7BEF-1A2B8621218D}"/>
              </a:ext>
            </a:extLst>
          </p:cNvPr>
          <p:cNvSpPr>
            <a:spLocks/>
          </p:cNvSpPr>
          <p:nvPr/>
        </p:nvSpPr>
        <p:spPr>
          <a:xfrm>
            <a:off x="8401489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82516C7B-A207-AB63-71DD-1BDC547D1FB6}"/>
              </a:ext>
            </a:extLst>
          </p:cNvPr>
          <p:cNvSpPr>
            <a:spLocks/>
          </p:cNvSpPr>
          <p:nvPr/>
        </p:nvSpPr>
        <p:spPr>
          <a:xfrm>
            <a:off x="845529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A3E2371F-3801-51D5-EF1F-386BFCF6A133}"/>
              </a:ext>
            </a:extLst>
          </p:cNvPr>
          <p:cNvSpPr>
            <a:spLocks/>
          </p:cNvSpPr>
          <p:nvPr/>
        </p:nvSpPr>
        <p:spPr>
          <a:xfrm>
            <a:off x="83938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A237E285-6CFC-38EE-D570-0E28D9E01DB4}"/>
              </a:ext>
            </a:extLst>
          </p:cNvPr>
          <p:cNvSpPr>
            <a:spLocks/>
          </p:cNvSpPr>
          <p:nvPr/>
        </p:nvSpPr>
        <p:spPr>
          <a:xfrm>
            <a:off x="843449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065AABEA-8A74-67E7-5C40-A949C8896DD9}"/>
              </a:ext>
            </a:extLst>
          </p:cNvPr>
          <p:cNvSpPr>
            <a:spLocks/>
          </p:cNvSpPr>
          <p:nvPr/>
        </p:nvSpPr>
        <p:spPr>
          <a:xfrm>
            <a:off x="841792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2DFE610B-03E5-07AB-5EBF-1FF2B545C1A9}"/>
              </a:ext>
            </a:extLst>
          </p:cNvPr>
          <p:cNvSpPr>
            <a:spLocks/>
          </p:cNvSpPr>
          <p:nvPr/>
        </p:nvSpPr>
        <p:spPr>
          <a:xfrm>
            <a:off x="841310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1A28D4A0-0508-B9E7-8020-8741A43B31E1}"/>
              </a:ext>
            </a:extLst>
          </p:cNvPr>
          <p:cNvSpPr>
            <a:spLocks/>
          </p:cNvSpPr>
          <p:nvPr/>
        </p:nvSpPr>
        <p:spPr>
          <a:xfrm>
            <a:off x="834665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4BC1EFA4-27E4-1981-FE42-416CDD7C2C83}"/>
              </a:ext>
            </a:extLst>
          </p:cNvPr>
          <p:cNvSpPr>
            <a:spLocks/>
          </p:cNvSpPr>
          <p:nvPr/>
        </p:nvSpPr>
        <p:spPr>
          <a:xfrm>
            <a:off x="8368213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92A811C1-71AA-2AE4-2AC5-513F4794BE56}"/>
              </a:ext>
            </a:extLst>
          </p:cNvPr>
          <p:cNvSpPr>
            <a:spLocks/>
          </p:cNvSpPr>
          <p:nvPr/>
        </p:nvSpPr>
        <p:spPr>
          <a:xfrm>
            <a:off x="846138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B8B1FEF3-861F-8BC4-C9B0-9346A35017ED}"/>
              </a:ext>
            </a:extLst>
          </p:cNvPr>
          <p:cNvSpPr>
            <a:spLocks/>
          </p:cNvSpPr>
          <p:nvPr/>
        </p:nvSpPr>
        <p:spPr>
          <a:xfrm>
            <a:off x="8431971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78A6F646-E53E-9CC5-C0DD-75BEAFAF7ECB}"/>
              </a:ext>
            </a:extLst>
          </p:cNvPr>
          <p:cNvSpPr>
            <a:spLocks/>
          </p:cNvSpPr>
          <p:nvPr/>
        </p:nvSpPr>
        <p:spPr>
          <a:xfrm>
            <a:off x="8429108" y="58541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D7D9C1B7-1F08-6DB2-B4A2-9161E1A16E7D}"/>
              </a:ext>
            </a:extLst>
          </p:cNvPr>
          <p:cNvSpPr>
            <a:spLocks/>
          </p:cNvSpPr>
          <p:nvPr/>
        </p:nvSpPr>
        <p:spPr>
          <a:xfrm>
            <a:off x="8372575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2DCB9F43-18B1-97B9-03FE-2B76F2857797}"/>
              </a:ext>
            </a:extLst>
          </p:cNvPr>
          <p:cNvSpPr>
            <a:spLocks/>
          </p:cNvSpPr>
          <p:nvPr/>
        </p:nvSpPr>
        <p:spPr>
          <a:xfrm>
            <a:off x="8421823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57BA1D81-02FF-10F5-890B-30AF1DB3BA89}"/>
              </a:ext>
            </a:extLst>
          </p:cNvPr>
          <p:cNvSpPr>
            <a:spLocks/>
          </p:cNvSpPr>
          <p:nvPr/>
        </p:nvSpPr>
        <p:spPr>
          <a:xfrm>
            <a:off x="8388334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29DA77A1-C410-3B80-2E78-F090A0BE0C43}"/>
              </a:ext>
            </a:extLst>
          </p:cNvPr>
          <p:cNvSpPr>
            <a:spLocks/>
          </p:cNvSpPr>
          <p:nvPr/>
        </p:nvSpPr>
        <p:spPr>
          <a:xfrm>
            <a:off x="834609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B0F1344E-4020-1899-689D-FE4891AAAB46}"/>
              </a:ext>
            </a:extLst>
          </p:cNvPr>
          <p:cNvSpPr>
            <a:spLocks/>
          </p:cNvSpPr>
          <p:nvPr/>
        </p:nvSpPr>
        <p:spPr>
          <a:xfrm>
            <a:off x="8358725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D59D327A-828A-908D-5E15-1B4D6F77A934}"/>
              </a:ext>
            </a:extLst>
          </p:cNvPr>
          <p:cNvSpPr>
            <a:spLocks/>
          </p:cNvSpPr>
          <p:nvPr/>
        </p:nvSpPr>
        <p:spPr>
          <a:xfrm>
            <a:off x="843382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65AF9227-829C-A284-583B-17CDF2293A88}"/>
              </a:ext>
            </a:extLst>
          </p:cNvPr>
          <p:cNvSpPr>
            <a:spLocks/>
          </p:cNvSpPr>
          <p:nvPr/>
        </p:nvSpPr>
        <p:spPr>
          <a:xfrm>
            <a:off x="8450836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6F3727E0-15B2-323F-4FC3-B3ECA8D57E23}"/>
              </a:ext>
            </a:extLst>
          </p:cNvPr>
          <p:cNvSpPr>
            <a:spLocks/>
          </p:cNvSpPr>
          <p:nvPr/>
        </p:nvSpPr>
        <p:spPr>
          <a:xfrm>
            <a:off x="8402184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87E29329-F02A-9BF4-A84D-8F15D3E0A2BB}"/>
              </a:ext>
            </a:extLst>
          </p:cNvPr>
          <p:cNvSpPr>
            <a:spLocks/>
          </p:cNvSpPr>
          <p:nvPr/>
        </p:nvSpPr>
        <p:spPr>
          <a:xfrm>
            <a:off x="8414354" y="62471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76D6E479-3F5B-85E8-4B11-E4B30B2886C1}"/>
              </a:ext>
            </a:extLst>
          </p:cNvPr>
          <p:cNvSpPr>
            <a:spLocks/>
          </p:cNvSpPr>
          <p:nvPr/>
        </p:nvSpPr>
        <p:spPr>
          <a:xfrm>
            <a:off x="838229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2548F7A0-CF71-8A9E-F257-7B7BA34FBCE2}"/>
              </a:ext>
            </a:extLst>
          </p:cNvPr>
          <p:cNvSpPr>
            <a:spLocks/>
          </p:cNvSpPr>
          <p:nvPr/>
        </p:nvSpPr>
        <p:spPr>
          <a:xfrm>
            <a:off x="8355526" y="52647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7F28E5CA-7604-A140-EB32-1836D1671A50}"/>
              </a:ext>
            </a:extLst>
          </p:cNvPr>
          <p:cNvSpPr>
            <a:spLocks/>
          </p:cNvSpPr>
          <p:nvPr/>
        </p:nvSpPr>
        <p:spPr>
          <a:xfrm>
            <a:off x="8367989" y="538262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7797AF1F-80A6-CCB4-AB6D-673430C4E10A}"/>
              </a:ext>
            </a:extLst>
          </p:cNvPr>
          <p:cNvSpPr>
            <a:spLocks/>
          </p:cNvSpPr>
          <p:nvPr/>
        </p:nvSpPr>
        <p:spPr>
          <a:xfrm>
            <a:off x="8352352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A233808A-F3E6-9F7E-7D83-BCE53774283E}"/>
              </a:ext>
            </a:extLst>
          </p:cNvPr>
          <p:cNvSpPr>
            <a:spLocks/>
          </p:cNvSpPr>
          <p:nvPr/>
        </p:nvSpPr>
        <p:spPr>
          <a:xfrm>
            <a:off x="8376309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E3B1D5A0-1E06-21A4-8F3E-2911E7B7C9EA}"/>
              </a:ext>
            </a:extLst>
          </p:cNvPr>
          <p:cNvSpPr>
            <a:spLocks/>
          </p:cNvSpPr>
          <p:nvPr/>
        </p:nvSpPr>
        <p:spPr>
          <a:xfrm>
            <a:off x="8364972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A193AF79-AB77-430F-253E-991638EBDFD5}"/>
              </a:ext>
            </a:extLst>
          </p:cNvPr>
          <p:cNvSpPr>
            <a:spLocks/>
          </p:cNvSpPr>
          <p:nvPr/>
        </p:nvSpPr>
        <p:spPr>
          <a:xfrm>
            <a:off x="8387008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45177664-9894-700F-8B98-65E3B5879372}"/>
              </a:ext>
            </a:extLst>
          </p:cNvPr>
          <p:cNvSpPr>
            <a:spLocks/>
          </p:cNvSpPr>
          <p:nvPr/>
        </p:nvSpPr>
        <p:spPr>
          <a:xfrm>
            <a:off x="8432160" y="55594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59F1A35B-BC25-F0FA-8855-74FCDE52E6FD}"/>
              </a:ext>
            </a:extLst>
          </p:cNvPr>
          <p:cNvSpPr>
            <a:spLocks/>
          </p:cNvSpPr>
          <p:nvPr/>
        </p:nvSpPr>
        <p:spPr>
          <a:xfrm>
            <a:off x="8387050" y="46753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669C0231-C19D-20C8-F998-1E0CB3B90507}"/>
              </a:ext>
            </a:extLst>
          </p:cNvPr>
          <p:cNvSpPr>
            <a:spLocks/>
          </p:cNvSpPr>
          <p:nvPr/>
        </p:nvSpPr>
        <p:spPr>
          <a:xfrm>
            <a:off x="8441381" y="644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11B1F190-0D05-647F-79F4-6C6DB3813A0C}"/>
              </a:ext>
            </a:extLst>
          </p:cNvPr>
          <p:cNvSpPr>
            <a:spLocks/>
          </p:cNvSpPr>
          <p:nvPr/>
        </p:nvSpPr>
        <p:spPr>
          <a:xfrm>
            <a:off x="862448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6BBF7B52-8013-A5A3-74EF-6D815E715735}"/>
              </a:ext>
            </a:extLst>
          </p:cNvPr>
          <p:cNvSpPr>
            <a:spLocks/>
          </p:cNvSpPr>
          <p:nvPr/>
        </p:nvSpPr>
        <p:spPr>
          <a:xfrm>
            <a:off x="859552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158D4FE1-5263-CD9C-E56C-39BF193FAAFA}"/>
              </a:ext>
            </a:extLst>
          </p:cNvPr>
          <p:cNvSpPr>
            <a:spLocks/>
          </p:cNvSpPr>
          <p:nvPr/>
        </p:nvSpPr>
        <p:spPr>
          <a:xfrm>
            <a:off x="862617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75451FDA-38D7-DEAF-99F2-0F9221A78B70}"/>
              </a:ext>
            </a:extLst>
          </p:cNvPr>
          <p:cNvSpPr>
            <a:spLocks/>
          </p:cNvSpPr>
          <p:nvPr/>
        </p:nvSpPr>
        <p:spPr>
          <a:xfrm>
            <a:off x="86117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49441607-7200-E419-EB62-BB00EF8BB442}"/>
              </a:ext>
            </a:extLst>
          </p:cNvPr>
          <p:cNvSpPr>
            <a:spLocks/>
          </p:cNvSpPr>
          <p:nvPr/>
        </p:nvSpPr>
        <p:spPr>
          <a:xfrm>
            <a:off x="862972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99681034-0267-ADFE-2807-8CA1A14EEFC4}"/>
              </a:ext>
            </a:extLst>
          </p:cNvPr>
          <p:cNvSpPr>
            <a:spLocks/>
          </p:cNvSpPr>
          <p:nvPr/>
        </p:nvSpPr>
        <p:spPr>
          <a:xfrm>
            <a:off x="8686634" y="50289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681DDAD7-32A6-3DE5-DD6E-06D59B576CB8}"/>
              </a:ext>
            </a:extLst>
          </p:cNvPr>
          <p:cNvSpPr>
            <a:spLocks/>
          </p:cNvSpPr>
          <p:nvPr/>
        </p:nvSpPr>
        <p:spPr>
          <a:xfrm>
            <a:off x="865472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6F5CE74C-CA67-D7C1-09BB-0FE4DF64FC7E}"/>
              </a:ext>
            </a:extLst>
          </p:cNvPr>
          <p:cNvSpPr>
            <a:spLocks/>
          </p:cNvSpPr>
          <p:nvPr/>
        </p:nvSpPr>
        <p:spPr>
          <a:xfrm>
            <a:off x="859797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6B58E66C-A711-6699-23DF-5A90DA3A8702}"/>
              </a:ext>
            </a:extLst>
          </p:cNvPr>
          <p:cNvSpPr>
            <a:spLocks/>
          </p:cNvSpPr>
          <p:nvPr/>
        </p:nvSpPr>
        <p:spPr>
          <a:xfrm>
            <a:off x="8649762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21113174-EF2F-8E76-4CFE-739D8204D972}"/>
              </a:ext>
            </a:extLst>
          </p:cNvPr>
          <p:cNvSpPr>
            <a:spLocks/>
          </p:cNvSpPr>
          <p:nvPr/>
        </p:nvSpPr>
        <p:spPr>
          <a:xfrm>
            <a:off x="860871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4F32E2B0-5CC9-0AB8-2CCA-A7842D5C8D95}"/>
              </a:ext>
            </a:extLst>
          </p:cNvPr>
          <p:cNvSpPr>
            <a:spLocks/>
          </p:cNvSpPr>
          <p:nvPr/>
        </p:nvSpPr>
        <p:spPr>
          <a:xfrm>
            <a:off x="86307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E88197C7-72D5-09C8-1ED2-83B481E41A56}"/>
              </a:ext>
            </a:extLst>
          </p:cNvPr>
          <p:cNvSpPr>
            <a:spLocks/>
          </p:cNvSpPr>
          <p:nvPr/>
        </p:nvSpPr>
        <p:spPr>
          <a:xfrm>
            <a:off x="86054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BA686327-60FA-9C9C-1628-763E7BFFBB2B}"/>
              </a:ext>
            </a:extLst>
          </p:cNvPr>
          <p:cNvSpPr>
            <a:spLocks/>
          </p:cNvSpPr>
          <p:nvPr/>
        </p:nvSpPr>
        <p:spPr>
          <a:xfrm>
            <a:off x="8696748" y="53629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0DBB47EA-D47C-1DF8-BB95-2801DAD09B17}"/>
              </a:ext>
            </a:extLst>
          </p:cNvPr>
          <p:cNvSpPr>
            <a:spLocks/>
          </p:cNvSpPr>
          <p:nvPr/>
        </p:nvSpPr>
        <p:spPr>
          <a:xfrm>
            <a:off x="86118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61B9FBB7-1256-2F43-8157-54E30EB488C4}"/>
              </a:ext>
            </a:extLst>
          </p:cNvPr>
          <p:cNvSpPr>
            <a:spLocks/>
          </p:cNvSpPr>
          <p:nvPr/>
        </p:nvSpPr>
        <p:spPr>
          <a:xfrm>
            <a:off x="86149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0F25AC92-80C1-FD69-E738-0D61003DAF6C}"/>
              </a:ext>
            </a:extLst>
          </p:cNvPr>
          <p:cNvSpPr>
            <a:spLocks/>
          </p:cNvSpPr>
          <p:nvPr/>
        </p:nvSpPr>
        <p:spPr>
          <a:xfrm>
            <a:off x="86469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7BA440C4-8877-F869-5E42-37D565A63774}"/>
              </a:ext>
            </a:extLst>
          </p:cNvPr>
          <p:cNvSpPr>
            <a:spLocks/>
          </p:cNvSpPr>
          <p:nvPr/>
        </p:nvSpPr>
        <p:spPr>
          <a:xfrm>
            <a:off x="8677879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636C58C6-E309-0F8C-4755-29AEE29B4F5A}"/>
              </a:ext>
            </a:extLst>
          </p:cNvPr>
          <p:cNvSpPr>
            <a:spLocks/>
          </p:cNvSpPr>
          <p:nvPr/>
        </p:nvSpPr>
        <p:spPr>
          <a:xfrm>
            <a:off x="868222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89BC9A18-4F18-8671-64BA-012FDD3F99ED}"/>
              </a:ext>
            </a:extLst>
          </p:cNvPr>
          <p:cNvSpPr>
            <a:spLocks/>
          </p:cNvSpPr>
          <p:nvPr/>
        </p:nvSpPr>
        <p:spPr>
          <a:xfrm>
            <a:off x="8616070" y="56478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7A140E29-E6F4-9C57-8FE4-347C3FB64AA0}"/>
              </a:ext>
            </a:extLst>
          </p:cNvPr>
          <p:cNvSpPr>
            <a:spLocks/>
          </p:cNvSpPr>
          <p:nvPr/>
        </p:nvSpPr>
        <p:spPr>
          <a:xfrm>
            <a:off x="859783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42E6A958-E086-A80D-35B5-618DE3958B3D}"/>
              </a:ext>
            </a:extLst>
          </p:cNvPr>
          <p:cNvSpPr>
            <a:spLocks/>
          </p:cNvSpPr>
          <p:nvPr/>
        </p:nvSpPr>
        <p:spPr>
          <a:xfrm>
            <a:off x="866333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CF026543-8CE4-84D2-CC26-C9DD54139CFA}"/>
              </a:ext>
            </a:extLst>
          </p:cNvPr>
          <p:cNvSpPr>
            <a:spLocks/>
          </p:cNvSpPr>
          <p:nvPr/>
        </p:nvSpPr>
        <p:spPr>
          <a:xfrm>
            <a:off x="865475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C443ED77-3FE0-06B4-6AC1-76A29DF50233}"/>
              </a:ext>
            </a:extLst>
          </p:cNvPr>
          <p:cNvSpPr>
            <a:spLocks/>
          </p:cNvSpPr>
          <p:nvPr/>
        </p:nvSpPr>
        <p:spPr>
          <a:xfrm>
            <a:off x="8699618" y="48963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5DBECEF2-1F9E-18D1-A2E0-DF3C56B05752}"/>
              </a:ext>
            </a:extLst>
          </p:cNvPr>
          <p:cNvSpPr>
            <a:spLocks/>
          </p:cNvSpPr>
          <p:nvPr/>
        </p:nvSpPr>
        <p:spPr>
          <a:xfrm>
            <a:off x="864516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4F7ADB92-3FC6-811F-17B8-5AFBBE172463}"/>
              </a:ext>
            </a:extLst>
          </p:cNvPr>
          <p:cNvSpPr>
            <a:spLocks/>
          </p:cNvSpPr>
          <p:nvPr/>
        </p:nvSpPr>
        <p:spPr>
          <a:xfrm>
            <a:off x="871552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2C65BFD2-A7C5-6C97-0A68-7B20FF0AD0DB}"/>
              </a:ext>
            </a:extLst>
          </p:cNvPr>
          <p:cNvSpPr>
            <a:spLocks/>
          </p:cNvSpPr>
          <p:nvPr/>
        </p:nvSpPr>
        <p:spPr>
          <a:xfrm>
            <a:off x="865036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C32A250C-ED08-5D0B-0656-1401CC4586C2}"/>
              </a:ext>
            </a:extLst>
          </p:cNvPr>
          <p:cNvSpPr>
            <a:spLocks/>
          </p:cNvSpPr>
          <p:nvPr/>
        </p:nvSpPr>
        <p:spPr>
          <a:xfrm>
            <a:off x="863428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DB681EC-DD3A-3DDE-A150-C86B5372192D}"/>
              </a:ext>
            </a:extLst>
          </p:cNvPr>
          <p:cNvSpPr>
            <a:spLocks/>
          </p:cNvSpPr>
          <p:nvPr/>
        </p:nvSpPr>
        <p:spPr>
          <a:xfrm>
            <a:off x="867800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B2A4BC7F-30D7-D8A3-9187-1659A017B89C}"/>
              </a:ext>
            </a:extLst>
          </p:cNvPr>
          <p:cNvSpPr>
            <a:spLocks/>
          </p:cNvSpPr>
          <p:nvPr/>
        </p:nvSpPr>
        <p:spPr>
          <a:xfrm>
            <a:off x="86136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C279F54A-C867-9DF1-06FA-ED5E0E5B759B}"/>
              </a:ext>
            </a:extLst>
          </p:cNvPr>
          <p:cNvSpPr>
            <a:spLocks/>
          </p:cNvSpPr>
          <p:nvPr/>
        </p:nvSpPr>
        <p:spPr>
          <a:xfrm>
            <a:off x="869011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25267F92-2D67-35C1-E791-106723F9433F}"/>
              </a:ext>
            </a:extLst>
          </p:cNvPr>
          <p:cNvSpPr>
            <a:spLocks/>
          </p:cNvSpPr>
          <p:nvPr/>
        </p:nvSpPr>
        <p:spPr>
          <a:xfrm>
            <a:off x="8662603" y="61488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71052A43-49FA-BB40-CB40-0BDC04D5BCFB}"/>
              </a:ext>
            </a:extLst>
          </p:cNvPr>
          <p:cNvSpPr>
            <a:spLocks/>
          </p:cNvSpPr>
          <p:nvPr/>
        </p:nvSpPr>
        <p:spPr>
          <a:xfrm>
            <a:off x="8655385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7B6C947F-4446-2EB5-66A0-B8C669D15055}"/>
              </a:ext>
            </a:extLst>
          </p:cNvPr>
          <p:cNvSpPr>
            <a:spLocks/>
          </p:cNvSpPr>
          <p:nvPr/>
        </p:nvSpPr>
        <p:spPr>
          <a:xfrm>
            <a:off x="8669537" y="639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C8F4B62A-82FD-E6A0-2C7E-4CACE310A272}"/>
              </a:ext>
            </a:extLst>
          </p:cNvPr>
          <p:cNvSpPr>
            <a:spLocks/>
          </p:cNvSpPr>
          <p:nvPr/>
        </p:nvSpPr>
        <p:spPr>
          <a:xfrm>
            <a:off x="869649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04B7DFE9-ECCE-FAD5-97E0-1B9DC763ABBE}"/>
              </a:ext>
            </a:extLst>
          </p:cNvPr>
          <p:cNvSpPr>
            <a:spLocks/>
          </p:cNvSpPr>
          <p:nvPr/>
        </p:nvSpPr>
        <p:spPr>
          <a:xfrm>
            <a:off x="86355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F4AF124C-0CA3-AB8B-7A98-93EFC957FF9D}"/>
              </a:ext>
            </a:extLst>
          </p:cNvPr>
          <p:cNvSpPr>
            <a:spLocks/>
          </p:cNvSpPr>
          <p:nvPr/>
        </p:nvSpPr>
        <p:spPr>
          <a:xfrm>
            <a:off x="862281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FED54906-B83D-06D1-D9CF-CC376E50B858}"/>
              </a:ext>
            </a:extLst>
          </p:cNvPr>
          <p:cNvSpPr>
            <a:spLocks/>
          </p:cNvSpPr>
          <p:nvPr/>
        </p:nvSpPr>
        <p:spPr>
          <a:xfrm>
            <a:off x="868600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40C3171C-02EF-DBBB-10D2-E8FFB143522B}"/>
              </a:ext>
            </a:extLst>
          </p:cNvPr>
          <p:cNvSpPr>
            <a:spLocks/>
          </p:cNvSpPr>
          <p:nvPr/>
        </p:nvSpPr>
        <p:spPr>
          <a:xfrm>
            <a:off x="865924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99D70EC-54F1-4686-5B8F-DD5242D9386F}"/>
              </a:ext>
            </a:extLst>
          </p:cNvPr>
          <p:cNvSpPr>
            <a:spLocks/>
          </p:cNvSpPr>
          <p:nvPr/>
        </p:nvSpPr>
        <p:spPr>
          <a:xfrm>
            <a:off x="866801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7991F409-5516-6414-9806-F5748CD46BE0}"/>
              </a:ext>
            </a:extLst>
          </p:cNvPr>
          <p:cNvSpPr>
            <a:spLocks/>
          </p:cNvSpPr>
          <p:nvPr/>
        </p:nvSpPr>
        <p:spPr>
          <a:xfrm>
            <a:off x="859447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52967413-599D-EFDD-B08A-50FFC8FB3237}"/>
              </a:ext>
            </a:extLst>
          </p:cNvPr>
          <p:cNvSpPr>
            <a:spLocks/>
          </p:cNvSpPr>
          <p:nvPr/>
        </p:nvSpPr>
        <p:spPr>
          <a:xfrm>
            <a:off x="8674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1EBAEDEC-1E12-CB3A-265A-961A513A7F7F}"/>
              </a:ext>
            </a:extLst>
          </p:cNvPr>
          <p:cNvSpPr>
            <a:spLocks/>
          </p:cNvSpPr>
          <p:nvPr/>
        </p:nvSpPr>
        <p:spPr>
          <a:xfrm>
            <a:off x="86930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E6AADA5E-DC66-608F-DA17-7F06CC4295A6}"/>
              </a:ext>
            </a:extLst>
          </p:cNvPr>
          <p:cNvSpPr>
            <a:spLocks/>
          </p:cNvSpPr>
          <p:nvPr/>
        </p:nvSpPr>
        <p:spPr>
          <a:xfrm>
            <a:off x="8601650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38CD9FDD-D5BA-EC0F-BEBB-7487672E0F71}"/>
              </a:ext>
            </a:extLst>
          </p:cNvPr>
          <p:cNvSpPr>
            <a:spLocks/>
          </p:cNvSpPr>
          <p:nvPr/>
        </p:nvSpPr>
        <p:spPr>
          <a:xfrm>
            <a:off x="8635701" y="55594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BB9A3845-DCA2-46DB-A10F-E0D9CE1DD6A2}"/>
              </a:ext>
            </a:extLst>
          </p:cNvPr>
          <p:cNvSpPr>
            <a:spLocks/>
          </p:cNvSpPr>
          <p:nvPr/>
        </p:nvSpPr>
        <p:spPr>
          <a:xfrm>
            <a:off x="8700684" y="51805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412FF44E-0A3E-AF03-93D6-03D964FC35E8}"/>
              </a:ext>
            </a:extLst>
          </p:cNvPr>
          <p:cNvSpPr>
            <a:spLocks/>
          </p:cNvSpPr>
          <p:nvPr/>
        </p:nvSpPr>
        <p:spPr>
          <a:xfrm>
            <a:off x="860708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A0D54641-F177-4676-7E4B-F60F9DF7DAAB}"/>
              </a:ext>
            </a:extLst>
          </p:cNvPr>
          <p:cNvSpPr>
            <a:spLocks/>
          </p:cNvSpPr>
          <p:nvPr/>
        </p:nvSpPr>
        <p:spPr>
          <a:xfrm>
            <a:off x="86406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338876A1-AC12-AF86-5A9F-4B660C2DC139}"/>
              </a:ext>
            </a:extLst>
          </p:cNvPr>
          <p:cNvSpPr>
            <a:spLocks/>
          </p:cNvSpPr>
          <p:nvPr/>
        </p:nvSpPr>
        <p:spPr>
          <a:xfrm>
            <a:off x="8647330" y="62395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523A27BC-79F1-2316-6445-E9AE80645567}"/>
              </a:ext>
            </a:extLst>
          </p:cNvPr>
          <p:cNvSpPr>
            <a:spLocks/>
          </p:cNvSpPr>
          <p:nvPr/>
        </p:nvSpPr>
        <p:spPr>
          <a:xfrm>
            <a:off x="866246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7118159A-B409-4D19-2C31-66AD1CC705C9}"/>
              </a:ext>
            </a:extLst>
          </p:cNvPr>
          <p:cNvSpPr>
            <a:spLocks/>
          </p:cNvSpPr>
          <p:nvPr/>
        </p:nvSpPr>
        <p:spPr>
          <a:xfrm>
            <a:off x="866063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BA7846C6-CEF4-424B-FAC3-09C680BA973F}"/>
              </a:ext>
            </a:extLst>
          </p:cNvPr>
          <p:cNvSpPr>
            <a:spLocks/>
          </p:cNvSpPr>
          <p:nvPr/>
        </p:nvSpPr>
        <p:spPr>
          <a:xfrm>
            <a:off x="8672910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A82CE68F-F553-3E55-14CC-DF37EF566F29}"/>
              </a:ext>
            </a:extLst>
          </p:cNvPr>
          <p:cNvSpPr>
            <a:spLocks/>
          </p:cNvSpPr>
          <p:nvPr/>
        </p:nvSpPr>
        <p:spPr>
          <a:xfrm>
            <a:off x="8705658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0DA7413B-62C7-8FFA-3DFF-D6D6B540E2FD}"/>
              </a:ext>
            </a:extLst>
          </p:cNvPr>
          <p:cNvSpPr>
            <a:spLocks/>
          </p:cNvSpPr>
          <p:nvPr/>
        </p:nvSpPr>
        <p:spPr>
          <a:xfrm>
            <a:off x="8663617" y="6001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43138AC0-F8FF-B06D-FBD0-756C3E4F14D8}"/>
              </a:ext>
            </a:extLst>
          </p:cNvPr>
          <p:cNvSpPr>
            <a:spLocks/>
          </p:cNvSpPr>
          <p:nvPr/>
        </p:nvSpPr>
        <p:spPr>
          <a:xfrm>
            <a:off x="8623502" y="619098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9A993D80-F4D9-70F2-8ABA-4D43D5BD5A09}"/>
              </a:ext>
            </a:extLst>
          </p:cNvPr>
          <p:cNvSpPr>
            <a:spLocks/>
          </p:cNvSpPr>
          <p:nvPr/>
        </p:nvSpPr>
        <p:spPr>
          <a:xfrm>
            <a:off x="8708380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C0B7579A-D387-EFFB-F786-24BDB39DB86B}"/>
              </a:ext>
            </a:extLst>
          </p:cNvPr>
          <p:cNvSpPr>
            <a:spLocks/>
          </p:cNvSpPr>
          <p:nvPr/>
        </p:nvSpPr>
        <p:spPr>
          <a:xfrm>
            <a:off x="865144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1C1D7BF3-A9CA-5C31-3946-E3633F72077F}"/>
              </a:ext>
            </a:extLst>
          </p:cNvPr>
          <p:cNvSpPr>
            <a:spLocks/>
          </p:cNvSpPr>
          <p:nvPr/>
        </p:nvSpPr>
        <p:spPr>
          <a:xfrm>
            <a:off x="868447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A7DB48B7-F4BD-8A0D-FFC3-ED59BB84A659}"/>
              </a:ext>
            </a:extLst>
          </p:cNvPr>
          <p:cNvSpPr>
            <a:spLocks/>
          </p:cNvSpPr>
          <p:nvPr/>
        </p:nvSpPr>
        <p:spPr>
          <a:xfrm>
            <a:off x="862906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127B44D4-B761-2A05-7CCF-BB9A3450DC63}"/>
              </a:ext>
            </a:extLst>
          </p:cNvPr>
          <p:cNvSpPr>
            <a:spLocks/>
          </p:cNvSpPr>
          <p:nvPr/>
        </p:nvSpPr>
        <p:spPr>
          <a:xfrm>
            <a:off x="8644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DCD92E4D-9F37-F853-E8B6-7434AEB19D29}"/>
              </a:ext>
            </a:extLst>
          </p:cNvPr>
          <p:cNvSpPr>
            <a:spLocks/>
          </p:cNvSpPr>
          <p:nvPr/>
        </p:nvSpPr>
        <p:spPr>
          <a:xfrm>
            <a:off x="867357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3A2D01F9-E878-3C71-4B9E-69F2BEB14FAB}"/>
              </a:ext>
            </a:extLst>
          </p:cNvPr>
          <p:cNvSpPr>
            <a:spLocks/>
          </p:cNvSpPr>
          <p:nvPr/>
        </p:nvSpPr>
        <p:spPr>
          <a:xfrm>
            <a:off x="8667383" y="51173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A7D46ACE-E30F-EB2F-C806-5F8726EB6B57}"/>
              </a:ext>
            </a:extLst>
          </p:cNvPr>
          <p:cNvSpPr>
            <a:spLocks/>
          </p:cNvSpPr>
          <p:nvPr/>
        </p:nvSpPr>
        <p:spPr>
          <a:xfrm>
            <a:off x="8645663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627A86FC-3D25-EAB1-2F2F-BBE629F36101}"/>
              </a:ext>
            </a:extLst>
          </p:cNvPr>
          <p:cNvSpPr>
            <a:spLocks/>
          </p:cNvSpPr>
          <p:nvPr/>
        </p:nvSpPr>
        <p:spPr>
          <a:xfrm>
            <a:off x="863463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15F804F3-AEB5-C366-789D-8E57E321223D}"/>
              </a:ext>
            </a:extLst>
          </p:cNvPr>
          <p:cNvSpPr>
            <a:spLocks/>
          </p:cNvSpPr>
          <p:nvPr/>
        </p:nvSpPr>
        <p:spPr>
          <a:xfrm>
            <a:off x="8683089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376D1DEC-C84F-0531-3341-149332DCDBD8}"/>
              </a:ext>
            </a:extLst>
          </p:cNvPr>
          <p:cNvSpPr>
            <a:spLocks/>
          </p:cNvSpPr>
          <p:nvPr/>
        </p:nvSpPr>
        <p:spPr>
          <a:xfrm>
            <a:off x="8603265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7EA35BCE-DC6C-5F78-6B2A-2B27AC968A81}"/>
              </a:ext>
            </a:extLst>
          </p:cNvPr>
          <p:cNvSpPr>
            <a:spLocks/>
          </p:cNvSpPr>
          <p:nvPr/>
        </p:nvSpPr>
        <p:spPr>
          <a:xfrm>
            <a:off x="867347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418CFC9F-E097-FBDA-8E53-FDEBBC43E787}"/>
              </a:ext>
            </a:extLst>
          </p:cNvPr>
          <p:cNvSpPr>
            <a:spLocks/>
          </p:cNvSpPr>
          <p:nvPr/>
        </p:nvSpPr>
        <p:spPr>
          <a:xfrm>
            <a:off x="8621071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CBEC5476-931D-76FF-6E44-B3475108F6A4}"/>
              </a:ext>
            </a:extLst>
          </p:cNvPr>
          <p:cNvSpPr>
            <a:spLocks/>
          </p:cNvSpPr>
          <p:nvPr/>
        </p:nvSpPr>
        <p:spPr>
          <a:xfrm>
            <a:off x="8692740" y="63172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237892F8-C72E-F051-4585-51A45046728F}"/>
              </a:ext>
            </a:extLst>
          </p:cNvPr>
          <p:cNvSpPr>
            <a:spLocks/>
          </p:cNvSpPr>
          <p:nvPr/>
        </p:nvSpPr>
        <p:spPr>
          <a:xfrm>
            <a:off x="8686412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FEBFC7DB-F794-5C55-1843-88A697933892}"/>
              </a:ext>
            </a:extLst>
          </p:cNvPr>
          <p:cNvSpPr>
            <a:spLocks/>
          </p:cNvSpPr>
          <p:nvPr/>
        </p:nvSpPr>
        <p:spPr>
          <a:xfrm>
            <a:off x="8710404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55993A7F-3596-CAC8-66D4-2CAA114E9883}"/>
              </a:ext>
            </a:extLst>
          </p:cNvPr>
          <p:cNvSpPr>
            <a:spLocks/>
          </p:cNvSpPr>
          <p:nvPr/>
        </p:nvSpPr>
        <p:spPr>
          <a:xfrm>
            <a:off x="864383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956DAE57-1313-D675-31C1-6D29FDC3D681}"/>
              </a:ext>
            </a:extLst>
          </p:cNvPr>
          <p:cNvSpPr>
            <a:spLocks/>
          </p:cNvSpPr>
          <p:nvPr/>
        </p:nvSpPr>
        <p:spPr>
          <a:xfrm>
            <a:off x="865974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7960C913-D833-E0A8-C630-24D3CEE875EF}"/>
              </a:ext>
            </a:extLst>
          </p:cNvPr>
          <p:cNvSpPr>
            <a:spLocks/>
          </p:cNvSpPr>
          <p:nvPr/>
        </p:nvSpPr>
        <p:spPr>
          <a:xfrm>
            <a:off x="8678230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4549D56B-7AEB-FC53-E63B-FF678618CBC4}"/>
              </a:ext>
            </a:extLst>
          </p:cNvPr>
          <p:cNvSpPr>
            <a:spLocks/>
          </p:cNvSpPr>
          <p:nvPr/>
        </p:nvSpPr>
        <p:spPr>
          <a:xfrm>
            <a:off x="8685968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097A9F1D-C17E-8EE6-3FA8-FB21B4A7B9AC}"/>
              </a:ext>
            </a:extLst>
          </p:cNvPr>
          <p:cNvSpPr>
            <a:spLocks/>
          </p:cNvSpPr>
          <p:nvPr/>
        </p:nvSpPr>
        <p:spPr>
          <a:xfrm>
            <a:off x="8622377" y="5854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3934D473-5549-D5DD-FE0A-3EB44A525622}"/>
              </a:ext>
            </a:extLst>
          </p:cNvPr>
          <p:cNvSpPr>
            <a:spLocks/>
          </p:cNvSpPr>
          <p:nvPr/>
        </p:nvSpPr>
        <p:spPr>
          <a:xfrm>
            <a:off x="8649192" y="63453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043475AB-59BA-771F-B863-941E5D05D0EF}"/>
              </a:ext>
            </a:extLst>
          </p:cNvPr>
          <p:cNvSpPr>
            <a:spLocks/>
          </p:cNvSpPr>
          <p:nvPr/>
        </p:nvSpPr>
        <p:spPr>
          <a:xfrm>
            <a:off x="8639948" y="60309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5BEC2459-036B-2834-C23D-49B147A57BAC}"/>
              </a:ext>
            </a:extLst>
          </p:cNvPr>
          <p:cNvSpPr>
            <a:spLocks/>
          </p:cNvSpPr>
          <p:nvPr/>
        </p:nvSpPr>
        <p:spPr>
          <a:xfrm>
            <a:off x="8606582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F07A6921-54CF-0CA2-E5BD-2BFDF1D94E33}"/>
              </a:ext>
            </a:extLst>
          </p:cNvPr>
          <p:cNvSpPr>
            <a:spLocks/>
          </p:cNvSpPr>
          <p:nvPr/>
        </p:nvSpPr>
        <p:spPr>
          <a:xfrm>
            <a:off x="8607631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83B00F46-65A3-9819-8035-0876732D9D70}"/>
              </a:ext>
            </a:extLst>
          </p:cNvPr>
          <p:cNvSpPr>
            <a:spLocks/>
          </p:cNvSpPr>
          <p:nvPr/>
        </p:nvSpPr>
        <p:spPr>
          <a:xfrm>
            <a:off x="863736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D1561895-AE35-F0D9-009F-822FB5558E09}"/>
              </a:ext>
            </a:extLst>
          </p:cNvPr>
          <p:cNvSpPr>
            <a:spLocks/>
          </p:cNvSpPr>
          <p:nvPr/>
        </p:nvSpPr>
        <p:spPr>
          <a:xfrm>
            <a:off x="870639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C03A265A-7A50-AEED-3521-7D64EC53657E}"/>
              </a:ext>
            </a:extLst>
          </p:cNvPr>
          <p:cNvSpPr>
            <a:spLocks/>
          </p:cNvSpPr>
          <p:nvPr/>
        </p:nvSpPr>
        <p:spPr>
          <a:xfrm>
            <a:off x="8625799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0B2E51C1-F70A-FB6F-2116-F96AEFDD2075}"/>
              </a:ext>
            </a:extLst>
          </p:cNvPr>
          <p:cNvSpPr>
            <a:spLocks/>
          </p:cNvSpPr>
          <p:nvPr/>
        </p:nvSpPr>
        <p:spPr>
          <a:xfrm>
            <a:off x="870579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8474BC6E-356E-C6E0-76A2-11901CD1D9BE}"/>
              </a:ext>
            </a:extLst>
          </p:cNvPr>
          <p:cNvSpPr>
            <a:spLocks/>
          </p:cNvSpPr>
          <p:nvPr/>
        </p:nvSpPr>
        <p:spPr>
          <a:xfrm>
            <a:off x="8611454" y="624711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D200D9F-470D-E489-FA2C-D9E9EDD083C8}"/>
              </a:ext>
            </a:extLst>
          </p:cNvPr>
          <p:cNvSpPr>
            <a:spLocks/>
          </p:cNvSpPr>
          <p:nvPr/>
        </p:nvSpPr>
        <p:spPr>
          <a:xfrm>
            <a:off x="869589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B987BC91-75E7-95B1-6D16-DFC6F6A2476B}"/>
              </a:ext>
            </a:extLst>
          </p:cNvPr>
          <p:cNvSpPr>
            <a:spLocks/>
          </p:cNvSpPr>
          <p:nvPr/>
        </p:nvSpPr>
        <p:spPr>
          <a:xfrm>
            <a:off x="8637256" y="52647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AEB8874F-520C-3BF0-466C-6C6B528A3E7C}"/>
              </a:ext>
            </a:extLst>
          </p:cNvPr>
          <p:cNvSpPr>
            <a:spLocks/>
          </p:cNvSpPr>
          <p:nvPr/>
        </p:nvSpPr>
        <p:spPr>
          <a:xfrm>
            <a:off x="8641290" y="573628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6D2FD8AF-FAC8-ABF6-8328-A8BC4615BA79}"/>
              </a:ext>
            </a:extLst>
          </p:cNvPr>
          <p:cNvSpPr>
            <a:spLocks/>
          </p:cNvSpPr>
          <p:nvPr/>
        </p:nvSpPr>
        <p:spPr>
          <a:xfrm>
            <a:off x="8604104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F275C313-DCDB-E70B-BBE0-A1ADBC741075}"/>
              </a:ext>
            </a:extLst>
          </p:cNvPr>
          <p:cNvSpPr>
            <a:spLocks/>
          </p:cNvSpPr>
          <p:nvPr/>
        </p:nvSpPr>
        <p:spPr>
          <a:xfrm>
            <a:off x="8658463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8345BE53-A9EB-96BE-DCF8-894CDE088466}"/>
              </a:ext>
            </a:extLst>
          </p:cNvPr>
          <p:cNvSpPr>
            <a:spLocks/>
          </p:cNvSpPr>
          <p:nvPr/>
        </p:nvSpPr>
        <p:spPr>
          <a:xfrm>
            <a:off x="8663455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9D2DC1D3-BF1F-D2CD-F315-B2C4C71F8AB6}"/>
              </a:ext>
            </a:extLst>
          </p:cNvPr>
          <p:cNvSpPr>
            <a:spLocks/>
          </p:cNvSpPr>
          <p:nvPr/>
        </p:nvSpPr>
        <p:spPr>
          <a:xfrm>
            <a:off x="8679746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7B7E8563-94B2-4558-245A-F6710F423DB0}"/>
              </a:ext>
            </a:extLst>
          </p:cNvPr>
          <p:cNvSpPr>
            <a:spLocks/>
          </p:cNvSpPr>
          <p:nvPr/>
        </p:nvSpPr>
        <p:spPr>
          <a:xfrm>
            <a:off x="865813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4AC3FE9D-2CEF-45A3-AB8B-C7163DD74E18}"/>
              </a:ext>
            </a:extLst>
          </p:cNvPr>
          <p:cNvSpPr>
            <a:spLocks/>
          </p:cNvSpPr>
          <p:nvPr/>
        </p:nvSpPr>
        <p:spPr>
          <a:xfrm>
            <a:off x="8692917" y="467530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F230677E-6DF0-A09B-C5D1-C40BB96E23E9}"/>
              </a:ext>
            </a:extLst>
          </p:cNvPr>
          <p:cNvSpPr>
            <a:spLocks/>
          </p:cNvSpPr>
          <p:nvPr/>
        </p:nvSpPr>
        <p:spPr>
          <a:xfrm>
            <a:off x="8673276" y="6443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38B6707F-7A1D-15E6-96E6-51B0CD277449}"/>
              </a:ext>
            </a:extLst>
          </p:cNvPr>
          <p:cNvSpPr>
            <a:spLocks/>
          </p:cNvSpPr>
          <p:nvPr/>
        </p:nvSpPr>
        <p:spPr>
          <a:xfrm>
            <a:off x="6962962" y="4586946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D217B221-B9FA-982A-D996-74FD04586950}"/>
              </a:ext>
            </a:extLst>
          </p:cNvPr>
          <p:cNvSpPr>
            <a:spLocks/>
          </p:cNvSpPr>
          <p:nvPr/>
        </p:nvSpPr>
        <p:spPr>
          <a:xfrm>
            <a:off x="6962962" y="64613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07FB80FE-250C-4DE5-9528-7BA19A2A80BD}"/>
              </a:ext>
            </a:extLst>
          </p:cNvPr>
          <p:cNvSpPr>
            <a:spLocks/>
          </p:cNvSpPr>
          <p:nvPr/>
        </p:nvSpPr>
        <p:spPr>
          <a:xfrm>
            <a:off x="6484133" y="4273545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AC539545-D957-DB26-7FDE-B06728B5029A}"/>
              </a:ext>
            </a:extLst>
          </p:cNvPr>
          <p:cNvSpPr>
            <a:spLocks/>
          </p:cNvSpPr>
          <p:nvPr/>
        </p:nvSpPr>
        <p:spPr>
          <a:xfrm>
            <a:off x="6962962" y="4296119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F69D5448-1817-7461-8437-AA72210AB7A9}"/>
              </a:ext>
            </a:extLst>
          </p:cNvPr>
          <p:cNvSpPr>
            <a:spLocks/>
          </p:cNvSpPr>
          <p:nvPr/>
        </p:nvSpPr>
        <p:spPr>
          <a:xfrm>
            <a:off x="7127604" y="5577187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933B1F00-DE09-7DB5-379E-C292200119BE}"/>
              </a:ext>
            </a:extLst>
          </p:cNvPr>
          <p:cNvSpPr>
            <a:spLocks/>
          </p:cNvSpPr>
          <p:nvPr/>
        </p:nvSpPr>
        <p:spPr>
          <a:xfrm>
            <a:off x="7380899" y="4693043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319470D0-C921-F055-04DF-099BBD38E561}"/>
              </a:ext>
            </a:extLst>
          </p:cNvPr>
          <p:cNvSpPr>
            <a:spLocks/>
          </p:cNvSpPr>
          <p:nvPr/>
        </p:nvSpPr>
        <p:spPr>
          <a:xfrm>
            <a:off x="7634194" y="4693043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2D3DDC1-21FF-C706-46CC-334FBD715ABD}"/>
              </a:ext>
            </a:extLst>
          </p:cNvPr>
          <p:cNvSpPr>
            <a:spLocks/>
          </p:cNvSpPr>
          <p:nvPr/>
        </p:nvSpPr>
        <p:spPr>
          <a:xfrm>
            <a:off x="8166114" y="4693043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E39E4788-934B-5DD0-8DBE-78B76A592A1F}"/>
              </a:ext>
            </a:extLst>
          </p:cNvPr>
          <p:cNvSpPr>
            <a:spLocks/>
          </p:cNvSpPr>
          <p:nvPr/>
        </p:nvSpPr>
        <p:spPr>
          <a:xfrm>
            <a:off x="8419409" y="4693043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0EE1A0F5-3F30-4343-70C3-7B79558E1A18}"/>
              </a:ext>
            </a:extLst>
          </p:cNvPr>
          <p:cNvSpPr>
            <a:spLocks/>
          </p:cNvSpPr>
          <p:nvPr/>
        </p:nvSpPr>
        <p:spPr>
          <a:xfrm>
            <a:off x="8672704" y="4693043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DA27F228-9032-787F-6E5E-0072C957B6EF}"/>
              </a:ext>
            </a:extLst>
          </p:cNvPr>
          <p:cNvSpPr>
            <a:spLocks/>
          </p:cNvSpPr>
          <p:nvPr/>
        </p:nvSpPr>
        <p:spPr>
          <a:xfrm>
            <a:off x="7092135" y="59882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3F910AFA-551E-E0FB-D8D8-F2468C45A124}"/>
              </a:ext>
            </a:extLst>
          </p:cNvPr>
          <p:cNvSpPr>
            <a:spLocks/>
          </p:cNvSpPr>
          <p:nvPr/>
        </p:nvSpPr>
        <p:spPr>
          <a:xfrm>
            <a:off x="7345430" y="524700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AB3832F2-BEDD-4EF7-5DB2-BFF8226F9126}"/>
              </a:ext>
            </a:extLst>
          </p:cNvPr>
          <p:cNvSpPr>
            <a:spLocks/>
          </p:cNvSpPr>
          <p:nvPr/>
        </p:nvSpPr>
        <p:spPr>
          <a:xfrm>
            <a:off x="759872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06D7D5CD-675D-AEFD-8D8D-006B99F5C0C5}"/>
              </a:ext>
            </a:extLst>
          </p:cNvPr>
          <p:cNvSpPr>
            <a:spLocks/>
          </p:cNvSpPr>
          <p:nvPr/>
        </p:nvSpPr>
        <p:spPr>
          <a:xfrm>
            <a:off x="8130645" y="5305946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C1336766-3F5E-5D0E-C264-B48EA56DF0D6}"/>
              </a:ext>
            </a:extLst>
          </p:cNvPr>
          <p:cNvSpPr>
            <a:spLocks/>
          </p:cNvSpPr>
          <p:nvPr/>
        </p:nvSpPr>
        <p:spPr>
          <a:xfrm>
            <a:off x="8383940" y="491544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FD8A25D9-003F-60FF-B216-88D5742215B4}"/>
              </a:ext>
            </a:extLst>
          </p:cNvPr>
          <p:cNvSpPr>
            <a:spLocks/>
          </p:cNvSpPr>
          <p:nvPr/>
        </p:nvSpPr>
        <p:spPr>
          <a:xfrm>
            <a:off x="8637236" y="465757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86EB646A-27B5-F038-9BC6-FFE5BD4F00BE}"/>
              </a:ext>
            </a:extLst>
          </p:cNvPr>
          <p:cNvSpPr>
            <a:spLocks/>
          </p:cNvSpPr>
          <p:nvPr/>
        </p:nvSpPr>
        <p:spPr>
          <a:xfrm>
            <a:off x="2685611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81B5F8B8-E63C-F45E-6722-D909EA9E75DB}"/>
              </a:ext>
            </a:extLst>
          </p:cNvPr>
          <p:cNvSpPr>
            <a:spLocks/>
          </p:cNvSpPr>
          <p:nvPr/>
        </p:nvSpPr>
        <p:spPr>
          <a:xfrm>
            <a:off x="2955175" y="82659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F971BD1E-A1D8-15DD-3C31-A1D0C7759171}"/>
              </a:ext>
            </a:extLst>
          </p:cNvPr>
          <p:cNvSpPr>
            <a:spLocks/>
          </p:cNvSpPr>
          <p:nvPr/>
        </p:nvSpPr>
        <p:spPr>
          <a:xfrm>
            <a:off x="3895214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CC88599C-1B5D-0A97-E198-886D7B0F20C5}"/>
              </a:ext>
            </a:extLst>
          </p:cNvPr>
          <p:cNvSpPr>
            <a:spLocks/>
          </p:cNvSpPr>
          <p:nvPr/>
        </p:nvSpPr>
        <p:spPr>
          <a:xfrm>
            <a:off x="4164777" y="82659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 dirty="0" err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</a:t>
            </a:r>
            <a:r>
              <a:rPr sz="1061" b="0" dirty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53A5B1F0-76DA-E4AF-A06F-884134DB4B92}"/>
              </a:ext>
            </a:extLst>
          </p:cNvPr>
          <p:cNvSpPr>
            <a:spLocks/>
          </p:cNvSpPr>
          <p:nvPr/>
        </p:nvSpPr>
        <p:spPr>
          <a:xfrm>
            <a:off x="5547279" y="83872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6EE47E31-70CF-A7F5-990D-21EB298EDE31}"/>
              </a:ext>
            </a:extLst>
          </p:cNvPr>
          <p:cNvSpPr>
            <a:spLocks/>
          </p:cNvSpPr>
          <p:nvPr/>
        </p:nvSpPr>
        <p:spPr>
          <a:xfrm>
            <a:off x="5816843" y="82659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73647316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4330">
            <a:extLst>
              <a:ext uri="{FF2B5EF4-FFF2-40B4-BE49-F238E27FC236}">
                <a16:creationId xmlns:a16="http://schemas.microsoft.com/office/drawing/2014/main" id="{88B19EF4-CE2D-468F-9490-2B9A10107E05}"/>
              </a:ext>
            </a:extLst>
          </p:cNvPr>
          <p:cNvSpPr>
            <a:spLocks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331">
            <a:extLst>
              <a:ext uri="{FF2B5EF4-FFF2-40B4-BE49-F238E27FC236}">
                <a16:creationId xmlns:a16="http://schemas.microsoft.com/office/drawing/2014/main" id="{EE2F65F4-0795-4ADC-B64D-7C100793068F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332">
            <a:extLst>
              <a:ext uri="{FF2B5EF4-FFF2-40B4-BE49-F238E27FC236}">
                <a16:creationId xmlns:a16="http://schemas.microsoft.com/office/drawing/2014/main" id="{342B5389-23D5-456B-BA2A-A8D196CA520C}"/>
              </a:ext>
            </a:extLst>
          </p:cNvPr>
          <p:cNvSpPr>
            <a:spLocks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333">
            <a:extLst>
              <a:ext uri="{FF2B5EF4-FFF2-40B4-BE49-F238E27FC236}">
                <a16:creationId xmlns:a16="http://schemas.microsoft.com/office/drawing/2014/main" id="{7C913AEA-083A-4373-819C-5435AAA3D38D}"/>
              </a:ext>
            </a:extLst>
          </p:cNvPr>
          <p:cNvSpPr>
            <a:spLocks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4334">
            <a:extLst>
              <a:ext uri="{FF2B5EF4-FFF2-40B4-BE49-F238E27FC236}">
                <a16:creationId xmlns:a16="http://schemas.microsoft.com/office/drawing/2014/main" id="{BD18818A-D4C6-4977-B449-053A25540ADE}"/>
              </a:ext>
            </a:extLst>
          </p:cNvPr>
          <p:cNvSpPr>
            <a:spLocks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4335">
            <a:extLst>
              <a:ext uri="{FF2B5EF4-FFF2-40B4-BE49-F238E27FC236}">
                <a16:creationId xmlns:a16="http://schemas.microsoft.com/office/drawing/2014/main" id="{BE863186-7186-4C8D-9F58-F2C3B0C72496}"/>
              </a:ext>
            </a:extLst>
          </p:cNvPr>
          <p:cNvSpPr>
            <a:spLocks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4336">
            <a:extLst>
              <a:ext uri="{FF2B5EF4-FFF2-40B4-BE49-F238E27FC236}">
                <a16:creationId xmlns:a16="http://schemas.microsoft.com/office/drawing/2014/main" id="{7AF0681F-7F72-4A7A-A6AC-6DCD75E883F7}"/>
              </a:ext>
            </a:extLst>
          </p:cNvPr>
          <p:cNvSpPr>
            <a:spLocks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4337">
            <a:extLst>
              <a:ext uri="{FF2B5EF4-FFF2-40B4-BE49-F238E27FC236}">
                <a16:creationId xmlns:a16="http://schemas.microsoft.com/office/drawing/2014/main" id="{CE258229-90CC-4F30-8BE3-B83C835239FB}"/>
              </a:ext>
            </a:extLst>
          </p:cNvPr>
          <p:cNvSpPr>
            <a:spLocks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4338">
            <a:extLst>
              <a:ext uri="{FF2B5EF4-FFF2-40B4-BE49-F238E27FC236}">
                <a16:creationId xmlns:a16="http://schemas.microsoft.com/office/drawing/2014/main" id="{6859C015-7F9C-4F2F-8013-52B63D0E5D4C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4339">
            <a:extLst>
              <a:ext uri="{FF2B5EF4-FFF2-40B4-BE49-F238E27FC236}">
                <a16:creationId xmlns:a16="http://schemas.microsoft.com/office/drawing/2014/main" id="{15725709-F67D-4B4E-BD4E-60ABC0B9318C}"/>
              </a:ext>
            </a:extLst>
          </p:cNvPr>
          <p:cNvSpPr>
            <a:spLocks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4340">
            <a:extLst>
              <a:ext uri="{FF2B5EF4-FFF2-40B4-BE49-F238E27FC236}">
                <a16:creationId xmlns:a16="http://schemas.microsoft.com/office/drawing/2014/main" id="{3C90FE2F-8E83-4EA9-A52A-CB1A0CA72E32}"/>
              </a:ext>
            </a:extLst>
          </p:cNvPr>
          <p:cNvSpPr>
            <a:spLocks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4341">
            <a:extLst>
              <a:ext uri="{FF2B5EF4-FFF2-40B4-BE49-F238E27FC236}">
                <a16:creationId xmlns:a16="http://schemas.microsoft.com/office/drawing/2014/main" id="{FEAAE9A4-390D-45B8-B198-7D5555808A69}"/>
              </a:ext>
            </a:extLst>
          </p:cNvPr>
          <p:cNvSpPr>
            <a:spLocks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4342">
            <a:extLst>
              <a:ext uri="{FF2B5EF4-FFF2-40B4-BE49-F238E27FC236}">
                <a16:creationId xmlns:a16="http://schemas.microsoft.com/office/drawing/2014/main" id="{32C262FA-4A97-4371-826C-D0EB31C369C3}"/>
              </a:ext>
            </a:extLst>
          </p:cNvPr>
          <p:cNvSpPr>
            <a:spLocks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4343">
            <a:extLst>
              <a:ext uri="{FF2B5EF4-FFF2-40B4-BE49-F238E27FC236}">
                <a16:creationId xmlns:a16="http://schemas.microsoft.com/office/drawing/2014/main" id="{C2270AAB-CA9D-4D52-ADDA-E252A3F08176}"/>
              </a:ext>
            </a:extLst>
          </p:cNvPr>
          <p:cNvSpPr>
            <a:spLocks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4344">
            <a:extLst>
              <a:ext uri="{FF2B5EF4-FFF2-40B4-BE49-F238E27FC236}">
                <a16:creationId xmlns:a16="http://schemas.microsoft.com/office/drawing/2014/main" id="{434E1542-D0F8-4220-8082-00AE87329922}"/>
              </a:ext>
            </a:extLst>
          </p:cNvPr>
          <p:cNvSpPr>
            <a:spLocks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4345">
            <a:extLst>
              <a:ext uri="{FF2B5EF4-FFF2-40B4-BE49-F238E27FC236}">
                <a16:creationId xmlns:a16="http://schemas.microsoft.com/office/drawing/2014/main" id="{190C9F93-FDD8-4FF2-B371-1707DE55CC21}"/>
              </a:ext>
            </a:extLst>
          </p:cNvPr>
          <p:cNvSpPr>
            <a:spLocks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4346">
            <a:extLst>
              <a:ext uri="{FF2B5EF4-FFF2-40B4-BE49-F238E27FC236}">
                <a16:creationId xmlns:a16="http://schemas.microsoft.com/office/drawing/2014/main" id="{A8C6F2BC-C083-44A7-B917-3C51A80E6625}"/>
              </a:ext>
            </a:extLst>
          </p:cNvPr>
          <p:cNvSpPr>
            <a:spLocks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4347">
            <a:extLst>
              <a:ext uri="{FF2B5EF4-FFF2-40B4-BE49-F238E27FC236}">
                <a16:creationId xmlns:a16="http://schemas.microsoft.com/office/drawing/2014/main" id="{C8C735AF-122E-4643-9352-151D817DE568}"/>
              </a:ext>
            </a:extLst>
          </p:cNvPr>
          <p:cNvSpPr>
            <a:spLocks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4348">
            <a:extLst>
              <a:ext uri="{FF2B5EF4-FFF2-40B4-BE49-F238E27FC236}">
                <a16:creationId xmlns:a16="http://schemas.microsoft.com/office/drawing/2014/main" id="{41840699-319B-4B2B-B1D2-3F7C24CB1460}"/>
              </a:ext>
            </a:extLst>
          </p:cNvPr>
          <p:cNvSpPr>
            <a:spLocks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54" y="1674889"/>
                </a:lnTo>
                <a:lnTo>
                  <a:pt x="7282" y="1664355"/>
                </a:lnTo>
                <a:lnTo>
                  <a:pt x="15903" y="1653821"/>
                </a:lnTo>
                <a:lnTo>
                  <a:pt x="27132" y="1643287"/>
                </a:lnTo>
                <a:lnTo>
                  <a:pt x="40242" y="1632753"/>
                </a:lnTo>
                <a:lnTo>
                  <a:pt x="54449" y="1622219"/>
                </a:lnTo>
                <a:lnTo>
                  <a:pt x="68984" y="1611685"/>
                </a:lnTo>
                <a:lnTo>
                  <a:pt x="83163" y="1601152"/>
                </a:lnTo>
                <a:lnTo>
                  <a:pt x="96429" y="1590618"/>
                </a:lnTo>
                <a:lnTo>
                  <a:pt x="108388" y="1580084"/>
                </a:lnTo>
                <a:lnTo>
                  <a:pt x="118804" y="1569550"/>
                </a:lnTo>
                <a:lnTo>
                  <a:pt x="127592" y="1559016"/>
                </a:lnTo>
                <a:lnTo>
                  <a:pt x="134787" y="1548482"/>
                </a:lnTo>
                <a:lnTo>
                  <a:pt x="140512" y="1537948"/>
                </a:lnTo>
                <a:lnTo>
                  <a:pt x="144945" y="1527414"/>
                </a:lnTo>
                <a:lnTo>
                  <a:pt x="148287" y="1516880"/>
                </a:lnTo>
                <a:lnTo>
                  <a:pt x="150740" y="1506347"/>
                </a:lnTo>
                <a:lnTo>
                  <a:pt x="152489" y="1495813"/>
                </a:lnTo>
                <a:lnTo>
                  <a:pt x="153695" y="1485279"/>
                </a:lnTo>
                <a:lnTo>
                  <a:pt x="154489" y="1474745"/>
                </a:lnTo>
                <a:lnTo>
                  <a:pt x="154975" y="1464211"/>
                </a:lnTo>
                <a:lnTo>
                  <a:pt x="155234" y="1453677"/>
                </a:lnTo>
                <a:lnTo>
                  <a:pt x="155325" y="1443143"/>
                </a:lnTo>
                <a:lnTo>
                  <a:pt x="155297" y="1432609"/>
                </a:lnTo>
                <a:lnTo>
                  <a:pt x="155185" y="1422075"/>
                </a:lnTo>
                <a:lnTo>
                  <a:pt x="155019" y="1411542"/>
                </a:lnTo>
                <a:lnTo>
                  <a:pt x="154827" y="1401008"/>
                </a:lnTo>
                <a:lnTo>
                  <a:pt x="154633" y="1390474"/>
                </a:lnTo>
                <a:lnTo>
                  <a:pt x="154457" y="1379940"/>
                </a:lnTo>
                <a:lnTo>
                  <a:pt x="154321" y="1369406"/>
                </a:lnTo>
                <a:lnTo>
                  <a:pt x="154239" y="1358872"/>
                </a:lnTo>
                <a:lnTo>
                  <a:pt x="154222" y="1348338"/>
                </a:lnTo>
                <a:lnTo>
                  <a:pt x="154274" y="1337804"/>
                </a:lnTo>
                <a:lnTo>
                  <a:pt x="154392" y="1327270"/>
                </a:lnTo>
                <a:lnTo>
                  <a:pt x="154566" y="1316736"/>
                </a:lnTo>
                <a:lnTo>
                  <a:pt x="154777" y="1306203"/>
                </a:lnTo>
                <a:lnTo>
                  <a:pt x="155001" y="1295669"/>
                </a:lnTo>
                <a:lnTo>
                  <a:pt x="155210" y="1285135"/>
                </a:lnTo>
                <a:lnTo>
                  <a:pt x="155376" y="1274601"/>
                </a:lnTo>
                <a:lnTo>
                  <a:pt x="155471" y="1264067"/>
                </a:lnTo>
                <a:lnTo>
                  <a:pt x="155469" y="1253533"/>
                </a:lnTo>
                <a:lnTo>
                  <a:pt x="155354" y="1242999"/>
                </a:lnTo>
                <a:lnTo>
                  <a:pt x="155116" y="1232465"/>
                </a:lnTo>
                <a:lnTo>
                  <a:pt x="154755" y="1221931"/>
                </a:lnTo>
                <a:lnTo>
                  <a:pt x="154282" y="1211398"/>
                </a:lnTo>
                <a:lnTo>
                  <a:pt x="153718" y="1200864"/>
                </a:lnTo>
                <a:lnTo>
                  <a:pt x="153093" y="1190330"/>
                </a:lnTo>
                <a:lnTo>
                  <a:pt x="152446" y="1179796"/>
                </a:lnTo>
                <a:lnTo>
                  <a:pt x="151821" y="1169262"/>
                </a:lnTo>
                <a:lnTo>
                  <a:pt x="151261" y="1158728"/>
                </a:lnTo>
                <a:lnTo>
                  <a:pt x="150810" y="1148194"/>
                </a:lnTo>
                <a:lnTo>
                  <a:pt x="150501" y="1137660"/>
                </a:lnTo>
                <a:lnTo>
                  <a:pt x="150361" y="1127126"/>
                </a:lnTo>
                <a:lnTo>
                  <a:pt x="150400" y="1116593"/>
                </a:lnTo>
                <a:lnTo>
                  <a:pt x="150618" y="1106059"/>
                </a:lnTo>
                <a:lnTo>
                  <a:pt x="150998" y="1095525"/>
                </a:lnTo>
                <a:lnTo>
                  <a:pt x="151516" y="1084991"/>
                </a:lnTo>
                <a:lnTo>
                  <a:pt x="152139" y="1074457"/>
                </a:lnTo>
                <a:lnTo>
                  <a:pt x="152831" y="1063923"/>
                </a:lnTo>
                <a:lnTo>
                  <a:pt x="153558" y="1053389"/>
                </a:lnTo>
                <a:lnTo>
                  <a:pt x="154290" y="1042855"/>
                </a:lnTo>
                <a:lnTo>
                  <a:pt x="155002" y="1032321"/>
                </a:lnTo>
                <a:lnTo>
                  <a:pt x="155678" y="1021788"/>
                </a:lnTo>
                <a:lnTo>
                  <a:pt x="156305" y="1011254"/>
                </a:lnTo>
                <a:lnTo>
                  <a:pt x="156878" y="1000720"/>
                </a:lnTo>
                <a:lnTo>
                  <a:pt x="157392" y="990186"/>
                </a:lnTo>
                <a:lnTo>
                  <a:pt x="157846" y="979652"/>
                </a:lnTo>
                <a:lnTo>
                  <a:pt x="158237" y="969118"/>
                </a:lnTo>
                <a:lnTo>
                  <a:pt x="158563" y="958584"/>
                </a:lnTo>
                <a:lnTo>
                  <a:pt x="158825" y="948050"/>
                </a:lnTo>
                <a:lnTo>
                  <a:pt x="159020" y="937516"/>
                </a:lnTo>
                <a:lnTo>
                  <a:pt x="159153" y="926982"/>
                </a:lnTo>
                <a:lnTo>
                  <a:pt x="159228" y="916449"/>
                </a:lnTo>
                <a:lnTo>
                  <a:pt x="159254" y="905915"/>
                </a:lnTo>
                <a:lnTo>
                  <a:pt x="159243" y="895381"/>
                </a:lnTo>
                <a:lnTo>
                  <a:pt x="159211" y="884847"/>
                </a:lnTo>
                <a:lnTo>
                  <a:pt x="159174" y="874313"/>
                </a:lnTo>
                <a:lnTo>
                  <a:pt x="159148" y="863779"/>
                </a:lnTo>
                <a:lnTo>
                  <a:pt x="159146" y="853245"/>
                </a:lnTo>
                <a:lnTo>
                  <a:pt x="159180" y="842711"/>
                </a:lnTo>
                <a:lnTo>
                  <a:pt x="159255" y="832177"/>
                </a:lnTo>
                <a:lnTo>
                  <a:pt x="159375" y="821644"/>
                </a:lnTo>
                <a:lnTo>
                  <a:pt x="159538" y="811110"/>
                </a:lnTo>
                <a:lnTo>
                  <a:pt x="159740" y="800576"/>
                </a:lnTo>
                <a:lnTo>
                  <a:pt x="159976" y="790042"/>
                </a:lnTo>
                <a:lnTo>
                  <a:pt x="160241" y="779508"/>
                </a:lnTo>
                <a:lnTo>
                  <a:pt x="160532" y="768974"/>
                </a:lnTo>
                <a:lnTo>
                  <a:pt x="160846" y="758440"/>
                </a:lnTo>
                <a:lnTo>
                  <a:pt x="161183" y="747906"/>
                </a:lnTo>
                <a:lnTo>
                  <a:pt x="161541" y="737372"/>
                </a:lnTo>
                <a:lnTo>
                  <a:pt x="161919" y="726839"/>
                </a:lnTo>
                <a:lnTo>
                  <a:pt x="162314" y="716305"/>
                </a:lnTo>
                <a:lnTo>
                  <a:pt x="162719" y="705771"/>
                </a:lnTo>
                <a:lnTo>
                  <a:pt x="163124" y="695237"/>
                </a:lnTo>
                <a:lnTo>
                  <a:pt x="163516" y="684703"/>
                </a:lnTo>
                <a:lnTo>
                  <a:pt x="163879" y="674169"/>
                </a:lnTo>
                <a:lnTo>
                  <a:pt x="164197" y="663635"/>
                </a:lnTo>
                <a:lnTo>
                  <a:pt x="164455" y="653101"/>
                </a:lnTo>
                <a:lnTo>
                  <a:pt x="164643" y="642567"/>
                </a:lnTo>
                <a:lnTo>
                  <a:pt x="164757" y="632034"/>
                </a:lnTo>
                <a:lnTo>
                  <a:pt x="164799" y="621500"/>
                </a:lnTo>
                <a:lnTo>
                  <a:pt x="164777" y="610966"/>
                </a:lnTo>
                <a:lnTo>
                  <a:pt x="164707" y="600432"/>
                </a:lnTo>
                <a:lnTo>
                  <a:pt x="164607" y="589898"/>
                </a:lnTo>
                <a:lnTo>
                  <a:pt x="164497" y="579364"/>
                </a:lnTo>
                <a:lnTo>
                  <a:pt x="164397" y="568830"/>
                </a:lnTo>
                <a:lnTo>
                  <a:pt x="164323" y="558296"/>
                </a:lnTo>
                <a:lnTo>
                  <a:pt x="164285" y="547762"/>
                </a:lnTo>
                <a:lnTo>
                  <a:pt x="164287" y="537228"/>
                </a:lnTo>
                <a:lnTo>
                  <a:pt x="164330" y="526695"/>
                </a:lnTo>
                <a:lnTo>
                  <a:pt x="164408" y="516161"/>
                </a:lnTo>
                <a:lnTo>
                  <a:pt x="164514" y="505627"/>
                </a:lnTo>
                <a:lnTo>
                  <a:pt x="164641" y="495093"/>
                </a:lnTo>
                <a:lnTo>
                  <a:pt x="164780" y="484559"/>
                </a:lnTo>
                <a:lnTo>
                  <a:pt x="164929" y="474025"/>
                </a:lnTo>
                <a:lnTo>
                  <a:pt x="165085" y="463491"/>
                </a:lnTo>
                <a:lnTo>
                  <a:pt x="165249" y="452957"/>
                </a:lnTo>
                <a:lnTo>
                  <a:pt x="165423" y="442423"/>
                </a:lnTo>
                <a:lnTo>
                  <a:pt x="165612" y="431890"/>
                </a:lnTo>
                <a:lnTo>
                  <a:pt x="165817" y="421356"/>
                </a:lnTo>
                <a:lnTo>
                  <a:pt x="166041" y="410822"/>
                </a:lnTo>
                <a:lnTo>
                  <a:pt x="166284" y="400288"/>
                </a:lnTo>
                <a:lnTo>
                  <a:pt x="166545" y="389754"/>
                </a:lnTo>
                <a:lnTo>
                  <a:pt x="166821" y="379220"/>
                </a:lnTo>
                <a:lnTo>
                  <a:pt x="167107" y="368686"/>
                </a:lnTo>
                <a:lnTo>
                  <a:pt x="167400" y="358152"/>
                </a:lnTo>
                <a:lnTo>
                  <a:pt x="167696" y="347618"/>
                </a:lnTo>
                <a:lnTo>
                  <a:pt x="167991" y="337085"/>
                </a:lnTo>
                <a:lnTo>
                  <a:pt x="168282" y="326551"/>
                </a:lnTo>
                <a:lnTo>
                  <a:pt x="168565" y="316017"/>
                </a:lnTo>
                <a:lnTo>
                  <a:pt x="168841" y="305483"/>
                </a:lnTo>
                <a:lnTo>
                  <a:pt x="169107" y="294949"/>
                </a:lnTo>
                <a:lnTo>
                  <a:pt x="169363" y="284415"/>
                </a:lnTo>
                <a:lnTo>
                  <a:pt x="169608" y="273881"/>
                </a:lnTo>
                <a:lnTo>
                  <a:pt x="169842" y="263347"/>
                </a:lnTo>
                <a:lnTo>
                  <a:pt x="170064" y="252813"/>
                </a:lnTo>
                <a:lnTo>
                  <a:pt x="170273" y="242280"/>
                </a:lnTo>
                <a:lnTo>
                  <a:pt x="170465" y="231746"/>
                </a:lnTo>
                <a:lnTo>
                  <a:pt x="170635" y="221212"/>
                </a:lnTo>
                <a:lnTo>
                  <a:pt x="170776" y="210678"/>
                </a:lnTo>
                <a:lnTo>
                  <a:pt x="170876" y="200144"/>
                </a:lnTo>
                <a:lnTo>
                  <a:pt x="170922" y="189610"/>
                </a:lnTo>
                <a:lnTo>
                  <a:pt x="170896" y="179076"/>
                </a:lnTo>
                <a:lnTo>
                  <a:pt x="170775" y="168542"/>
                </a:lnTo>
                <a:lnTo>
                  <a:pt x="170537" y="158008"/>
                </a:lnTo>
                <a:lnTo>
                  <a:pt x="170156" y="147474"/>
                </a:lnTo>
                <a:lnTo>
                  <a:pt x="169609" y="136941"/>
                </a:lnTo>
                <a:lnTo>
                  <a:pt x="168874" y="126407"/>
                </a:lnTo>
                <a:lnTo>
                  <a:pt x="167940" y="115873"/>
                </a:lnTo>
                <a:lnTo>
                  <a:pt x="166805" y="105339"/>
                </a:lnTo>
                <a:lnTo>
                  <a:pt x="165482" y="94805"/>
                </a:lnTo>
                <a:lnTo>
                  <a:pt x="163999" y="84271"/>
                </a:lnTo>
                <a:lnTo>
                  <a:pt x="162406" y="73737"/>
                </a:lnTo>
                <a:lnTo>
                  <a:pt x="160767" y="63203"/>
                </a:lnTo>
                <a:lnTo>
                  <a:pt x="159163" y="52669"/>
                </a:lnTo>
                <a:lnTo>
                  <a:pt x="157682" y="42136"/>
                </a:lnTo>
                <a:lnTo>
                  <a:pt x="156413" y="31602"/>
                </a:lnTo>
                <a:lnTo>
                  <a:pt x="155439" y="21068"/>
                </a:lnTo>
                <a:lnTo>
                  <a:pt x="154826" y="10534"/>
                </a:lnTo>
                <a:lnTo>
                  <a:pt x="154617" y="0"/>
                </a:lnTo>
                <a:lnTo>
                  <a:pt x="190098" y="0"/>
                </a:lnTo>
                <a:lnTo>
                  <a:pt x="190098" y="0"/>
                </a:lnTo>
                <a:lnTo>
                  <a:pt x="189888" y="10534"/>
                </a:lnTo>
                <a:lnTo>
                  <a:pt x="189275" y="21068"/>
                </a:lnTo>
                <a:lnTo>
                  <a:pt x="188301" y="31602"/>
                </a:lnTo>
                <a:lnTo>
                  <a:pt x="187032" y="42136"/>
                </a:lnTo>
                <a:lnTo>
                  <a:pt x="185551" y="52669"/>
                </a:lnTo>
                <a:lnTo>
                  <a:pt x="183947" y="63203"/>
                </a:lnTo>
                <a:lnTo>
                  <a:pt x="182309" y="73737"/>
                </a:lnTo>
                <a:lnTo>
                  <a:pt x="180715" y="84271"/>
                </a:lnTo>
                <a:lnTo>
                  <a:pt x="179233" y="94805"/>
                </a:lnTo>
                <a:lnTo>
                  <a:pt x="177909" y="105339"/>
                </a:lnTo>
                <a:lnTo>
                  <a:pt x="176774" y="115873"/>
                </a:lnTo>
                <a:lnTo>
                  <a:pt x="175840" y="126407"/>
                </a:lnTo>
                <a:lnTo>
                  <a:pt x="175106" y="136941"/>
                </a:lnTo>
                <a:lnTo>
                  <a:pt x="174558" y="147474"/>
                </a:lnTo>
                <a:lnTo>
                  <a:pt x="174177" y="158008"/>
                </a:lnTo>
                <a:lnTo>
                  <a:pt x="173939" y="168542"/>
                </a:lnTo>
                <a:lnTo>
                  <a:pt x="173819" y="179076"/>
                </a:lnTo>
                <a:lnTo>
                  <a:pt x="173792" y="189610"/>
                </a:lnTo>
                <a:lnTo>
                  <a:pt x="173838" y="200144"/>
                </a:lnTo>
                <a:lnTo>
                  <a:pt x="173938" y="210678"/>
                </a:lnTo>
                <a:lnTo>
                  <a:pt x="174079" y="221212"/>
                </a:lnTo>
                <a:lnTo>
                  <a:pt x="174249" y="231746"/>
                </a:lnTo>
                <a:lnTo>
                  <a:pt x="174442" y="242280"/>
                </a:lnTo>
                <a:lnTo>
                  <a:pt x="174650" y="252813"/>
                </a:lnTo>
                <a:lnTo>
                  <a:pt x="174872" y="263347"/>
                </a:lnTo>
                <a:lnTo>
                  <a:pt x="175107" y="273881"/>
                </a:lnTo>
                <a:lnTo>
                  <a:pt x="175352" y="284415"/>
                </a:lnTo>
                <a:lnTo>
                  <a:pt x="175608" y="294949"/>
                </a:lnTo>
                <a:lnTo>
                  <a:pt x="175873" y="305483"/>
                </a:lnTo>
                <a:lnTo>
                  <a:pt x="176149" y="316017"/>
                </a:lnTo>
                <a:lnTo>
                  <a:pt x="176433" y="326551"/>
                </a:lnTo>
                <a:lnTo>
                  <a:pt x="176723" y="337085"/>
                </a:lnTo>
                <a:lnTo>
                  <a:pt x="177018" y="347618"/>
                </a:lnTo>
                <a:lnTo>
                  <a:pt x="177314" y="358152"/>
                </a:lnTo>
                <a:lnTo>
                  <a:pt x="177607" y="368686"/>
                </a:lnTo>
                <a:lnTo>
                  <a:pt x="177894" y="379220"/>
                </a:lnTo>
                <a:lnTo>
                  <a:pt x="178169" y="389754"/>
                </a:lnTo>
                <a:lnTo>
                  <a:pt x="178430" y="400288"/>
                </a:lnTo>
                <a:lnTo>
                  <a:pt x="178673" y="410822"/>
                </a:lnTo>
                <a:lnTo>
                  <a:pt x="178897" y="421356"/>
                </a:lnTo>
                <a:lnTo>
                  <a:pt x="179103" y="431890"/>
                </a:lnTo>
                <a:lnTo>
                  <a:pt x="179291" y="442423"/>
                </a:lnTo>
                <a:lnTo>
                  <a:pt x="179466" y="452957"/>
                </a:lnTo>
                <a:lnTo>
                  <a:pt x="179629" y="463491"/>
                </a:lnTo>
                <a:lnTo>
                  <a:pt x="179785" y="474025"/>
                </a:lnTo>
                <a:lnTo>
                  <a:pt x="179934" y="484559"/>
                </a:lnTo>
                <a:lnTo>
                  <a:pt x="180074" y="495093"/>
                </a:lnTo>
                <a:lnTo>
                  <a:pt x="180200" y="505627"/>
                </a:lnTo>
                <a:lnTo>
                  <a:pt x="180306" y="516161"/>
                </a:lnTo>
                <a:lnTo>
                  <a:pt x="180384" y="526695"/>
                </a:lnTo>
                <a:lnTo>
                  <a:pt x="180427" y="537228"/>
                </a:lnTo>
                <a:lnTo>
                  <a:pt x="180429" y="547762"/>
                </a:lnTo>
                <a:lnTo>
                  <a:pt x="180391" y="558296"/>
                </a:lnTo>
                <a:lnTo>
                  <a:pt x="180317" y="568830"/>
                </a:lnTo>
                <a:lnTo>
                  <a:pt x="180217" y="579364"/>
                </a:lnTo>
                <a:lnTo>
                  <a:pt x="180108" y="589898"/>
                </a:lnTo>
                <a:lnTo>
                  <a:pt x="180008" y="600432"/>
                </a:lnTo>
                <a:lnTo>
                  <a:pt x="179937" y="610966"/>
                </a:lnTo>
                <a:lnTo>
                  <a:pt x="179915" y="621500"/>
                </a:lnTo>
                <a:lnTo>
                  <a:pt x="179957" y="632034"/>
                </a:lnTo>
                <a:lnTo>
                  <a:pt x="180071" y="642567"/>
                </a:lnTo>
                <a:lnTo>
                  <a:pt x="180259" y="653101"/>
                </a:lnTo>
                <a:lnTo>
                  <a:pt x="180518" y="663635"/>
                </a:lnTo>
                <a:lnTo>
                  <a:pt x="180835" y="674169"/>
                </a:lnTo>
                <a:lnTo>
                  <a:pt x="181198" y="684703"/>
                </a:lnTo>
                <a:lnTo>
                  <a:pt x="181590" y="695237"/>
                </a:lnTo>
                <a:lnTo>
                  <a:pt x="181996" y="705771"/>
                </a:lnTo>
                <a:lnTo>
                  <a:pt x="182401" y="716305"/>
                </a:lnTo>
                <a:lnTo>
                  <a:pt x="182796" y="726839"/>
                </a:lnTo>
                <a:lnTo>
                  <a:pt x="183174" y="737372"/>
                </a:lnTo>
                <a:lnTo>
                  <a:pt x="183532" y="747906"/>
                </a:lnTo>
                <a:lnTo>
                  <a:pt x="183868" y="758440"/>
                </a:lnTo>
                <a:lnTo>
                  <a:pt x="184182" y="768974"/>
                </a:lnTo>
                <a:lnTo>
                  <a:pt x="184473" y="779508"/>
                </a:lnTo>
                <a:lnTo>
                  <a:pt x="184739" y="790042"/>
                </a:lnTo>
                <a:lnTo>
                  <a:pt x="184975" y="800576"/>
                </a:lnTo>
                <a:lnTo>
                  <a:pt x="185177" y="811110"/>
                </a:lnTo>
                <a:lnTo>
                  <a:pt x="185339" y="821644"/>
                </a:lnTo>
                <a:lnTo>
                  <a:pt x="185459" y="832177"/>
                </a:lnTo>
                <a:lnTo>
                  <a:pt x="185534" y="842711"/>
                </a:lnTo>
                <a:lnTo>
                  <a:pt x="185568" y="853245"/>
                </a:lnTo>
                <a:lnTo>
                  <a:pt x="185566" y="863779"/>
                </a:lnTo>
                <a:lnTo>
                  <a:pt x="185540" y="874313"/>
                </a:lnTo>
                <a:lnTo>
                  <a:pt x="185503" y="884847"/>
                </a:lnTo>
                <a:lnTo>
                  <a:pt x="185471" y="895381"/>
                </a:lnTo>
                <a:lnTo>
                  <a:pt x="185461" y="905915"/>
                </a:lnTo>
                <a:lnTo>
                  <a:pt x="185487" y="916449"/>
                </a:lnTo>
                <a:lnTo>
                  <a:pt x="185561" y="926982"/>
                </a:lnTo>
                <a:lnTo>
                  <a:pt x="185694" y="937516"/>
                </a:lnTo>
                <a:lnTo>
                  <a:pt x="185890" y="948050"/>
                </a:lnTo>
                <a:lnTo>
                  <a:pt x="186151" y="958584"/>
                </a:lnTo>
                <a:lnTo>
                  <a:pt x="186478" y="969118"/>
                </a:lnTo>
                <a:lnTo>
                  <a:pt x="186869" y="979652"/>
                </a:lnTo>
                <a:lnTo>
                  <a:pt x="187322" y="990186"/>
                </a:lnTo>
                <a:lnTo>
                  <a:pt x="187836" y="1000720"/>
                </a:lnTo>
                <a:lnTo>
                  <a:pt x="188409" y="1011254"/>
                </a:lnTo>
                <a:lnTo>
                  <a:pt x="189036" y="1021788"/>
                </a:lnTo>
                <a:lnTo>
                  <a:pt x="189712" y="1032321"/>
                </a:lnTo>
                <a:lnTo>
                  <a:pt x="190424" y="1042855"/>
                </a:lnTo>
                <a:lnTo>
                  <a:pt x="191156" y="1053389"/>
                </a:lnTo>
                <a:lnTo>
                  <a:pt x="191883" y="1063923"/>
                </a:lnTo>
                <a:lnTo>
                  <a:pt x="192576" y="1074457"/>
                </a:lnTo>
                <a:lnTo>
                  <a:pt x="193198" y="1084991"/>
                </a:lnTo>
                <a:lnTo>
                  <a:pt x="193716" y="1095525"/>
                </a:lnTo>
                <a:lnTo>
                  <a:pt x="194097" y="1106059"/>
                </a:lnTo>
                <a:lnTo>
                  <a:pt x="194314" y="1116593"/>
                </a:lnTo>
                <a:lnTo>
                  <a:pt x="194353" y="1127126"/>
                </a:lnTo>
                <a:lnTo>
                  <a:pt x="194213" y="1137660"/>
                </a:lnTo>
                <a:lnTo>
                  <a:pt x="193905" y="1148194"/>
                </a:lnTo>
                <a:lnTo>
                  <a:pt x="193453" y="1158728"/>
                </a:lnTo>
                <a:lnTo>
                  <a:pt x="192894" y="1169262"/>
                </a:lnTo>
                <a:lnTo>
                  <a:pt x="192268" y="1179796"/>
                </a:lnTo>
                <a:lnTo>
                  <a:pt x="191621" y="1190330"/>
                </a:lnTo>
                <a:lnTo>
                  <a:pt x="190996" y="1200864"/>
                </a:lnTo>
                <a:lnTo>
                  <a:pt x="190432" y="1211398"/>
                </a:lnTo>
                <a:lnTo>
                  <a:pt x="189959" y="1221931"/>
                </a:lnTo>
                <a:lnTo>
                  <a:pt x="189598" y="1232465"/>
                </a:lnTo>
                <a:lnTo>
                  <a:pt x="189360" y="1242999"/>
                </a:lnTo>
                <a:lnTo>
                  <a:pt x="189245" y="1253533"/>
                </a:lnTo>
                <a:lnTo>
                  <a:pt x="189244" y="1264067"/>
                </a:lnTo>
                <a:lnTo>
                  <a:pt x="189338" y="1274601"/>
                </a:lnTo>
                <a:lnTo>
                  <a:pt x="189504" y="1285135"/>
                </a:lnTo>
                <a:lnTo>
                  <a:pt x="189714" y="1295669"/>
                </a:lnTo>
                <a:lnTo>
                  <a:pt x="189938" y="1306203"/>
                </a:lnTo>
                <a:lnTo>
                  <a:pt x="190148" y="1316736"/>
                </a:lnTo>
                <a:lnTo>
                  <a:pt x="190322" y="1327270"/>
                </a:lnTo>
                <a:lnTo>
                  <a:pt x="190440" y="1337804"/>
                </a:lnTo>
                <a:lnTo>
                  <a:pt x="190492" y="1348338"/>
                </a:lnTo>
                <a:lnTo>
                  <a:pt x="190475" y="1358872"/>
                </a:lnTo>
                <a:lnTo>
                  <a:pt x="190393" y="1369406"/>
                </a:lnTo>
                <a:lnTo>
                  <a:pt x="190257" y="1379940"/>
                </a:lnTo>
                <a:lnTo>
                  <a:pt x="190082" y="1390474"/>
                </a:lnTo>
                <a:lnTo>
                  <a:pt x="189887" y="1401008"/>
                </a:lnTo>
                <a:lnTo>
                  <a:pt x="189695" y="1411542"/>
                </a:lnTo>
                <a:lnTo>
                  <a:pt x="189530" y="1422075"/>
                </a:lnTo>
                <a:lnTo>
                  <a:pt x="189418" y="1432609"/>
                </a:lnTo>
                <a:lnTo>
                  <a:pt x="189389" y="1443143"/>
                </a:lnTo>
                <a:lnTo>
                  <a:pt x="189481" y="1453677"/>
                </a:lnTo>
                <a:lnTo>
                  <a:pt x="189739" y="1464211"/>
                </a:lnTo>
                <a:lnTo>
                  <a:pt x="190225" y="1474745"/>
                </a:lnTo>
                <a:lnTo>
                  <a:pt x="191019" y="1485279"/>
                </a:lnTo>
                <a:lnTo>
                  <a:pt x="192225" y="1495813"/>
                </a:lnTo>
                <a:lnTo>
                  <a:pt x="193974" y="1506347"/>
                </a:lnTo>
                <a:lnTo>
                  <a:pt x="196427" y="1516880"/>
                </a:lnTo>
                <a:lnTo>
                  <a:pt x="199769" y="1527414"/>
                </a:lnTo>
                <a:lnTo>
                  <a:pt x="204202" y="1537948"/>
                </a:lnTo>
                <a:lnTo>
                  <a:pt x="209927" y="1548482"/>
                </a:lnTo>
                <a:lnTo>
                  <a:pt x="217122" y="1559016"/>
                </a:lnTo>
                <a:lnTo>
                  <a:pt x="225910" y="1569550"/>
                </a:lnTo>
                <a:lnTo>
                  <a:pt x="236326" y="1580084"/>
                </a:lnTo>
                <a:lnTo>
                  <a:pt x="248285" y="1590618"/>
                </a:lnTo>
                <a:lnTo>
                  <a:pt x="261552" y="1601152"/>
                </a:lnTo>
                <a:lnTo>
                  <a:pt x="275730" y="1611685"/>
                </a:lnTo>
                <a:lnTo>
                  <a:pt x="290265" y="1622219"/>
                </a:lnTo>
                <a:lnTo>
                  <a:pt x="304472" y="1632753"/>
                </a:lnTo>
                <a:lnTo>
                  <a:pt x="317583" y="1643287"/>
                </a:lnTo>
                <a:lnTo>
                  <a:pt x="328811" y="1653821"/>
                </a:lnTo>
                <a:lnTo>
                  <a:pt x="337432" y="1664355"/>
                </a:lnTo>
                <a:lnTo>
                  <a:pt x="342861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4349">
            <a:extLst>
              <a:ext uri="{FF2B5EF4-FFF2-40B4-BE49-F238E27FC236}">
                <a16:creationId xmlns:a16="http://schemas.microsoft.com/office/drawing/2014/main" id="{38C73904-9908-496B-AD37-C4B29A3E7804}"/>
              </a:ext>
            </a:extLst>
          </p:cNvPr>
          <p:cNvSpPr>
            <a:spLocks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4350">
            <a:extLst>
              <a:ext uri="{FF2B5EF4-FFF2-40B4-BE49-F238E27FC236}">
                <a16:creationId xmlns:a16="http://schemas.microsoft.com/office/drawing/2014/main" id="{C9FD26E6-DE9F-46E6-93CB-AF6D3C813435}"/>
              </a:ext>
            </a:extLst>
          </p:cNvPr>
          <p:cNvSpPr>
            <a:spLocks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4351">
            <a:extLst>
              <a:ext uri="{FF2B5EF4-FFF2-40B4-BE49-F238E27FC236}">
                <a16:creationId xmlns:a16="http://schemas.microsoft.com/office/drawing/2014/main" id="{21A78BF4-C246-42D2-8C78-2473D2D572B5}"/>
              </a:ext>
            </a:extLst>
          </p:cNvPr>
          <p:cNvSpPr>
            <a:spLocks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77" y="1674889"/>
                </a:lnTo>
                <a:lnTo>
                  <a:pt x="7376" y="1664355"/>
                </a:lnTo>
                <a:lnTo>
                  <a:pt x="16122" y="1653821"/>
                </a:lnTo>
                <a:lnTo>
                  <a:pt x="27535" y="1643287"/>
                </a:lnTo>
                <a:lnTo>
                  <a:pt x="40896" y="1632753"/>
                </a:lnTo>
                <a:lnTo>
                  <a:pt x="55421" y="1622219"/>
                </a:lnTo>
                <a:lnTo>
                  <a:pt x="70334" y="1611685"/>
                </a:lnTo>
                <a:lnTo>
                  <a:pt x="84938" y="1601152"/>
                </a:lnTo>
                <a:lnTo>
                  <a:pt x="98660" y="1590618"/>
                </a:lnTo>
                <a:lnTo>
                  <a:pt x="111079" y="1580084"/>
                </a:lnTo>
                <a:lnTo>
                  <a:pt x="121938" y="1569550"/>
                </a:lnTo>
                <a:lnTo>
                  <a:pt x="131129" y="1559016"/>
                </a:lnTo>
                <a:lnTo>
                  <a:pt x="138673" y="1548482"/>
                </a:lnTo>
                <a:lnTo>
                  <a:pt x="144687" y="1537948"/>
                </a:lnTo>
                <a:lnTo>
                  <a:pt x="149353" y="1527414"/>
                </a:lnTo>
                <a:lnTo>
                  <a:pt x="152885" y="1516880"/>
                </a:lnTo>
                <a:lnTo>
                  <a:pt x="155506" y="1506347"/>
                </a:lnTo>
                <a:lnTo>
                  <a:pt x="157427" y="1495813"/>
                </a:lnTo>
                <a:lnTo>
                  <a:pt x="158834" y="1485279"/>
                </a:lnTo>
                <a:lnTo>
                  <a:pt x="159884" y="1474745"/>
                </a:lnTo>
                <a:lnTo>
                  <a:pt x="160700" y="1464211"/>
                </a:lnTo>
                <a:lnTo>
                  <a:pt x="161375" y="1453677"/>
                </a:lnTo>
                <a:lnTo>
                  <a:pt x="161973" y="1443143"/>
                </a:lnTo>
                <a:lnTo>
                  <a:pt x="162534" y="1432609"/>
                </a:lnTo>
                <a:lnTo>
                  <a:pt x="163078" y="1422075"/>
                </a:lnTo>
                <a:lnTo>
                  <a:pt x="163612" y="1411542"/>
                </a:lnTo>
                <a:lnTo>
                  <a:pt x="164132" y="1401008"/>
                </a:lnTo>
                <a:lnTo>
                  <a:pt x="164629" y="1390474"/>
                </a:lnTo>
                <a:lnTo>
                  <a:pt x="165089" y="1379940"/>
                </a:lnTo>
                <a:lnTo>
                  <a:pt x="165499" y="1369406"/>
                </a:lnTo>
                <a:lnTo>
                  <a:pt x="165846" y="1358872"/>
                </a:lnTo>
                <a:lnTo>
                  <a:pt x="166120" y="1348338"/>
                </a:lnTo>
                <a:lnTo>
                  <a:pt x="166314" y="1337804"/>
                </a:lnTo>
                <a:lnTo>
                  <a:pt x="166421" y="1327270"/>
                </a:lnTo>
                <a:lnTo>
                  <a:pt x="166440" y="1316736"/>
                </a:lnTo>
                <a:lnTo>
                  <a:pt x="166371" y="1306203"/>
                </a:lnTo>
                <a:lnTo>
                  <a:pt x="166214" y="1295669"/>
                </a:lnTo>
                <a:lnTo>
                  <a:pt x="165973" y="1285135"/>
                </a:lnTo>
                <a:lnTo>
                  <a:pt x="165652" y="1274601"/>
                </a:lnTo>
                <a:lnTo>
                  <a:pt x="165257" y="1264067"/>
                </a:lnTo>
                <a:lnTo>
                  <a:pt x="164793" y="1253533"/>
                </a:lnTo>
                <a:lnTo>
                  <a:pt x="164268" y="1242999"/>
                </a:lnTo>
                <a:lnTo>
                  <a:pt x="163691" y="1232465"/>
                </a:lnTo>
                <a:lnTo>
                  <a:pt x="163072" y="1221931"/>
                </a:lnTo>
                <a:lnTo>
                  <a:pt x="162424" y="1211398"/>
                </a:lnTo>
                <a:lnTo>
                  <a:pt x="161763" y="1200864"/>
                </a:lnTo>
                <a:lnTo>
                  <a:pt x="161107" y="1190330"/>
                </a:lnTo>
                <a:lnTo>
                  <a:pt x="160477" y="1179796"/>
                </a:lnTo>
                <a:lnTo>
                  <a:pt x="159897" y="1169262"/>
                </a:lnTo>
                <a:lnTo>
                  <a:pt x="159388" y="1158728"/>
                </a:lnTo>
                <a:lnTo>
                  <a:pt x="158973" y="1148194"/>
                </a:lnTo>
                <a:lnTo>
                  <a:pt x="158669" y="1137660"/>
                </a:lnTo>
                <a:lnTo>
                  <a:pt x="158490" y="1127126"/>
                </a:lnTo>
                <a:lnTo>
                  <a:pt x="158439" y="1116593"/>
                </a:lnTo>
                <a:lnTo>
                  <a:pt x="158513" y="1106059"/>
                </a:lnTo>
                <a:lnTo>
                  <a:pt x="158703" y="1095525"/>
                </a:lnTo>
                <a:lnTo>
                  <a:pt x="158989" y="1084991"/>
                </a:lnTo>
                <a:lnTo>
                  <a:pt x="159348" y="1074457"/>
                </a:lnTo>
                <a:lnTo>
                  <a:pt x="159755" y="1063923"/>
                </a:lnTo>
                <a:lnTo>
                  <a:pt x="160182" y="1053389"/>
                </a:lnTo>
                <a:lnTo>
                  <a:pt x="160600" y="1042855"/>
                </a:lnTo>
                <a:lnTo>
                  <a:pt x="160982" y="1032321"/>
                </a:lnTo>
                <a:lnTo>
                  <a:pt x="161302" y="1021788"/>
                </a:lnTo>
                <a:lnTo>
                  <a:pt x="161531" y="1011254"/>
                </a:lnTo>
                <a:lnTo>
                  <a:pt x="161642" y="1000720"/>
                </a:lnTo>
                <a:lnTo>
                  <a:pt x="161607" y="990186"/>
                </a:lnTo>
                <a:lnTo>
                  <a:pt x="161397" y="979652"/>
                </a:lnTo>
                <a:lnTo>
                  <a:pt x="160985" y="969118"/>
                </a:lnTo>
                <a:lnTo>
                  <a:pt x="160350" y="958584"/>
                </a:lnTo>
                <a:lnTo>
                  <a:pt x="159481" y="948050"/>
                </a:lnTo>
                <a:lnTo>
                  <a:pt x="158380" y="937516"/>
                </a:lnTo>
                <a:lnTo>
                  <a:pt x="157066" y="926982"/>
                </a:lnTo>
                <a:lnTo>
                  <a:pt x="155583" y="916449"/>
                </a:lnTo>
                <a:lnTo>
                  <a:pt x="153993" y="905915"/>
                </a:lnTo>
                <a:lnTo>
                  <a:pt x="152377" y="895381"/>
                </a:lnTo>
                <a:lnTo>
                  <a:pt x="150831" y="884847"/>
                </a:lnTo>
                <a:lnTo>
                  <a:pt x="149454" y="874313"/>
                </a:lnTo>
                <a:lnTo>
                  <a:pt x="148343" y="863779"/>
                </a:lnTo>
                <a:lnTo>
                  <a:pt x="147577" y="853245"/>
                </a:lnTo>
                <a:lnTo>
                  <a:pt x="147213" y="842711"/>
                </a:lnTo>
                <a:lnTo>
                  <a:pt x="147278" y="832177"/>
                </a:lnTo>
                <a:lnTo>
                  <a:pt x="147763" y="821644"/>
                </a:lnTo>
                <a:lnTo>
                  <a:pt x="148631" y="811110"/>
                </a:lnTo>
                <a:lnTo>
                  <a:pt x="149815" y="800576"/>
                </a:lnTo>
                <a:lnTo>
                  <a:pt x="151229" y="790042"/>
                </a:lnTo>
                <a:lnTo>
                  <a:pt x="152778" y="779508"/>
                </a:lnTo>
                <a:lnTo>
                  <a:pt x="154369" y="768974"/>
                </a:lnTo>
                <a:lnTo>
                  <a:pt x="155917" y="758440"/>
                </a:lnTo>
                <a:lnTo>
                  <a:pt x="157354" y="747906"/>
                </a:lnTo>
                <a:lnTo>
                  <a:pt x="158632" y="737372"/>
                </a:lnTo>
                <a:lnTo>
                  <a:pt x="159724" y="726839"/>
                </a:lnTo>
                <a:lnTo>
                  <a:pt x="160623" y="716305"/>
                </a:lnTo>
                <a:lnTo>
                  <a:pt x="161337" y="705771"/>
                </a:lnTo>
                <a:lnTo>
                  <a:pt x="161886" y="695237"/>
                </a:lnTo>
                <a:lnTo>
                  <a:pt x="162296" y="684703"/>
                </a:lnTo>
                <a:lnTo>
                  <a:pt x="162597" y="674169"/>
                </a:lnTo>
                <a:lnTo>
                  <a:pt x="162816" y="663635"/>
                </a:lnTo>
                <a:lnTo>
                  <a:pt x="162977" y="653101"/>
                </a:lnTo>
                <a:lnTo>
                  <a:pt x="163100" y="642567"/>
                </a:lnTo>
                <a:lnTo>
                  <a:pt x="163202" y="632034"/>
                </a:lnTo>
                <a:lnTo>
                  <a:pt x="163294" y="621500"/>
                </a:lnTo>
                <a:lnTo>
                  <a:pt x="163384" y="610966"/>
                </a:lnTo>
                <a:lnTo>
                  <a:pt x="163478" y="600432"/>
                </a:lnTo>
                <a:lnTo>
                  <a:pt x="163581" y="589898"/>
                </a:lnTo>
                <a:lnTo>
                  <a:pt x="163692" y="579364"/>
                </a:lnTo>
                <a:lnTo>
                  <a:pt x="163811" y="568830"/>
                </a:lnTo>
                <a:lnTo>
                  <a:pt x="163936" y="558296"/>
                </a:lnTo>
                <a:lnTo>
                  <a:pt x="164061" y="547762"/>
                </a:lnTo>
                <a:lnTo>
                  <a:pt x="164179" y="537228"/>
                </a:lnTo>
                <a:lnTo>
                  <a:pt x="164285" y="526695"/>
                </a:lnTo>
                <a:lnTo>
                  <a:pt x="164371" y="516161"/>
                </a:lnTo>
                <a:lnTo>
                  <a:pt x="164433" y="505627"/>
                </a:lnTo>
                <a:lnTo>
                  <a:pt x="164470" y="495093"/>
                </a:lnTo>
                <a:lnTo>
                  <a:pt x="164486" y="484559"/>
                </a:lnTo>
                <a:lnTo>
                  <a:pt x="164489" y="474025"/>
                </a:lnTo>
                <a:lnTo>
                  <a:pt x="164490" y="463491"/>
                </a:lnTo>
                <a:lnTo>
                  <a:pt x="164502" y="452957"/>
                </a:lnTo>
                <a:lnTo>
                  <a:pt x="164541" y="442423"/>
                </a:lnTo>
                <a:lnTo>
                  <a:pt x="164618" y="431890"/>
                </a:lnTo>
                <a:lnTo>
                  <a:pt x="164742" y="421356"/>
                </a:lnTo>
                <a:lnTo>
                  <a:pt x="164916" y="410822"/>
                </a:lnTo>
                <a:lnTo>
                  <a:pt x="165138" y="400288"/>
                </a:lnTo>
                <a:lnTo>
                  <a:pt x="165399" y="389754"/>
                </a:lnTo>
                <a:lnTo>
                  <a:pt x="165685" y="379220"/>
                </a:lnTo>
                <a:lnTo>
                  <a:pt x="165979" y="368686"/>
                </a:lnTo>
                <a:lnTo>
                  <a:pt x="166264" y="358152"/>
                </a:lnTo>
                <a:lnTo>
                  <a:pt x="166525" y="347618"/>
                </a:lnTo>
                <a:lnTo>
                  <a:pt x="166748" y="337085"/>
                </a:lnTo>
                <a:lnTo>
                  <a:pt x="166926" y="326551"/>
                </a:lnTo>
                <a:lnTo>
                  <a:pt x="167057" y="316017"/>
                </a:lnTo>
                <a:lnTo>
                  <a:pt x="167145" y="305483"/>
                </a:lnTo>
                <a:lnTo>
                  <a:pt x="167197" y="294949"/>
                </a:lnTo>
                <a:lnTo>
                  <a:pt x="167227" y="284415"/>
                </a:lnTo>
                <a:lnTo>
                  <a:pt x="167245" y="273881"/>
                </a:lnTo>
                <a:lnTo>
                  <a:pt x="167265" y="263347"/>
                </a:lnTo>
                <a:lnTo>
                  <a:pt x="167295" y="252813"/>
                </a:lnTo>
                <a:lnTo>
                  <a:pt x="167341" y="242280"/>
                </a:lnTo>
                <a:lnTo>
                  <a:pt x="167402" y="231746"/>
                </a:lnTo>
                <a:lnTo>
                  <a:pt x="167468" y="221212"/>
                </a:lnTo>
                <a:lnTo>
                  <a:pt x="167521" y="210678"/>
                </a:lnTo>
                <a:lnTo>
                  <a:pt x="167536" y="200144"/>
                </a:lnTo>
                <a:lnTo>
                  <a:pt x="167474" y="189610"/>
                </a:lnTo>
                <a:lnTo>
                  <a:pt x="167287" y="179076"/>
                </a:lnTo>
                <a:lnTo>
                  <a:pt x="166918" y="168542"/>
                </a:lnTo>
                <a:lnTo>
                  <a:pt x="166303" y="158008"/>
                </a:lnTo>
                <a:lnTo>
                  <a:pt x="165374" y="147474"/>
                </a:lnTo>
                <a:lnTo>
                  <a:pt x="164066" y="136941"/>
                </a:lnTo>
                <a:lnTo>
                  <a:pt x="162322" y="126407"/>
                </a:lnTo>
                <a:lnTo>
                  <a:pt x="160106" y="115873"/>
                </a:lnTo>
                <a:lnTo>
                  <a:pt x="157406" y="105339"/>
                </a:lnTo>
                <a:lnTo>
                  <a:pt x="154250" y="94805"/>
                </a:lnTo>
                <a:lnTo>
                  <a:pt x="150707" y="84271"/>
                </a:lnTo>
                <a:lnTo>
                  <a:pt x="146892" y="73737"/>
                </a:lnTo>
                <a:lnTo>
                  <a:pt x="142962" y="63203"/>
                </a:lnTo>
                <a:lnTo>
                  <a:pt x="139109" y="52669"/>
                </a:lnTo>
                <a:lnTo>
                  <a:pt x="135549" y="42136"/>
                </a:lnTo>
                <a:lnTo>
                  <a:pt x="132498" y="31602"/>
                </a:lnTo>
                <a:lnTo>
                  <a:pt x="130154" y="21068"/>
                </a:lnTo>
                <a:lnTo>
                  <a:pt x="128678" y="10534"/>
                </a:lnTo>
                <a:lnTo>
                  <a:pt x="128174" y="0"/>
                </a:lnTo>
                <a:lnTo>
                  <a:pt x="216540" y="0"/>
                </a:lnTo>
                <a:lnTo>
                  <a:pt x="216540" y="0"/>
                </a:lnTo>
                <a:lnTo>
                  <a:pt x="216036" y="10534"/>
                </a:lnTo>
                <a:lnTo>
                  <a:pt x="214560" y="21068"/>
                </a:lnTo>
                <a:lnTo>
                  <a:pt x="212217" y="31602"/>
                </a:lnTo>
                <a:lnTo>
                  <a:pt x="209165" y="42136"/>
                </a:lnTo>
                <a:lnTo>
                  <a:pt x="205605" y="52669"/>
                </a:lnTo>
                <a:lnTo>
                  <a:pt x="201753" y="63203"/>
                </a:lnTo>
                <a:lnTo>
                  <a:pt x="197822" y="73737"/>
                </a:lnTo>
                <a:lnTo>
                  <a:pt x="194007" y="84271"/>
                </a:lnTo>
                <a:lnTo>
                  <a:pt x="190464" y="94805"/>
                </a:lnTo>
                <a:lnTo>
                  <a:pt x="187308" y="105339"/>
                </a:lnTo>
                <a:lnTo>
                  <a:pt x="184609" y="115873"/>
                </a:lnTo>
                <a:lnTo>
                  <a:pt x="182392" y="126407"/>
                </a:lnTo>
                <a:lnTo>
                  <a:pt x="180648" y="136941"/>
                </a:lnTo>
                <a:lnTo>
                  <a:pt x="179340" y="147474"/>
                </a:lnTo>
                <a:lnTo>
                  <a:pt x="178411" y="158008"/>
                </a:lnTo>
                <a:lnTo>
                  <a:pt x="177796" y="168542"/>
                </a:lnTo>
                <a:lnTo>
                  <a:pt x="177427" y="179076"/>
                </a:lnTo>
                <a:lnTo>
                  <a:pt x="177241" y="189610"/>
                </a:lnTo>
                <a:lnTo>
                  <a:pt x="177178" y="200144"/>
                </a:lnTo>
                <a:lnTo>
                  <a:pt x="177193" y="210678"/>
                </a:lnTo>
                <a:lnTo>
                  <a:pt x="177247" y="221212"/>
                </a:lnTo>
                <a:lnTo>
                  <a:pt x="177313" y="231746"/>
                </a:lnTo>
                <a:lnTo>
                  <a:pt x="177373" y="242280"/>
                </a:lnTo>
                <a:lnTo>
                  <a:pt x="177419" y="252813"/>
                </a:lnTo>
                <a:lnTo>
                  <a:pt x="177449" y="263347"/>
                </a:lnTo>
                <a:lnTo>
                  <a:pt x="177469" y="273881"/>
                </a:lnTo>
                <a:lnTo>
                  <a:pt x="177487" y="284415"/>
                </a:lnTo>
                <a:lnTo>
                  <a:pt x="177517" y="294949"/>
                </a:lnTo>
                <a:lnTo>
                  <a:pt x="177570" y="305483"/>
                </a:lnTo>
                <a:lnTo>
                  <a:pt x="177658" y="316017"/>
                </a:lnTo>
                <a:lnTo>
                  <a:pt x="177789" y="326551"/>
                </a:lnTo>
                <a:lnTo>
                  <a:pt x="177967" y="337085"/>
                </a:lnTo>
                <a:lnTo>
                  <a:pt x="178190" y="347618"/>
                </a:lnTo>
                <a:lnTo>
                  <a:pt x="178450" y="358152"/>
                </a:lnTo>
                <a:lnTo>
                  <a:pt x="178735" y="368686"/>
                </a:lnTo>
                <a:lnTo>
                  <a:pt x="179030" y="379220"/>
                </a:lnTo>
                <a:lnTo>
                  <a:pt x="179316" y="389754"/>
                </a:lnTo>
                <a:lnTo>
                  <a:pt x="179576" y="400288"/>
                </a:lnTo>
                <a:lnTo>
                  <a:pt x="179798" y="410822"/>
                </a:lnTo>
                <a:lnTo>
                  <a:pt x="179973" y="421356"/>
                </a:lnTo>
                <a:lnTo>
                  <a:pt x="180097" y="431890"/>
                </a:lnTo>
                <a:lnTo>
                  <a:pt x="180173" y="442423"/>
                </a:lnTo>
                <a:lnTo>
                  <a:pt x="180212" y="452957"/>
                </a:lnTo>
                <a:lnTo>
                  <a:pt x="180224" y="463491"/>
                </a:lnTo>
                <a:lnTo>
                  <a:pt x="180225" y="474025"/>
                </a:lnTo>
                <a:lnTo>
                  <a:pt x="180228" y="484559"/>
                </a:lnTo>
                <a:lnTo>
                  <a:pt x="180244" y="495093"/>
                </a:lnTo>
                <a:lnTo>
                  <a:pt x="180282" y="505627"/>
                </a:lnTo>
                <a:lnTo>
                  <a:pt x="180344" y="516161"/>
                </a:lnTo>
                <a:lnTo>
                  <a:pt x="180429" y="526695"/>
                </a:lnTo>
                <a:lnTo>
                  <a:pt x="180535" y="537228"/>
                </a:lnTo>
                <a:lnTo>
                  <a:pt x="180653" y="547762"/>
                </a:lnTo>
                <a:lnTo>
                  <a:pt x="180778" y="558296"/>
                </a:lnTo>
                <a:lnTo>
                  <a:pt x="180903" y="568830"/>
                </a:lnTo>
                <a:lnTo>
                  <a:pt x="181023" y="579364"/>
                </a:lnTo>
                <a:lnTo>
                  <a:pt x="181134" y="589898"/>
                </a:lnTo>
                <a:lnTo>
                  <a:pt x="181236" y="600432"/>
                </a:lnTo>
                <a:lnTo>
                  <a:pt x="181330" y="610966"/>
                </a:lnTo>
                <a:lnTo>
                  <a:pt x="181421" y="621500"/>
                </a:lnTo>
                <a:lnTo>
                  <a:pt x="181512" y="632034"/>
                </a:lnTo>
                <a:lnTo>
                  <a:pt x="181614" y="642567"/>
                </a:lnTo>
                <a:lnTo>
                  <a:pt x="181738" y="653101"/>
                </a:lnTo>
                <a:lnTo>
                  <a:pt x="181899" y="663635"/>
                </a:lnTo>
                <a:lnTo>
                  <a:pt x="182117" y="674169"/>
                </a:lnTo>
                <a:lnTo>
                  <a:pt x="182418" y="684703"/>
                </a:lnTo>
                <a:lnTo>
                  <a:pt x="182829" y="695237"/>
                </a:lnTo>
                <a:lnTo>
                  <a:pt x="183377" y="705771"/>
                </a:lnTo>
                <a:lnTo>
                  <a:pt x="184091" y="716305"/>
                </a:lnTo>
                <a:lnTo>
                  <a:pt x="184990" y="726839"/>
                </a:lnTo>
                <a:lnTo>
                  <a:pt x="186082" y="737372"/>
                </a:lnTo>
                <a:lnTo>
                  <a:pt x="187360" y="747906"/>
                </a:lnTo>
                <a:lnTo>
                  <a:pt x="188797" y="758440"/>
                </a:lnTo>
                <a:lnTo>
                  <a:pt x="190345" y="768974"/>
                </a:lnTo>
                <a:lnTo>
                  <a:pt x="191936" y="779508"/>
                </a:lnTo>
                <a:lnTo>
                  <a:pt x="193486" y="790042"/>
                </a:lnTo>
                <a:lnTo>
                  <a:pt x="194899" y="800576"/>
                </a:lnTo>
                <a:lnTo>
                  <a:pt x="196083" y="811110"/>
                </a:lnTo>
                <a:lnTo>
                  <a:pt x="196951" y="821644"/>
                </a:lnTo>
                <a:lnTo>
                  <a:pt x="197437" y="832177"/>
                </a:lnTo>
                <a:lnTo>
                  <a:pt x="197501" y="842711"/>
                </a:lnTo>
                <a:lnTo>
                  <a:pt x="197137" y="853245"/>
                </a:lnTo>
                <a:lnTo>
                  <a:pt x="196372" y="863779"/>
                </a:lnTo>
                <a:lnTo>
                  <a:pt x="195260" y="874313"/>
                </a:lnTo>
                <a:lnTo>
                  <a:pt x="193883" y="884847"/>
                </a:lnTo>
                <a:lnTo>
                  <a:pt x="192337" y="895381"/>
                </a:lnTo>
                <a:lnTo>
                  <a:pt x="190721" y="905915"/>
                </a:lnTo>
                <a:lnTo>
                  <a:pt x="189131" y="916449"/>
                </a:lnTo>
                <a:lnTo>
                  <a:pt x="187648" y="926982"/>
                </a:lnTo>
                <a:lnTo>
                  <a:pt x="186335" y="937516"/>
                </a:lnTo>
                <a:lnTo>
                  <a:pt x="185233" y="948050"/>
                </a:lnTo>
                <a:lnTo>
                  <a:pt x="184364" y="958584"/>
                </a:lnTo>
                <a:lnTo>
                  <a:pt x="183729" y="969118"/>
                </a:lnTo>
                <a:lnTo>
                  <a:pt x="183317" y="979652"/>
                </a:lnTo>
                <a:lnTo>
                  <a:pt x="183107" y="990186"/>
                </a:lnTo>
                <a:lnTo>
                  <a:pt x="183072" y="1000720"/>
                </a:lnTo>
                <a:lnTo>
                  <a:pt x="183183" y="1011254"/>
                </a:lnTo>
                <a:lnTo>
                  <a:pt x="183413" y="1021788"/>
                </a:lnTo>
                <a:lnTo>
                  <a:pt x="183732" y="1032321"/>
                </a:lnTo>
                <a:lnTo>
                  <a:pt x="184114" y="1042855"/>
                </a:lnTo>
                <a:lnTo>
                  <a:pt x="184532" y="1053389"/>
                </a:lnTo>
                <a:lnTo>
                  <a:pt x="184959" y="1063923"/>
                </a:lnTo>
                <a:lnTo>
                  <a:pt x="185366" y="1074457"/>
                </a:lnTo>
                <a:lnTo>
                  <a:pt x="185726" y="1084991"/>
                </a:lnTo>
                <a:lnTo>
                  <a:pt x="186012" y="1095525"/>
                </a:lnTo>
                <a:lnTo>
                  <a:pt x="186201" y="1106059"/>
                </a:lnTo>
                <a:lnTo>
                  <a:pt x="186275" y="1116593"/>
                </a:lnTo>
                <a:lnTo>
                  <a:pt x="186224" y="1127126"/>
                </a:lnTo>
                <a:lnTo>
                  <a:pt x="186045" y="1137660"/>
                </a:lnTo>
                <a:lnTo>
                  <a:pt x="185741" y="1148194"/>
                </a:lnTo>
                <a:lnTo>
                  <a:pt x="185326" y="1158728"/>
                </a:lnTo>
                <a:lnTo>
                  <a:pt x="184818" y="1169262"/>
                </a:lnTo>
                <a:lnTo>
                  <a:pt x="184237" y="1179796"/>
                </a:lnTo>
                <a:lnTo>
                  <a:pt x="183607" y="1190330"/>
                </a:lnTo>
                <a:lnTo>
                  <a:pt x="182951" y="1200864"/>
                </a:lnTo>
                <a:lnTo>
                  <a:pt x="182290" y="1211398"/>
                </a:lnTo>
                <a:lnTo>
                  <a:pt x="181642" y="1221931"/>
                </a:lnTo>
                <a:lnTo>
                  <a:pt x="181023" y="1232465"/>
                </a:lnTo>
                <a:lnTo>
                  <a:pt x="180446" y="1242999"/>
                </a:lnTo>
                <a:lnTo>
                  <a:pt x="179921" y="1253533"/>
                </a:lnTo>
                <a:lnTo>
                  <a:pt x="179457" y="1264067"/>
                </a:lnTo>
                <a:lnTo>
                  <a:pt x="179062" y="1274601"/>
                </a:lnTo>
                <a:lnTo>
                  <a:pt x="178741" y="1285135"/>
                </a:lnTo>
                <a:lnTo>
                  <a:pt x="178500" y="1295669"/>
                </a:lnTo>
                <a:lnTo>
                  <a:pt x="178343" y="1306203"/>
                </a:lnTo>
                <a:lnTo>
                  <a:pt x="178274" y="1316736"/>
                </a:lnTo>
                <a:lnTo>
                  <a:pt x="178293" y="1327270"/>
                </a:lnTo>
                <a:lnTo>
                  <a:pt x="178400" y="1337804"/>
                </a:lnTo>
                <a:lnTo>
                  <a:pt x="178594" y="1348338"/>
                </a:lnTo>
                <a:lnTo>
                  <a:pt x="178868" y="1358872"/>
                </a:lnTo>
                <a:lnTo>
                  <a:pt x="179216" y="1369406"/>
                </a:lnTo>
                <a:lnTo>
                  <a:pt x="179626" y="1379940"/>
                </a:lnTo>
                <a:lnTo>
                  <a:pt x="180086" y="1390474"/>
                </a:lnTo>
                <a:lnTo>
                  <a:pt x="180582" y="1401008"/>
                </a:lnTo>
                <a:lnTo>
                  <a:pt x="181103" y="1411542"/>
                </a:lnTo>
                <a:lnTo>
                  <a:pt x="181636" y="1422075"/>
                </a:lnTo>
                <a:lnTo>
                  <a:pt x="182180" y="1432609"/>
                </a:lnTo>
                <a:lnTo>
                  <a:pt x="182741" y="1443143"/>
                </a:lnTo>
                <a:lnTo>
                  <a:pt x="183339" y="1453677"/>
                </a:lnTo>
                <a:lnTo>
                  <a:pt x="184014" y="1464211"/>
                </a:lnTo>
                <a:lnTo>
                  <a:pt x="184830" y="1474745"/>
                </a:lnTo>
                <a:lnTo>
                  <a:pt x="185880" y="1485279"/>
                </a:lnTo>
                <a:lnTo>
                  <a:pt x="187287" y="1495813"/>
                </a:lnTo>
                <a:lnTo>
                  <a:pt x="189208" y="1506347"/>
                </a:lnTo>
                <a:lnTo>
                  <a:pt x="191829" y="1516880"/>
                </a:lnTo>
                <a:lnTo>
                  <a:pt x="195361" y="1527414"/>
                </a:lnTo>
                <a:lnTo>
                  <a:pt x="200027" y="1537948"/>
                </a:lnTo>
                <a:lnTo>
                  <a:pt x="206042" y="1548482"/>
                </a:lnTo>
                <a:lnTo>
                  <a:pt x="213585" y="1559016"/>
                </a:lnTo>
                <a:lnTo>
                  <a:pt x="222776" y="1569550"/>
                </a:lnTo>
                <a:lnTo>
                  <a:pt x="233635" y="1580084"/>
                </a:lnTo>
                <a:lnTo>
                  <a:pt x="246054" y="1590618"/>
                </a:lnTo>
                <a:lnTo>
                  <a:pt x="259776" y="1601152"/>
                </a:lnTo>
                <a:lnTo>
                  <a:pt x="274380" y="1611685"/>
                </a:lnTo>
                <a:lnTo>
                  <a:pt x="289294" y="1622219"/>
                </a:lnTo>
                <a:lnTo>
                  <a:pt x="303818" y="1632753"/>
                </a:lnTo>
                <a:lnTo>
                  <a:pt x="317179" y="1643287"/>
                </a:lnTo>
                <a:lnTo>
                  <a:pt x="328592" y="1653821"/>
                </a:lnTo>
                <a:lnTo>
                  <a:pt x="337338" y="1664355"/>
                </a:lnTo>
                <a:lnTo>
                  <a:pt x="342838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4352">
            <a:extLst>
              <a:ext uri="{FF2B5EF4-FFF2-40B4-BE49-F238E27FC236}">
                <a16:creationId xmlns:a16="http://schemas.microsoft.com/office/drawing/2014/main" id="{5F96F37F-82B0-47A8-B94E-8889A3177722}"/>
              </a:ext>
            </a:extLst>
          </p:cNvPr>
          <p:cNvSpPr>
            <a:spLocks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4353">
            <a:extLst>
              <a:ext uri="{FF2B5EF4-FFF2-40B4-BE49-F238E27FC236}">
                <a16:creationId xmlns:a16="http://schemas.microsoft.com/office/drawing/2014/main" id="{7CE4A29B-3CFF-46AE-B169-F9970A10E4DE}"/>
              </a:ext>
            </a:extLst>
          </p:cNvPr>
          <p:cNvSpPr>
            <a:spLocks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4354">
            <a:extLst>
              <a:ext uri="{FF2B5EF4-FFF2-40B4-BE49-F238E27FC236}">
                <a16:creationId xmlns:a16="http://schemas.microsoft.com/office/drawing/2014/main" id="{B68B350E-CB2B-49F4-B2B0-C2599B0B9BD4}"/>
              </a:ext>
            </a:extLst>
          </p:cNvPr>
          <p:cNvSpPr>
            <a:spLocks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4355">
            <a:extLst>
              <a:ext uri="{FF2B5EF4-FFF2-40B4-BE49-F238E27FC236}">
                <a16:creationId xmlns:a16="http://schemas.microsoft.com/office/drawing/2014/main" id="{75BAFDEA-76A6-49D2-B1F7-515EB972B4B2}"/>
              </a:ext>
            </a:extLst>
          </p:cNvPr>
          <p:cNvSpPr>
            <a:spLocks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4356">
            <a:extLst>
              <a:ext uri="{FF2B5EF4-FFF2-40B4-BE49-F238E27FC236}">
                <a16:creationId xmlns:a16="http://schemas.microsoft.com/office/drawing/2014/main" id="{695BAF3B-5849-46DF-AC07-632CC2A0FEC2}"/>
              </a:ext>
            </a:extLst>
          </p:cNvPr>
          <p:cNvSpPr>
            <a:spLocks/>
          </p:cNvSpPr>
          <p:nvPr/>
        </p:nvSpPr>
        <p:spPr>
          <a:xfrm>
            <a:off x="13699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4357">
            <a:extLst>
              <a:ext uri="{FF2B5EF4-FFF2-40B4-BE49-F238E27FC236}">
                <a16:creationId xmlns:a16="http://schemas.microsoft.com/office/drawing/2014/main" id="{52F5F1A3-41BC-4265-B8D7-E7D4787C37ED}"/>
              </a:ext>
            </a:extLst>
          </p:cNvPr>
          <p:cNvSpPr>
            <a:spLocks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4358">
            <a:extLst>
              <a:ext uri="{FF2B5EF4-FFF2-40B4-BE49-F238E27FC236}">
                <a16:creationId xmlns:a16="http://schemas.microsoft.com/office/drawing/2014/main" id="{44D80D27-5F25-43A7-AE70-9C60C9CD05F0}"/>
              </a:ext>
            </a:extLst>
          </p:cNvPr>
          <p:cNvSpPr>
            <a:spLocks/>
          </p:cNvSpPr>
          <p:nvPr/>
        </p:nvSpPr>
        <p:spPr>
          <a:xfrm>
            <a:off x="1419945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4359">
            <a:extLst>
              <a:ext uri="{FF2B5EF4-FFF2-40B4-BE49-F238E27FC236}">
                <a16:creationId xmlns:a16="http://schemas.microsoft.com/office/drawing/2014/main" id="{6BDC469F-C810-4FDF-A594-D59B4FDB539E}"/>
              </a:ext>
            </a:extLst>
          </p:cNvPr>
          <p:cNvSpPr>
            <a:spLocks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4360">
            <a:extLst>
              <a:ext uri="{FF2B5EF4-FFF2-40B4-BE49-F238E27FC236}">
                <a16:creationId xmlns:a16="http://schemas.microsoft.com/office/drawing/2014/main" id="{A2D92418-5EA3-4F93-A859-E64E0E0E1287}"/>
              </a:ext>
            </a:extLst>
          </p:cNvPr>
          <p:cNvSpPr>
            <a:spLocks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4361">
            <a:extLst>
              <a:ext uri="{FF2B5EF4-FFF2-40B4-BE49-F238E27FC236}">
                <a16:creationId xmlns:a16="http://schemas.microsoft.com/office/drawing/2014/main" id="{EB4870A1-176D-4370-81C1-F405C6348F0F}"/>
              </a:ext>
            </a:extLst>
          </p:cNvPr>
          <p:cNvSpPr>
            <a:spLocks/>
          </p:cNvSpPr>
          <p:nvPr/>
        </p:nvSpPr>
        <p:spPr>
          <a:xfrm>
            <a:off x="142439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4362">
            <a:extLst>
              <a:ext uri="{FF2B5EF4-FFF2-40B4-BE49-F238E27FC236}">
                <a16:creationId xmlns:a16="http://schemas.microsoft.com/office/drawing/2014/main" id="{5C201B43-39D3-4681-99AB-783C0A411981}"/>
              </a:ext>
            </a:extLst>
          </p:cNvPr>
          <p:cNvSpPr>
            <a:spLocks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4363">
            <a:extLst>
              <a:ext uri="{FF2B5EF4-FFF2-40B4-BE49-F238E27FC236}">
                <a16:creationId xmlns:a16="http://schemas.microsoft.com/office/drawing/2014/main" id="{A2948D0D-36E9-41F6-B49D-F09C1B7C89F2}"/>
              </a:ext>
            </a:extLst>
          </p:cNvPr>
          <p:cNvSpPr>
            <a:spLocks/>
          </p:cNvSpPr>
          <p:nvPr/>
        </p:nvSpPr>
        <p:spPr>
          <a:xfrm>
            <a:off x="146203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4364">
            <a:extLst>
              <a:ext uri="{FF2B5EF4-FFF2-40B4-BE49-F238E27FC236}">
                <a16:creationId xmlns:a16="http://schemas.microsoft.com/office/drawing/2014/main" id="{101FA6B5-1B2C-48D3-9ACF-08CA790C62AC}"/>
              </a:ext>
            </a:extLst>
          </p:cNvPr>
          <p:cNvSpPr>
            <a:spLocks/>
          </p:cNvSpPr>
          <p:nvPr/>
        </p:nvSpPr>
        <p:spPr>
          <a:xfrm>
            <a:off x="1423991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4365">
            <a:extLst>
              <a:ext uri="{FF2B5EF4-FFF2-40B4-BE49-F238E27FC236}">
                <a16:creationId xmlns:a16="http://schemas.microsoft.com/office/drawing/2014/main" id="{342FCB40-BD4F-43D1-8D14-76CBDC0781FB}"/>
              </a:ext>
            </a:extLst>
          </p:cNvPr>
          <p:cNvSpPr>
            <a:spLocks/>
          </p:cNvSpPr>
          <p:nvPr/>
        </p:nvSpPr>
        <p:spPr>
          <a:xfrm>
            <a:off x="1558316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4366">
            <a:extLst>
              <a:ext uri="{FF2B5EF4-FFF2-40B4-BE49-F238E27FC236}">
                <a16:creationId xmlns:a16="http://schemas.microsoft.com/office/drawing/2014/main" id="{51F0F1D5-B250-454B-A98B-478F059A1798}"/>
              </a:ext>
            </a:extLst>
          </p:cNvPr>
          <p:cNvSpPr>
            <a:spLocks/>
          </p:cNvSpPr>
          <p:nvPr/>
        </p:nvSpPr>
        <p:spPr>
          <a:xfrm>
            <a:off x="1540654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4367">
            <a:extLst>
              <a:ext uri="{FF2B5EF4-FFF2-40B4-BE49-F238E27FC236}">
                <a16:creationId xmlns:a16="http://schemas.microsoft.com/office/drawing/2014/main" id="{586B03D6-5338-4F70-BA64-E388F0461E14}"/>
              </a:ext>
            </a:extLst>
          </p:cNvPr>
          <p:cNvSpPr>
            <a:spLocks/>
          </p:cNvSpPr>
          <p:nvPr/>
        </p:nvSpPr>
        <p:spPr>
          <a:xfrm>
            <a:off x="1570475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4368">
            <a:extLst>
              <a:ext uri="{FF2B5EF4-FFF2-40B4-BE49-F238E27FC236}">
                <a16:creationId xmlns:a16="http://schemas.microsoft.com/office/drawing/2014/main" id="{B0E347AA-ED00-458E-8D38-F6FE13422B5F}"/>
              </a:ext>
            </a:extLst>
          </p:cNvPr>
          <p:cNvSpPr>
            <a:spLocks/>
          </p:cNvSpPr>
          <p:nvPr/>
        </p:nvSpPr>
        <p:spPr>
          <a:xfrm>
            <a:off x="1446788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4369">
            <a:extLst>
              <a:ext uri="{FF2B5EF4-FFF2-40B4-BE49-F238E27FC236}">
                <a16:creationId xmlns:a16="http://schemas.microsoft.com/office/drawing/2014/main" id="{0D5DDA61-F2BB-4285-853A-253F01893064}"/>
              </a:ext>
            </a:extLst>
          </p:cNvPr>
          <p:cNvSpPr>
            <a:spLocks/>
          </p:cNvSpPr>
          <p:nvPr/>
        </p:nvSpPr>
        <p:spPr>
          <a:xfrm>
            <a:off x="151621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4370">
            <a:extLst>
              <a:ext uri="{FF2B5EF4-FFF2-40B4-BE49-F238E27FC236}">
                <a16:creationId xmlns:a16="http://schemas.microsoft.com/office/drawing/2014/main" id="{1B1D4067-6903-49A7-842F-19B3D8EEB36F}"/>
              </a:ext>
            </a:extLst>
          </p:cNvPr>
          <p:cNvSpPr>
            <a:spLocks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4371">
            <a:extLst>
              <a:ext uri="{FF2B5EF4-FFF2-40B4-BE49-F238E27FC236}">
                <a16:creationId xmlns:a16="http://schemas.microsoft.com/office/drawing/2014/main" id="{6D6BAE01-B9B5-4CE8-9620-3F3810EFD62A}"/>
              </a:ext>
            </a:extLst>
          </p:cNvPr>
          <p:cNvSpPr>
            <a:spLocks/>
          </p:cNvSpPr>
          <p:nvPr/>
        </p:nvSpPr>
        <p:spPr>
          <a:xfrm>
            <a:off x="158467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4372">
            <a:extLst>
              <a:ext uri="{FF2B5EF4-FFF2-40B4-BE49-F238E27FC236}">
                <a16:creationId xmlns:a16="http://schemas.microsoft.com/office/drawing/2014/main" id="{FE4B9F59-371B-4FEA-87D8-7333C4023FA8}"/>
              </a:ext>
            </a:extLst>
          </p:cNvPr>
          <p:cNvSpPr>
            <a:spLocks/>
          </p:cNvSpPr>
          <p:nvPr/>
        </p:nvSpPr>
        <p:spPr>
          <a:xfrm>
            <a:off x="1525131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4373">
            <a:extLst>
              <a:ext uri="{FF2B5EF4-FFF2-40B4-BE49-F238E27FC236}">
                <a16:creationId xmlns:a16="http://schemas.microsoft.com/office/drawing/2014/main" id="{EDB52623-CD0F-4426-ADE3-B4FF4471A426}"/>
              </a:ext>
            </a:extLst>
          </p:cNvPr>
          <p:cNvSpPr>
            <a:spLocks/>
          </p:cNvSpPr>
          <p:nvPr/>
        </p:nvSpPr>
        <p:spPr>
          <a:xfrm>
            <a:off x="158456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4374">
            <a:extLst>
              <a:ext uri="{FF2B5EF4-FFF2-40B4-BE49-F238E27FC236}">
                <a16:creationId xmlns:a16="http://schemas.microsoft.com/office/drawing/2014/main" id="{C3FC8A57-DCA2-4504-AE2C-DDEAEA09A2B2}"/>
              </a:ext>
            </a:extLst>
          </p:cNvPr>
          <p:cNvSpPr>
            <a:spLocks/>
          </p:cNvSpPr>
          <p:nvPr/>
        </p:nvSpPr>
        <p:spPr>
          <a:xfrm>
            <a:off x="1389567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4375">
            <a:extLst>
              <a:ext uri="{FF2B5EF4-FFF2-40B4-BE49-F238E27FC236}">
                <a16:creationId xmlns:a16="http://schemas.microsoft.com/office/drawing/2014/main" id="{896A6A5F-BEFB-4947-80BB-54437FD45B46}"/>
              </a:ext>
            </a:extLst>
          </p:cNvPr>
          <p:cNvSpPr>
            <a:spLocks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4376">
            <a:extLst>
              <a:ext uri="{FF2B5EF4-FFF2-40B4-BE49-F238E27FC236}">
                <a16:creationId xmlns:a16="http://schemas.microsoft.com/office/drawing/2014/main" id="{9CED0D0A-3D45-40A1-8CF0-034C110E1D60}"/>
              </a:ext>
            </a:extLst>
          </p:cNvPr>
          <p:cNvSpPr>
            <a:spLocks/>
          </p:cNvSpPr>
          <p:nvPr/>
        </p:nvSpPr>
        <p:spPr>
          <a:xfrm>
            <a:off x="1515154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4377">
            <a:extLst>
              <a:ext uri="{FF2B5EF4-FFF2-40B4-BE49-F238E27FC236}">
                <a16:creationId xmlns:a16="http://schemas.microsoft.com/office/drawing/2014/main" id="{E03DF8C6-4184-47D2-81B3-548F5C667A33}"/>
              </a:ext>
            </a:extLst>
          </p:cNvPr>
          <p:cNvSpPr>
            <a:spLocks/>
          </p:cNvSpPr>
          <p:nvPr/>
        </p:nvSpPr>
        <p:spPr>
          <a:xfrm>
            <a:off x="1440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4378">
            <a:extLst>
              <a:ext uri="{FF2B5EF4-FFF2-40B4-BE49-F238E27FC236}">
                <a16:creationId xmlns:a16="http://schemas.microsoft.com/office/drawing/2014/main" id="{CF35BBB3-FDA6-46E2-850E-A46CFE76EB5F}"/>
              </a:ext>
            </a:extLst>
          </p:cNvPr>
          <p:cNvSpPr>
            <a:spLocks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4379">
            <a:extLst>
              <a:ext uri="{FF2B5EF4-FFF2-40B4-BE49-F238E27FC236}">
                <a16:creationId xmlns:a16="http://schemas.microsoft.com/office/drawing/2014/main" id="{A1EB37FF-3828-4ADE-9CFE-B87715DA9DBA}"/>
              </a:ext>
            </a:extLst>
          </p:cNvPr>
          <p:cNvSpPr>
            <a:spLocks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4380">
            <a:extLst>
              <a:ext uri="{FF2B5EF4-FFF2-40B4-BE49-F238E27FC236}">
                <a16:creationId xmlns:a16="http://schemas.microsoft.com/office/drawing/2014/main" id="{2FDC07ED-715A-4E1A-9AEF-A6780E062F02}"/>
              </a:ext>
            </a:extLst>
          </p:cNvPr>
          <p:cNvSpPr>
            <a:spLocks/>
          </p:cNvSpPr>
          <p:nvPr/>
        </p:nvSpPr>
        <p:spPr>
          <a:xfrm>
            <a:off x="139229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4381">
            <a:extLst>
              <a:ext uri="{FF2B5EF4-FFF2-40B4-BE49-F238E27FC236}">
                <a16:creationId xmlns:a16="http://schemas.microsoft.com/office/drawing/2014/main" id="{92E200A0-DC4C-41B4-BB70-782718B688E9}"/>
              </a:ext>
            </a:extLst>
          </p:cNvPr>
          <p:cNvSpPr>
            <a:spLocks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4382">
            <a:extLst>
              <a:ext uri="{FF2B5EF4-FFF2-40B4-BE49-F238E27FC236}">
                <a16:creationId xmlns:a16="http://schemas.microsoft.com/office/drawing/2014/main" id="{FBE88B38-2E73-4D6A-9102-A43EDF984601}"/>
              </a:ext>
            </a:extLst>
          </p:cNvPr>
          <p:cNvSpPr>
            <a:spLocks/>
          </p:cNvSpPr>
          <p:nvPr/>
        </p:nvSpPr>
        <p:spPr>
          <a:xfrm>
            <a:off x="1390415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4383">
            <a:extLst>
              <a:ext uri="{FF2B5EF4-FFF2-40B4-BE49-F238E27FC236}">
                <a16:creationId xmlns:a16="http://schemas.microsoft.com/office/drawing/2014/main" id="{240E0D6B-9786-4F92-A963-1DAEEDCFE51A}"/>
              </a:ext>
            </a:extLst>
          </p:cNvPr>
          <p:cNvSpPr>
            <a:spLocks/>
          </p:cNvSpPr>
          <p:nvPr/>
        </p:nvSpPr>
        <p:spPr>
          <a:xfrm>
            <a:off x="157385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4384">
            <a:extLst>
              <a:ext uri="{FF2B5EF4-FFF2-40B4-BE49-F238E27FC236}">
                <a16:creationId xmlns:a16="http://schemas.microsoft.com/office/drawing/2014/main" id="{56C7A436-B0E5-48E7-B5BD-8C9679D87319}"/>
              </a:ext>
            </a:extLst>
          </p:cNvPr>
          <p:cNvSpPr>
            <a:spLocks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4385">
            <a:extLst>
              <a:ext uri="{FF2B5EF4-FFF2-40B4-BE49-F238E27FC236}">
                <a16:creationId xmlns:a16="http://schemas.microsoft.com/office/drawing/2014/main" id="{022B082F-1163-4A8B-A687-899069445E7B}"/>
              </a:ext>
            </a:extLst>
          </p:cNvPr>
          <p:cNvSpPr>
            <a:spLocks/>
          </p:cNvSpPr>
          <p:nvPr/>
        </p:nvSpPr>
        <p:spPr>
          <a:xfrm>
            <a:off x="1515489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4386">
            <a:extLst>
              <a:ext uri="{FF2B5EF4-FFF2-40B4-BE49-F238E27FC236}">
                <a16:creationId xmlns:a16="http://schemas.microsoft.com/office/drawing/2014/main" id="{EABBBEF0-9BB1-4604-B879-406E130DE375}"/>
              </a:ext>
            </a:extLst>
          </p:cNvPr>
          <p:cNvSpPr>
            <a:spLocks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4387">
            <a:extLst>
              <a:ext uri="{FF2B5EF4-FFF2-40B4-BE49-F238E27FC236}">
                <a16:creationId xmlns:a16="http://schemas.microsoft.com/office/drawing/2014/main" id="{334F4F2E-6CE1-48AB-946D-77A4078CBFD8}"/>
              </a:ext>
            </a:extLst>
          </p:cNvPr>
          <p:cNvSpPr>
            <a:spLocks/>
          </p:cNvSpPr>
          <p:nvPr/>
        </p:nvSpPr>
        <p:spPr>
          <a:xfrm>
            <a:off x="148447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4388">
            <a:extLst>
              <a:ext uri="{FF2B5EF4-FFF2-40B4-BE49-F238E27FC236}">
                <a16:creationId xmlns:a16="http://schemas.microsoft.com/office/drawing/2014/main" id="{875AA464-945E-48BD-8274-7F6E9A5E67B2}"/>
              </a:ext>
            </a:extLst>
          </p:cNvPr>
          <p:cNvSpPr>
            <a:spLocks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4389">
            <a:extLst>
              <a:ext uri="{FF2B5EF4-FFF2-40B4-BE49-F238E27FC236}">
                <a16:creationId xmlns:a16="http://schemas.microsoft.com/office/drawing/2014/main" id="{B6EAAEFC-CD4D-4676-9276-84072671E84F}"/>
              </a:ext>
            </a:extLst>
          </p:cNvPr>
          <p:cNvSpPr>
            <a:spLocks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4390">
            <a:extLst>
              <a:ext uri="{FF2B5EF4-FFF2-40B4-BE49-F238E27FC236}">
                <a16:creationId xmlns:a16="http://schemas.microsoft.com/office/drawing/2014/main" id="{0FAFDF95-2548-41E9-9B08-3A428179CA7D}"/>
              </a:ext>
            </a:extLst>
          </p:cNvPr>
          <p:cNvSpPr>
            <a:spLocks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4391">
            <a:extLst>
              <a:ext uri="{FF2B5EF4-FFF2-40B4-BE49-F238E27FC236}">
                <a16:creationId xmlns:a16="http://schemas.microsoft.com/office/drawing/2014/main" id="{9E161763-4BF2-4495-8AF7-96367259FB51}"/>
              </a:ext>
            </a:extLst>
          </p:cNvPr>
          <p:cNvSpPr>
            <a:spLocks/>
          </p:cNvSpPr>
          <p:nvPr/>
        </p:nvSpPr>
        <p:spPr>
          <a:xfrm>
            <a:off x="141554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4392">
            <a:extLst>
              <a:ext uri="{FF2B5EF4-FFF2-40B4-BE49-F238E27FC236}">
                <a16:creationId xmlns:a16="http://schemas.microsoft.com/office/drawing/2014/main" id="{9A826FF0-C04C-4213-813F-20FD7BE82C97}"/>
              </a:ext>
            </a:extLst>
          </p:cNvPr>
          <p:cNvSpPr>
            <a:spLocks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4393">
            <a:extLst>
              <a:ext uri="{FF2B5EF4-FFF2-40B4-BE49-F238E27FC236}">
                <a16:creationId xmlns:a16="http://schemas.microsoft.com/office/drawing/2014/main" id="{5AB6FD8C-7C4A-49BA-BCCA-A0FC33C00CB0}"/>
              </a:ext>
            </a:extLst>
          </p:cNvPr>
          <p:cNvSpPr>
            <a:spLocks/>
          </p:cNvSpPr>
          <p:nvPr/>
        </p:nvSpPr>
        <p:spPr>
          <a:xfrm>
            <a:off x="140632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4394">
            <a:extLst>
              <a:ext uri="{FF2B5EF4-FFF2-40B4-BE49-F238E27FC236}">
                <a16:creationId xmlns:a16="http://schemas.microsoft.com/office/drawing/2014/main" id="{DC7127F6-71B9-42DF-9871-DAD5345AEABF}"/>
              </a:ext>
            </a:extLst>
          </p:cNvPr>
          <p:cNvSpPr>
            <a:spLocks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4395">
            <a:extLst>
              <a:ext uri="{FF2B5EF4-FFF2-40B4-BE49-F238E27FC236}">
                <a16:creationId xmlns:a16="http://schemas.microsoft.com/office/drawing/2014/main" id="{0F4DDC17-BC6B-45C4-88AD-DCEAA2A09454}"/>
              </a:ext>
            </a:extLst>
          </p:cNvPr>
          <p:cNvSpPr>
            <a:spLocks/>
          </p:cNvSpPr>
          <p:nvPr/>
        </p:nvSpPr>
        <p:spPr>
          <a:xfrm>
            <a:off x="152846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4396">
            <a:extLst>
              <a:ext uri="{FF2B5EF4-FFF2-40B4-BE49-F238E27FC236}">
                <a16:creationId xmlns:a16="http://schemas.microsoft.com/office/drawing/2014/main" id="{8C745184-1C58-4CE9-B12B-D4F8CBBB6788}"/>
              </a:ext>
            </a:extLst>
          </p:cNvPr>
          <p:cNvSpPr>
            <a:spLocks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4397">
            <a:extLst>
              <a:ext uri="{FF2B5EF4-FFF2-40B4-BE49-F238E27FC236}">
                <a16:creationId xmlns:a16="http://schemas.microsoft.com/office/drawing/2014/main" id="{B7610276-7C61-4C25-97F1-345D89EDF1B1}"/>
              </a:ext>
            </a:extLst>
          </p:cNvPr>
          <p:cNvSpPr>
            <a:spLocks/>
          </p:cNvSpPr>
          <p:nvPr/>
        </p:nvSpPr>
        <p:spPr>
          <a:xfrm>
            <a:off x="1504602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4398">
            <a:extLst>
              <a:ext uri="{FF2B5EF4-FFF2-40B4-BE49-F238E27FC236}">
                <a16:creationId xmlns:a16="http://schemas.microsoft.com/office/drawing/2014/main" id="{58F0A240-EC87-4F5A-B9C4-F2C0224DB5E2}"/>
              </a:ext>
            </a:extLst>
          </p:cNvPr>
          <p:cNvSpPr>
            <a:spLocks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4399">
            <a:extLst>
              <a:ext uri="{FF2B5EF4-FFF2-40B4-BE49-F238E27FC236}">
                <a16:creationId xmlns:a16="http://schemas.microsoft.com/office/drawing/2014/main" id="{150EE775-30C4-4BFC-B80B-3A5A842CFCC8}"/>
              </a:ext>
            </a:extLst>
          </p:cNvPr>
          <p:cNvSpPr>
            <a:spLocks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4400">
            <a:extLst>
              <a:ext uri="{FF2B5EF4-FFF2-40B4-BE49-F238E27FC236}">
                <a16:creationId xmlns:a16="http://schemas.microsoft.com/office/drawing/2014/main" id="{8008DA4D-A04D-4031-8849-7190734D6C23}"/>
              </a:ext>
            </a:extLst>
          </p:cNvPr>
          <p:cNvSpPr>
            <a:spLocks/>
          </p:cNvSpPr>
          <p:nvPr/>
        </p:nvSpPr>
        <p:spPr>
          <a:xfrm>
            <a:off x="1499953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4401">
            <a:extLst>
              <a:ext uri="{FF2B5EF4-FFF2-40B4-BE49-F238E27FC236}">
                <a16:creationId xmlns:a16="http://schemas.microsoft.com/office/drawing/2014/main" id="{DBBD62B2-B542-4538-96D6-7939690D27F7}"/>
              </a:ext>
            </a:extLst>
          </p:cNvPr>
          <p:cNvSpPr>
            <a:spLocks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4402">
            <a:extLst>
              <a:ext uri="{FF2B5EF4-FFF2-40B4-BE49-F238E27FC236}">
                <a16:creationId xmlns:a16="http://schemas.microsoft.com/office/drawing/2014/main" id="{06C8CC23-D183-42FA-BBC4-266AC9E781FF}"/>
              </a:ext>
            </a:extLst>
          </p:cNvPr>
          <p:cNvSpPr>
            <a:spLocks/>
          </p:cNvSpPr>
          <p:nvPr/>
        </p:nvSpPr>
        <p:spPr>
          <a:xfrm>
            <a:off x="155876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4403">
            <a:extLst>
              <a:ext uri="{FF2B5EF4-FFF2-40B4-BE49-F238E27FC236}">
                <a16:creationId xmlns:a16="http://schemas.microsoft.com/office/drawing/2014/main" id="{A35DA9E7-4E84-4289-995A-198883515D7E}"/>
              </a:ext>
            </a:extLst>
          </p:cNvPr>
          <p:cNvSpPr>
            <a:spLocks/>
          </p:cNvSpPr>
          <p:nvPr/>
        </p:nvSpPr>
        <p:spPr>
          <a:xfrm>
            <a:off x="1466687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4404">
            <a:extLst>
              <a:ext uri="{FF2B5EF4-FFF2-40B4-BE49-F238E27FC236}">
                <a16:creationId xmlns:a16="http://schemas.microsoft.com/office/drawing/2014/main" id="{64B9FCD6-EA49-4A2C-AE4F-7980C22ACE7D}"/>
              </a:ext>
            </a:extLst>
          </p:cNvPr>
          <p:cNvSpPr>
            <a:spLocks/>
          </p:cNvSpPr>
          <p:nvPr/>
        </p:nvSpPr>
        <p:spPr>
          <a:xfrm>
            <a:off x="1487166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4405">
            <a:extLst>
              <a:ext uri="{FF2B5EF4-FFF2-40B4-BE49-F238E27FC236}">
                <a16:creationId xmlns:a16="http://schemas.microsoft.com/office/drawing/2014/main" id="{E04EB0C2-700F-41C6-B18A-093F2F140636}"/>
              </a:ext>
            </a:extLst>
          </p:cNvPr>
          <p:cNvSpPr>
            <a:spLocks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4406">
            <a:extLst>
              <a:ext uri="{FF2B5EF4-FFF2-40B4-BE49-F238E27FC236}">
                <a16:creationId xmlns:a16="http://schemas.microsoft.com/office/drawing/2014/main" id="{1E20A1F0-FE80-4BC4-AF52-FCDA08843389}"/>
              </a:ext>
            </a:extLst>
          </p:cNvPr>
          <p:cNvSpPr>
            <a:spLocks/>
          </p:cNvSpPr>
          <p:nvPr/>
        </p:nvSpPr>
        <p:spPr>
          <a:xfrm>
            <a:off x="1435250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4407">
            <a:extLst>
              <a:ext uri="{FF2B5EF4-FFF2-40B4-BE49-F238E27FC236}">
                <a16:creationId xmlns:a16="http://schemas.microsoft.com/office/drawing/2014/main" id="{E6E84520-A878-4D0C-AC07-2C74128276F8}"/>
              </a:ext>
            </a:extLst>
          </p:cNvPr>
          <p:cNvSpPr>
            <a:spLocks/>
          </p:cNvSpPr>
          <p:nvPr/>
        </p:nvSpPr>
        <p:spPr>
          <a:xfrm>
            <a:off x="1451655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4408">
            <a:extLst>
              <a:ext uri="{FF2B5EF4-FFF2-40B4-BE49-F238E27FC236}">
                <a16:creationId xmlns:a16="http://schemas.microsoft.com/office/drawing/2014/main" id="{5EBF200A-9D80-44E1-941F-6B34345CC3AC}"/>
              </a:ext>
            </a:extLst>
          </p:cNvPr>
          <p:cNvSpPr>
            <a:spLocks/>
          </p:cNvSpPr>
          <p:nvPr/>
        </p:nvSpPr>
        <p:spPr>
          <a:xfrm>
            <a:off x="140719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4409">
            <a:extLst>
              <a:ext uri="{FF2B5EF4-FFF2-40B4-BE49-F238E27FC236}">
                <a16:creationId xmlns:a16="http://schemas.microsoft.com/office/drawing/2014/main" id="{0422ECBA-F6AC-48A1-9C32-ECC8EB67F420}"/>
              </a:ext>
            </a:extLst>
          </p:cNvPr>
          <p:cNvSpPr>
            <a:spLocks/>
          </p:cNvSpPr>
          <p:nvPr/>
        </p:nvSpPr>
        <p:spPr>
          <a:xfrm>
            <a:off x="139688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4410">
            <a:extLst>
              <a:ext uri="{FF2B5EF4-FFF2-40B4-BE49-F238E27FC236}">
                <a16:creationId xmlns:a16="http://schemas.microsoft.com/office/drawing/2014/main" id="{4187A801-B120-4B8B-9F8F-E0865C26BD61}"/>
              </a:ext>
            </a:extLst>
          </p:cNvPr>
          <p:cNvSpPr>
            <a:spLocks/>
          </p:cNvSpPr>
          <p:nvPr/>
        </p:nvSpPr>
        <p:spPr>
          <a:xfrm>
            <a:off x="1579446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4411">
            <a:extLst>
              <a:ext uri="{FF2B5EF4-FFF2-40B4-BE49-F238E27FC236}">
                <a16:creationId xmlns:a16="http://schemas.microsoft.com/office/drawing/2014/main" id="{395BA7E3-9CA4-4DBE-9D8C-E4F7C9079594}"/>
              </a:ext>
            </a:extLst>
          </p:cNvPr>
          <p:cNvSpPr>
            <a:spLocks/>
          </p:cNvSpPr>
          <p:nvPr/>
        </p:nvSpPr>
        <p:spPr>
          <a:xfrm>
            <a:off x="1379223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4412">
            <a:extLst>
              <a:ext uri="{FF2B5EF4-FFF2-40B4-BE49-F238E27FC236}">
                <a16:creationId xmlns:a16="http://schemas.microsoft.com/office/drawing/2014/main" id="{8CD63B72-9E32-4B57-BB06-B49566BB8440}"/>
              </a:ext>
            </a:extLst>
          </p:cNvPr>
          <p:cNvSpPr>
            <a:spLocks/>
          </p:cNvSpPr>
          <p:nvPr/>
        </p:nvSpPr>
        <p:spPr>
          <a:xfrm>
            <a:off x="138161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4413">
            <a:extLst>
              <a:ext uri="{FF2B5EF4-FFF2-40B4-BE49-F238E27FC236}">
                <a16:creationId xmlns:a16="http://schemas.microsoft.com/office/drawing/2014/main" id="{656CA514-5F04-4C64-84AB-779B068D13D0}"/>
              </a:ext>
            </a:extLst>
          </p:cNvPr>
          <p:cNvSpPr>
            <a:spLocks/>
          </p:cNvSpPr>
          <p:nvPr/>
        </p:nvSpPr>
        <p:spPr>
          <a:xfrm>
            <a:off x="153370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4414">
            <a:extLst>
              <a:ext uri="{FF2B5EF4-FFF2-40B4-BE49-F238E27FC236}">
                <a16:creationId xmlns:a16="http://schemas.microsoft.com/office/drawing/2014/main" id="{F8573BFE-7FAC-4F9B-B8F6-3157BC21C168}"/>
              </a:ext>
            </a:extLst>
          </p:cNvPr>
          <p:cNvSpPr>
            <a:spLocks/>
          </p:cNvSpPr>
          <p:nvPr/>
        </p:nvSpPr>
        <p:spPr>
          <a:xfrm>
            <a:off x="137869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4415">
            <a:extLst>
              <a:ext uri="{FF2B5EF4-FFF2-40B4-BE49-F238E27FC236}">
                <a16:creationId xmlns:a16="http://schemas.microsoft.com/office/drawing/2014/main" id="{42A6AC7B-03ED-46C0-8EA9-50C96CCE894E}"/>
              </a:ext>
            </a:extLst>
          </p:cNvPr>
          <p:cNvSpPr>
            <a:spLocks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4416">
            <a:extLst>
              <a:ext uri="{FF2B5EF4-FFF2-40B4-BE49-F238E27FC236}">
                <a16:creationId xmlns:a16="http://schemas.microsoft.com/office/drawing/2014/main" id="{E1CCDEFC-AE0C-4FC3-88C5-FAA66C4CB1E7}"/>
              </a:ext>
            </a:extLst>
          </p:cNvPr>
          <p:cNvSpPr>
            <a:spLocks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4417">
            <a:extLst>
              <a:ext uri="{FF2B5EF4-FFF2-40B4-BE49-F238E27FC236}">
                <a16:creationId xmlns:a16="http://schemas.microsoft.com/office/drawing/2014/main" id="{0BCA7990-1E8F-4945-84D9-100973D13E8D}"/>
              </a:ext>
            </a:extLst>
          </p:cNvPr>
          <p:cNvSpPr>
            <a:spLocks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4418">
            <a:extLst>
              <a:ext uri="{FF2B5EF4-FFF2-40B4-BE49-F238E27FC236}">
                <a16:creationId xmlns:a16="http://schemas.microsoft.com/office/drawing/2014/main" id="{01B5062D-F03B-4C61-89F0-1BDAC599DF54}"/>
              </a:ext>
            </a:extLst>
          </p:cNvPr>
          <p:cNvSpPr>
            <a:spLocks/>
          </p:cNvSpPr>
          <p:nvPr/>
        </p:nvSpPr>
        <p:spPr>
          <a:xfrm>
            <a:off x="149337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4419">
            <a:extLst>
              <a:ext uri="{FF2B5EF4-FFF2-40B4-BE49-F238E27FC236}">
                <a16:creationId xmlns:a16="http://schemas.microsoft.com/office/drawing/2014/main" id="{7ED3F180-6072-4A36-B791-D7280C6B4C7A}"/>
              </a:ext>
            </a:extLst>
          </p:cNvPr>
          <p:cNvSpPr>
            <a:spLocks/>
          </p:cNvSpPr>
          <p:nvPr/>
        </p:nvSpPr>
        <p:spPr>
          <a:xfrm>
            <a:off x="1539989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4420">
            <a:extLst>
              <a:ext uri="{FF2B5EF4-FFF2-40B4-BE49-F238E27FC236}">
                <a16:creationId xmlns:a16="http://schemas.microsoft.com/office/drawing/2014/main" id="{06AE64E6-CCDB-4BE4-8504-7782BC4945BA}"/>
              </a:ext>
            </a:extLst>
          </p:cNvPr>
          <p:cNvSpPr>
            <a:spLocks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4421">
            <a:extLst>
              <a:ext uri="{FF2B5EF4-FFF2-40B4-BE49-F238E27FC236}">
                <a16:creationId xmlns:a16="http://schemas.microsoft.com/office/drawing/2014/main" id="{A20C0D0F-300B-4D02-9F32-FFC52A4C2414}"/>
              </a:ext>
            </a:extLst>
          </p:cNvPr>
          <p:cNvSpPr>
            <a:spLocks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4422">
            <a:extLst>
              <a:ext uri="{FF2B5EF4-FFF2-40B4-BE49-F238E27FC236}">
                <a16:creationId xmlns:a16="http://schemas.microsoft.com/office/drawing/2014/main" id="{156B791F-FAD5-4608-801D-8B343B99FF4C}"/>
              </a:ext>
            </a:extLst>
          </p:cNvPr>
          <p:cNvSpPr>
            <a:spLocks/>
          </p:cNvSpPr>
          <p:nvPr/>
        </p:nvSpPr>
        <p:spPr>
          <a:xfrm>
            <a:off x="15687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4423">
            <a:extLst>
              <a:ext uri="{FF2B5EF4-FFF2-40B4-BE49-F238E27FC236}">
                <a16:creationId xmlns:a16="http://schemas.microsoft.com/office/drawing/2014/main" id="{3085B330-4A6E-491B-89B5-EFFD64F632B2}"/>
              </a:ext>
            </a:extLst>
          </p:cNvPr>
          <p:cNvSpPr>
            <a:spLocks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4424">
            <a:extLst>
              <a:ext uri="{FF2B5EF4-FFF2-40B4-BE49-F238E27FC236}">
                <a16:creationId xmlns:a16="http://schemas.microsoft.com/office/drawing/2014/main" id="{FDF867BA-FD62-4880-AA9C-4ACD28B07E89}"/>
              </a:ext>
            </a:extLst>
          </p:cNvPr>
          <p:cNvSpPr>
            <a:spLocks/>
          </p:cNvSpPr>
          <p:nvPr/>
        </p:nvSpPr>
        <p:spPr>
          <a:xfrm>
            <a:off x="1540348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4425">
            <a:extLst>
              <a:ext uri="{FF2B5EF4-FFF2-40B4-BE49-F238E27FC236}">
                <a16:creationId xmlns:a16="http://schemas.microsoft.com/office/drawing/2014/main" id="{5C1DC787-31B9-46C4-AAAB-45C0DB6D65D0}"/>
              </a:ext>
            </a:extLst>
          </p:cNvPr>
          <p:cNvSpPr>
            <a:spLocks/>
          </p:cNvSpPr>
          <p:nvPr/>
        </p:nvSpPr>
        <p:spPr>
          <a:xfrm>
            <a:off x="136721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4426">
            <a:extLst>
              <a:ext uri="{FF2B5EF4-FFF2-40B4-BE49-F238E27FC236}">
                <a16:creationId xmlns:a16="http://schemas.microsoft.com/office/drawing/2014/main" id="{0AC79905-C00A-495D-A4D3-5D34BCF61C2E}"/>
              </a:ext>
            </a:extLst>
          </p:cNvPr>
          <p:cNvSpPr>
            <a:spLocks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4427">
            <a:extLst>
              <a:ext uri="{FF2B5EF4-FFF2-40B4-BE49-F238E27FC236}">
                <a16:creationId xmlns:a16="http://schemas.microsoft.com/office/drawing/2014/main" id="{99EC483A-A3AD-4969-B2F4-3AD567C80C12}"/>
              </a:ext>
            </a:extLst>
          </p:cNvPr>
          <p:cNvSpPr>
            <a:spLocks/>
          </p:cNvSpPr>
          <p:nvPr/>
        </p:nvSpPr>
        <p:spPr>
          <a:xfrm>
            <a:off x="1372600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4428">
            <a:extLst>
              <a:ext uri="{FF2B5EF4-FFF2-40B4-BE49-F238E27FC236}">
                <a16:creationId xmlns:a16="http://schemas.microsoft.com/office/drawing/2014/main" id="{C6BD6E2A-54AC-43A7-ADD8-8E940219F505}"/>
              </a:ext>
            </a:extLst>
          </p:cNvPr>
          <p:cNvSpPr>
            <a:spLocks/>
          </p:cNvSpPr>
          <p:nvPr/>
        </p:nvSpPr>
        <p:spPr>
          <a:xfrm>
            <a:off x="154114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4429">
            <a:extLst>
              <a:ext uri="{FF2B5EF4-FFF2-40B4-BE49-F238E27FC236}">
                <a16:creationId xmlns:a16="http://schemas.microsoft.com/office/drawing/2014/main" id="{79FD25D5-00BA-4EF7-8D25-188EF44B0A15}"/>
              </a:ext>
            </a:extLst>
          </p:cNvPr>
          <p:cNvSpPr>
            <a:spLocks/>
          </p:cNvSpPr>
          <p:nvPr/>
        </p:nvSpPr>
        <p:spPr>
          <a:xfrm>
            <a:off x="1552757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4430">
            <a:extLst>
              <a:ext uri="{FF2B5EF4-FFF2-40B4-BE49-F238E27FC236}">
                <a16:creationId xmlns:a16="http://schemas.microsoft.com/office/drawing/2014/main" id="{3F17D045-BBF2-4DA2-9D1A-84AEA36C3FA0}"/>
              </a:ext>
            </a:extLst>
          </p:cNvPr>
          <p:cNvSpPr>
            <a:spLocks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4431">
            <a:extLst>
              <a:ext uri="{FF2B5EF4-FFF2-40B4-BE49-F238E27FC236}">
                <a16:creationId xmlns:a16="http://schemas.microsoft.com/office/drawing/2014/main" id="{0F51C4DA-5397-4F0D-8502-4E3A83118760}"/>
              </a:ext>
            </a:extLst>
          </p:cNvPr>
          <p:cNvSpPr>
            <a:spLocks/>
          </p:cNvSpPr>
          <p:nvPr/>
        </p:nvSpPr>
        <p:spPr>
          <a:xfrm>
            <a:off x="142061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4432">
            <a:extLst>
              <a:ext uri="{FF2B5EF4-FFF2-40B4-BE49-F238E27FC236}">
                <a16:creationId xmlns:a16="http://schemas.microsoft.com/office/drawing/2014/main" id="{A9A2DD87-51AD-4E96-912E-36EF300171C4}"/>
              </a:ext>
            </a:extLst>
          </p:cNvPr>
          <p:cNvSpPr>
            <a:spLocks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4433">
            <a:extLst>
              <a:ext uri="{FF2B5EF4-FFF2-40B4-BE49-F238E27FC236}">
                <a16:creationId xmlns:a16="http://schemas.microsoft.com/office/drawing/2014/main" id="{809E3F54-A575-4DCD-B8B2-B7822B539B84}"/>
              </a:ext>
            </a:extLst>
          </p:cNvPr>
          <p:cNvSpPr>
            <a:spLocks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4434">
            <a:extLst>
              <a:ext uri="{FF2B5EF4-FFF2-40B4-BE49-F238E27FC236}">
                <a16:creationId xmlns:a16="http://schemas.microsoft.com/office/drawing/2014/main" id="{8A5B697C-AC6A-4D73-9A40-92139D3945E6}"/>
              </a:ext>
            </a:extLst>
          </p:cNvPr>
          <p:cNvSpPr>
            <a:spLocks/>
          </p:cNvSpPr>
          <p:nvPr/>
        </p:nvSpPr>
        <p:spPr>
          <a:xfrm>
            <a:off x="147084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4435">
            <a:extLst>
              <a:ext uri="{FF2B5EF4-FFF2-40B4-BE49-F238E27FC236}">
                <a16:creationId xmlns:a16="http://schemas.microsoft.com/office/drawing/2014/main" id="{F2994A6D-3AD5-420B-8270-1CF2EA22AB63}"/>
              </a:ext>
            </a:extLst>
          </p:cNvPr>
          <p:cNvSpPr>
            <a:spLocks/>
          </p:cNvSpPr>
          <p:nvPr/>
        </p:nvSpPr>
        <p:spPr>
          <a:xfrm>
            <a:off x="157781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4436">
            <a:extLst>
              <a:ext uri="{FF2B5EF4-FFF2-40B4-BE49-F238E27FC236}">
                <a16:creationId xmlns:a16="http://schemas.microsoft.com/office/drawing/2014/main" id="{E3AF728A-994B-4D3E-9187-B721492AFDEA}"/>
              </a:ext>
            </a:extLst>
          </p:cNvPr>
          <p:cNvSpPr>
            <a:spLocks/>
          </p:cNvSpPr>
          <p:nvPr/>
        </p:nvSpPr>
        <p:spPr>
          <a:xfrm>
            <a:off x="148700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4437">
            <a:extLst>
              <a:ext uri="{FF2B5EF4-FFF2-40B4-BE49-F238E27FC236}">
                <a16:creationId xmlns:a16="http://schemas.microsoft.com/office/drawing/2014/main" id="{3B32198E-66ED-4167-BAE0-31C7C84B8906}"/>
              </a:ext>
            </a:extLst>
          </p:cNvPr>
          <p:cNvSpPr>
            <a:spLocks/>
          </p:cNvSpPr>
          <p:nvPr/>
        </p:nvSpPr>
        <p:spPr>
          <a:xfrm>
            <a:off x="14483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4438">
            <a:extLst>
              <a:ext uri="{FF2B5EF4-FFF2-40B4-BE49-F238E27FC236}">
                <a16:creationId xmlns:a16="http://schemas.microsoft.com/office/drawing/2014/main" id="{39E2EFE6-4474-4A66-A30C-CE444C8C836C}"/>
              </a:ext>
            </a:extLst>
          </p:cNvPr>
          <p:cNvSpPr>
            <a:spLocks/>
          </p:cNvSpPr>
          <p:nvPr/>
        </p:nvSpPr>
        <p:spPr>
          <a:xfrm>
            <a:off x="14932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4439">
            <a:extLst>
              <a:ext uri="{FF2B5EF4-FFF2-40B4-BE49-F238E27FC236}">
                <a16:creationId xmlns:a16="http://schemas.microsoft.com/office/drawing/2014/main" id="{3CC5B050-2271-4DB5-AA3B-4CF205B77FE4}"/>
              </a:ext>
            </a:extLst>
          </p:cNvPr>
          <p:cNvSpPr>
            <a:spLocks/>
          </p:cNvSpPr>
          <p:nvPr/>
        </p:nvSpPr>
        <p:spPr>
          <a:xfrm>
            <a:off x="1389642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4440">
            <a:extLst>
              <a:ext uri="{FF2B5EF4-FFF2-40B4-BE49-F238E27FC236}">
                <a16:creationId xmlns:a16="http://schemas.microsoft.com/office/drawing/2014/main" id="{2DDEE252-F5A4-48F1-AC6E-FAF65AA75AE6}"/>
              </a:ext>
            </a:extLst>
          </p:cNvPr>
          <p:cNvSpPr>
            <a:spLocks/>
          </p:cNvSpPr>
          <p:nvPr/>
        </p:nvSpPr>
        <p:spPr>
          <a:xfrm>
            <a:off x="14184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4441">
            <a:extLst>
              <a:ext uri="{FF2B5EF4-FFF2-40B4-BE49-F238E27FC236}">
                <a16:creationId xmlns:a16="http://schemas.microsoft.com/office/drawing/2014/main" id="{76463006-8D7C-4581-B554-52549E44C6DA}"/>
              </a:ext>
            </a:extLst>
          </p:cNvPr>
          <p:cNvSpPr>
            <a:spLocks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4442">
            <a:extLst>
              <a:ext uri="{FF2B5EF4-FFF2-40B4-BE49-F238E27FC236}">
                <a16:creationId xmlns:a16="http://schemas.microsoft.com/office/drawing/2014/main" id="{8079A705-FE01-4DC1-BD01-7783C5D04864}"/>
              </a:ext>
            </a:extLst>
          </p:cNvPr>
          <p:cNvSpPr>
            <a:spLocks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4443">
            <a:extLst>
              <a:ext uri="{FF2B5EF4-FFF2-40B4-BE49-F238E27FC236}">
                <a16:creationId xmlns:a16="http://schemas.microsoft.com/office/drawing/2014/main" id="{C281D1AE-81B1-4F36-934A-EB18A5E46DE9}"/>
              </a:ext>
            </a:extLst>
          </p:cNvPr>
          <p:cNvSpPr>
            <a:spLocks/>
          </p:cNvSpPr>
          <p:nvPr/>
        </p:nvSpPr>
        <p:spPr>
          <a:xfrm>
            <a:off x="1477370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4444">
            <a:extLst>
              <a:ext uri="{FF2B5EF4-FFF2-40B4-BE49-F238E27FC236}">
                <a16:creationId xmlns:a16="http://schemas.microsoft.com/office/drawing/2014/main" id="{0C64B6BA-8EA3-4BC6-ADE9-D500A20610D9}"/>
              </a:ext>
            </a:extLst>
          </p:cNvPr>
          <p:cNvSpPr>
            <a:spLocks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4445">
            <a:extLst>
              <a:ext uri="{FF2B5EF4-FFF2-40B4-BE49-F238E27FC236}">
                <a16:creationId xmlns:a16="http://schemas.microsoft.com/office/drawing/2014/main" id="{CDE0A8CD-2A02-4069-B152-15A02E1814D0}"/>
              </a:ext>
            </a:extLst>
          </p:cNvPr>
          <p:cNvSpPr>
            <a:spLocks/>
          </p:cNvSpPr>
          <p:nvPr/>
        </p:nvSpPr>
        <p:spPr>
          <a:xfrm>
            <a:off x="14514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4446">
            <a:extLst>
              <a:ext uri="{FF2B5EF4-FFF2-40B4-BE49-F238E27FC236}">
                <a16:creationId xmlns:a16="http://schemas.microsoft.com/office/drawing/2014/main" id="{A6FA44DE-3752-4522-9AF1-80E39DF22595}"/>
              </a:ext>
            </a:extLst>
          </p:cNvPr>
          <p:cNvSpPr>
            <a:spLocks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4447">
            <a:extLst>
              <a:ext uri="{FF2B5EF4-FFF2-40B4-BE49-F238E27FC236}">
                <a16:creationId xmlns:a16="http://schemas.microsoft.com/office/drawing/2014/main" id="{1734C494-21B1-459C-8832-7F4957012C95}"/>
              </a:ext>
            </a:extLst>
          </p:cNvPr>
          <p:cNvSpPr>
            <a:spLocks/>
          </p:cNvSpPr>
          <p:nvPr/>
        </p:nvSpPr>
        <p:spPr>
          <a:xfrm>
            <a:off x="150237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4448">
            <a:extLst>
              <a:ext uri="{FF2B5EF4-FFF2-40B4-BE49-F238E27FC236}">
                <a16:creationId xmlns:a16="http://schemas.microsoft.com/office/drawing/2014/main" id="{915B1FAD-EDB8-4F1A-A84D-0D3B78903576}"/>
              </a:ext>
            </a:extLst>
          </p:cNvPr>
          <p:cNvSpPr>
            <a:spLocks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4449">
            <a:extLst>
              <a:ext uri="{FF2B5EF4-FFF2-40B4-BE49-F238E27FC236}">
                <a16:creationId xmlns:a16="http://schemas.microsoft.com/office/drawing/2014/main" id="{ADF73C30-89A0-4592-988C-E5EA0BA80284}"/>
              </a:ext>
            </a:extLst>
          </p:cNvPr>
          <p:cNvSpPr>
            <a:spLocks/>
          </p:cNvSpPr>
          <p:nvPr/>
        </p:nvSpPr>
        <p:spPr>
          <a:xfrm>
            <a:off x="156941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4450">
            <a:extLst>
              <a:ext uri="{FF2B5EF4-FFF2-40B4-BE49-F238E27FC236}">
                <a16:creationId xmlns:a16="http://schemas.microsoft.com/office/drawing/2014/main" id="{BA5FCFC7-C2DA-49F3-8B2D-4CBB685F7AC0}"/>
              </a:ext>
            </a:extLst>
          </p:cNvPr>
          <p:cNvSpPr>
            <a:spLocks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4451">
            <a:extLst>
              <a:ext uri="{FF2B5EF4-FFF2-40B4-BE49-F238E27FC236}">
                <a16:creationId xmlns:a16="http://schemas.microsoft.com/office/drawing/2014/main" id="{678D61A3-9A20-47B8-8C09-B36BB79A8A57}"/>
              </a:ext>
            </a:extLst>
          </p:cNvPr>
          <p:cNvSpPr>
            <a:spLocks/>
          </p:cNvSpPr>
          <p:nvPr/>
        </p:nvSpPr>
        <p:spPr>
          <a:xfrm>
            <a:off x="14469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4452">
            <a:extLst>
              <a:ext uri="{FF2B5EF4-FFF2-40B4-BE49-F238E27FC236}">
                <a16:creationId xmlns:a16="http://schemas.microsoft.com/office/drawing/2014/main" id="{FF4F2FEB-88D5-4F60-9EAE-3F19379A9C1B}"/>
              </a:ext>
            </a:extLst>
          </p:cNvPr>
          <p:cNvSpPr>
            <a:spLocks/>
          </p:cNvSpPr>
          <p:nvPr/>
        </p:nvSpPr>
        <p:spPr>
          <a:xfrm>
            <a:off x="147006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4453">
            <a:extLst>
              <a:ext uri="{FF2B5EF4-FFF2-40B4-BE49-F238E27FC236}">
                <a16:creationId xmlns:a16="http://schemas.microsoft.com/office/drawing/2014/main" id="{57D9ED43-7323-48E1-A119-069344CFEFA0}"/>
              </a:ext>
            </a:extLst>
          </p:cNvPr>
          <p:cNvSpPr>
            <a:spLocks/>
          </p:cNvSpPr>
          <p:nvPr/>
        </p:nvSpPr>
        <p:spPr>
          <a:xfrm>
            <a:off x="1553435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4454">
            <a:extLst>
              <a:ext uri="{FF2B5EF4-FFF2-40B4-BE49-F238E27FC236}">
                <a16:creationId xmlns:a16="http://schemas.microsoft.com/office/drawing/2014/main" id="{99DF6CBD-CCEF-44CA-A1A7-C023C8DA27F7}"/>
              </a:ext>
            </a:extLst>
          </p:cNvPr>
          <p:cNvSpPr>
            <a:spLocks/>
          </p:cNvSpPr>
          <p:nvPr/>
        </p:nvSpPr>
        <p:spPr>
          <a:xfrm>
            <a:off x="139120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4455">
            <a:extLst>
              <a:ext uri="{FF2B5EF4-FFF2-40B4-BE49-F238E27FC236}">
                <a16:creationId xmlns:a16="http://schemas.microsoft.com/office/drawing/2014/main" id="{71107D4F-F6B4-4773-965F-150C70DDAE48}"/>
              </a:ext>
            </a:extLst>
          </p:cNvPr>
          <p:cNvSpPr>
            <a:spLocks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4456">
            <a:extLst>
              <a:ext uri="{FF2B5EF4-FFF2-40B4-BE49-F238E27FC236}">
                <a16:creationId xmlns:a16="http://schemas.microsoft.com/office/drawing/2014/main" id="{66A165C3-558F-42F6-9DD4-BBF075D63C2E}"/>
              </a:ext>
            </a:extLst>
          </p:cNvPr>
          <p:cNvSpPr>
            <a:spLocks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4457">
            <a:extLst>
              <a:ext uri="{FF2B5EF4-FFF2-40B4-BE49-F238E27FC236}">
                <a16:creationId xmlns:a16="http://schemas.microsoft.com/office/drawing/2014/main" id="{21E4AF0F-BC1B-43F8-A462-92568A7BE43E}"/>
              </a:ext>
            </a:extLst>
          </p:cNvPr>
          <p:cNvSpPr>
            <a:spLocks/>
          </p:cNvSpPr>
          <p:nvPr/>
        </p:nvSpPr>
        <p:spPr>
          <a:xfrm>
            <a:off x="1564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4458">
            <a:extLst>
              <a:ext uri="{FF2B5EF4-FFF2-40B4-BE49-F238E27FC236}">
                <a16:creationId xmlns:a16="http://schemas.microsoft.com/office/drawing/2014/main" id="{553B8DA6-14DE-4A78-9177-295E3E6B9BED}"/>
              </a:ext>
            </a:extLst>
          </p:cNvPr>
          <p:cNvSpPr>
            <a:spLocks/>
          </p:cNvSpPr>
          <p:nvPr/>
        </p:nvSpPr>
        <p:spPr>
          <a:xfrm>
            <a:off x="1417595" y="36220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4459">
            <a:extLst>
              <a:ext uri="{FF2B5EF4-FFF2-40B4-BE49-F238E27FC236}">
                <a16:creationId xmlns:a16="http://schemas.microsoft.com/office/drawing/2014/main" id="{4F4A27AF-61CE-4D6E-AAC9-6624FA2AADD0}"/>
              </a:ext>
            </a:extLst>
          </p:cNvPr>
          <p:cNvSpPr>
            <a:spLocks/>
          </p:cNvSpPr>
          <p:nvPr/>
        </p:nvSpPr>
        <p:spPr>
          <a:xfrm>
            <a:off x="1491025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4460">
            <a:extLst>
              <a:ext uri="{FF2B5EF4-FFF2-40B4-BE49-F238E27FC236}">
                <a16:creationId xmlns:a16="http://schemas.microsoft.com/office/drawing/2014/main" id="{52BCB0DF-FA93-46E8-B483-987B101A6977}"/>
              </a:ext>
            </a:extLst>
          </p:cNvPr>
          <p:cNvSpPr>
            <a:spLocks/>
          </p:cNvSpPr>
          <p:nvPr/>
        </p:nvSpPr>
        <p:spPr>
          <a:xfrm>
            <a:off x="147023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4461">
            <a:extLst>
              <a:ext uri="{FF2B5EF4-FFF2-40B4-BE49-F238E27FC236}">
                <a16:creationId xmlns:a16="http://schemas.microsoft.com/office/drawing/2014/main" id="{4AE17F8A-7D93-4141-A82F-F117E58C8431}"/>
              </a:ext>
            </a:extLst>
          </p:cNvPr>
          <p:cNvSpPr>
            <a:spLocks/>
          </p:cNvSpPr>
          <p:nvPr/>
        </p:nvSpPr>
        <p:spPr>
          <a:xfrm>
            <a:off x="1438881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4462">
            <a:extLst>
              <a:ext uri="{FF2B5EF4-FFF2-40B4-BE49-F238E27FC236}">
                <a16:creationId xmlns:a16="http://schemas.microsoft.com/office/drawing/2014/main" id="{B75E8C82-BBC4-4B35-A944-DF4C629E63C7}"/>
              </a:ext>
            </a:extLst>
          </p:cNvPr>
          <p:cNvSpPr>
            <a:spLocks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4463">
            <a:extLst>
              <a:ext uri="{FF2B5EF4-FFF2-40B4-BE49-F238E27FC236}">
                <a16:creationId xmlns:a16="http://schemas.microsoft.com/office/drawing/2014/main" id="{AC9AD231-8FF5-4FB7-ACC0-E9664A64E9BD}"/>
              </a:ext>
            </a:extLst>
          </p:cNvPr>
          <p:cNvSpPr>
            <a:spLocks/>
          </p:cNvSpPr>
          <p:nvPr/>
        </p:nvSpPr>
        <p:spPr>
          <a:xfrm>
            <a:off x="14716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4464">
            <a:extLst>
              <a:ext uri="{FF2B5EF4-FFF2-40B4-BE49-F238E27FC236}">
                <a16:creationId xmlns:a16="http://schemas.microsoft.com/office/drawing/2014/main" id="{486767B1-1B55-4C3B-91DA-9D7B91BD3BDA}"/>
              </a:ext>
            </a:extLst>
          </p:cNvPr>
          <p:cNvSpPr>
            <a:spLocks/>
          </p:cNvSpPr>
          <p:nvPr/>
        </p:nvSpPr>
        <p:spPr>
          <a:xfrm>
            <a:off x="1364364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4465">
            <a:extLst>
              <a:ext uri="{FF2B5EF4-FFF2-40B4-BE49-F238E27FC236}">
                <a16:creationId xmlns:a16="http://schemas.microsoft.com/office/drawing/2014/main" id="{EB9077D9-E6FE-4A90-B384-DD333D8C70D5}"/>
              </a:ext>
            </a:extLst>
          </p:cNvPr>
          <p:cNvSpPr>
            <a:spLocks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4466">
            <a:extLst>
              <a:ext uri="{FF2B5EF4-FFF2-40B4-BE49-F238E27FC236}">
                <a16:creationId xmlns:a16="http://schemas.microsoft.com/office/drawing/2014/main" id="{87284F49-C51B-4ABC-8882-4DF5A83C2C2B}"/>
              </a:ext>
            </a:extLst>
          </p:cNvPr>
          <p:cNvSpPr>
            <a:spLocks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4467">
            <a:extLst>
              <a:ext uri="{FF2B5EF4-FFF2-40B4-BE49-F238E27FC236}">
                <a16:creationId xmlns:a16="http://schemas.microsoft.com/office/drawing/2014/main" id="{9BF97AE0-1880-4DE5-91B3-606FC293B999}"/>
              </a:ext>
            </a:extLst>
          </p:cNvPr>
          <p:cNvSpPr>
            <a:spLocks/>
          </p:cNvSpPr>
          <p:nvPr/>
        </p:nvSpPr>
        <p:spPr>
          <a:xfrm>
            <a:off x="1503547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4468">
            <a:extLst>
              <a:ext uri="{FF2B5EF4-FFF2-40B4-BE49-F238E27FC236}">
                <a16:creationId xmlns:a16="http://schemas.microsoft.com/office/drawing/2014/main" id="{09544D52-ECF5-448F-AA24-B95E48336714}"/>
              </a:ext>
            </a:extLst>
          </p:cNvPr>
          <p:cNvSpPr>
            <a:spLocks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4469">
            <a:extLst>
              <a:ext uri="{FF2B5EF4-FFF2-40B4-BE49-F238E27FC236}">
                <a16:creationId xmlns:a16="http://schemas.microsoft.com/office/drawing/2014/main" id="{CC344598-E335-41ED-9DAF-944995749BF6}"/>
              </a:ext>
            </a:extLst>
          </p:cNvPr>
          <p:cNvSpPr>
            <a:spLocks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4470">
            <a:extLst>
              <a:ext uri="{FF2B5EF4-FFF2-40B4-BE49-F238E27FC236}">
                <a16:creationId xmlns:a16="http://schemas.microsoft.com/office/drawing/2014/main" id="{C85D0DD6-6FBC-414B-B3A7-58C7B34C9286}"/>
              </a:ext>
            </a:extLst>
          </p:cNvPr>
          <p:cNvSpPr>
            <a:spLocks/>
          </p:cNvSpPr>
          <p:nvPr/>
        </p:nvSpPr>
        <p:spPr>
          <a:xfrm>
            <a:off x="1486553" y="35426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4471">
            <a:extLst>
              <a:ext uri="{FF2B5EF4-FFF2-40B4-BE49-F238E27FC236}">
                <a16:creationId xmlns:a16="http://schemas.microsoft.com/office/drawing/2014/main" id="{4E53DA8C-9499-48F4-B3FA-F1130FAF9FD5}"/>
              </a:ext>
            </a:extLst>
          </p:cNvPr>
          <p:cNvSpPr>
            <a:spLocks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4472">
            <a:extLst>
              <a:ext uri="{FF2B5EF4-FFF2-40B4-BE49-F238E27FC236}">
                <a16:creationId xmlns:a16="http://schemas.microsoft.com/office/drawing/2014/main" id="{6F205030-3444-4F32-9673-BC1A08734698}"/>
              </a:ext>
            </a:extLst>
          </p:cNvPr>
          <p:cNvSpPr>
            <a:spLocks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4473">
            <a:extLst>
              <a:ext uri="{FF2B5EF4-FFF2-40B4-BE49-F238E27FC236}">
                <a16:creationId xmlns:a16="http://schemas.microsoft.com/office/drawing/2014/main" id="{CD3C5213-10C9-45B0-8AFF-6D57DCE32028}"/>
              </a:ext>
            </a:extLst>
          </p:cNvPr>
          <p:cNvSpPr>
            <a:spLocks/>
          </p:cNvSpPr>
          <p:nvPr/>
        </p:nvSpPr>
        <p:spPr>
          <a:xfrm>
            <a:off x="150325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4474">
            <a:extLst>
              <a:ext uri="{FF2B5EF4-FFF2-40B4-BE49-F238E27FC236}">
                <a16:creationId xmlns:a16="http://schemas.microsoft.com/office/drawing/2014/main" id="{C7A416D0-6B0A-4B1A-9619-7DA8C1F18CF7}"/>
              </a:ext>
            </a:extLst>
          </p:cNvPr>
          <p:cNvSpPr>
            <a:spLocks/>
          </p:cNvSpPr>
          <p:nvPr/>
        </p:nvSpPr>
        <p:spPr>
          <a:xfrm>
            <a:off x="1366159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4475">
            <a:extLst>
              <a:ext uri="{FF2B5EF4-FFF2-40B4-BE49-F238E27FC236}">
                <a16:creationId xmlns:a16="http://schemas.microsoft.com/office/drawing/2014/main" id="{8ED8B5D2-AFE3-43BB-8338-F52D47626DCB}"/>
              </a:ext>
            </a:extLst>
          </p:cNvPr>
          <p:cNvSpPr>
            <a:spLocks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4476">
            <a:extLst>
              <a:ext uri="{FF2B5EF4-FFF2-40B4-BE49-F238E27FC236}">
                <a16:creationId xmlns:a16="http://schemas.microsoft.com/office/drawing/2014/main" id="{ABAF5A0E-23F9-452C-A08F-F38CA518769E}"/>
              </a:ext>
            </a:extLst>
          </p:cNvPr>
          <p:cNvSpPr>
            <a:spLocks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4477">
            <a:extLst>
              <a:ext uri="{FF2B5EF4-FFF2-40B4-BE49-F238E27FC236}">
                <a16:creationId xmlns:a16="http://schemas.microsoft.com/office/drawing/2014/main" id="{CA9A0E68-2441-4F3C-93DF-CCC424F3D9CB}"/>
              </a:ext>
            </a:extLst>
          </p:cNvPr>
          <p:cNvSpPr>
            <a:spLocks/>
          </p:cNvSpPr>
          <p:nvPr/>
        </p:nvSpPr>
        <p:spPr>
          <a:xfrm>
            <a:off x="1398698" y="3193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4478">
            <a:extLst>
              <a:ext uri="{FF2B5EF4-FFF2-40B4-BE49-F238E27FC236}">
                <a16:creationId xmlns:a16="http://schemas.microsoft.com/office/drawing/2014/main" id="{415CE994-3C15-4BCE-8BD6-C11E1629F347}"/>
              </a:ext>
            </a:extLst>
          </p:cNvPr>
          <p:cNvSpPr>
            <a:spLocks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4479">
            <a:extLst>
              <a:ext uri="{FF2B5EF4-FFF2-40B4-BE49-F238E27FC236}">
                <a16:creationId xmlns:a16="http://schemas.microsoft.com/office/drawing/2014/main" id="{3BD600F7-18F6-4E3D-9DB6-1FDC09901498}"/>
              </a:ext>
            </a:extLst>
          </p:cNvPr>
          <p:cNvSpPr>
            <a:spLocks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4480">
            <a:extLst>
              <a:ext uri="{FF2B5EF4-FFF2-40B4-BE49-F238E27FC236}">
                <a16:creationId xmlns:a16="http://schemas.microsoft.com/office/drawing/2014/main" id="{946E171E-447E-47DC-B0FF-68BBB9323405}"/>
              </a:ext>
            </a:extLst>
          </p:cNvPr>
          <p:cNvSpPr>
            <a:spLocks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4481">
            <a:extLst>
              <a:ext uri="{FF2B5EF4-FFF2-40B4-BE49-F238E27FC236}">
                <a16:creationId xmlns:a16="http://schemas.microsoft.com/office/drawing/2014/main" id="{5B53BA97-BE6C-4426-9DC9-6E2A35ED180C}"/>
              </a:ext>
            </a:extLst>
          </p:cNvPr>
          <p:cNvSpPr>
            <a:spLocks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4482">
            <a:extLst>
              <a:ext uri="{FF2B5EF4-FFF2-40B4-BE49-F238E27FC236}">
                <a16:creationId xmlns:a16="http://schemas.microsoft.com/office/drawing/2014/main" id="{8932F2B3-2E4C-4C18-B2F7-50B62AE90B9A}"/>
              </a:ext>
            </a:extLst>
          </p:cNvPr>
          <p:cNvSpPr>
            <a:spLocks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4483">
            <a:extLst>
              <a:ext uri="{FF2B5EF4-FFF2-40B4-BE49-F238E27FC236}">
                <a16:creationId xmlns:a16="http://schemas.microsoft.com/office/drawing/2014/main" id="{D64797DC-5D3E-4F6E-B00A-ECE15EBE21AA}"/>
              </a:ext>
            </a:extLst>
          </p:cNvPr>
          <p:cNvSpPr>
            <a:spLocks/>
          </p:cNvSpPr>
          <p:nvPr/>
        </p:nvSpPr>
        <p:spPr>
          <a:xfrm>
            <a:off x="1576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4484">
            <a:extLst>
              <a:ext uri="{FF2B5EF4-FFF2-40B4-BE49-F238E27FC236}">
                <a16:creationId xmlns:a16="http://schemas.microsoft.com/office/drawing/2014/main" id="{F94903DF-63CE-4D2D-9A7C-DB392C0E8A5C}"/>
              </a:ext>
            </a:extLst>
          </p:cNvPr>
          <p:cNvSpPr>
            <a:spLocks/>
          </p:cNvSpPr>
          <p:nvPr/>
        </p:nvSpPr>
        <p:spPr>
          <a:xfrm>
            <a:off x="1444414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4485">
            <a:extLst>
              <a:ext uri="{FF2B5EF4-FFF2-40B4-BE49-F238E27FC236}">
                <a16:creationId xmlns:a16="http://schemas.microsoft.com/office/drawing/2014/main" id="{5FFDB1F9-DF22-468A-B84C-0B01B081511D}"/>
              </a:ext>
            </a:extLst>
          </p:cNvPr>
          <p:cNvSpPr>
            <a:spLocks/>
          </p:cNvSpPr>
          <p:nvPr/>
        </p:nvSpPr>
        <p:spPr>
          <a:xfrm>
            <a:off x="142744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4486">
            <a:extLst>
              <a:ext uri="{FF2B5EF4-FFF2-40B4-BE49-F238E27FC236}">
                <a16:creationId xmlns:a16="http://schemas.microsoft.com/office/drawing/2014/main" id="{6A04275A-229F-4288-B153-525EAB54639F}"/>
              </a:ext>
            </a:extLst>
          </p:cNvPr>
          <p:cNvSpPr>
            <a:spLocks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4487">
            <a:extLst>
              <a:ext uri="{FF2B5EF4-FFF2-40B4-BE49-F238E27FC236}">
                <a16:creationId xmlns:a16="http://schemas.microsoft.com/office/drawing/2014/main" id="{021D0C18-8A38-4C3D-AC9E-8AC139919C92}"/>
              </a:ext>
            </a:extLst>
          </p:cNvPr>
          <p:cNvSpPr>
            <a:spLocks/>
          </p:cNvSpPr>
          <p:nvPr/>
        </p:nvSpPr>
        <p:spPr>
          <a:xfrm>
            <a:off x="1566408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4488">
            <a:extLst>
              <a:ext uri="{FF2B5EF4-FFF2-40B4-BE49-F238E27FC236}">
                <a16:creationId xmlns:a16="http://schemas.microsoft.com/office/drawing/2014/main" id="{341D9DE9-4EA3-401F-B6F1-68050A3584BF}"/>
              </a:ext>
            </a:extLst>
          </p:cNvPr>
          <p:cNvSpPr>
            <a:spLocks/>
          </p:cNvSpPr>
          <p:nvPr/>
        </p:nvSpPr>
        <p:spPr>
          <a:xfrm>
            <a:off x="1471861" y="3277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4489">
            <a:extLst>
              <a:ext uri="{FF2B5EF4-FFF2-40B4-BE49-F238E27FC236}">
                <a16:creationId xmlns:a16="http://schemas.microsoft.com/office/drawing/2014/main" id="{C4373089-5789-4A26-B4EB-6A1DAC507103}"/>
              </a:ext>
            </a:extLst>
          </p:cNvPr>
          <p:cNvSpPr>
            <a:spLocks/>
          </p:cNvSpPr>
          <p:nvPr/>
        </p:nvSpPr>
        <p:spPr>
          <a:xfrm>
            <a:off x="142651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4490">
            <a:extLst>
              <a:ext uri="{FF2B5EF4-FFF2-40B4-BE49-F238E27FC236}">
                <a16:creationId xmlns:a16="http://schemas.microsoft.com/office/drawing/2014/main" id="{F60ED9DE-3326-4283-9D66-B0669CB40F34}"/>
              </a:ext>
            </a:extLst>
          </p:cNvPr>
          <p:cNvSpPr>
            <a:spLocks/>
          </p:cNvSpPr>
          <p:nvPr/>
        </p:nvSpPr>
        <p:spPr>
          <a:xfrm>
            <a:off x="1517138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4491">
            <a:extLst>
              <a:ext uri="{FF2B5EF4-FFF2-40B4-BE49-F238E27FC236}">
                <a16:creationId xmlns:a16="http://schemas.microsoft.com/office/drawing/2014/main" id="{76FD3914-3677-4992-AAA9-3E17D7B89089}"/>
              </a:ext>
            </a:extLst>
          </p:cNvPr>
          <p:cNvSpPr>
            <a:spLocks/>
          </p:cNvSpPr>
          <p:nvPr/>
        </p:nvSpPr>
        <p:spPr>
          <a:xfrm>
            <a:off x="139394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4492">
            <a:extLst>
              <a:ext uri="{FF2B5EF4-FFF2-40B4-BE49-F238E27FC236}">
                <a16:creationId xmlns:a16="http://schemas.microsoft.com/office/drawing/2014/main" id="{0D4EDF97-3CAA-43D9-9CA2-86043A5821DD}"/>
              </a:ext>
            </a:extLst>
          </p:cNvPr>
          <p:cNvSpPr>
            <a:spLocks/>
          </p:cNvSpPr>
          <p:nvPr/>
        </p:nvSpPr>
        <p:spPr>
          <a:xfrm>
            <a:off x="149073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4493">
            <a:extLst>
              <a:ext uri="{FF2B5EF4-FFF2-40B4-BE49-F238E27FC236}">
                <a16:creationId xmlns:a16="http://schemas.microsoft.com/office/drawing/2014/main" id="{56AF6ECA-6C7A-4253-82A0-EFD877C2B59A}"/>
              </a:ext>
            </a:extLst>
          </p:cNvPr>
          <p:cNvSpPr>
            <a:spLocks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4494">
            <a:extLst>
              <a:ext uri="{FF2B5EF4-FFF2-40B4-BE49-F238E27FC236}">
                <a16:creationId xmlns:a16="http://schemas.microsoft.com/office/drawing/2014/main" id="{687099C6-0A21-4D60-A205-BAD81177B6C8}"/>
              </a:ext>
            </a:extLst>
          </p:cNvPr>
          <p:cNvSpPr>
            <a:spLocks/>
          </p:cNvSpPr>
          <p:nvPr/>
        </p:nvSpPr>
        <p:spPr>
          <a:xfrm>
            <a:off x="1478102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4495">
            <a:extLst>
              <a:ext uri="{FF2B5EF4-FFF2-40B4-BE49-F238E27FC236}">
                <a16:creationId xmlns:a16="http://schemas.microsoft.com/office/drawing/2014/main" id="{E839CA96-8725-4543-B9C5-0BBEAFEC2E88}"/>
              </a:ext>
            </a:extLst>
          </p:cNvPr>
          <p:cNvSpPr>
            <a:spLocks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4496">
            <a:extLst>
              <a:ext uri="{FF2B5EF4-FFF2-40B4-BE49-F238E27FC236}">
                <a16:creationId xmlns:a16="http://schemas.microsoft.com/office/drawing/2014/main" id="{9A558D66-579C-4939-B132-0187AA77D25C}"/>
              </a:ext>
            </a:extLst>
          </p:cNvPr>
          <p:cNvSpPr>
            <a:spLocks/>
          </p:cNvSpPr>
          <p:nvPr/>
        </p:nvSpPr>
        <p:spPr>
          <a:xfrm>
            <a:off x="1482734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4497">
            <a:extLst>
              <a:ext uri="{FF2B5EF4-FFF2-40B4-BE49-F238E27FC236}">
                <a16:creationId xmlns:a16="http://schemas.microsoft.com/office/drawing/2014/main" id="{C2310519-5C66-4E94-997D-4969F60DCC11}"/>
              </a:ext>
            </a:extLst>
          </p:cNvPr>
          <p:cNvSpPr>
            <a:spLocks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4498">
            <a:extLst>
              <a:ext uri="{FF2B5EF4-FFF2-40B4-BE49-F238E27FC236}">
                <a16:creationId xmlns:a16="http://schemas.microsoft.com/office/drawing/2014/main" id="{9340DDB2-A4DB-49AE-9A49-C3C9859CE677}"/>
              </a:ext>
            </a:extLst>
          </p:cNvPr>
          <p:cNvSpPr>
            <a:spLocks/>
          </p:cNvSpPr>
          <p:nvPr/>
        </p:nvSpPr>
        <p:spPr>
          <a:xfrm>
            <a:off x="149930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4499">
            <a:extLst>
              <a:ext uri="{FF2B5EF4-FFF2-40B4-BE49-F238E27FC236}">
                <a16:creationId xmlns:a16="http://schemas.microsoft.com/office/drawing/2014/main" id="{8D645A41-4A46-4FE3-B7D9-A0D1B852FC39}"/>
              </a:ext>
            </a:extLst>
          </p:cNvPr>
          <p:cNvSpPr>
            <a:spLocks/>
          </p:cNvSpPr>
          <p:nvPr/>
        </p:nvSpPr>
        <p:spPr>
          <a:xfrm>
            <a:off x="143835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4500">
            <a:extLst>
              <a:ext uri="{FF2B5EF4-FFF2-40B4-BE49-F238E27FC236}">
                <a16:creationId xmlns:a16="http://schemas.microsoft.com/office/drawing/2014/main" id="{D1599F20-64A6-40FE-9968-675E0F35D815}"/>
              </a:ext>
            </a:extLst>
          </p:cNvPr>
          <p:cNvSpPr>
            <a:spLocks/>
          </p:cNvSpPr>
          <p:nvPr/>
        </p:nvSpPr>
        <p:spPr>
          <a:xfrm>
            <a:off x="1576286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4501">
            <a:extLst>
              <a:ext uri="{FF2B5EF4-FFF2-40B4-BE49-F238E27FC236}">
                <a16:creationId xmlns:a16="http://schemas.microsoft.com/office/drawing/2014/main" id="{5D15F39E-9BF1-4E47-9F55-6E09F5F736F3}"/>
              </a:ext>
            </a:extLst>
          </p:cNvPr>
          <p:cNvSpPr>
            <a:spLocks/>
          </p:cNvSpPr>
          <p:nvPr/>
        </p:nvSpPr>
        <p:spPr>
          <a:xfrm>
            <a:off x="15192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4502">
            <a:extLst>
              <a:ext uri="{FF2B5EF4-FFF2-40B4-BE49-F238E27FC236}">
                <a16:creationId xmlns:a16="http://schemas.microsoft.com/office/drawing/2014/main" id="{8FA42CE3-FBF2-4996-AE9E-020B1E9E2642}"/>
              </a:ext>
            </a:extLst>
          </p:cNvPr>
          <p:cNvSpPr>
            <a:spLocks/>
          </p:cNvSpPr>
          <p:nvPr/>
        </p:nvSpPr>
        <p:spPr>
          <a:xfrm>
            <a:off x="14002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4503">
            <a:extLst>
              <a:ext uri="{FF2B5EF4-FFF2-40B4-BE49-F238E27FC236}">
                <a16:creationId xmlns:a16="http://schemas.microsoft.com/office/drawing/2014/main" id="{99E3CC87-1E6D-4528-8206-4BAAB63C886F}"/>
              </a:ext>
            </a:extLst>
          </p:cNvPr>
          <p:cNvSpPr>
            <a:spLocks/>
          </p:cNvSpPr>
          <p:nvPr/>
        </p:nvSpPr>
        <p:spPr>
          <a:xfrm>
            <a:off x="1386726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4504">
            <a:extLst>
              <a:ext uri="{FF2B5EF4-FFF2-40B4-BE49-F238E27FC236}">
                <a16:creationId xmlns:a16="http://schemas.microsoft.com/office/drawing/2014/main" id="{258BAD59-173E-486F-9BB1-5A3CEC1945E6}"/>
              </a:ext>
            </a:extLst>
          </p:cNvPr>
          <p:cNvSpPr>
            <a:spLocks/>
          </p:cNvSpPr>
          <p:nvPr/>
        </p:nvSpPr>
        <p:spPr>
          <a:xfrm>
            <a:off x="15228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4505">
            <a:extLst>
              <a:ext uri="{FF2B5EF4-FFF2-40B4-BE49-F238E27FC236}">
                <a16:creationId xmlns:a16="http://schemas.microsoft.com/office/drawing/2014/main" id="{5E0212EC-8603-441B-A6D8-45B1F77AB0CF}"/>
              </a:ext>
            </a:extLst>
          </p:cNvPr>
          <p:cNvSpPr>
            <a:spLocks/>
          </p:cNvSpPr>
          <p:nvPr/>
        </p:nvSpPr>
        <p:spPr>
          <a:xfrm>
            <a:off x="1570507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4506">
            <a:extLst>
              <a:ext uri="{FF2B5EF4-FFF2-40B4-BE49-F238E27FC236}">
                <a16:creationId xmlns:a16="http://schemas.microsoft.com/office/drawing/2014/main" id="{2AF9E2F9-2B05-49C2-9C11-BBF5A4B8D831}"/>
              </a:ext>
            </a:extLst>
          </p:cNvPr>
          <p:cNvSpPr>
            <a:spLocks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4507">
            <a:extLst>
              <a:ext uri="{FF2B5EF4-FFF2-40B4-BE49-F238E27FC236}">
                <a16:creationId xmlns:a16="http://schemas.microsoft.com/office/drawing/2014/main" id="{1AFD01D1-488D-4856-B995-551B86C07312}"/>
              </a:ext>
            </a:extLst>
          </p:cNvPr>
          <p:cNvSpPr>
            <a:spLocks/>
          </p:cNvSpPr>
          <p:nvPr/>
        </p:nvSpPr>
        <p:spPr>
          <a:xfrm>
            <a:off x="1534698" y="3473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4508">
            <a:extLst>
              <a:ext uri="{FF2B5EF4-FFF2-40B4-BE49-F238E27FC236}">
                <a16:creationId xmlns:a16="http://schemas.microsoft.com/office/drawing/2014/main" id="{9E12841C-E2D2-412C-A77E-996C15ED7372}"/>
              </a:ext>
            </a:extLst>
          </p:cNvPr>
          <p:cNvSpPr>
            <a:spLocks/>
          </p:cNvSpPr>
          <p:nvPr/>
        </p:nvSpPr>
        <p:spPr>
          <a:xfrm>
            <a:off x="1511722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4509">
            <a:extLst>
              <a:ext uri="{FF2B5EF4-FFF2-40B4-BE49-F238E27FC236}">
                <a16:creationId xmlns:a16="http://schemas.microsoft.com/office/drawing/2014/main" id="{739B292F-D0F7-427E-A848-73A263405A36}"/>
              </a:ext>
            </a:extLst>
          </p:cNvPr>
          <p:cNvSpPr>
            <a:spLocks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4510">
            <a:extLst>
              <a:ext uri="{FF2B5EF4-FFF2-40B4-BE49-F238E27FC236}">
                <a16:creationId xmlns:a16="http://schemas.microsoft.com/office/drawing/2014/main" id="{9BD357A6-03A3-4922-8743-86C35B7FDA06}"/>
              </a:ext>
            </a:extLst>
          </p:cNvPr>
          <p:cNvSpPr>
            <a:spLocks/>
          </p:cNvSpPr>
          <p:nvPr/>
        </p:nvSpPr>
        <p:spPr>
          <a:xfrm>
            <a:off x="151682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4511">
            <a:extLst>
              <a:ext uri="{FF2B5EF4-FFF2-40B4-BE49-F238E27FC236}">
                <a16:creationId xmlns:a16="http://schemas.microsoft.com/office/drawing/2014/main" id="{A72684A6-170D-4C47-93B4-EA9C42C6151A}"/>
              </a:ext>
            </a:extLst>
          </p:cNvPr>
          <p:cNvSpPr>
            <a:spLocks/>
          </p:cNvSpPr>
          <p:nvPr/>
        </p:nvSpPr>
        <p:spPr>
          <a:xfrm>
            <a:off x="144983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4512">
            <a:extLst>
              <a:ext uri="{FF2B5EF4-FFF2-40B4-BE49-F238E27FC236}">
                <a16:creationId xmlns:a16="http://schemas.microsoft.com/office/drawing/2014/main" id="{45DCD312-1352-49B2-884B-F4105BCCDED1}"/>
              </a:ext>
            </a:extLst>
          </p:cNvPr>
          <p:cNvSpPr>
            <a:spLocks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4513">
            <a:extLst>
              <a:ext uri="{FF2B5EF4-FFF2-40B4-BE49-F238E27FC236}">
                <a16:creationId xmlns:a16="http://schemas.microsoft.com/office/drawing/2014/main" id="{139A0DD8-192B-4298-B7BD-1B961C3D91AA}"/>
              </a:ext>
            </a:extLst>
          </p:cNvPr>
          <p:cNvSpPr>
            <a:spLocks/>
          </p:cNvSpPr>
          <p:nvPr/>
        </p:nvSpPr>
        <p:spPr>
          <a:xfrm>
            <a:off x="146380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4514">
            <a:extLst>
              <a:ext uri="{FF2B5EF4-FFF2-40B4-BE49-F238E27FC236}">
                <a16:creationId xmlns:a16="http://schemas.microsoft.com/office/drawing/2014/main" id="{EA4BFBF8-D7E6-4E40-BA70-4AAD14765E4A}"/>
              </a:ext>
            </a:extLst>
          </p:cNvPr>
          <p:cNvSpPr>
            <a:spLocks/>
          </p:cNvSpPr>
          <p:nvPr/>
        </p:nvSpPr>
        <p:spPr>
          <a:xfrm>
            <a:off x="1407384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4515">
            <a:extLst>
              <a:ext uri="{FF2B5EF4-FFF2-40B4-BE49-F238E27FC236}">
                <a16:creationId xmlns:a16="http://schemas.microsoft.com/office/drawing/2014/main" id="{FB7D7B04-DB29-4984-BCE7-A181734892CA}"/>
              </a:ext>
            </a:extLst>
          </p:cNvPr>
          <p:cNvSpPr>
            <a:spLocks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4516">
            <a:extLst>
              <a:ext uri="{FF2B5EF4-FFF2-40B4-BE49-F238E27FC236}">
                <a16:creationId xmlns:a16="http://schemas.microsoft.com/office/drawing/2014/main" id="{D24E65E2-DEB6-487C-8490-0586747ABA84}"/>
              </a:ext>
            </a:extLst>
          </p:cNvPr>
          <p:cNvSpPr>
            <a:spLocks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4517">
            <a:extLst>
              <a:ext uri="{FF2B5EF4-FFF2-40B4-BE49-F238E27FC236}">
                <a16:creationId xmlns:a16="http://schemas.microsoft.com/office/drawing/2014/main" id="{A91245AC-9901-4C4E-B807-DE1BDEDACB85}"/>
              </a:ext>
            </a:extLst>
          </p:cNvPr>
          <p:cNvSpPr>
            <a:spLocks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4518">
            <a:extLst>
              <a:ext uri="{FF2B5EF4-FFF2-40B4-BE49-F238E27FC236}">
                <a16:creationId xmlns:a16="http://schemas.microsoft.com/office/drawing/2014/main" id="{6C32A2BF-ED13-455E-B442-DDF637B073E5}"/>
              </a:ext>
            </a:extLst>
          </p:cNvPr>
          <p:cNvSpPr>
            <a:spLocks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4519">
            <a:extLst>
              <a:ext uri="{FF2B5EF4-FFF2-40B4-BE49-F238E27FC236}">
                <a16:creationId xmlns:a16="http://schemas.microsoft.com/office/drawing/2014/main" id="{C19AD20E-DB15-4BF1-997D-7D90A4B1DA34}"/>
              </a:ext>
            </a:extLst>
          </p:cNvPr>
          <p:cNvSpPr>
            <a:spLocks/>
          </p:cNvSpPr>
          <p:nvPr/>
        </p:nvSpPr>
        <p:spPr>
          <a:xfrm>
            <a:off x="1530703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4520">
            <a:extLst>
              <a:ext uri="{FF2B5EF4-FFF2-40B4-BE49-F238E27FC236}">
                <a16:creationId xmlns:a16="http://schemas.microsoft.com/office/drawing/2014/main" id="{A5AA07D1-2D0D-4C24-A4C8-8CEB6154CD2A}"/>
              </a:ext>
            </a:extLst>
          </p:cNvPr>
          <p:cNvSpPr>
            <a:spLocks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4521">
            <a:extLst>
              <a:ext uri="{FF2B5EF4-FFF2-40B4-BE49-F238E27FC236}">
                <a16:creationId xmlns:a16="http://schemas.microsoft.com/office/drawing/2014/main" id="{E7EA0D11-824D-4ECC-83B6-CABC14AAB2BF}"/>
              </a:ext>
            </a:extLst>
          </p:cNvPr>
          <p:cNvSpPr>
            <a:spLocks/>
          </p:cNvSpPr>
          <p:nvPr/>
        </p:nvSpPr>
        <p:spPr>
          <a:xfrm>
            <a:off x="14072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4522">
            <a:extLst>
              <a:ext uri="{FF2B5EF4-FFF2-40B4-BE49-F238E27FC236}">
                <a16:creationId xmlns:a16="http://schemas.microsoft.com/office/drawing/2014/main" id="{9FD10419-4E98-4F18-AB2D-86AAD33CCCBB}"/>
              </a:ext>
            </a:extLst>
          </p:cNvPr>
          <p:cNvSpPr>
            <a:spLocks/>
          </p:cNvSpPr>
          <p:nvPr/>
        </p:nvSpPr>
        <p:spPr>
          <a:xfrm>
            <a:off x="1363147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4523">
            <a:extLst>
              <a:ext uri="{FF2B5EF4-FFF2-40B4-BE49-F238E27FC236}">
                <a16:creationId xmlns:a16="http://schemas.microsoft.com/office/drawing/2014/main" id="{5BCE86BB-A145-4647-A61F-22F90DE85376}"/>
              </a:ext>
            </a:extLst>
          </p:cNvPr>
          <p:cNvSpPr>
            <a:spLocks/>
          </p:cNvSpPr>
          <p:nvPr/>
        </p:nvSpPr>
        <p:spPr>
          <a:xfrm>
            <a:off x="149098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4524">
            <a:extLst>
              <a:ext uri="{FF2B5EF4-FFF2-40B4-BE49-F238E27FC236}">
                <a16:creationId xmlns:a16="http://schemas.microsoft.com/office/drawing/2014/main" id="{B88BF24C-9FAB-4009-A6AC-9784593B855C}"/>
              </a:ext>
            </a:extLst>
          </p:cNvPr>
          <p:cNvSpPr>
            <a:spLocks/>
          </p:cNvSpPr>
          <p:nvPr/>
        </p:nvSpPr>
        <p:spPr>
          <a:xfrm>
            <a:off x="13883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4525">
            <a:extLst>
              <a:ext uri="{FF2B5EF4-FFF2-40B4-BE49-F238E27FC236}">
                <a16:creationId xmlns:a16="http://schemas.microsoft.com/office/drawing/2014/main" id="{8504FD62-02E0-4E0A-8106-A59C9EEB2641}"/>
              </a:ext>
            </a:extLst>
          </p:cNvPr>
          <p:cNvSpPr>
            <a:spLocks/>
          </p:cNvSpPr>
          <p:nvPr/>
        </p:nvSpPr>
        <p:spPr>
          <a:xfrm>
            <a:off x="15474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4526">
            <a:extLst>
              <a:ext uri="{FF2B5EF4-FFF2-40B4-BE49-F238E27FC236}">
                <a16:creationId xmlns:a16="http://schemas.microsoft.com/office/drawing/2014/main" id="{30333627-40A0-4F45-821B-78B1E1262EB9}"/>
              </a:ext>
            </a:extLst>
          </p:cNvPr>
          <p:cNvSpPr>
            <a:spLocks/>
          </p:cNvSpPr>
          <p:nvPr/>
        </p:nvSpPr>
        <p:spPr>
          <a:xfrm>
            <a:off x="1432952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4527">
            <a:extLst>
              <a:ext uri="{FF2B5EF4-FFF2-40B4-BE49-F238E27FC236}">
                <a16:creationId xmlns:a16="http://schemas.microsoft.com/office/drawing/2014/main" id="{CE60809B-39A3-4B83-BFF4-FA0C6863001C}"/>
              </a:ext>
            </a:extLst>
          </p:cNvPr>
          <p:cNvSpPr>
            <a:spLocks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4528">
            <a:extLst>
              <a:ext uri="{FF2B5EF4-FFF2-40B4-BE49-F238E27FC236}">
                <a16:creationId xmlns:a16="http://schemas.microsoft.com/office/drawing/2014/main" id="{96D046CB-8E55-4187-B001-6827899CE001}"/>
              </a:ext>
            </a:extLst>
          </p:cNvPr>
          <p:cNvSpPr>
            <a:spLocks/>
          </p:cNvSpPr>
          <p:nvPr/>
        </p:nvSpPr>
        <p:spPr>
          <a:xfrm>
            <a:off x="1387804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4529">
            <a:extLst>
              <a:ext uri="{FF2B5EF4-FFF2-40B4-BE49-F238E27FC236}">
                <a16:creationId xmlns:a16="http://schemas.microsoft.com/office/drawing/2014/main" id="{3176196B-F210-4B8C-A41A-E2A5F14A75FD}"/>
              </a:ext>
            </a:extLst>
          </p:cNvPr>
          <p:cNvSpPr>
            <a:spLocks/>
          </p:cNvSpPr>
          <p:nvPr/>
        </p:nvSpPr>
        <p:spPr>
          <a:xfrm>
            <a:off x="144442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4530">
            <a:extLst>
              <a:ext uri="{FF2B5EF4-FFF2-40B4-BE49-F238E27FC236}">
                <a16:creationId xmlns:a16="http://schemas.microsoft.com/office/drawing/2014/main" id="{81B98E7D-432C-4B40-9B3A-49D108FC0A21}"/>
              </a:ext>
            </a:extLst>
          </p:cNvPr>
          <p:cNvSpPr>
            <a:spLocks/>
          </p:cNvSpPr>
          <p:nvPr/>
        </p:nvSpPr>
        <p:spPr>
          <a:xfrm>
            <a:off x="1537530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4531">
            <a:extLst>
              <a:ext uri="{FF2B5EF4-FFF2-40B4-BE49-F238E27FC236}">
                <a16:creationId xmlns:a16="http://schemas.microsoft.com/office/drawing/2014/main" id="{337B6244-DCBE-4B43-AD83-C25B822CCCE7}"/>
              </a:ext>
            </a:extLst>
          </p:cNvPr>
          <p:cNvSpPr>
            <a:spLocks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4532">
            <a:extLst>
              <a:ext uri="{FF2B5EF4-FFF2-40B4-BE49-F238E27FC236}">
                <a16:creationId xmlns:a16="http://schemas.microsoft.com/office/drawing/2014/main" id="{B11E8580-9898-4CAF-8525-2C949038E2EE}"/>
              </a:ext>
            </a:extLst>
          </p:cNvPr>
          <p:cNvSpPr>
            <a:spLocks/>
          </p:cNvSpPr>
          <p:nvPr/>
        </p:nvSpPr>
        <p:spPr>
          <a:xfrm>
            <a:off x="1403893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4533">
            <a:extLst>
              <a:ext uri="{FF2B5EF4-FFF2-40B4-BE49-F238E27FC236}">
                <a16:creationId xmlns:a16="http://schemas.microsoft.com/office/drawing/2014/main" id="{14723C69-DACB-4423-9D6D-58B37D27C0D7}"/>
              </a:ext>
            </a:extLst>
          </p:cNvPr>
          <p:cNvSpPr>
            <a:spLocks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4534">
            <a:extLst>
              <a:ext uri="{FF2B5EF4-FFF2-40B4-BE49-F238E27FC236}">
                <a16:creationId xmlns:a16="http://schemas.microsoft.com/office/drawing/2014/main" id="{8078B583-04A5-450E-9831-15101DA7419A}"/>
              </a:ext>
            </a:extLst>
          </p:cNvPr>
          <p:cNvSpPr>
            <a:spLocks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4535">
            <a:extLst>
              <a:ext uri="{FF2B5EF4-FFF2-40B4-BE49-F238E27FC236}">
                <a16:creationId xmlns:a16="http://schemas.microsoft.com/office/drawing/2014/main" id="{3FABFDEE-904B-40C5-871E-0806104D97D2}"/>
              </a:ext>
            </a:extLst>
          </p:cNvPr>
          <p:cNvSpPr>
            <a:spLocks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4536">
            <a:extLst>
              <a:ext uri="{FF2B5EF4-FFF2-40B4-BE49-F238E27FC236}">
                <a16:creationId xmlns:a16="http://schemas.microsoft.com/office/drawing/2014/main" id="{787D04E7-A7BC-4154-9F44-72B476FD6AE3}"/>
              </a:ext>
            </a:extLst>
          </p:cNvPr>
          <p:cNvSpPr>
            <a:spLocks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4537">
            <a:extLst>
              <a:ext uri="{FF2B5EF4-FFF2-40B4-BE49-F238E27FC236}">
                <a16:creationId xmlns:a16="http://schemas.microsoft.com/office/drawing/2014/main" id="{88936B25-8BB1-4997-9054-4E60A276453F}"/>
              </a:ext>
            </a:extLst>
          </p:cNvPr>
          <p:cNvSpPr>
            <a:spLocks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4538">
            <a:extLst>
              <a:ext uri="{FF2B5EF4-FFF2-40B4-BE49-F238E27FC236}">
                <a16:creationId xmlns:a16="http://schemas.microsoft.com/office/drawing/2014/main" id="{9D80F66D-88B6-4872-92B0-8B0FFCC5656B}"/>
              </a:ext>
            </a:extLst>
          </p:cNvPr>
          <p:cNvSpPr>
            <a:spLocks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4539">
            <a:extLst>
              <a:ext uri="{FF2B5EF4-FFF2-40B4-BE49-F238E27FC236}">
                <a16:creationId xmlns:a16="http://schemas.microsoft.com/office/drawing/2014/main" id="{23265993-F1FC-46C0-A890-1CA72C11B811}"/>
              </a:ext>
            </a:extLst>
          </p:cNvPr>
          <p:cNvSpPr>
            <a:spLocks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4540">
            <a:extLst>
              <a:ext uri="{FF2B5EF4-FFF2-40B4-BE49-F238E27FC236}">
                <a16:creationId xmlns:a16="http://schemas.microsoft.com/office/drawing/2014/main" id="{E20892BC-C0C1-4889-B9EC-2E3F0C4C0929}"/>
              </a:ext>
            </a:extLst>
          </p:cNvPr>
          <p:cNvSpPr>
            <a:spLocks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4541">
            <a:extLst>
              <a:ext uri="{FF2B5EF4-FFF2-40B4-BE49-F238E27FC236}">
                <a16:creationId xmlns:a16="http://schemas.microsoft.com/office/drawing/2014/main" id="{1DB60159-B555-44FF-89C0-172DD4362805}"/>
              </a:ext>
            </a:extLst>
          </p:cNvPr>
          <p:cNvSpPr>
            <a:spLocks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4542">
            <a:extLst>
              <a:ext uri="{FF2B5EF4-FFF2-40B4-BE49-F238E27FC236}">
                <a16:creationId xmlns:a16="http://schemas.microsoft.com/office/drawing/2014/main" id="{236C4BE1-85AE-4E45-A479-30675A09F4A7}"/>
              </a:ext>
            </a:extLst>
          </p:cNvPr>
          <p:cNvSpPr>
            <a:spLocks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4543">
            <a:extLst>
              <a:ext uri="{FF2B5EF4-FFF2-40B4-BE49-F238E27FC236}">
                <a16:creationId xmlns:a16="http://schemas.microsoft.com/office/drawing/2014/main" id="{4DED591C-B114-400E-AD54-4167B1A14C08}"/>
              </a:ext>
            </a:extLst>
          </p:cNvPr>
          <p:cNvSpPr>
            <a:spLocks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4544">
            <a:extLst>
              <a:ext uri="{FF2B5EF4-FFF2-40B4-BE49-F238E27FC236}">
                <a16:creationId xmlns:a16="http://schemas.microsoft.com/office/drawing/2014/main" id="{51E2D0F8-17D5-484A-A09F-BC19AA76A9EB}"/>
              </a:ext>
            </a:extLst>
          </p:cNvPr>
          <p:cNvSpPr>
            <a:spLocks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4545">
            <a:extLst>
              <a:ext uri="{FF2B5EF4-FFF2-40B4-BE49-F238E27FC236}">
                <a16:creationId xmlns:a16="http://schemas.microsoft.com/office/drawing/2014/main" id="{B076FC00-5FDA-4AB0-9487-71059BE24400}"/>
              </a:ext>
            </a:extLst>
          </p:cNvPr>
          <p:cNvSpPr>
            <a:spLocks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4546">
            <a:extLst>
              <a:ext uri="{FF2B5EF4-FFF2-40B4-BE49-F238E27FC236}">
                <a16:creationId xmlns:a16="http://schemas.microsoft.com/office/drawing/2014/main" id="{0AFBA5CE-FC2F-4233-A6E7-C49766325EC6}"/>
              </a:ext>
            </a:extLst>
          </p:cNvPr>
          <p:cNvSpPr>
            <a:spLocks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4547">
            <a:extLst>
              <a:ext uri="{FF2B5EF4-FFF2-40B4-BE49-F238E27FC236}">
                <a16:creationId xmlns:a16="http://schemas.microsoft.com/office/drawing/2014/main" id="{42C6F851-7B95-4AAE-ACFE-8224B2068F1B}"/>
              </a:ext>
            </a:extLst>
          </p:cNvPr>
          <p:cNvSpPr>
            <a:spLocks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4548">
            <a:extLst>
              <a:ext uri="{FF2B5EF4-FFF2-40B4-BE49-F238E27FC236}">
                <a16:creationId xmlns:a16="http://schemas.microsoft.com/office/drawing/2014/main" id="{47D6734C-0C31-43E8-9A09-F67E1406AD45}"/>
              </a:ext>
            </a:extLst>
          </p:cNvPr>
          <p:cNvSpPr>
            <a:spLocks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4549">
            <a:extLst>
              <a:ext uri="{FF2B5EF4-FFF2-40B4-BE49-F238E27FC236}">
                <a16:creationId xmlns:a16="http://schemas.microsoft.com/office/drawing/2014/main" id="{2CDA5974-A992-4D9B-A87E-17E4B26A7DCD}"/>
              </a:ext>
            </a:extLst>
          </p:cNvPr>
          <p:cNvSpPr>
            <a:spLocks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4550">
            <a:extLst>
              <a:ext uri="{FF2B5EF4-FFF2-40B4-BE49-F238E27FC236}">
                <a16:creationId xmlns:a16="http://schemas.microsoft.com/office/drawing/2014/main" id="{C78E9055-2F62-4BAC-A96E-E822002CE279}"/>
              </a:ext>
            </a:extLst>
          </p:cNvPr>
          <p:cNvSpPr>
            <a:spLocks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4551">
            <a:extLst>
              <a:ext uri="{FF2B5EF4-FFF2-40B4-BE49-F238E27FC236}">
                <a16:creationId xmlns:a16="http://schemas.microsoft.com/office/drawing/2014/main" id="{B88D590A-3177-43D8-8A5C-D9465994656D}"/>
              </a:ext>
            </a:extLst>
          </p:cNvPr>
          <p:cNvSpPr>
            <a:spLocks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4552">
            <a:extLst>
              <a:ext uri="{FF2B5EF4-FFF2-40B4-BE49-F238E27FC236}">
                <a16:creationId xmlns:a16="http://schemas.microsoft.com/office/drawing/2014/main" id="{2DB9FBDE-C212-4B65-A22C-E14854A36C4E}"/>
              </a:ext>
            </a:extLst>
          </p:cNvPr>
          <p:cNvSpPr>
            <a:spLocks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4553">
            <a:extLst>
              <a:ext uri="{FF2B5EF4-FFF2-40B4-BE49-F238E27FC236}">
                <a16:creationId xmlns:a16="http://schemas.microsoft.com/office/drawing/2014/main" id="{16220EF7-BB87-460A-91F7-ADF34AA3C08F}"/>
              </a:ext>
            </a:extLst>
          </p:cNvPr>
          <p:cNvSpPr>
            <a:spLocks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4554">
            <a:extLst>
              <a:ext uri="{FF2B5EF4-FFF2-40B4-BE49-F238E27FC236}">
                <a16:creationId xmlns:a16="http://schemas.microsoft.com/office/drawing/2014/main" id="{FD99DE9B-DF6E-4E80-B767-69C176113714}"/>
              </a:ext>
            </a:extLst>
          </p:cNvPr>
          <p:cNvSpPr>
            <a:spLocks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4555">
            <a:extLst>
              <a:ext uri="{FF2B5EF4-FFF2-40B4-BE49-F238E27FC236}">
                <a16:creationId xmlns:a16="http://schemas.microsoft.com/office/drawing/2014/main" id="{852698BC-0269-464F-9BA5-3DAC81F69B2D}"/>
              </a:ext>
            </a:extLst>
          </p:cNvPr>
          <p:cNvSpPr>
            <a:spLocks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4556">
            <a:extLst>
              <a:ext uri="{FF2B5EF4-FFF2-40B4-BE49-F238E27FC236}">
                <a16:creationId xmlns:a16="http://schemas.microsoft.com/office/drawing/2014/main" id="{151DD1CE-D7B1-4A7C-814D-9315C5994FBC}"/>
              </a:ext>
            </a:extLst>
          </p:cNvPr>
          <p:cNvSpPr>
            <a:spLocks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4557">
            <a:extLst>
              <a:ext uri="{FF2B5EF4-FFF2-40B4-BE49-F238E27FC236}">
                <a16:creationId xmlns:a16="http://schemas.microsoft.com/office/drawing/2014/main" id="{629B8425-B811-4412-BD1A-ED81688F8ECC}"/>
              </a:ext>
            </a:extLst>
          </p:cNvPr>
          <p:cNvSpPr>
            <a:spLocks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4558">
            <a:extLst>
              <a:ext uri="{FF2B5EF4-FFF2-40B4-BE49-F238E27FC236}">
                <a16:creationId xmlns:a16="http://schemas.microsoft.com/office/drawing/2014/main" id="{745B340D-1CF6-402A-AA5A-39C2FA1C48CD}"/>
              </a:ext>
            </a:extLst>
          </p:cNvPr>
          <p:cNvSpPr>
            <a:spLocks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4559">
            <a:extLst>
              <a:ext uri="{FF2B5EF4-FFF2-40B4-BE49-F238E27FC236}">
                <a16:creationId xmlns:a16="http://schemas.microsoft.com/office/drawing/2014/main" id="{4738C031-FE08-4D44-80E3-529C1593E2C3}"/>
              </a:ext>
            </a:extLst>
          </p:cNvPr>
          <p:cNvSpPr>
            <a:spLocks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4560">
            <a:extLst>
              <a:ext uri="{FF2B5EF4-FFF2-40B4-BE49-F238E27FC236}">
                <a16:creationId xmlns:a16="http://schemas.microsoft.com/office/drawing/2014/main" id="{C54C5386-D339-4547-9D77-F8C6F29C9B8D}"/>
              </a:ext>
            </a:extLst>
          </p:cNvPr>
          <p:cNvSpPr>
            <a:spLocks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4561">
            <a:extLst>
              <a:ext uri="{FF2B5EF4-FFF2-40B4-BE49-F238E27FC236}">
                <a16:creationId xmlns:a16="http://schemas.microsoft.com/office/drawing/2014/main" id="{4B9C5D6C-9FC1-4013-838D-E879319F8AF1}"/>
              </a:ext>
            </a:extLst>
          </p:cNvPr>
          <p:cNvSpPr>
            <a:spLocks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4562">
            <a:extLst>
              <a:ext uri="{FF2B5EF4-FFF2-40B4-BE49-F238E27FC236}">
                <a16:creationId xmlns:a16="http://schemas.microsoft.com/office/drawing/2014/main" id="{ADA2EE82-47D5-4D28-A57C-62BB8D589F75}"/>
              </a:ext>
            </a:extLst>
          </p:cNvPr>
          <p:cNvSpPr>
            <a:spLocks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4563">
            <a:extLst>
              <a:ext uri="{FF2B5EF4-FFF2-40B4-BE49-F238E27FC236}">
                <a16:creationId xmlns:a16="http://schemas.microsoft.com/office/drawing/2014/main" id="{EF95E9B6-522E-4AB7-9885-1A6FB24F7AF0}"/>
              </a:ext>
            </a:extLst>
          </p:cNvPr>
          <p:cNvSpPr>
            <a:spLocks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4564">
            <a:extLst>
              <a:ext uri="{FF2B5EF4-FFF2-40B4-BE49-F238E27FC236}">
                <a16:creationId xmlns:a16="http://schemas.microsoft.com/office/drawing/2014/main" id="{D797041F-4ACA-43BD-80CB-0A15C4D35BFB}"/>
              </a:ext>
            </a:extLst>
          </p:cNvPr>
          <p:cNvSpPr>
            <a:spLocks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4565">
            <a:extLst>
              <a:ext uri="{FF2B5EF4-FFF2-40B4-BE49-F238E27FC236}">
                <a16:creationId xmlns:a16="http://schemas.microsoft.com/office/drawing/2014/main" id="{C8C36070-26A2-4E39-9A4F-2D245FA9598C}"/>
              </a:ext>
            </a:extLst>
          </p:cNvPr>
          <p:cNvSpPr>
            <a:spLocks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4566">
            <a:extLst>
              <a:ext uri="{FF2B5EF4-FFF2-40B4-BE49-F238E27FC236}">
                <a16:creationId xmlns:a16="http://schemas.microsoft.com/office/drawing/2014/main" id="{9F441B79-A48A-4011-80CD-2CFBBB28DB6F}"/>
              </a:ext>
            </a:extLst>
          </p:cNvPr>
          <p:cNvSpPr>
            <a:spLocks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4567">
            <a:extLst>
              <a:ext uri="{FF2B5EF4-FFF2-40B4-BE49-F238E27FC236}">
                <a16:creationId xmlns:a16="http://schemas.microsoft.com/office/drawing/2014/main" id="{A46027B3-5526-4D44-957B-16B7FD616AC1}"/>
              </a:ext>
            </a:extLst>
          </p:cNvPr>
          <p:cNvSpPr>
            <a:spLocks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4568">
            <a:extLst>
              <a:ext uri="{FF2B5EF4-FFF2-40B4-BE49-F238E27FC236}">
                <a16:creationId xmlns:a16="http://schemas.microsoft.com/office/drawing/2014/main" id="{64614EF5-5A55-4093-AF8D-C86691571297}"/>
              </a:ext>
            </a:extLst>
          </p:cNvPr>
          <p:cNvSpPr>
            <a:spLocks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4569">
            <a:extLst>
              <a:ext uri="{FF2B5EF4-FFF2-40B4-BE49-F238E27FC236}">
                <a16:creationId xmlns:a16="http://schemas.microsoft.com/office/drawing/2014/main" id="{32F57BAC-CE3A-4585-82EA-324D628184B6}"/>
              </a:ext>
            </a:extLst>
          </p:cNvPr>
          <p:cNvSpPr>
            <a:spLocks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4570">
            <a:extLst>
              <a:ext uri="{FF2B5EF4-FFF2-40B4-BE49-F238E27FC236}">
                <a16:creationId xmlns:a16="http://schemas.microsoft.com/office/drawing/2014/main" id="{8860365E-C527-4ECA-AD2B-BCE07349EA22}"/>
              </a:ext>
            </a:extLst>
          </p:cNvPr>
          <p:cNvSpPr>
            <a:spLocks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4571">
            <a:extLst>
              <a:ext uri="{FF2B5EF4-FFF2-40B4-BE49-F238E27FC236}">
                <a16:creationId xmlns:a16="http://schemas.microsoft.com/office/drawing/2014/main" id="{28851330-011B-43AF-8D8C-9228D86515D0}"/>
              </a:ext>
            </a:extLst>
          </p:cNvPr>
          <p:cNvSpPr>
            <a:spLocks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4572">
            <a:extLst>
              <a:ext uri="{FF2B5EF4-FFF2-40B4-BE49-F238E27FC236}">
                <a16:creationId xmlns:a16="http://schemas.microsoft.com/office/drawing/2014/main" id="{09A9A716-FF84-4C49-8D11-6220B567EDF7}"/>
              </a:ext>
            </a:extLst>
          </p:cNvPr>
          <p:cNvSpPr>
            <a:spLocks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4573">
            <a:extLst>
              <a:ext uri="{FF2B5EF4-FFF2-40B4-BE49-F238E27FC236}">
                <a16:creationId xmlns:a16="http://schemas.microsoft.com/office/drawing/2014/main" id="{67DABABF-4885-4E9C-9CF5-3F772B367261}"/>
              </a:ext>
            </a:extLst>
          </p:cNvPr>
          <p:cNvSpPr>
            <a:spLocks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4574">
            <a:extLst>
              <a:ext uri="{FF2B5EF4-FFF2-40B4-BE49-F238E27FC236}">
                <a16:creationId xmlns:a16="http://schemas.microsoft.com/office/drawing/2014/main" id="{4A317CDF-089A-4EB8-BBC1-98421923D3B1}"/>
              </a:ext>
            </a:extLst>
          </p:cNvPr>
          <p:cNvSpPr>
            <a:spLocks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4575">
            <a:extLst>
              <a:ext uri="{FF2B5EF4-FFF2-40B4-BE49-F238E27FC236}">
                <a16:creationId xmlns:a16="http://schemas.microsoft.com/office/drawing/2014/main" id="{8F729031-5989-489E-A6D9-149B31C7DCF0}"/>
              </a:ext>
            </a:extLst>
          </p:cNvPr>
          <p:cNvSpPr>
            <a:spLocks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4576">
            <a:extLst>
              <a:ext uri="{FF2B5EF4-FFF2-40B4-BE49-F238E27FC236}">
                <a16:creationId xmlns:a16="http://schemas.microsoft.com/office/drawing/2014/main" id="{483E70E2-CAC6-4A48-BA5B-35ADB1C028E7}"/>
              </a:ext>
            </a:extLst>
          </p:cNvPr>
          <p:cNvSpPr>
            <a:spLocks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4577">
            <a:extLst>
              <a:ext uri="{FF2B5EF4-FFF2-40B4-BE49-F238E27FC236}">
                <a16:creationId xmlns:a16="http://schemas.microsoft.com/office/drawing/2014/main" id="{10480CAB-7870-4B06-B226-C914296F98F2}"/>
              </a:ext>
            </a:extLst>
          </p:cNvPr>
          <p:cNvSpPr>
            <a:spLocks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4578">
            <a:extLst>
              <a:ext uri="{FF2B5EF4-FFF2-40B4-BE49-F238E27FC236}">
                <a16:creationId xmlns:a16="http://schemas.microsoft.com/office/drawing/2014/main" id="{ADE3A08F-C412-4718-B1D3-79CCF1D64C54}"/>
              </a:ext>
            </a:extLst>
          </p:cNvPr>
          <p:cNvSpPr>
            <a:spLocks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4579">
            <a:extLst>
              <a:ext uri="{FF2B5EF4-FFF2-40B4-BE49-F238E27FC236}">
                <a16:creationId xmlns:a16="http://schemas.microsoft.com/office/drawing/2014/main" id="{26842D40-D578-452C-93EF-1334156C01C5}"/>
              </a:ext>
            </a:extLst>
          </p:cNvPr>
          <p:cNvSpPr>
            <a:spLocks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4580">
            <a:extLst>
              <a:ext uri="{FF2B5EF4-FFF2-40B4-BE49-F238E27FC236}">
                <a16:creationId xmlns:a16="http://schemas.microsoft.com/office/drawing/2014/main" id="{39872BC7-CF31-4770-8F07-6E26981F7E9D}"/>
              </a:ext>
            </a:extLst>
          </p:cNvPr>
          <p:cNvSpPr>
            <a:spLocks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4581">
            <a:extLst>
              <a:ext uri="{FF2B5EF4-FFF2-40B4-BE49-F238E27FC236}">
                <a16:creationId xmlns:a16="http://schemas.microsoft.com/office/drawing/2014/main" id="{9C66A015-EFAD-4832-A27B-59C82288F0C3}"/>
              </a:ext>
            </a:extLst>
          </p:cNvPr>
          <p:cNvSpPr>
            <a:spLocks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4582">
            <a:extLst>
              <a:ext uri="{FF2B5EF4-FFF2-40B4-BE49-F238E27FC236}">
                <a16:creationId xmlns:a16="http://schemas.microsoft.com/office/drawing/2014/main" id="{C822B73B-8F24-4E52-BC33-8F14B50A316D}"/>
              </a:ext>
            </a:extLst>
          </p:cNvPr>
          <p:cNvSpPr>
            <a:spLocks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4583">
            <a:extLst>
              <a:ext uri="{FF2B5EF4-FFF2-40B4-BE49-F238E27FC236}">
                <a16:creationId xmlns:a16="http://schemas.microsoft.com/office/drawing/2014/main" id="{3A1B95D1-CFE9-44DA-9900-67552D3AC86F}"/>
              </a:ext>
            </a:extLst>
          </p:cNvPr>
          <p:cNvSpPr>
            <a:spLocks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4584">
            <a:extLst>
              <a:ext uri="{FF2B5EF4-FFF2-40B4-BE49-F238E27FC236}">
                <a16:creationId xmlns:a16="http://schemas.microsoft.com/office/drawing/2014/main" id="{535378DC-BBAB-485A-84C5-9F1404074AA4}"/>
              </a:ext>
            </a:extLst>
          </p:cNvPr>
          <p:cNvSpPr>
            <a:spLocks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4585">
            <a:extLst>
              <a:ext uri="{FF2B5EF4-FFF2-40B4-BE49-F238E27FC236}">
                <a16:creationId xmlns:a16="http://schemas.microsoft.com/office/drawing/2014/main" id="{EA8F34D2-8602-47C5-A188-174D664A673E}"/>
              </a:ext>
            </a:extLst>
          </p:cNvPr>
          <p:cNvSpPr>
            <a:spLocks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4586">
            <a:extLst>
              <a:ext uri="{FF2B5EF4-FFF2-40B4-BE49-F238E27FC236}">
                <a16:creationId xmlns:a16="http://schemas.microsoft.com/office/drawing/2014/main" id="{FF944F6C-90C0-4E6A-AABF-97B801F8B8D0}"/>
              </a:ext>
            </a:extLst>
          </p:cNvPr>
          <p:cNvSpPr>
            <a:spLocks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4587">
            <a:extLst>
              <a:ext uri="{FF2B5EF4-FFF2-40B4-BE49-F238E27FC236}">
                <a16:creationId xmlns:a16="http://schemas.microsoft.com/office/drawing/2014/main" id="{D9400439-EA8E-43DD-94B3-581E544BD395}"/>
              </a:ext>
            </a:extLst>
          </p:cNvPr>
          <p:cNvSpPr>
            <a:spLocks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4588">
            <a:extLst>
              <a:ext uri="{FF2B5EF4-FFF2-40B4-BE49-F238E27FC236}">
                <a16:creationId xmlns:a16="http://schemas.microsoft.com/office/drawing/2014/main" id="{F343AB33-48BB-45E7-82A7-D3CF8BC262D9}"/>
              </a:ext>
            </a:extLst>
          </p:cNvPr>
          <p:cNvSpPr>
            <a:spLocks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4589">
            <a:extLst>
              <a:ext uri="{FF2B5EF4-FFF2-40B4-BE49-F238E27FC236}">
                <a16:creationId xmlns:a16="http://schemas.microsoft.com/office/drawing/2014/main" id="{99664662-3DC1-4BF3-8F81-71F158E36E58}"/>
              </a:ext>
            </a:extLst>
          </p:cNvPr>
          <p:cNvSpPr>
            <a:spLocks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4590">
            <a:extLst>
              <a:ext uri="{FF2B5EF4-FFF2-40B4-BE49-F238E27FC236}">
                <a16:creationId xmlns:a16="http://schemas.microsoft.com/office/drawing/2014/main" id="{45BBE03C-E4AE-4F69-903F-B3BE0D4BC978}"/>
              </a:ext>
            </a:extLst>
          </p:cNvPr>
          <p:cNvSpPr>
            <a:spLocks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4591">
            <a:extLst>
              <a:ext uri="{FF2B5EF4-FFF2-40B4-BE49-F238E27FC236}">
                <a16:creationId xmlns:a16="http://schemas.microsoft.com/office/drawing/2014/main" id="{7E29BEDC-951F-4B5E-A937-23D6CF25A2F6}"/>
              </a:ext>
            </a:extLst>
          </p:cNvPr>
          <p:cNvSpPr>
            <a:spLocks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4592">
            <a:extLst>
              <a:ext uri="{FF2B5EF4-FFF2-40B4-BE49-F238E27FC236}">
                <a16:creationId xmlns:a16="http://schemas.microsoft.com/office/drawing/2014/main" id="{623218B3-80CF-4279-A6CE-957DCCCD0DCC}"/>
              </a:ext>
            </a:extLst>
          </p:cNvPr>
          <p:cNvSpPr>
            <a:spLocks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4593">
            <a:extLst>
              <a:ext uri="{FF2B5EF4-FFF2-40B4-BE49-F238E27FC236}">
                <a16:creationId xmlns:a16="http://schemas.microsoft.com/office/drawing/2014/main" id="{7F29A70C-7E74-401B-9691-C88497AA30DA}"/>
              </a:ext>
            </a:extLst>
          </p:cNvPr>
          <p:cNvSpPr>
            <a:spLocks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4594">
            <a:extLst>
              <a:ext uri="{FF2B5EF4-FFF2-40B4-BE49-F238E27FC236}">
                <a16:creationId xmlns:a16="http://schemas.microsoft.com/office/drawing/2014/main" id="{AB59C1F2-DF48-462C-8358-4430DC732A0F}"/>
              </a:ext>
            </a:extLst>
          </p:cNvPr>
          <p:cNvSpPr>
            <a:spLocks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4595">
            <a:extLst>
              <a:ext uri="{FF2B5EF4-FFF2-40B4-BE49-F238E27FC236}">
                <a16:creationId xmlns:a16="http://schemas.microsoft.com/office/drawing/2014/main" id="{1CDFE490-57AF-401B-8F86-06A380B53EE4}"/>
              </a:ext>
            </a:extLst>
          </p:cNvPr>
          <p:cNvSpPr>
            <a:spLocks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4596">
            <a:extLst>
              <a:ext uri="{FF2B5EF4-FFF2-40B4-BE49-F238E27FC236}">
                <a16:creationId xmlns:a16="http://schemas.microsoft.com/office/drawing/2014/main" id="{A8D11521-4CF6-449B-BC86-086D6D3E2C74}"/>
              </a:ext>
            </a:extLst>
          </p:cNvPr>
          <p:cNvSpPr>
            <a:spLocks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4597">
            <a:extLst>
              <a:ext uri="{FF2B5EF4-FFF2-40B4-BE49-F238E27FC236}">
                <a16:creationId xmlns:a16="http://schemas.microsoft.com/office/drawing/2014/main" id="{82FAEE15-E11F-4092-AE14-FC81DE1164EF}"/>
              </a:ext>
            </a:extLst>
          </p:cNvPr>
          <p:cNvSpPr>
            <a:spLocks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4598">
            <a:extLst>
              <a:ext uri="{FF2B5EF4-FFF2-40B4-BE49-F238E27FC236}">
                <a16:creationId xmlns:a16="http://schemas.microsoft.com/office/drawing/2014/main" id="{D5AE42E2-F0A2-4EE9-B5E9-054A4D1FDBDA}"/>
              </a:ext>
            </a:extLst>
          </p:cNvPr>
          <p:cNvSpPr>
            <a:spLocks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4599">
            <a:extLst>
              <a:ext uri="{FF2B5EF4-FFF2-40B4-BE49-F238E27FC236}">
                <a16:creationId xmlns:a16="http://schemas.microsoft.com/office/drawing/2014/main" id="{9381B789-B2EF-49BD-AA6B-44DFC4562B71}"/>
              </a:ext>
            </a:extLst>
          </p:cNvPr>
          <p:cNvSpPr>
            <a:spLocks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4600">
            <a:extLst>
              <a:ext uri="{FF2B5EF4-FFF2-40B4-BE49-F238E27FC236}">
                <a16:creationId xmlns:a16="http://schemas.microsoft.com/office/drawing/2014/main" id="{BAABD69D-D413-4C8D-B1D1-436671C1D51A}"/>
              </a:ext>
            </a:extLst>
          </p:cNvPr>
          <p:cNvSpPr>
            <a:spLocks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4601">
            <a:extLst>
              <a:ext uri="{FF2B5EF4-FFF2-40B4-BE49-F238E27FC236}">
                <a16:creationId xmlns:a16="http://schemas.microsoft.com/office/drawing/2014/main" id="{F7CCD731-474B-4B43-BF25-D9F0F84E1AD5}"/>
              </a:ext>
            </a:extLst>
          </p:cNvPr>
          <p:cNvSpPr>
            <a:spLocks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4602">
            <a:extLst>
              <a:ext uri="{FF2B5EF4-FFF2-40B4-BE49-F238E27FC236}">
                <a16:creationId xmlns:a16="http://schemas.microsoft.com/office/drawing/2014/main" id="{190D3DAE-FEDF-4F87-A984-52ED759D15DE}"/>
              </a:ext>
            </a:extLst>
          </p:cNvPr>
          <p:cNvSpPr>
            <a:spLocks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4603">
            <a:extLst>
              <a:ext uri="{FF2B5EF4-FFF2-40B4-BE49-F238E27FC236}">
                <a16:creationId xmlns:a16="http://schemas.microsoft.com/office/drawing/2014/main" id="{1391BB3A-72CA-4578-B5B9-78CED16B79D5}"/>
              </a:ext>
            </a:extLst>
          </p:cNvPr>
          <p:cNvSpPr>
            <a:spLocks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4604">
            <a:extLst>
              <a:ext uri="{FF2B5EF4-FFF2-40B4-BE49-F238E27FC236}">
                <a16:creationId xmlns:a16="http://schemas.microsoft.com/office/drawing/2014/main" id="{574D7D93-91B5-460D-BEFF-DAFF440D5354}"/>
              </a:ext>
            </a:extLst>
          </p:cNvPr>
          <p:cNvSpPr>
            <a:spLocks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4605">
            <a:extLst>
              <a:ext uri="{FF2B5EF4-FFF2-40B4-BE49-F238E27FC236}">
                <a16:creationId xmlns:a16="http://schemas.microsoft.com/office/drawing/2014/main" id="{CCBB0539-4517-4A1C-A985-14404C34D233}"/>
              </a:ext>
            </a:extLst>
          </p:cNvPr>
          <p:cNvSpPr>
            <a:spLocks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4606">
            <a:extLst>
              <a:ext uri="{FF2B5EF4-FFF2-40B4-BE49-F238E27FC236}">
                <a16:creationId xmlns:a16="http://schemas.microsoft.com/office/drawing/2014/main" id="{B951C65F-E000-468B-BF77-44498905E995}"/>
              </a:ext>
            </a:extLst>
          </p:cNvPr>
          <p:cNvSpPr>
            <a:spLocks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4607">
            <a:extLst>
              <a:ext uri="{FF2B5EF4-FFF2-40B4-BE49-F238E27FC236}">
                <a16:creationId xmlns:a16="http://schemas.microsoft.com/office/drawing/2014/main" id="{83E85228-5F75-47DE-9681-1C555B49ECC0}"/>
              </a:ext>
            </a:extLst>
          </p:cNvPr>
          <p:cNvSpPr>
            <a:spLocks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4608">
            <a:extLst>
              <a:ext uri="{FF2B5EF4-FFF2-40B4-BE49-F238E27FC236}">
                <a16:creationId xmlns:a16="http://schemas.microsoft.com/office/drawing/2014/main" id="{F4ED0F0F-D3DE-458F-AA6A-7183D4A4B270}"/>
              </a:ext>
            </a:extLst>
          </p:cNvPr>
          <p:cNvSpPr>
            <a:spLocks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4609">
            <a:extLst>
              <a:ext uri="{FF2B5EF4-FFF2-40B4-BE49-F238E27FC236}">
                <a16:creationId xmlns:a16="http://schemas.microsoft.com/office/drawing/2014/main" id="{37347056-FAB7-4397-9804-7F139695A0A0}"/>
              </a:ext>
            </a:extLst>
          </p:cNvPr>
          <p:cNvSpPr>
            <a:spLocks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4610">
            <a:extLst>
              <a:ext uri="{FF2B5EF4-FFF2-40B4-BE49-F238E27FC236}">
                <a16:creationId xmlns:a16="http://schemas.microsoft.com/office/drawing/2014/main" id="{03C3506B-3FE8-4F0B-BED6-7BBAD1825899}"/>
              </a:ext>
            </a:extLst>
          </p:cNvPr>
          <p:cNvSpPr>
            <a:spLocks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4611">
            <a:extLst>
              <a:ext uri="{FF2B5EF4-FFF2-40B4-BE49-F238E27FC236}">
                <a16:creationId xmlns:a16="http://schemas.microsoft.com/office/drawing/2014/main" id="{499B6670-08DF-4531-8533-7021A753A0BC}"/>
              </a:ext>
            </a:extLst>
          </p:cNvPr>
          <p:cNvSpPr>
            <a:spLocks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4612">
            <a:extLst>
              <a:ext uri="{FF2B5EF4-FFF2-40B4-BE49-F238E27FC236}">
                <a16:creationId xmlns:a16="http://schemas.microsoft.com/office/drawing/2014/main" id="{11AAED41-53E3-4813-A77C-77692553DB82}"/>
              </a:ext>
            </a:extLst>
          </p:cNvPr>
          <p:cNvSpPr>
            <a:spLocks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4613">
            <a:extLst>
              <a:ext uri="{FF2B5EF4-FFF2-40B4-BE49-F238E27FC236}">
                <a16:creationId xmlns:a16="http://schemas.microsoft.com/office/drawing/2014/main" id="{F16F0CFF-BCFA-4362-818C-1C6B6526F18F}"/>
              </a:ext>
            </a:extLst>
          </p:cNvPr>
          <p:cNvSpPr>
            <a:spLocks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4614">
            <a:extLst>
              <a:ext uri="{FF2B5EF4-FFF2-40B4-BE49-F238E27FC236}">
                <a16:creationId xmlns:a16="http://schemas.microsoft.com/office/drawing/2014/main" id="{8C437728-8F19-40DD-8E51-FB22B337813B}"/>
              </a:ext>
            </a:extLst>
          </p:cNvPr>
          <p:cNvSpPr>
            <a:spLocks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4615">
            <a:extLst>
              <a:ext uri="{FF2B5EF4-FFF2-40B4-BE49-F238E27FC236}">
                <a16:creationId xmlns:a16="http://schemas.microsoft.com/office/drawing/2014/main" id="{FAAAA1E8-0923-4D70-A3B7-E32FF5D0F5EC}"/>
              </a:ext>
            </a:extLst>
          </p:cNvPr>
          <p:cNvSpPr>
            <a:spLocks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4616">
            <a:extLst>
              <a:ext uri="{FF2B5EF4-FFF2-40B4-BE49-F238E27FC236}">
                <a16:creationId xmlns:a16="http://schemas.microsoft.com/office/drawing/2014/main" id="{95951BF2-5872-443E-AA08-EEA5D2C0414C}"/>
              </a:ext>
            </a:extLst>
          </p:cNvPr>
          <p:cNvSpPr>
            <a:spLocks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4617">
            <a:extLst>
              <a:ext uri="{FF2B5EF4-FFF2-40B4-BE49-F238E27FC236}">
                <a16:creationId xmlns:a16="http://schemas.microsoft.com/office/drawing/2014/main" id="{F4EFF587-AE1E-44E6-BB19-EFD34AD9FF6F}"/>
              </a:ext>
            </a:extLst>
          </p:cNvPr>
          <p:cNvSpPr>
            <a:spLocks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4618">
            <a:extLst>
              <a:ext uri="{FF2B5EF4-FFF2-40B4-BE49-F238E27FC236}">
                <a16:creationId xmlns:a16="http://schemas.microsoft.com/office/drawing/2014/main" id="{94556894-F490-40AD-9778-2EEC3E7C9AC4}"/>
              </a:ext>
            </a:extLst>
          </p:cNvPr>
          <p:cNvSpPr>
            <a:spLocks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4619">
            <a:extLst>
              <a:ext uri="{FF2B5EF4-FFF2-40B4-BE49-F238E27FC236}">
                <a16:creationId xmlns:a16="http://schemas.microsoft.com/office/drawing/2014/main" id="{30864BE7-8F17-41D2-B743-C428FAED3F2B}"/>
              </a:ext>
            </a:extLst>
          </p:cNvPr>
          <p:cNvSpPr>
            <a:spLocks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4620">
            <a:extLst>
              <a:ext uri="{FF2B5EF4-FFF2-40B4-BE49-F238E27FC236}">
                <a16:creationId xmlns:a16="http://schemas.microsoft.com/office/drawing/2014/main" id="{93CD1C19-0818-424A-A7B1-B1E8109713D8}"/>
              </a:ext>
            </a:extLst>
          </p:cNvPr>
          <p:cNvSpPr>
            <a:spLocks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4621">
            <a:extLst>
              <a:ext uri="{FF2B5EF4-FFF2-40B4-BE49-F238E27FC236}">
                <a16:creationId xmlns:a16="http://schemas.microsoft.com/office/drawing/2014/main" id="{12AA4836-51D9-40BF-B50B-8E9A7D0DC026}"/>
              </a:ext>
            </a:extLst>
          </p:cNvPr>
          <p:cNvSpPr>
            <a:spLocks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4622">
            <a:extLst>
              <a:ext uri="{FF2B5EF4-FFF2-40B4-BE49-F238E27FC236}">
                <a16:creationId xmlns:a16="http://schemas.microsoft.com/office/drawing/2014/main" id="{44D595BD-29B0-4B8A-86F9-D7B3C86420B6}"/>
              </a:ext>
            </a:extLst>
          </p:cNvPr>
          <p:cNvSpPr>
            <a:spLocks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4623">
            <a:extLst>
              <a:ext uri="{FF2B5EF4-FFF2-40B4-BE49-F238E27FC236}">
                <a16:creationId xmlns:a16="http://schemas.microsoft.com/office/drawing/2014/main" id="{A43B443C-10C9-4D58-97EC-E2C5667ED214}"/>
              </a:ext>
            </a:extLst>
          </p:cNvPr>
          <p:cNvSpPr>
            <a:spLocks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4624">
            <a:extLst>
              <a:ext uri="{FF2B5EF4-FFF2-40B4-BE49-F238E27FC236}">
                <a16:creationId xmlns:a16="http://schemas.microsoft.com/office/drawing/2014/main" id="{89F5809C-ED10-45DD-9B5F-7F698CB6D23F}"/>
              </a:ext>
            </a:extLst>
          </p:cNvPr>
          <p:cNvSpPr>
            <a:spLocks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4625">
            <a:extLst>
              <a:ext uri="{FF2B5EF4-FFF2-40B4-BE49-F238E27FC236}">
                <a16:creationId xmlns:a16="http://schemas.microsoft.com/office/drawing/2014/main" id="{C780CAE5-6FD7-4C95-B28B-A6DCD901D8F4}"/>
              </a:ext>
            </a:extLst>
          </p:cNvPr>
          <p:cNvSpPr>
            <a:spLocks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4626">
            <a:extLst>
              <a:ext uri="{FF2B5EF4-FFF2-40B4-BE49-F238E27FC236}">
                <a16:creationId xmlns:a16="http://schemas.microsoft.com/office/drawing/2014/main" id="{7AEE35E4-5F43-4B89-A4F1-6D8E42D8271B}"/>
              </a:ext>
            </a:extLst>
          </p:cNvPr>
          <p:cNvSpPr>
            <a:spLocks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4627">
            <a:extLst>
              <a:ext uri="{FF2B5EF4-FFF2-40B4-BE49-F238E27FC236}">
                <a16:creationId xmlns:a16="http://schemas.microsoft.com/office/drawing/2014/main" id="{B3D86D7A-700B-4F31-A5C1-C06AD651241B}"/>
              </a:ext>
            </a:extLst>
          </p:cNvPr>
          <p:cNvSpPr>
            <a:spLocks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4628">
            <a:extLst>
              <a:ext uri="{FF2B5EF4-FFF2-40B4-BE49-F238E27FC236}">
                <a16:creationId xmlns:a16="http://schemas.microsoft.com/office/drawing/2014/main" id="{0CD84E71-A652-4E68-AE9F-3EB40E55879A}"/>
              </a:ext>
            </a:extLst>
          </p:cNvPr>
          <p:cNvSpPr>
            <a:spLocks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4629">
            <a:extLst>
              <a:ext uri="{FF2B5EF4-FFF2-40B4-BE49-F238E27FC236}">
                <a16:creationId xmlns:a16="http://schemas.microsoft.com/office/drawing/2014/main" id="{5EB705B2-755C-4517-9305-69D4C7F308AF}"/>
              </a:ext>
            </a:extLst>
          </p:cNvPr>
          <p:cNvSpPr>
            <a:spLocks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4630">
            <a:extLst>
              <a:ext uri="{FF2B5EF4-FFF2-40B4-BE49-F238E27FC236}">
                <a16:creationId xmlns:a16="http://schemas.microsoft.com/office/drawing/2014/main" id="{0F1A9F8C-E96D-4C71-B62F-9D675C9535AD}"/>
              </a:ext>
            </a:extLst>
          </p:cNvPr>
          <p:cNvSpPr>
            <a:spLocks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4631">
            <a:extLst>
              <a:ext uri="{FF2B5EF4-FFF2-40B4-BE49-F238E27FC236}">
                <a16:creationId xmlns:a16="http://schemas.microsoft.com/office/drawing/2014/main" id="{E1D7765B-1031-432D-8C02-553151CCF723}"/>
              </a:ext>
            </a:extLst>
          </p:cNvPr>
          <p:cNvSpPr>
            <a:spLocks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4632">
            <a:extLst>
              <a:ext uri="{FF2B5EF4-FFF2-40B4-BE49-F238E27FC236}">
                <a16:creationId xmlns:a16="http://schemas.microsoft.com/office/drawing/2014/main" id="{25A6B1E1-B362-4123-942B-FDDB7814AA35}"/>
              </a:ext>
            </a:extLst>
          </p:cNvPr>
          <p:cNvSpPr>
            <a:spLocks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4633">
            <a:extLst>
              <a:ext uri="{FF2B5EF4-FFF2-40B4-BE49-F238E27FC236}">
                <a16:creationId xmlns:a16="http://schemas.microsoft.com/office/drawing/2014/main" id="{4171E6AA-55B3-41BD-8559-53F50F7E3A92}"/>
              </a:ext>
            </a:extLst>
          </p:cNvPr>
          <p:cNvSpPr>
            <a:spLocks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4634">
            <a:extLst>
              <a:ext uri="{FF2B5EF4-FFF2-40B4-BE49-F238E27FC236}">
                <a16:creationId xmlns:a16="http://schemas.microsoft.com/office/drawing/2014/main" id="{B877EE05-66F3-4324-9F49-501EF97A9FA1}"/>
              </a:ext>
            </a:extLst>
          </p:cNvPr>
          <p:cNvSpPr>
            <a:spLocks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4635">
            <a:extLst>
              <a:ext uri="{FF2B5EF4-FFF2-40B4-BE49-F238E27FC236}">
                <a16:creationId xmlns:a16="http://schemas.microsoft.com/office/drawing/2014/main" id="{02FC0531-664C-40EE-937C-B7275C20BB2E}"/>
              </a:ext>
            </a:extLst>
          </p:cNvPr>
          <p:cNvSpPr>
            <a:spLocks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4636">
            <a:extLst>
              <a:ext uri="{FF2B5EF4-FFF2-40B4-BE49-F238E27FC236}">
                <a16:creationId xmlns:a16="http://schemas.microsoft.com/office/drawing/2014/main" id="{7C1C2E83-B005-40E0-B32A-C7AEE235A81D}"/>
              </a:ext>
            </a:extLst>
          </p:cNvPr>
          <p:cNvSpPr>
            <a:spLocks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4637">
            <a:extLst>
              <a:ext uri="{FF2B5EF4-FFF2-40B4-BE49-F238E27FC236}">
                <a16:creationId xmlns:a16="http://schemas.microsoft.com/office/drawing/2014/main" id="{5DB50FAC-18EB-423B-8E24-0590CBA99F96}"/>
              </a:ext>
            </a:extLst>
          </p:cNvPr>
          <p:cNvSpPr>
            <a:spLocks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4638">
            <a:extLst>
              <a:ext uri="{FF2B5EF4-FFF2-40B4-BE49-F238E27FC236}">
                <a16:creationId xmlns:a16="http://schemas.microsoft.com/office/drawing/2014/main" id="{B7110759-752B-4180-A248-1D3D48ADE6B7}"/>
              </a:ext>
            </a:extLst>
          </p:cNvPr>
          <p:cNvSpPr>
            <a:spLocks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4639">
            <a:extLst>
              <a:ext uri="{FF2B5EF4-FFF2-40B4-BE49-F238E27FC236}">
                <a16:creationId xmlns:a16="http://schemas.microsoft.com/office/drawing/2014/main" id="{3E70D90B-959C-4DFD-AF52-0615FF8E5196}"/>
              </a:ext>
            </a:extLst>
          </p:cNvPr>
          <p:cNvSpPr>
            <a:spLocks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4640">
            <a:extLst>
              <a:ext uri="{FF2B5EF4-FFF2-40B4-BE49-F238E27FC236}">
                <a16:creationId xmlns:a16="http://schemas.microsoft.com/office/drawing/2014/main" id="{DA963822-C224-4A22-8CCE-17F2122FBD27}"/>
              </a:ext>
            </a:extLst>
          </p:cNvPr>
          <p:cNvSpPr>
            <a:spLocks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4641">
            <a:extLst>
              <a:ext uri="{FF2B5EF4-FFF2-40B4-BE49-F238E27FC236}">
                <a16:creationId xmlns:a16="http://schemas.microsoft.com/office/drawing/2014/main" id="{3C4E8CB8-7811-4336-A89F-3EC4BA361AD5}"/>
              </a:ext>
            </a:extLst>
          </p:cNvPr>
          <p:cNvSpPr>
            <a:spLocks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4642">
            <a:extLst>
              <a:ext uri="{FF2B5EF4-FFF2-40B4-BE49-F238E27FC236}">
                <a16:creationId xmlns:a16="http://schemas.microsoft.com/office/drawing/2014/main" id="{F753FFD2-7A20-4D93-B963-6A20CB7D2AB7}"/>
              </a:ext>
            </a:extLst>
          </p:cNvPr>
          <p:cNvSpPr>
            <a:spLocks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4643">
            <a:extLst>
              <a:ext uri="{FF2B5EF4-FFF2-40B4-BE49-F238E27FC236}">
                <a16:creationId xmlns:a16="http://schemas.microsoft.com/office/drawing/2014/main" id="{E13AE2F5-0A73-42C1-8B7E-88A8D3C0534B}"/>
              </a:ext>
            </a:extLst>
          </p:cNvPr>
          <p:cNvSpPr>
            <a:spLocks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4644">
            <a:extLst>
              <a:ext uri="{FF2B5EF4-FFF2-40B4-BE49-F238E27FC236}">
                <a16:creationId xmlns:a16="http://schemas.microsoft.com/office/drawing/2014/main" id="{46CD7BAD-80F3-4443-BE7F-BB54AFC1BB30}"/>
              </a:ext>
            </a:extLst>
          </p:cNvPr>
          <p:cNvSpPr>
            <a:spLocks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4645">
            <a:extLst>
              <a:ext uri="{FF2B5EF4-FFF2-40B4-BE49-F238E27FC236}">
                <a16:creationId xmlns:a16="http://schemas.microsoft.com/office/drawing/2014/main" id="{979DA1A6-2B9E-4370-B236-F0E5A22CBE0E}"/>
              </a:ext>
            </a:extLst>
          </p:cNvPr>
          <p:cNvSpPr>
            <a:spLocks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4646">
            <a:extLst>
              <a:ext uri="{FF2B5EF4-FFF2-40B4-BE49-F238E27FC236}">
                <a16:creationId xmlns:a16="http://schemas.microsoft.com/office/drawing/2014/main" id="{6BEA45A1-90E2-46E3-B69C-7974900DA61B}"/>
              </a:ext>
            </a:extLst>
          </p:cNvPr>
          <p:cNvSpPr>
            <a:spLocks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4647">
            <a:extLst>
              <a:ext uri="{FF2B5EF4-FFF2-40B4-BE49-F238E27FC236}">
                <a16:creationId xmlns:a16="http://schemas.microsoft.com/office/drawing/2014/main" id="{6D08EADA-7115-40B2-98DD-2D0FAB022A89}"/>
              </a:ext>
            </a:extLst>
          </p:cNvPr>
          <p:cNvSpPr>
            <a:spLocks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4648">
            <a:extLst>
              <a:ext uri="{FF2B5EF4-FFF2-40B4-BE49-F238E27FC236}">
                <a16:creationId xmlns:a16="http://schemas.microsoft.com/office/drawing/2014/main" id="{395FEB35-5A4A-44CD-81F4-368C1E268798}"/>
              </a:ext>
            </a:extLst>
          </p:cNvPr>
          <p:cNvSpPr>
            <a:spLocks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4649">
            <a:extLst>
              <a:ext uri="{FF2B5EF4-FFF2-40B4-BE49-F238E27FC236}">
                <a16:creationId xmlns:a16="http://schemas.microsoft.com/office/drawing/2014/main" id="{8C1E0457-7209-41FB-962C-BFCBD92C21D0}"/>
              </a:ext>
            </a:extLst>
          </p:cNvPr>
          <p:cNvSpPr>
            <a:spLocks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4650">
            <a:extLst>
              <a:ext uri="{FF2B5EF4-FFF2-40B4-BE49-F238E27FC236}">
                <a16:creationId xmlns:a16="http://schemas.microsoft.com/office/drawing/2014/main" id="{9F429977-6839-4EDD-882D-533D2799BDE5}"/>
              </a:ext>
            </a:extLst>
          </p:cNvPr>
          <p:cNvSpPr>
            <a:spLocks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4651">
            <a:extLst>
              <a:ext uri="{FF2B5EF4-FFF2-40B4-BE49-F238E27FC236}">
                <a16:creationId xmlns:a16="http://schemas.microsoft.com/office/drawing/2014/main" id="{F3A185AB-277E-4555-9789-9F10E9C9D896}"/>
              </a:ext>
            </a:extLst>
          </p:cNvPr>
          <p:cNvSpPr>
            <a:spLocks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4652">
            <a:extLst>
              <a:ext uri="{FF2B5EF4-FFF2-40B4-BE49-F238E27FC236}">
                <a16:creationId xmlns:a16="http://schemas.microsoft.com/office/drawing/2014/main" id="{8A2AC61F-37F1-440E-A7E9-D057F03AF14E}"/>
              </a:ext>
            </a:extLst>
          </p:cNvPr>
          <p:cNvSpPr>
            <a:spLocks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4653">
            <a:extLst>
              <a:ext uri="{FF2B5EF4-FFF2-40B4-BE49-F238E27FC236}">
                <a16:creationId xmlns:a16="http://schemas.microsoft.com/office/drawing/2014/main" id="{923D1D17-94DA-439A-A3E2-EBF7EBAC52C6}"/>
              </a:ext>
            </a:extLst>
          </p:cNvPr>
          <p:cNvSpPr>
            <a:spLocks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4654">
            <a:extLst>
              <a:ext uri="{FF2B5EF4-FFF2-40B4-BE49-F238E27FC236}">
                <a16:creationId xmlns:a16="http://schemas.microsoft.com/office/drawing/2014/main" id="{12B75D46-22FC-4AE1-A4D8-5B042B1B2E2E}"/>
              </a:ext>
            </a:extLst>
          </p:cNvPr>
          <p:cNvSpPr>
            <a:spLocks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4655">
            <a:extLst>
              <a:ext uri="{FF2B5EF4-FFF2-40B4-BE49-F238E27FC236}">
                <a16:creationId xmlns:a16="http://schemas.microsoft.com/office/drawing/2014/main" id="{A2B32FAA-1938-488A-80B9-81B691F6E54F}"/>
              </a:ext>
            </a:extLst>
          </p:cNvPr>
          <p:cNvSpPr>
            <a:spLocks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4656">
            <a:extLst>
              <a:ext uri="{FF2B5EF4-FFF2-40B4-BE49-F238E27FC236}">
                <a16:creationId xmlns:a16="http://schemas.microsoft.com/office/drawing/2014/main" id="{055E1677-A5EA-4A74-945D-A0807C9E1F91}"/>
              </a:ext>
            </a:extLst>
          </p:cNvPr>
          <p:cNvSpPr>
            <a:spLocks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4657">
            <a:extLst>
              <a:ext uri="{FF2B5EF4-FFF2-40B4-BE49-F238E27FC236}">
                <a16:creationId xmlns:a16="http://schemas.microsoft.com/office/drawing/2014/main" id="{6CEFE206-A0E2-4888-BEF7-0D255950F31E}"/>
              </a:ext>
            </a:extLst>
          </p:cNvPr>
          <p:cNvSpPr>
            <a:spLocks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4658">
            <a:extLst>
              <a:ext uri="{FF2B5EF4-FFF2-40B4-BE49-F238E27FC236}">
                <a16:creationId xmlns:a16="http://schemas.microsoft.com/office/drawing/2014/main" id="{902AAF42-3F86-4B5E-B016-C06A9C423C0D}"/>
              </a:ext>
            </a:extLst>
          </p:cNvPr>
          <p:cNvSpPr>
            <a:spLocks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4659">
            <a:extLst>
              <a:ext uri="{FF2B5EF4-FFF2-40B4-BE49-F238E27FC236}">
                <a16:creationId xmlns:a16="http://schemas.microsoft.com/office/drawing/2014/main" id="{968F38F7-988A-4B63-899F-5892C6207582}"/>
              </a:ext>
            </a:extLst>
          </p:cNvPr>
          <p:cNvSpPr>
            <a:spLocks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4660">
            <a:extLst>
              <a:ext uri="{FF2B5EF4-FFF2-40B4-BE49-F238E27FC236}">
                <a16:creationId xmlns:a16="http://schemas.microsoft.com/office/drawing/2014/main" id="{44865423-AC7C-4D86-8FC2-DF15B23C3588}"/>
              </a:ext>
            </a:extLst>
          </p:cNvPr>
          <p:cNvSpPr>
            <a:spLocks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4661">
            <a:extLst>
              <a:ext uri="{FF2B5EF4-FFF2-40B4-BE49-F238E27FC236}">
                <a16:creationId xmlns:a16="http://schemas.microsoft.com/office/drawing/2014/main" id="{89EB03FD-98B9-4371-8F6D-72B5897520CC}"/>
              </a:ext>
            </a:extLst>
          </p:cNvPr>
          <p:cNvSpPr>
            <a:spLocks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4662">
            <a:extLst>
              <a:ext uri="{FF2B5EF4-FFF2-40B4-BE49-F238E27FC236}">
                <a16:creationId xmlns:a16="http://schemas.microsoft.com/office/drawing/2014/main" id="{37BB222D-D306-4139-BEB6-3626A8A0CA1B}"/>
              </a:ext>
            </a:extLst>
          </p:cNvPr>
          <p:cNvSpPr>
            <a:spLocks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4663">
            <a:extLst>
              <a:ext uri="{FF2B5EF4-FFF2-40B4-BE49-F238E27FC236}">
                <a16:creationId xmlns:a16="http://schemas.microsoft.com/office/drawing/2014/main" id="{171D3E99-C0A6-47AF-A7BE-46FB8B9EE0A8}"/>
              </a:ext>
            </a:extLst>
          </p:cNvPr>
          <p:cNvSpPr>
            <a:spLocks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4664">
            <a:extLst>
              <a:ext uri="{FF2B5EF4-FFF2-40B4-BE49-F238E27FC236}">
                <a16:creationId xmlns:a16="http://schemas.microsoft.com/office/drawing/2014/main" id="{3CA3E3E2-FAE5-43E6-A59F-3A7D00C4DA67}"/>
              </a:ext>
            </a:extLst>
          </p:cNvPr>
          <p:cNvSpPr>
            <a:spLocks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4665">
            <a:extLst>
              <a:ext uri="{FF2B5EF4-FFF2-40B4-BE49-F238E27FC236}">
                <a16:creationId xmlns:a16="http://schemas.microsoft.com/office/drawing/2014/main" id="{40F47D91-84D9-4C3D-9B4A-333AEEC0A63C}"/>
              </a:ext>
            </a:extLst>
          </p:cNvPr>
          <p:cNvSpPr>
            <a:spLocks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4666">
            <a:extLst>
              <a:ext uri="{FF2B5EF4-FFF2-40B4-BE49-F238E27FC236}">
                <a16:creationId xmlns:a16="http://schemas.microsoft.com/office/drawing/2014/main" id="{DA90DAE7-655D-4A2D-8324-8DB3228A8C99}"/>
              </a:ext>
            </a:extLst>
          </p:cNvPr>
          <p:cNvSpPr>
            <a:spLocks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4667">
            <a:extLst>
              <a:ext uri="{FF2B5EF4-FFF2-40B4-BE49-F238E27FC236}">
                <a16:creationId xmlns:a16="http://schemas.microsoft.com/office/drawing/2014/main" id="{2CBD6FC0-C50D-4CC3-A963-662F089EB5C2}"/>
              </a:ext>
            </a:extLst>
          </p:cNvPr>
          <p:cNvSpPr>
            <a:spLocks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4668">
            <a:extLst>
              <a:ext uri="{FF2B5EF4-FFF2-40B4-BE49-F238E27FC236}">
                <a16:creationId xmlns:a16="http://schemas.microsoft.com/office/drawing/2014/main" id="{FCB8CDA0-9A1E-4682-BC6A-6D1B64C2CAB3}"/>
              </a:ext>
            </a:extLst>
          </p:cNvPr>
          <p:cNvSpPr>
            <a:spLocks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4669">
            <a:extLst>
              <a:ext uri="{FF2B5EF4-FFF2-40B4-BE49-F238E27FC236}">
                <a16:creationId xmlns:a16="http://schemas.microsoft.com/office/drawing/2014/main" id="{138F73B3-C43C-4227-AD98-A13BD72D88F5}"/>
              </a:ext>
            </a:extLst>
          </p:cNvPr>
          <p:cNvSpPr>
            <a:spLocks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4670">
            <a:extLst>
              <a:ext uri="{FF2B5EF4-FFF2-40B4-BE49-F238E27FC236}">
                <a16:creationId xmlns:a16="http://schemas.microsoft.com/office/drawing/2014/main" id="{74FF5B71-78DD-4E70-A664-20A4F12BDD77}"/>
              </a:ext>
            </a:extLst>
          </p:cNvPr>
          <p:cNvSpPr>
            <a:spLocks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4671">
            <a:extLst>
              <a:ext uri="{FF2B5EF4-FFF2-40B4-BE49-F238E27FC236}">
                <a16:creationId xmlns:a16="http://schemas.microsoft.com/office/drawing/2014/main" id="{14553FB6-4675-43D9-8F8F-B14E14559300}"/>
              </a:ext>
            </a:extLst>
          </p:cNvPr>
          <p:cNvSpPr>
            <a:spLocks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4672">
            <a:extLst>
              <a:ext uri="{FF2B5EF4-FFF2-40B4-BE49-F238E27FC236}">
                <a16:creationId xmlns:a16="http://schemas.microsoft.com/office/drawing/2014/main" id="{4EA0327F-CBAB-4A6C-BDFC-FE120303BF90}"/>
              </a:ext>
            </a:extLst>
          </p:cNvPr>
          <p:cNvSpPr>
            <a:spLocks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4673">
            <a:extLst>
              <a:ext uri="{FF2B5EF4-FFF2-40B4-BE49-F238E27FC236}">
                <a16:creationId xmlns:a16="http://schemas.microsoft.com/office/drawing/2014/main" id="{B98F4A83-93CB-4F96-B207-2634E5B8BEEB}"/>
              </a:ext>
            </a:extLst>
          </p:cNvPr>
          <p:cNvSpPr>
            <a:spLocks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4674">
            <a:extLst>
              <a:ext uri="{FF2B5EF4-FFF2-40B4-BE49-F238E27FC236}">
                <a16:creationId xmlns:a16="http://schemas.microsoft.com/office/drawing/2014/main" id="{76DCDA8B-7D35-445A-95A2-91C2CD1A0395}"/>
              </a:ext>
            </a:extLst>
          </p:cNvPr>
          <p:cNvSpPr>
            <a:spLocks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4675">
            <a:extLst>
              <a:ext uri="{FF2B5EF4-FFF2-40B4-BE49-F238E27FC236}">
                <a16:creationId xmlns:a16="http://schemas.microsoft.com/office/drawing/2014/main" id="{6BDAF183-D0F9-4E39-A211-A0E353055142}"/>
              </a:ext>
            </a:extLst>
          </p:cNvPr>
          <p:cNvSpPr>
            <a:spLocks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4676">
            <a:extLst>
              <a:ext uri="{FF2B5EF4-FFF2-40B4-BE49-F238E27FC236}">
                <a16:creationId xmlns:a16="http://schemas.microsoft.com/office/drawing/2014/main" id="{4FB1BA38-CAAE-40F1-BE5A-84C5CF7DA26F}"/>
              </a:ext>
            </a:extLst>
          </p:cNvPr>
          <p:cNvSpPr>
            <a:spLocks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4677">
            <a:extLst>
              <a:ext uri="{FF2B5EF4-FFF2-40B4-BE49-F238E27FC236}">
                <a16:creationId xmlns:a16="http://schemas.microsoft.com/office/drawing/2014/main" id="{2517CBFD-1531-4BF2-B77E-A6791F0D7FBF}"/>
              </a:ext>
            </a:extLst>
          </p:cNvPr>
          <p:cNvSpPr>
            <a:spLocks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4678">
            <a:extLst>
              <a:ext uri="{FF2B5EF4-FFF2-40B4-BE49-F238E27FC236}">
                <a16:creationId xmlns:a16="http://schemas.microsoft.com/office/drawing/2014/main" id="{F927BE6F-A8FE-4146-84B2-A61A5FD45AD8}"/>
              </a:ext>
            </a:extLst>
          </p:cNvPr>
          <p:cNvSpPr>
            <a:spLocks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4679">
            <a:extLst>
              <a:ext uri="{FF2B5EF4-FFF2-40B4-BE49-F238E27FC236}">
                <a16:creationId xmlns:a16="http://schemas.microsoft.com/office/drawing/2014/main" id="{48491B49-DF49-4B9C-959E-FCC5059F056D}"/>
              </a:ext>
            </a:extLst>
          </p:cNvPr>
          <p:cNvSpPr>
            <a:spLocks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4680">
            <a:extLst>
              <a:ext uri="{FF2B5EF4-FFF2-40B4-BE49-F238E27FC236}">
                <a16:creationId xmlns:a16="http://schemas.microsoft.com/office/drawing/2014/main" id="{B7E081F0-3636-4AB4-AB46-87B753860E2F}"/>
              </a:ext>
            </a:extLst>
          </p:cNvPr>
          <p:cNvSpPr>
            <a:spLocks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4681">
            <a:extLst>
              <a:ext uri="{FF2B5EF4-FFF2-40B4-BE49-F238E27FC236}">
                <a16:creationId xmlns:a16="http://schemas.microsoft.com/office/drawing/2014/main" id="{1B311D91-929D-44D7-8AFD-65661C550CF9}"/>
              </a:ext>
            </a:extLst>
          </p:cNvPr>
          <p:cNvSpPr>
            <a:spLocks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4682">
            <a:extLst>
              <a:ext uri="{FF2B5EF4-FFF2-40B4-BE49-F238E27FC236}">
                <a16:creationId xmlns:a16="http://schemas.microsoft.com/office/drawing/2014/main" id="{F7CB00D2-AAF2-4667-9F97-826D7732B087}"/>
              </a:ext>
            </a:extLst>
          </p:cNvPr>
          <p:cNvSpPr>
            <a:spLocks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4683">
            <a:extLst>
              <a:ext uri="{FF2B5EF4-FFF2-40B4-BE49-F238E27FC236}">
                <a16:creationId xmlns:a16="http://schemas.microsoft.com/office/drawing/2014/main" id="{0D9A74E2-F12C-4E6F-B4B2-6AFEEBFA50B5}"/>
              </a:ext>
            </a:extLst>
          </p:cNvPr>
          <p:cNvSpPr>
            <a:spLocks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4684">
            <a:extLst>
              <a:ext uri="{FF2B5EF4-FFF2-40B4-BE49-F238E27FC236}">
                <a16:creationId xmlns:a16="http://schemas.microsoft.com/office/drawing/2014/main" id="{C7159F19-86E6-429F-BB9C-181F568B30EE}"/>
              </a:ext>
            </a:extLst>
          </p:cNvPr>
          <p:cNvSpPr>
            <a:spLocks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4685">
            <a:extLst>
              <a:ext uri="{FF2B5EF4-FFF2-40B4-BE49-F238E27FC236}">
                <a16:creationId xmlns:a16="http://schemas.microsoft.com/office/drawing/2014/main" id="{961012CE-EC93-4E25-A7F9-0282B702EDB3}"/>
              </a:ext>
            </a:extLst>
          </p:cNvPr>
          <p:cNvSpPr>
            <a:spLocks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4686">
            <a:extLst>
              <a:ext uri="{FF2B5EF4-FFF2-40B4-BE49-F238E27FC236}">
                <a16:creationId xmlns:a16="http://schemas.microsoft.com/office/drawing/2014/main" id="{4DA7B4F5-34EF-450D-82F5-61D842DD439E}"/>
              </a:ext>
            </a:extLst>
          </p:cNvPr>
          <p:cNvSpPr>
            <a:spLocks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4687">
            <a:extLst>
              <a:ext uri="{FF2B5EF4-FFF2-40B4-BE49-F238E27FC236}">
                <a16:creationId xmlns:a16="http://schemas.microsoft.com/office/drawing/2014/main" id="{1CE891F2-3E3B-43DE-A6F8-824EC92F696D}"/>
              </a:ext>
            </a:extLst>
          </p:cNvPr>
          <p:cNvSpPr>
            <a:spLocks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4688">
            <a:extLst>
              <a:ext uri="{FF2B5EF4-FFF2-40B4-BE49-F238E27FC236}">
                <a16:creationId xmlns:a16="http://schemas.microsoft.com/office/drawing/2014/main" id="{99923EC1-D859-4170-8FF6-50056DBAD625}"/>
              </a:ext>
            </a:extLst>
          </p:cNvPr>
          <p:cNvSpPr>
            <a:spLocks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4689">
            <a:extLst>
              <a:ext uri="{FF2B5EF4-FFF2-40B4-BE49-F238E27FC236}">
                <a16:creationId xmlns:a16="http://schemas.microsoft.com/office/drawing/2014/main" id="{32FE54A9-8FB4-4B46-B0DA-6C47649F96BF}"/>
              </a:ext>
            </a:extLst>
          </p:cNvPr>
          <p:cNvSpPr>
            <a:spLocks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4690">
            <a:extLst>
              <a:ext uri="{FF2B5EF4-FFF2-40B4-BE49-F238E27FC236}">
                <a16:creationId xmlns:a16="http://schemas.microsoft.com/office/drawing/2014/main" id="{0F09DF11-5585-481E-B3E3-CC124C99FA16}"/>
              </a:ext>
            </a:extLst>
          </p:cNvPr>
          <p:cNvSpPr>
            <a:spLocks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4691">
            <a:extLst>
              <a:ext uri="{FF2B5EF4-FFF2-40B4-BE49-F238E27FC236}">
                <a16:creationId xmlns:a16="http://schemas.microsoft.com/office/drawing/2014/main" id="{E197C282-526F-4491-A85D-599C5DE1AFA0}"/>
              </a:ext>
            </a:extLst>
          </p:cNvPr>
          <p:cNvSpPr>
            <a:spLocks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4692">
            <a:extLst>
              <a:ext uri="{FF2B5EF4-FFF2-40B4-BE49-F238E27FC236}">
                <a16:creationId xmlns:a16="http://schemas.microsoft.com/office/drawing/2014/main" id="{29309CA3-3836-4A0A-B687-4A5460960713}"/>
              </a:ext>
            </a:extLst>
          </p:cNvPr>
          <p:cNvSpPr>
            <a:spLocks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4693">
            <a:extLst>
              <a:ext uri="{FF2B5EF4-FFF2-40B4-BE49-F238E27FC236}">
                <a16:creationId xmlns:a16="http://schemas.microsoft.com/office/drawing/2014/main" id="{BBA57A5C-4142-4EBF-A108-292A85F0D467}"/>
              </a:ext>
            </a:extLst>
          </p:cNvPr>
          <p:cNvSpPr>
            <a:spLocks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4694">
            <a:extLst>
              <a:ext uri="{FF2B5EF4-FFF2-40B4-BE49-F238E27FC236}">
                <a16:creationId xmlns:a16="http://schemas.microsoft.com/office/drawing/2014/main" id="{9CFD560E-81A2-4338-8AFB-046734D6CA98}"/>
              </a:ext>
            </a:extLst>
          </p:cNvPr>
          <p:cNvSpPr>
            <a:spLocks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4695">
            <a:extLst>
              <a:ext uri="{FF2B5EF4-FFF2-40B4-BE49-F238E27FC236}">
                <a16:creationId xmlns:a16="http://schemas.microsoft.com/office/drawing/2014/main" id="{AF74E1CF-779D-4996-8BBA-314718760B7C}"/>
              </a:ext>
            </a:extLst>
          </p:cNvPr>
          <p:cNvSpPr>
            <a:spLocks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4696">
            <a:extLst>
              <a:ext uri="{FF2B5EF4-FFF2-40B4-BE49-F238E27FC236}">
                <a16:creationId xmlns:a16="http://schemas.microsoft.com/office/drawing/2014/main" id="{DA37BA35-EAE7-4A3A-8725-505A2927B10B}"/>
              </a:ext>
            </a:extLst>
          </p:cNvPr>
          <p:cNvSpPr>
            <a:spLocks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4697">
            <a:extLst>
              <a:ext uri="{FF2B5EF4-FFF2-40B4-BE49-F238E27FC236}">
                <a16:creationId xmlns:a16="http://schemas.microsoft.com/office/drawing/2014/main" id="{E43466FD-AF8B-427E-AEA6-1811F67818D2}"/>
              </a:ext>
            </a:extLst>
          </p:cNvPr>
          <p:cNvSpPr>
            <a:spLocks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4698">
            <a:extLst>
              <a:ext uri="{FF2B5EF4-FFF2-40B4-BE49-F238E27FC236}">
                <a16:creationId xmlns:a16="http://schemas.microsoft.com/office/drawing/2014/main" id="{1517918F-E3C7-4681-B22E-0DDF5735D762}"/>
              </a:ext>
            </a:extLst>
          </p:cNvPr>
          <p:cNvSpPr>
            <a:spLocks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4699">
            <a:extLst>
              <a:ext uri="{FF2B5EF4-FFF2-40B4-BE49-F238E27FC236}">
                <a16:creationId xmlns:a16="http://schemas.microsoft.com/office/drawing/2014/main" id="{5BCA2C5B-714E-4E03-AC90-750572B8B7B2}"/>
              </a:ext>
            </a:extLst>
          </p:cNvPr>
          <p:cNvSpPr>
            <a:spLocks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4700">
            <a:extLst>
              <a:ext uri="{FF2B5EF4-FFF2-40B4-BE49-F238E27FC236}">
                <a16:creationId xmlns:a16="http://schemas.microsoft.com/office/drawing/2014/main" id="{38F7E88C-4605-4794-9882-03880D68F50E}"/>
              </a:ext>
            </a:extLst>
          </p:cNvPr>
          <p:cNvSpPr>
            <a:spLocks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4701">
            <a:extLst>
              <a:ext uri="{FF2B5EF4-FFF2-40B4-BE49-F238E27FC236}">
                <a16:creationId xmlns:a16="http://schemas.microsoft.com/office/drawing/2014/main" id="{B1BEAF10-A46A-4345-9DE5-FE2ED0A2F2BA}"/>
              </a:ext>
            </a:extLst>
          </p:cNvPr>
          <p:cNvSpPr>
            <a:spLocks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4702">
            <a:extLst>
              <a:ext uri="{FF2B5EF4-FFF2-40B4-BE49-F238E27FC236}">
                <a16:creationId xmlns:a16="http://schemas.microsoft.com/office/drawing/2014/main" id="{EA96EAE5-7850-42D3-AFEC-0DA46C17DF3B}"/>
              </a:ext>
            </a:extLst>
          </p:cNvPr>
          <p:cNvSpPr>
            <a:spLocks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4703">
            <a:extLst>
              <a:ext uri="{FF2B5EF4-FFF2-40B4-BE49-F238E27FC236}">
                <a16:creationId xmlns:a16="http://schemas.microsoft.com/office/drawing/2014/main" id="{BA652313-949E-4494-80C3-7F3CDC4A93AC}"/>
              </a:ext>
            </a:extLst>
          </p:cNvPr>
          <p:cNvSpPr>
            <a:spLocks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4704">
            <a:extLst>
              <a:ext uri="{FF2B5EF4-FFF2-40B4-BE49-F238E27FC236}">
                <a16:creationId xmlns:a16="http://schemas.microsoft.com/office/drawing/2014/main" id="{E3F47B9A-993A-4B0C-A2B2-DFEE16BD7B84}"/>
              </a:ext>
            </a:extLst>
          </p:cNvPr>
          <p:cNvSpPr>
            <a:spLocks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4705">
            <a:extLst>
              <a:ext uri="{FF2B5EF4-FFF2-40B4-BE49-F238E27FC236}">
                <a16:creationId xmlns:a16="http://schemas.microsoft.com/office/drawing/2014/main" id="{D545C185-7CC2-46FB-A7B8-E508C92EF19F}"/>
              </a:ext>
            </a:extLst>
          </p:cNvPr>
          <p:cNvSpPr>
            <a:spLocks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4706">
            <a:extLst>
              <a:ext uri="{FF2B5EF4-FFF2-40B4-BE49-F238E27FC236}">
                <a16:creationId xmlns:a16="http://schemas.microsoft.com/office/drawing/2014/main" id="{DB68129F-01A1-4427-894E-5687506F7894}"/>
              </a:ext>
            </a:extLst>
          </p:cNvPr>
          <p:cNvSpPr>
            <a:spLocks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4707">
            <a:extLst>
              <a:ext uri="{FF2B5EF4-FFF2-40B4-BE49-F238E27FC236}">
                <a16:creationId xmlns:a16="http://schemas.microsoft.com/office/drawing/2014/main" id="{8E6ACAFC-16C4-4BC1-A986-CAB91A22B493}"/>
              </a:ext>
            </a:extLst>
          </p:cNvPr>
          <p:cNvSpPr>
            <a:spLocks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4708">
            <a:extLst>
              <a:ext uri="{FF2B5EF4-FFF2-40B4-BE49-F238E27FC236}">
                <a16:creationId xmlns:a16="http://schemas.microsoft.com/office/drawing/2014/main" id="{C07E901A-3012-4423-A7EA-973E47456882}"/>
              </a:ext>
            </a:extLst>
          </p:cNvPr>
          <p:cNvSpPr>
            <a:spLocks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4709">
            <a:extLst>
              <a:ext uri="{FF2B5EF4-FFF2-40B4-BE49-F238E27FC236}">
                <a16:creationId xmlns:a16="http://schemas.microsoft.com/office/drawing/2014/main" id="{D8AB697B-7821-4F68-B430-03C310D7B997}"/>
              </a:ext>
            </a:extLst>
          </p:cNvPr>
          <p:cNvSpPr>
            <a:spLocks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4710">
            <a:extLst>
              <a:ext uri="{FF2B5EF4-FFF2-40B4-BE49-F238E27FC236}">
                <a16:creationId xmlns:a16="http://schemas.microsoft.com/office/drawing/2014/main" id="{693136D2-4419-4C23-96A6-53CD64C7E694}"/>
              </a:ext>
            </a:extLst>
          </p:cNvPr>
          <p:cNvSpPr>
            <a:spLocks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4711">
            <a:extLst>
              <a:ext uri="{FF2B5EF4-FFF2-40B4-BE49-F238E27FC236}">
                <a16:creationId xmlns:a16="http://schemas.microsoft.com/office/drawing/2014/main" id="{89F02FFE-D0C0-49AD-A9AF-B2D495101C51}"/>
              </a:ext>
            </a:extLst>
          </p:cNvPr>
          <p:cNvSpPr>
            <a:spLocks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4712">
            <a:extLst>
              <a:ext uri="{FF2B5EF4-FFF2-40B4-BE49-F238E27FC236}">
                <a16:creationId xmlns:a16="http://schemas.microsoft.com/office/drawing/2014/main" id="{9B742211-B878-49A5-883A-32A62FA3D563}"/>
              </a:ext>
            </a:extLst>
          </p:cNvPr>
          <p:cNvSpPr>
            <a:spLocks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4713">
            <a:extLst>
              <a:ext uri="{FF2B5EF4-FFF2-40B4-BE49-F238E27FC236}">
                <a16:creationId xmlns:a16="http://schemas.microsoft.com/office/drawing/2014/main" id="{698044D8-7876-4189-8531-515761D830EC}"/>
              </a:ext>
            </a:extLst>
          </p:cNvPr>
          <p:cNvSpPr>
            <a:spLocks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4714">
            <a:extLst>
              <a:ext uri="{FF2B5EF4-FFF2-40B4-BE49-F238E27FC236}">
                <a16:creationId xmlns:a16="http://schemas.microsoft.com/office/drawing/2014/main" id="{D5C499C1-16DF-427B-95C7-0F9190F460AA}"/>
              </a:ext>
            </a:extLst>
          </p:cNvPr>
          <p:cNvSpPr>
            <a:spLocks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4715">
            <a:extLst>
              <a:ext uri="{FF2B5EF4-FFF2-40B4-BE49-F238E27FC236}">
                <a16:creationId xmlns:a16="http://schemas.microsoft.com/office/drawing/2014/main" id="{285EC44D-742A-47C9-930B-BB4F5C7C6262}"/>
              </a:ext>
            </a:extLst>
          </p:cNvPr>
          <p:cNvSpPr>
            <a:spLocks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4716">
            <a:extLst>
              <a:ext uri="{FF2B5EF4-FFF2-40B4-BE49-F238E27FC236}">
                <a16:creationId xmlns:a16="http://schemas.microsoft.com/office/drawing/2014/main" id="{EE160FA6-08E1-4D8F-9D22-8F238F9B3C36}"/>
              </a:ext>
            </a:extLst>
          </p:cNvPr>
          <p:cNvSpPr>
            <a:spLocks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4717">
            <a:extLst>
              <a:ext uri="{FF2B5EF4-FFF2-40B4-BE49-F238E27FC236}">
                <a16:creationId xmlns:a16="http://schemas.microsoft.com/office/drawing/2014/main" id="{C760E739-33E4-4AAF-9B02-EEB44CBF2200}"/>
              </a:ext>
            </a:extLst>
          </p:cNvPr>
          <p:cNvSpPr>
            <a:spLocks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4718">
            <a:extLst>
              <a:ext uri="{FF2B5EF4-FFF2-40B4-BE49-F238E27FC236}">
                <a16:creationId xmlns:a16="http://schemas.microsoft.com/office/drawing/2014/main" id="{DE1E01AC-E223-4407-BE80-75770BD96D41}"/>
              </a:ext>
            </a:extLst>
          </p:cNvPr>
          <p:cNvSpPr>
            <a:spLocks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4719">
            <a:extLst>
              <a:ext uri="{FF2B5EF4-FFF2-40B4-BE49-F238E27FC236}">
                <a16:creationId xmlns:a16="http://schemas.microsoft.com/office/drawing/2014/main" id="{284BA55E-E695-4483-B027-9F01C145A417}"/>
              </a:ext>
            </a:extLst>
          </p:cNvPr>
          <p:cNvSpPr>
            <a:spLocks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4720">
            <a:extLst>
              <a:ext uri="{FF2B5EF4-FFF2-40B4-BE49-F238E27FC236}">
                <a16:creationId xmlns:a16="http://schemas.microsoft.com/office/drawing/2014/main" id="{732C64C7-D2D4-493B-B546-53BEF44CB319}"/>
              </a:ext>
            </a:extLst>
          </p:cNvPr>
          <p:cNvSpPr>
            <a:spLocks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4721">
            <a:extLst>
              <a:ext uri="{FF2B5EF4-FFF2-40B4-BE49-F238E27FC236}">
                <a16:creationId xmlns:a16="http://schemas.microsoft.com/office/drawing/2014/main" id="{B6BA23DC-1B6D-42A5-B575-34C201F9726D}"/>
              </a:ext>
            </a:extLst>
          </p:cNvPr>
          <p:cNvSpPr>
            <a:spLocks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4722">
            <a:extLst>
              <a:ext uri="{FF2B5EF4-FFF2-40B4-BE49-F238E27FC236}">
                <a16:creationId xmlns:a16="http://schemas.microsoft.com/office/drawing/2014/main" id="{6E629707-4C2D-4A0D-9540-32FCF3E06F29}"/>
              </a:ext>
            </a:extLst>
          </p:cNvPr>
          <p:cNvSpPr>
            <a:spLocks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4723">
            <a:extLst>
              <a:ext uri="{FF2B5EF4-FFF2-40B4-BE49-F238E27FC236}">
                <a16:creationId xmlns:a16="http://schemas.microsoft.com/office/drawing/2014/main" id="{568CAE5A-4EB9-4E44-85EB-67CDC2CE4E13}"/>
              </a:ext>
            </a:extLst>
          </p:cNvPr>
          <p:cNvSpPr>
            <a:spLocks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4724">
            <a:extLst>
              <a:ext uri="{FF2B5EF4-FFF2-40B4-BE49-F238E27FC236}">
                <a16:creationId xmlns:a16="http://schemas.microsoft.com/office/drawing/2014/main" id="{FCA4CA8C-CE5E-4133-9593-F1A97EFB35CA}"/>
              </a:ext>
            </a:extLst>
          </p:cNvPr>
          <p:cNvSpPr>
            <a:spLocks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4725">
            <a:extLst>
              <a:ext uri="{FF2B5EF4-FFF2-40B4-BE49-F238E27FC236}">
                <a16:creationId xmlns:a16="http://schemas.microsoft.com/office/drawing/2014/main" id="{2F79AD9F-E9FC-4926-B1FF-BB16F07DC097}"/>
              </a:ext>
            </a:extLst>
          </p:cNvPr>
          <p:cNvSpPr>
            <a:spLocks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4726">
            <a:extLst>
              <a:ext uri="{FF2B5EF4-FFF2-40B4-BE49-F238E27FC236}">
                <a16:creationId xmlns:a16="http://schemas.microsoft.com/office/drawing/2014/main" id="{1CA992E6-0D68-4529-AD9E-03FF7811CFEB}"/>
              </a:ext>
            </a:extLst>
          </p:cNvPr>
          <p:cNvSpPr>
            <a:spLocks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4727">
            <a:extLst>
              <a:ext uri="{FF2B5EF4-FFF2-40B4-BE49-F238E27FC236}">
                <a16:creationId xmlns:a16="http://schemas.microsoft.com/office/drawing/2014/main" id="{B2EB7C1F-E7BF-4DD6-B366-0F9DD866B590}"/>
              </a:ext>
            </a:extLst>
          </p:cNvPr>
          <p:cNvSpPr>
            <a:spLocks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4728">
            <a:extLst>
              <a:ext uri="{FF2B5EF4-FFF2-40B4-BE49-F238E27FC236}">
                <a16:creationId xmlns:a16="http://schemas.microsoft.com/office/drawing/2014/main" id="{3F8F2969-0E87-49FD-82A8-DCE312713DF6}"/>
              </a:ext>
            </a:extLst>
          </p:cNvPr>
          <p:cNvSpPr>
            <a:spLocks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4729">
            <a:extLst>
              <a:ext uri="{FF2B5EF4-FFF2-40B4-BE49-F238E27FC236}">
                <a16:creationId xmlns:a16="http://schemas.microsoft.com/office/drawing/2014/main" id="{945346B8-0CDC-4D1C-82F1-A08A56C17404}"/>
              </a:ext>
            </a:extLst>
          </p:cNvPr>
          <p:cNvSpPr>
            <a:spLocks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4730">
            <a:extLst>
              <a:ext uri="{FF2B5EF4-FFF2-40B4-BE49-F238E27FC236}">
                <a16:creationId xmlns:a16="http://schemas.microsoft.com/office/drawing/2014/main" id="{8E9C0CCE-BD30-4ABD-9CC5-A7F15919A0E7}"/>
              </a:ext>
            </a:extLst>
          </p:cNvPr>
          <p:cNvSpPr>
            <a:spLocks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4731">
            <a:extLst>
              <a:ext uri="{FF2B5EF4-FFF2-40B4-BE49-F238E27FC236}">
                <a16:creationId xmlns:a16="http://schemas.microsoft.com/office/drawing/2014/main" id="{2DB2D35F-ADE3-4D36-ABA0-E71F2B629B37}"/>
              </a:ext>
            </a:extLst>
          </p:cNvPr>
          <p:cNvSpPr>
            <a:spLocks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4732">
            <a:extLst>
              <a:ext uri="{FF2B5EF4-FFF2-40B4-BE49-F238E27FC236}">
                <a16:creationId xmlns:a16="http://schemas.microsoft.com/office/drawing/2014/main" id="{9BF3F313-5306-4041-89D3-EB830A1ADB2C}"/>
              </a:ext>
            </a:extLst>
          </p:cNvPr>
          <p:cNvSpPr>
            <a:spLocks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4733">
            <a:extLst>
              <a:ext uri="{FF2B5EF4-FFF2-40B4-BE49-F238E27FC236}">
                <a16:creationId xmlns:a16="http://schemas.microsoft.com/office/drawing/2014/main" id="{B8C80332-74F4-4F9C-8B72-CADC776FEB1A}"/>
              </a:ext>
            </a:extLst>
          </p:cNvPr>
          <p:cNvSpPr>
            <a:spLocks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4734">
            <a:extLst>
              <a:ext uri="{FF2B5EF4-FFF2-40B4-BE49-F238E27FC236}">
                <a16:creationId xmlns:a16="http://schemas.microsoft.com/office/drawing/2014/main" id="{A6900348-7B04-4335-A03F-8950D8FCE01C}"/>
              </a:ext>
            </a:extLst>
          </p:cNvPr>
          <p:cNvSpPr>
            <a:spLocks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4735">
            <a:extLst>
              <a:ext uri="{FF2B5EF4-FFF2-40B4-BE49-F238E27FC236}">
                <a16:creationId xmlns:a16="http://schemas.microsoft.com/office/drawing/2014/main" id="{BCA4CA4A-7927-407F-B6C8-2609021F2AE4}"/>
              </a:ext>
            </a:extLst>
          </p:cNvPr>
          <p:cNvSpPr>
            <a:spLocks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4736">
            <a:extLst>
              <a:ext uri="{FF2B5EF4-FFF2-40B4-BE49-F238E27FC236}">
                <a16:creationId xmlns:a16="http://schemas.microsoft.com/office/drawing/2014/main" id="{053DF42C-B0A1-4DC9-8EE2-DF74E9A9CCC4}"/>
              </a:ext>
            </a:extLst>
          </p:cNvPr>
          <p:cNvSpPr>
            <a:spLocks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4737">
            <a:extLst>
              <a:ext uri="{FF2B5EF4-FFF2-40B4-BE49-F238E27FC236}">
                <a16:creationId xmlns:a16="http://schemas.microsoft.com/office/drawing/2014/main" id="{5F3F3059-12AF-4575-B1A8-43D7D0B5EBF9}"/>
              </a:ext>
            </a:extLst>
          </p:cNvPr>
          <p:cNvSpPr>
            <a:spLocks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4738">
            <a:extLst>
              <a:ext uri="{FF2B5EF4-FFF2-40B4-BE49-F238E27FC236}">
                <a16:creationId xmlns:a16="http://schemas.microsoft.com/office/drawing/2014/main" id="{2F0C4F55-952F-4D1E-8D0A-1E8A441020B5}"/>
              </a:ext>
            </a:extLst>
          </p:cNvPr>
          <p:cNvSpPr>
            <a:spLocks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4739">
            <a:extLst>
              <a:ext uri="{FF2B5EF4-FFF2-40B4-BE49-F238E27FC236}">
                <a16:creationId xmlns:a16="http://schemas.microsoft.com/office/drawing/2014/main" id="{6F01E818-ACEF-49BB-BD78-709EC6BC08AE}"/>
              </a:ext>
            </a:extLst>
          </p:cNvPr>
          <p:cNvSpPr>
            <a:spLocks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4740">
            <a:extLst>
              <a:ext uri="{FF2B5EF4-FFF2-40B4-BE49-F238E27FC236}">
                <a16:creationId xmlns:a16="http://schemas.microsoft.com/office/drawing/2014/main" id="{4C3174BB-81D4-4F12-AE2C-F81D1439E48A}"/>
              </a:ext>
            </a:extLst>
          </p:cNvPr>
          <p:cNvSpPr>
            <a:spLocks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4741">
            <a:extLst>
              <a:ext uri="{FF2B5EF4-FFF2-40B4-BE49-F238E27FC236}">
                <a16:creationId xmlns:a16="http://schemas.microsoft.com/office/drawing/2014/main" id="{4202BC4B-CEEB-460A-981E-A7E52D4E94DD}"/>
              </a:ext>
            </a:extLst>
          </p:cNvPr>
          <p:cNvSpPr>
            <a:spLocks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4742">
            <a:extLst>
              <a:ext uri="{FF2B5EF4-FFF2-40B4-BE49-F238E27FC236}">
                <a16:creationId xmlns:a16="http://schemas.microsoft.com/office/drawing/2014/main" id="{0DE947CC-03E1-42F2-BB86-0DCDEAA7D2B9}"/>
              </a:ext>
            </a:extLst>
          </p:cNvPr>
          <p:cNvSpPr>
            <a:spLocks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4743">
            <a:extLst>
              <a:ext uri="{FF2B5EF4-FFF2-40B4-BE49-F238E27FC236}">
                <a16:creationId xmlns:a16="http://schemas.microsoft.com/office/drawing/2014/main" id="{9C01DC4D-2832-4737-8861-CE6D469DEA83}"/>
              </a:ext>
            </a:extLst>
          </p:cNvPr>
          <p:cNvSpPr>
            <a:spLocks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4744">
            <a:extLst>
              <a:ext uri="{FF2B5EF4-FFF2-40B4-BE49-F238E27FC236}">
                <a16:creationId xmlns:a16="http://schemas.microsoft.com/office/drawing/2014/main" id="{B2622767-36B9-4FF3-AAAD-D251CCD3B4C5}"/>
              </a:ext>
            </a:extLst>
          </p:cNvPr>
          <p:cNvSpPr>
            <a:spLocks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4745">
            <a:extLst>
              <a:ext uri="{FF2B5EF4-FFF2-40B4-BE49-F238E27FC236}">
                <a16:creationId xmlns:a16="http://schemas.microsoft.com/office/drawing/2014/main" id="{62A688A4-552F-445F-8029-F01366537F71}"/>
              </a:ext>
            </a:extLst>
          </p:cNvPr>
          <p:cNvSpPr>
            <a:spLocks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4746">
            <a:extLst>
              <a:ext uri="{FF2B5EF4-FFF2-40B4-BE49-F238E27FC236}">
                <a16:creationId xmlns:a16="http://schemas.microsoft.com/office/drawing/2014/main" id="{340973C0-DEA1-43FB-9179-D32D0DA3E0CA}"/>
              </a:ext>
            </a:extLst>
          </p:cNvPr>
          <p:cNvSpPr>
            <a:spLocks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4747">
            <a:extLst>
              <a:ext uri="{FF2B5EF4-FFF2-40B4-BE49-F238E27FC236}">
                <a16:creationId xmlns:a16="http://schemas.microsoft.com/office/drawing/2014/main" id="{5EEB50C0-03C9-46F2-88FA-D2917A12CE5F}"/>
              </a:ext>
            </a:extLst>
          </p:cNvPr>
          <p:cNvSpPr>
            <a:spLocks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4748">
            <a:extLst>
              <a:ext uri="{FF2B5EF4-FFF2-40B4-BE49-F238E27FC236}">
                <a16:creationId xmlns:a16="http://schemas.microsoft.com/office/drawing/2014/main" id="{AD8FFFB5-2066-41B4-BE4E-6B16CE707A7F}"/>
              </a:ext>
            </a:extLst>
          </p:cNvPr>
          <p:cNvSpPr>
            <a:spLocks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4749">
            <a:extLst>
              <a:ext uri="{FF2B5EF4-FFF2-40B4-BE49-F238E27FC236}">
                <a16:creationId xmlns:a16="http://schemas.microsoft.com/office/drawing/2014/main" id="{3554E45E-CFED-4F55-AC03-0A0520E2142F}"/>
              </a:ext>
            </a:extLst>
          </p:cNvPr>
          <p:cNvSpPr>
            <a:spLocks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4750">
            <a:extLst>
              <a:ext uri="{FF2B5EF4-FFF2-40B4-BE49-F238E27FC236}">
                <a16:creationId xmlns:a16="http://schemas.microsoft.com/office/drawing/2014/main" id="{6B3CBCBF-2C85-40F3-A0B8-3FA12E7CFA37}"/>
              </a:ext>
            </a:extLst>
          </p:cNvPr>
          <p:cNvSpPr>
            <a:spLocks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4751">
            <a:extLst>
              <a:ext uri="{FF2B5EF4-FFF2-40B4-BE49-F238E27FC236}">
                <a16:creationId xmlns:a16="http://schemas.microsoft.com/office/drawing/2014/main" id="{3D31143F-0BF1-4CAA-890E-38E699859AE2}"/>
              </a:ext>
            </a:extLst>
          </p:cNvPr>
          <p:cNvSpPr>
            <a:spLocks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4752">
            <a:extLst>
              <a:ext uri="{FF2B5EF4-FFF2-40B4-BE49-F238E27FC236}">
                <a16:creationId xmlns:a16="http://schemas.microsoft.com/office/drawing/2014/main" id="{4946998D-35AE-424C-9285-079C6287B0D8}"/>
              </a:ext>
            </a:extLst>
          </p:cNvPr>
          <p:cNvSpPr>
            <a:spLocks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4753">
            <a:extLst>
              <a:ext uri="{FF2B5EF4-FFF2-40B4-BE49-F238E27FC236}">
                <a16:creationId xmlns:a16="http://schemas.microsoft.com/office/drawing/2014/main" id="{693496D5-8627-4EE6-8E56-7EB06E1C66E3}"/>
              </a:ext>
            </a:extLst>
          </p:cNvPr>
          <p:cNvSpPr>
            <a:spLocks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4754">
            <a:extLst>
              <a:ext uri="{FF2B5EF4-FFF2-40B4-BE49-F238E27FC236}">
                <a16:creationId xmlns:a16="http://schemas.microsoft.com/office/drawing/2014/main" id="{E06BA9C7-33B5-4D22-A1E9-072041E7C389}"/>
              </a:ext>
            </a:extLst>
          </p:cNvPr>
          <p:cNvSpPr>
            <a:spLocks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4755">
            <a:extLst>
              <a:ext uri="{FF2B5EF4-FFF2-40B4-BE49-F238E27FC236}">
                <a16:creationId xmlns:a16="http://schemas.microsoft.com/office/drawing/2014/main" id="{F805E044-08D1-4591-8032-146045E712DF}"/>
              </a:ext>
            </a:extLst>
          </p:cNvPr>
          <p:cNvSpPr>
            <a:spLocks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4756">
            <a:extLst>
              <a:ext uri="{FF2B5EF4-FFF2-40B4-BE49-F238E27FC236}">
                <a16:creationId xmlns:a16="http://schemas.microsoft.com/office/drawing/2014/main" id="{37A61B1E-FCE5-4BF1-9E8A-66B8F7C2FD1A}"/>
              </a:ext>
            </a:extLst>
          </p:cNvPr>
          <p:cNvSpPr>
            <a:spLocks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4757">
            <a:extLst>
              <a:ext uri="{FF2B5EF4-FFF2-40B4-BE49-F238E27FC236}">
                <a16:creationId xmlns:a16="http://schemas.microsoft.com/office/drawing/2014/main" id="{A40E5617-9051-4A71-A2EC-66A0BD9D6902}"/>
              </a:ext>
            </a:extLst>
          </p:cNvPr>
          <p:cNvSpPr>
            <a:spLocks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4758">
            <a:extLst>
              <a:ext uri="{FF2B5EF4-FFF2-40B4-BE49-F238E27FC236}">
                <a16:creationId xmlns:a16="http://schemas.microsoft.com/office/drawing/2014/main" id="{1DB87F10-4507-4587-AADC-466299D16F41}"/>
              </a:ext>
            </a:extLst>
          </p:cNvPr>
          <p:cNvSpPr>
            <a:spLocks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4759">
            <a:extLst>
              <a:ext uri="{FF2B5EF4-FFF2-40B4-BE49-F238E27FC236}">
                <a16:creationId xmlns:a16="http://schemas.microsoft.com/office/drawing/2014/main" id="{146DB822-8890-41DD-B3E6-925ED64B18D3}"/>
              </a:ext>
            </a:extLst>
          </p:cNvPr>
          <p:cNvSpPr>
            <a:spLocks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4760">
            <a:extLst>
              <a:ext uri="{FF2B5EF4-FFF2-40B4-BE49-F238E27FC236}">
                <a16:creationId xmlns:a16="http://schemas.microsoft.com/office/drawing/2014/main" id="{73733B36-E10A-4BB5-AF41-2E961EEAD8B0}"/>
              </a:ext>
            </a:extLst>
          </p:cNvPr>
          <p:cNvSpPr>
            <a:spLocks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4761">
            <a:extLst>
              <a:ext uri="{FF2B5EF4-FFF2-40B4-BE49-F238E27FC236}">
                <a16:creationId xmlns:a16="http://schemas.microsoft.com/office/drawing/2014/main" id="{41E3E262-D2AC-456D-8A01-27F55EC4CD40}"/>
              </a:ext>
            </a:extLst>
          </p:cNvPr>
          <p:cNvSpPr>
            <a:spLocks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4762">
            <a:extLst>
              <a:ext uri="{FF2B5EF4-FFF2-40B4-BE49-F238E27FC236}">
                <a16:creationId xmlns:a16="http://schemas.microsoft.com/office/drawing/2014/main" id="{944CADAB-EB49-4D2B-8BC1-89B06F11CD6B}"/>
              </a:ext>
            </a:extLst>
          </p:cNvPr>
          <p:cNvSpPr>
            <a:spLocks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4763">
            <a:extLst>
              <a:ext uri="{FF2B5EF4-FFF2-40B4-BE49-F238E27FC236}">
                <a16:creationId xmlns:a16="http://schemas.microsoft.com/office/drawing/2014/main" id="{BB5FB6B4-58F2-440F-97AE-8288E5A253EF}"/>
              </a:ext>
            </a:extLst>
          </p:cNvPr>
          <p:cNvSpPr>
            <a:spLocks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4764">
            <a:extLst>
              <a:ext uri="{FF2B5EF4-FFF2-40B4-BE49-F238E27FC236}">
                <a16:creationId xmlns:a16="http://schemas.microsoft.com/office/drawing/2014/main" id="{4EF3A002-0775-4077-984B-7EAB4B5A0538}"/>
              </a:ext>
            </a:extLst>
          </p:cNvPr>
          <p:cNvSpPr>
            <a:spLocks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4765">
            <a:extLst>
              <a:ext uri="{FF2B5EF4-FFF2-40B4-BE49-F238E27FC236}">
                <a16:creationId xmlns:a16="http://schemas.microsoft.com/office/drawing/2014/main" id="{8BD4EE4B-E493-466C-A278-9DE6614DE92D}"/>
              </a:ext>
            </a:extLst>
          </p:cNvPr>
          <p:cNvSpPr>
            <a:spLocks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4766">
            <a:extLst>
              <a:ext uri="{FF2B5EF4-FFF2-40B4-BE49-F238E27FC236}">
                <a16:creationId xmlns:a16="http://schemas.microsoft.com/office/drawing/2014/main" id="{0543AA73-90F1-48D9-BEC1-3EF5392DE986}"/>
              </a:ext>
            </a:extLst>
          </p:cNvPr>
          <p:cNvSpPr>
            <a:spLocks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4767">
            <a:extLst>
              <a:ext uri="{FF2B5EF4-FFF2-40B4-BE49-F238E27FC236}">
                <a16:creationId xmlns:a16="http://schemas.microsoft.com/office/drawing/2014/main" id="{8B7DE98F-E2E6-4D2A-96B9-68B7F91D2C3B}"/>
              </a:ext>
            </a:extLst>
          </p:cNvPr>
          <p:cNvSpPr>
            <a:spLocks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4768">
            <a:extLst>
              <a:ext uri="{FF2B5EF4-FFF2-40B4-BE49-F238E27FC236}">
                <a16:creationId xmlns:a16="http://schemas.microsoft.com/office/drawing/2014/main" id="{79ED971E-BA66-43DD-983E-EC15EE54F856}"/>
              </a:ext>
            </a:extLst>
          </p:cNvPr>
          <p:cNvSpPr>
            <a:spLocks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4769">
            <a:extLst>
              <a:ext uri="{FF2B5EF4-FFF2-40B4-BE49-F238E27FC236}">
                <a16:creationId xmlns:a16="http://schemas.microsoft.com/office/drawing/2014/main" id="{6DAEFE35-093F-453F-85E4-93123D98E603}"/>
              </a:ext>
            </a:extLst>
          </p:cNvPr>
          <p:cNvSpPr>
            <a:spLocks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4770">
            <a:extLst>
              <a:ext uri="{FF2B5EF4-FFF2-40B4-BE49-F238E27FC236}">
                <a16:creationId xmlns:a16="http://schemas.microsoft.com/office/drawing/2014/main" id="{FFF403DC-4D00-4173-973A-8B4E8C5203BE}"/>
              </a:ext>
            </a:extLst>
          </p:cNvPr>
          <p:cNvSpPr>
            <a:spLocks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4771">
            <a:extLst>
              <a:ext uri="{FF2B5EF4-FFF2-40B4-BE49-F238E27FC236}">
                <a16:creationId xmlns:a16="http://schemas.microsoft.com/office/drawing/2014/main" id="{C2004831-9AEE-4C48-86F5-E916372A118C}"/>
              </a:ext>
            </a:extLst>
          </p:cNvPr>
          <p:cNvSpPr>
            <a:spLocks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4772">
            <a:extLst>
              <a:ext uri="{FF2B5EF4-FFF2-40B4-BE49-F238E27FC236}">
                <a16:creationId xmlns:a16="http://schemas.microsoft.com/office/drawing/2014/main" id="{760F5AAB-CEFA-44FD-BACD-B02B47AECD9E}"/>
              </a:ext>
            </a:extLst>
          </p:cNvPr>
          <p:cNvSpPr>
            <a:spLocks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4773">
            <a:extLst>
              <a:ext uri="{FF2B5EF4-FFF2-40B4-BE49-F238E27FC236}">
                <a16:creationId xmlns:a16="http://schemas.microsoft.com/office/drawing/2014/main" id="{DCD21B4C-BFE1-4059-9E61-58D19F4D9E8A}"/>
              </a:ext>
            </a:extLst>
          </p:cNvPr>
          <p:cNvSpPr>
            <a:spLocks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4774">
            <a:extLst>
              <a:ext uri="{FF2B5EF4-FFF2-40B4-BE49-F238E27FC236}">
                <a16:creationId xmlns:a16="http://schemas.microsoft.com/office/drawing/2014/main" id="{3604620E-7237-4B56-A3C4-E6AFD1226373}"/>
              </a:ext>
            </a:extLst>
          </p:cNvPr>
          <p:cNvSpPr>
            <a:spLocks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4775">
            <a:extLst>
              <a:ext uri="{FF2B5EF4-FFF2-40B4-BE49-F238E27FC236}">
                <a16:creationId xmlns:a16="http://schemas.microsoft.com/office/drawing/2014/main" id="{6CEC94A7-3BF7-460F-9264-DC47C466BCE1}"/>
              </a:ext>
            </a:extLst>
          </p:cNvPr>
          <p:cNvSpPr>
            <a:spLocks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4776">
            <a:extLst>
              <a:ext uri="{FF2B5EF4-FFF2-40B4-BE49-F238E27FC236}">
                <a16:creationId xmlns:a16="http://schemas.microsoft.com/office/drawing/2014/main" id="{0D757E50-E1C3-4D64-8C72-DEF840855BBA}"/>
              </a:ext>
            </a:extLst>
          </p:cNvPr>
          <p:cNvSpPr>
            <a:spLocks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4777">
            <a:extLst>
              <a:ext uri="{FF2B5EF4-FFF2-40B4-BE49-F238E27FC236}">
                <a16:creationId xmlns:a16="http://schemas.microsoft.com/office/drawing/2014/main" id="{23BFB94C-0CA6-44FC-AA75-FA509A02CA4A}"/>
              </a:ext>
            </a:extLst>
          </p:cNvPr>
          <p:cNvSpPr>
            <a:spLocks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4778">
            <a:extLst>
              <a:ext uri="{FF2B5EF4-FFF2-40B4-BE49-F238E27FC236}">
                <a16:creationId xmlns:a16="http://schemas.microsoft.com/office/drawing/2014/main" id="{9630F39B-A191-4525-A5C3-C1942C0F5568}"/>
              </a:ext>
            </a:extLst>
          </p:cNvPr>
          <p:cNvSpPr>
            <a:spLocks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4779">
            <a:extLst>
              <a:ext uri="{FF2B5EF4-FFF2-40B4-BE49-F238E27FC236}">
                <a16:creationId xmlns:a16="http://schemas.microsoft.com/office/drawing/2014/main" id="{A7D56B5F-2EFD-4B0A-AACD-D6F709A00F02}"/>
              </a:ext>
            </a:extLst>
          </p:cNvPr>
          <p:cNvSpPr>
            <a:spLocks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4780">
            <a:extLst>
              <a:ext uri="{FF2B5EF4-FFF2-40B4-BE49-F238E27FC236}">
                <a16:creationId xmlns:a16="http://schemas.microsoft.com/office/drawing/2014/main" id="{2BF5CF08-6BED-415E-B988-A3F7F0F9F3FB}"/>
              </a:ext>
            </a:extLst>
          </p:cNvPr>
          <p:cNvSpPr>
            <a:spLocks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4781">
            <a:extLst>
              <a:ext uri="{FF2B5EF4-FFF2-40B4-BE49-F238E27FC236}">
                <a16:creationId xmlns:a16="http://schemas.microsoft.com/office/drawing/2014/main" id="{6813BB7D-12B0-4FB4-A034-424EF44D6B22}"/>
              </a:ext>
            </a:extLst>
          </p:cNvPr>
          <p:cNvSpPr>
            <a:spLocks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4782">
            <a:extLst>
              <a:ext uri="{FF2B5EF4-FFF2-40B4-BE49-F238E27FC236}">
                <a16:creationId xmlns:a16="http://schemas.microsoft.com/office/drawing/2014/main" id="{7D5CA26A-7832-4A41-BB28-1029AF1E3C04}"/>
              </a:ext>
            </a:extLst>
          </p:cNvPr>
          <p:cNvSpPr>
            <a:spLocks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4783">
            <a:extLst>
              <a:ext uri="{FF2B5EF4-FFF2-40B4-BE49-F238E27FC236}">
                <a16:creationId xmlns:a16="http://schemas.microsoft.com/office/drawing/2014/main" id="{7501ECD0-ECCB-4876-92F7-11743CB87F57}"/>
              </a:ext>
            </a:extLst>
          </p:cNvPr>
          <p:cNvSpPr>
            <a:spLocks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4784">
            <a:extLst>
              <a:ext uri="{FF2B5EF4-FFF2-40B4-BE49-F238E27FC236}">
                <a16:creationId xmlns:a16="http://schemas.microsoft.com/office/drawing/2014/main" id="{CF9D44B1-FC49-4863-9D88-A119AB0E92A1}"/>
              </a:ext>
            </a:extLst>
          </p:cNvPr>
          <p:cNvSpPr>
            <a:spLocks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4785">
            <a:extLst>
              <a:ext uri="{FF2B5EF4-FFF2-40B4-BE49-F238E27FC236}">
                <a16:creationId xmlns:a16="http://schemas.microsoft.com/office/drawing/2014/main" id="{BEE8E8B9-354C-4F3E-932A-EE62B741D5C3}"/>
              </a:ext>
            </a:extLst>
          </p:cNvPr>
          <p:cNvSpPr>
            <a:spLocks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4786">
            <a:extLst>
              <a:ext uri="{FF2B5EF4-FFF2-40B4-BE49-F238E27FC236}">
                <a16:creationId xmlns:a16="http://schemas.microsoft.com/office/drawing/2014/main" id="{55080B8F-2ED2-4B1B-8F53-1A16E3C6C329}"/>
              </a:ext>
            </a:extLst>
          </p:cNvPr>
          <p:cNvSpPr>
            <a:spLocks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4787">
            <a:extLst>
              <a:ext uri="{FF2B5EF4-FFF2-40B4-BE49-F238E27FC236}">
                <a16:creationId xmlns:a16="http://schemas.microsoft.com/office/drawing/2014/main" id="{9D120D9A-995A-4310-8713-50B22156AF35}"/>
              </a:ext>
            </a:extLst>
          </p:cNvPr>
          <p:cNvSpPr>
            <a:spLocks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4788">
            <a:extLst>
              <a:ext uri="{FF2B5EF4-FFF2-40B4-BE49-F238E27FC236}">
                <a16:creationId xmlns:a16="http://schemas.microsoft.com/office/drawing/2014/main" id="{A9ADAC51-57F8-413E-A42A-EC3CD91794D0}"/>
              </a:ext>
            </a:extLst>
          </p:cNvPr>
          <p:cNvSpPr>
            <a:spLocks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4789">
            <a:extLst>
              <a:ext uri="{FF2B5EF4-FFF2-40B4-BE49-F238E27FC236}">
                <a16:creationId xmlns:a16="http://schemas.microsoft.com/office/drawing/2014/main" id="{71A2D87C-3ABC-4084-8B2C-6100CB2C5073}"/>
              </a:ext>
            </a:extLst>
          </p:cNvPr>
          <p:cNvSpPr>
            <a:spLocks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4790">
            <a:extLst>
              <a:ext uri="{FF2B5EF4-FFF2-40B4-BE49-F238E27FC236}">
                <a16:creationId xmlns:a16="http://schemas.microsoft.com/office/drawing/2014/main" id="{DDFF7F88-1FB3-4DFA-BFFC-489A1CD5D696}"/>
              </a:ext>
            </a:extLst>
          </p:cNvPr>
          <p:cNvSpPr>
            <a:spLocks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4791">
            <a:extLst>
              <a:ext uri="{FF2B5EF4-FFF2-40B4-BE49-F238E27FC236}">
                <a16:creationId xmlns:a16="http://schemas.microsoft.com/office/drawing/2014/main" id="{759AC464-3000-4A33-92C2-6FA0997153B2}"/>
              </a:ext>
            </a:extLst>
          </p:cNvPr>
          <p:cNvSpPr>
            <a:spLocks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4792">
            <a:extLst>
              <a:ext uri="{FF2B5EF4-FFF2-40B4-BE49-F238E27FC236}">
                <a16:creationId xmlns:a16="http://schemas.microsoft.com/office/drawing/2014/main" id="{13A3C32E-FB7A-47F2-B165-64354D9C0B65}"/>
              </a:ext>
            </a:extLst>
          </p:cNvPr>
          <p:cNvSpPr>
            <a:spLocks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4793">
            <a:extLst>
              <a:ext uri="{FF2B5EF4-FFF2-40B4-BE49-F238E27FC236}">
                <a16:creationId xmlns:a16="http://schemas.microsoft.com/office/drawing/2014/main" id="{4A3C9DCC-BFA0-4853-8592-BF9B9CF7FC9B}"/>
              </a:ext>
            </a:extLst>
          </p:cNvPr>
          <p:cNvSpPr>
            <a:spLocks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4794">
            <a:extLst>
              <a:ext uri="{FF2B5EF4-FFF2-40B4-BE49-F238E27FC236}">
                <a16:creationId xmlns:a16="http://schemas.microsoft.com/office/drawing/2014/main" id="{101194B3-E5B7-4800-AEE1-34B3A89D8C38}"/>
              </a:ext>
            </a:extLst>
          </p:cNvPr>
          <p:cNvSpPr>
            <a:spLocks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4795">
            <a:extLst>
              <a:ext uri="{FF2B5EF4-FFF2-40B4-BE49-F238E27FC236}">
                <a16:creationId xmlns:a16="http://schemas.microsoft.com/office/drawing/2014/main" id="{AA739D4D-A8D8-4A46-ACB1-A43C77C3E3A9}"/>
              </a:ext>
            </a:extLst>
          </p:cNvPr>
          <p:cNvSpPr>
            <a:spLocks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4796">
            <a:extLst>
              <a:ext uri="{FF2B5EF4-FFF2-40B4-BE49-F238E27FC236}">
                <a16:creationId xmlns:a16="http://schemas.microsoft.com/office/drawing/2014/main" id="{20E33330-A2CF-4CC8-A915-314E6A9A458F}"/>
              </a:ext>
            </a:extLst>
          </p:cNvPr>
          <p:cNvSpPr>
            <a:spLocks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4797">
            <a:extLst>
              <a:ext uri="{FF2B5EF4-FFF2-40B4-BE49-F238E27FC236}">
                <a16:creationId xmlns:a16="http://schemas.microsoft.com/office/drawing/2014/main" id="{AFE663C1-32BE-4AE6-98A3-426E9AAB6517}"/>
              </a:ext>
            </a:extLst>
          </p:cNvPr>
          <p:cNvSpPr>
            <a:spLocks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4798">
            <a:extLst>
              <a:ext uri="{FF2B5EF4-FFF2-40B4-BE49-F238E27FC236}">
                <a16:creationId xmlns:a16="http://schemas.microsoft.com/office/drawing/2014/main" id="{BC4B391D-797D-4EE5-809A-CDBE23EF872A}"/>
              </a:ext>
            </a:extLst>
          </p:cNvPr>
          <p:cNvSpPr>
            <a:spLocks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4799">
            <a:extLst>
              <a:ext uri="{FF2B5EF4-FFF2-40B4-BE49-F238E27FC236}">
                <a16:creationId xmlns:a16="http://schemas.microsoft.com/office/drawing/2014/main" id="{8AB752DA-BE0E-471C-BC85-709CCCF22BF7}"/>
              </a:ext>
            </a:extLst>
          </p:cNvPr>
          <p:cNvSpPr>
            <a:spLocks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4800">
            <a:extLst>
              <a:ext uri="{FF2B5EF4-FFF2-40B4-BE49-F238E27FC236}">
                <a16:creationId xmlns:a16="http://schemas.microsoft.com/office/drawing/2014/main" id="{48E810EA-AF24-4BF7-AA8A-556C3559FBB2}"/>
              </a:ext>
            </a:extLst>
          </p:cNvPr>
          <p:cNvSpPr>
            <a:spLocks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4801">
            <a:extLst>
              <a:ext uri="{FF2B5EF4-FFF2-40B4-BE49-F238E27FC236}">
                <a16:creationId xmlns:a16="http://schemas.microsoft.com/office/drawing/2014/main" id="{75C1340C-4264-4D53-9EC3-55E63327852A}"/>
              </a:ext>
            </a:extLst>
          </p:cNvPr>
          <p:cNvSpPr>
            <a:spLocks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4802">
            <a:extLst>
              <a:ext uri="{FF2B5EF4-FFF2-40B4-BE49-F238E27FC236}">
                <a16:creationId xmlns:a16="http://schemas.microsoft.com/office/drawing/2014/main" id="{7F7F3E78-017D-489A-93F7-D729139AFCE9}"/>
              </a:ext>
            </a:extLst>
          </p:cNvPr>
          <p:cNvSpPr>
            <a:spLocks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4803">
            <a:extLst>
              <a:ext uri="{FF2B5EF4-FFF2-40B4-BE49-F238E27FC236}">
                <a16:creationId xmlns:a16="http://schemas.microsoft.com/office/drawing/2014/main" id="{64A2D74C-8FB3-41BD-A41C-B4AB854AD9F0}"/>
              </a:ext>
            </a:extLst>
          </p:cNvPr>
          <p:cNvSpPr>
            <a:spLocks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4804">
            <a:extLst>
              <a:ext uri="{FF2B5EF4-FFF2-40B4-BE49-F238E27FC236}">
                <a16:creationId xmlns:a16="http://schemas.microsoft.com/office/drawing/2014/main" id="{17760530-7562-4D9C-BEE2-8BF329D021E7}"/>
              </a:ext>
            </a:extLst>
          </p:cNvPr>
          <p:cNvSpPr>
            <a:spLocks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4805">
            <a:extLst>
              <a:ext uri="{FF2B5EF4-FFF2-40B4-BE49-F238E27FC236}">
                <a16:creationId xmlns:a16="http://schemas.microsoft.com/office/drawing/2014/main" id="{B074A2D8-8C75-449E-8301-DA8339255A66}"/>
              </a:ext>
            </a:extLst>
          </p:cNvPr>
          <p:cNvSpPr>
            <a:spLocks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4806">
            <a:extLst>
              <a:ext uri="{FF2B5EF4-FFF2-40B4-BE49-F238E27FC236}">
                <a16:creationId xmlns:a16="http://schemas.microsoft.com/office/drawing/2014/main" id="{03C82BBA-6963-4404-91FF-2D69F043C235}"/>
              </a:ext>
            </a:extLst>
          </p:cNvPr>
          <p:cNvSpPr>
            <a:spLocks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4807">
            <a:extLst>
              <a:ext uri="{FF2B5EF4-FFF2-40B4-BE49-F238E27FC236}">
                <a16:creationId xmlns:a16="http://schemas.microsoft.com/office/drawing/2014/main" id="{2A3E0955-9E7A-498F-9256-C4B90577E64E}"/>
              </a:ext>
            </a:extLst>
          </p:cNvPr>
          <p:cNvSpPr>
            <a:spLocks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4808">
            <a:extLst>
              <a:ext uri="{FF2B5EF4-FFF2-40B4-BE49-F238E27FC236}">
                <a16:creationId xmlns:a16="http://schemas.microsoft.com/office/drawing/2014/main" id="{ED784DE1-3E0D-47F9-8549-586AEBD333E1}"/>
              </a:ext>
            </a:extLst>
          </p:cNvPr>
          <p:cNvSpPr>
            <a:spLocks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4809">
            <a:extLst>
              <a:ext uri="{FF2B5EF4-FFF2-40B4-BE49-F238E27FC236}">
                <a16:creationId xmlns:a16="http://schemas.microsoft.com/office/drawing/2014/main" id="{F86B1E37-0CD5-45D6-B19F-5CC4061B2017}"/>
              </a:ext>
            </a:extLst>
          </p:cNvPr>
          <p:cNvSpPr>
            <a:spLocks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4810">
            <a:extLst>
              <a:ext uri="{FF2B5EF4-FFF2-40B4-BE49-F238E27FC236}">
                <a16:creationId xmlns:a16="http://schemas.microsoft.com/office/drawing/2014/main" id="{517ED892-5B63-4DD1-AE9F-6775AE817C3A}"/>
              </a:ext>
            </a:extLst>
          </p:cNvPr>
          <p:cNvSpPr>
            <a:spLocks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4811">
            <a:extLst>
              <a:ext uri="{FF2B5EF4-FFF2-40B4-BE49-F238E27FC236}">
                <a16:creationId xmlns:a16="http://schemas.microsoft.com/office/drawing/2014/main" id="{B5758165-F8CD-4987-889D-B175708F3C3E}"/>
              </a:ext>
            </a:extLst>
          </p:cNvPr>
          <p:cNvSpPr>
            <a:spLocks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4812">
            <a:extLst>
              <a:ext uri="{FF2B5EF4-FFF2-40B4-BE49-F238E27FC236}">
                <a16:creationId xmlns:a16="http://schemas.microsoft.com/office/drawing/2014/main" id="{226C7A51-8A93-4DB3-98FB-8CD15EBB8F43}"/>
              </a:ext>
            </a:extLst>
          </p:cNvPr>
          <p:cNvSpPr>
            <a:spLocks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4813">
            <a:extLst>
              <a:ext uri="{FF2B5EF4-FFF2-40B4-BE49-F238E27FC236}">
                <a16:creationId xmlns:a16="http://schemas.microsoft.com/office/drawing/2014/main" id="{CD496EBA-5AE0-4976-BBD2-6A55B7472F6C}"/>
              </a:ext>
            </a:extLst>
          </p:cNvPr>
          <p:cNvSpPr>
            <a:spLocks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4814">
            <a:extLst>
              <a:ext uri="{FF2B5EF4-FFF2-40B4-BE49-F238E27FC236}">
                <a16:creationId xmlns:a16="http://schemas.microsoft.com/office/drawing/2014/main" id="{D9A8801F-A731-4744-BFEE-401483FC6A55}"/>
              </a:ext>
            </a:extLst>
          </p:cNvPr>
          <p:cNvSpPr>
            <a:spLocks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4815">
            <a:extLst>
              <a:ext uri="{FF2B5EF4-FFF2-40B4-BE49-F238E27FC236}">
                <a16:creationId xmlns:a16="http://schemas.microsoft.com/office/drawing/2014/main" id="{5D9F965B-1710-4777-9092-B3C092DD2110}"/>
              </a:ext>
            </a:extLst>
          </p:cNvPr>
          <p:cNvSpPr>
            <a:spLocks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4816">
            <a:extLst>
              <a:ext uri="{FF2B5EF4-FFF2-40B4-BE49-F238E27FC236}">
                <a16:creationId xmlns:a16="http://schemas.microsoft.com/office/drawing/2014/main" id="{A6BA30FD-F439-4CCD-9795-1663BCE6FCBF}"/>
              </a:ext>
            </a:extLst>
          </p:cNvPr>
          <p:cNvSpPr>
            <a:spLocks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4817">
            <a:extLst>
              <a:ext uri="{FF2B5EF4-FFF2-40B4-BE49-F238E27FC236}">
                <a16:creationId xmlns:a16="http://schemas.microsoft.com/office/drawing/2014/main" id="{B8B68DAF-BFF9-473A-8CF1-6D14F657650D}"/>
              </a:ext>
            </a:extLst>
          </p:cNvPr>
          <p:cNvSpPr>
            <a:spLocks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4818">
            <a:extLst>
              <a:ext uri="{FF2B5EF4-FFF2-40B4-BE49-F238E27FC236}">
                <a16:creationId xmlns:a16="http://schemas.microsoft.com/office/drawing/2014/main" id="{58BFF342-567F-4854-8746-B1034718F9F1}"/>
              </a:ext>
            </a:extLst>
          </p:cNvPr>
          <p:cNvSpPr>
            <a:spLocks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4819">
            <a:extLst>
              <a:ext uri="{FF2B5EF4-FFF2-40B4-BE49-F238E27FC236}">
                <a16:creationId xmlns:a16="http://schemas.microsoft.com/office/drawing/2014/main" id="{E4120E44-9A50-4629-9165-330F2673385C}"/>
              </a:ext>
            </a:extLst>
          </p:cNvPr>
          <p:cNvSpPr>
            <a:spLocks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4820">
            <a:extLst>
              <a:ext uri="{FF2B5EF4-FFF2-40B4-BE49-F238E27FC236}">
                <a16:creationId xmlns:a16="http://schemas.microsoft.com/office/drawing/2014/main" id="{0263FD5B-940E-45DF-B2BD-EE3C1C277A4E}"/>
              </a:ext>
            </a:extLst>
          </p:cNvPr>
          <p:cNvSpPr>
            <a:spLocks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4821">
            <a:extLst>
              <a:ext uri="{FF2B5EF4-FFF2-40B4-BE49-F238E27FC236}">
                <a16:creationId xmlns:a16="http://schemas.microsoft.com/office/drawing/2014/main" id="{F8C1E105-4285-41F1-B5AE-D5B1129A1C09}"/>
              </a:ext>
            </a:extLst>
          </p:cNvPr>
          <p:cNvSpPr>
            <a:spLocks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4822">
            <a:extLst>
              <a:ext uri="{FF2B5EF4-FFF2-40B4-BE49-F238E27FC236}">
                <a16:creationId xmlns:a16="http://schemas.microsoft.com/office/drawing/2014/main" id="{B95DC3A8-F593-4A52-8B09-6C7ADDC7901A}"/>
              </a:ext>
            </a:extLst>
          </p:cNvPr>
          <p:cNvSpPr>
            <a:spLocks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4823">
            <a:extLst>
              <a:ext uri="{FF2B5EF4-FFF2-40B4-BE49-F238E27FC236}">
                <a16:creationId xmlns:a16="http://schemas.microsoft.com/office/drawing/2014/main" id="{8B4A5A1D-02D6-40B1-B88E-34A876FD4768}"/>
              </a:ext>
            </a:extLst>
          </p:cNvPr>
          <p:cNvSpPr>
            <a:spLocks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4824">
            <a:extLst>
              <a:ext uri="{FF2B5EF4-FFF2-40B4-BE49-F238E27FC236}">
                <a16:creationId xmlns:a16="http://schemas.microsoft.com/office/drawing/2014/main" id="{BF356771-32A4-4FEC-BCFA-D76D114DD47E}"/>
              </a:ext>
            </a:extLst>
          </p:cNvPr>
          <p:cNvSpPr>
            <a:spLocks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4825">
            <a:extLst>
              <a:ext uri="{FF2B5EF4-FFF2-40B4-BE49-F238E27FC236}">
                <a16:creationId xmlns:a16="http://schemas.microsoft.com/office/drawing/2014/main" id="{21D54E2C-7959-4FB8-8FF5-3063390C37E8}"/>
              </a:ext>
            </a:extLst>
          </p:cNvPr>
          <p:cNvSpPr>
            <a:spLocks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4826">
            <a:extLst>
              <a:ext uri="{FF2B5EF4-FFF2-40B4-BE49-F238E27FC236}">
                <a16:creationId xmlns:a16="http://schemas.microsoft.com/office/drawing/2014/main" id="{1973FD1A-4328-4D07-B5C4-6C5CFB573520}"/>
              </a:ext>
            </a:extLst>
          </p:cNvPr>
          <p:cNvSpPr>
            <a:spLocks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4827">
            <a:extLst>
              <a:ext uri="{FF2B5EF4-FFF2-40B4-BE49-F238E27FC236}">
                <a16:creationId xmlns:a16="http://schemas.microsoft.com/office/drawing/2014/main" id="{DB7D9871-338A-4E7C-98EA-99E848716C35}"/>
              </a:ext>
            </a:extLst>
          </p:cNvPr>
          <p:cNvSpPr>
            <a:spLocks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4828">
            <a:extLst>
              <a:ext uri="{FF2B5EF4-FFF2-40B4-BE49-F238E27FC236}">
                <a16:creationId xmlns:a16="http://schemas.microsoft.com/office/drawing/2014/main" id="{92891092-2364-4D6D-A8AB-C80E851F96FB}"/>
              </a:ext>
            </a:extLst>
          </p:cNvPr>
          <p:cNvSpPr>
            <a:spLocks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4829">
            <a:extLst>
              <a:ext uri="{FF2B5EF4-FFF2-40B4-BE49-F238E27FC236}">
                <a16:creationId xmlns:a16="http://schemas.microsoft.com/office/drawing/2014/main" id="{E21B3A28-3700-4BD7-9C22-3C6614446722}"/>
              </a:ext>
            </a:extLst>
          </p:cNvPr>
          <p:cNvSpPr>
            <a:spLocks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4830">
            <a:extLst>
              <a:ext uri="{FF2B5EF4-FFF2-40B4-BE49-F238E27FC236}">
                <a16:creationId xmlns:a16="http://schemas.microsoft.com/office/drawing/2014/main" id="{8CF246BD-DC96-4DD5-B89F-B15822520744}"/>
              </a:ext>
            </a:extLst>
          </p:cNvPr>
          <p:cNvSpPr>
            <a:spLocks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4831">
            <a:extLst>
              <a:ext uri="{FF2B5EF4-FFF2-40B4-BE49-F238E27FC236}">
                <a16:creationId xmlns:a16="http://schemas.microsoft.com/office/drawing/2014/main" id="{9514FE65-22B9-40F7-A497-31379B526A67}"/>
              </a:ext>
            </a:extLst>
          </p:cNvPr>
          <p:cNvSpPr>
            <a:spLocks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4832">
            <a:extLst>
              <a:ext uri="{FF2B5EF4-FFF2-40B4-BE49-F238E27FC236}">
                <a16:creationId xmlns:a16="http://schemas.microsoft.com/office/drawing/2014/main" id="{92ACFA88-B23B-40DC-A6C6-5A85D85C90C4}"/>
              </a:ext>
            </a:extLst>
          </p:cNvPr>
          <p:cNvSpPr>
            <a:spLocks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4833">
            <a:extLst>
              <a:ext uri="{FF2B5EF4-FFF2-40B4-BE49-F238E27FC236}">
                <a16:creationId xmlns:a16="http://schemas.microsoft.com/office/drawing/2014/main" id="{7A0EEAE5-998A-419D-AB48-27C10211DF62}"/>
              </a:ext>
            </a:extLst>
          </p:cNvPr>
          <p:cNvSpPr>
            <a:spLocks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4834">
            <a:extLst>
              <a:ext uri="{FF2B5EF4-FFF2-40B4-BE49-F238E27FC236}">
                <a16:creationId xmlns:a16="http://schemas.microsoft.com/office/drawing/2014/main" id="{9CA8395B-374F-4B6B-B272-54102DF0CEE8}"/>
              </a:ext>
            </a:extLst>
          </p:cNvPr>
          <p:cNvSpPr>
            <a:spLocks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4835">
            <a:extLst>
              <a:ext uri="{FF2B5EF4-FFF2-40B4-BE49-F238E27FC236}">
                <a16:creationId xmlns:a16="http://schemas.microsoft.com/office/drawing/2014/main" id="{73FBB1D9-2699-4737-9A71-D07FC3DDFF1C}"/>
              </a:ext>
            </a:extLst>
          </p:cNvPr>
          <p:cNvSpPr>
            <a:spLocks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4836">
            <a:extLst>
              <a:ext uri="{FF2B5EF4-FFF2-40B4-BE49-F238E27FC236}">
                <a16:creationId xmlns:a16="http://schemas.microsoft.com/office/drawing/2014/main" id="{78C72ADB-27A1-4058-8D5A-F983B544F98D}"/>
              </a:ext>
            </a:extLst>
          </p:cNvPr>
          <p:cNvSpPr>
            <a:spLocks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4837">
            <a:extLst>
              <a:ext uri="{FF2B5EF4-FFF2-40B4-BE49-F238E27FC236}">
                <a16:creationId xmlns:a16="http://schemas.microsoft.com/office/drawing/2014/main" id="{1EF873E1-FBA8-4568-8E9D-422D48ADC7B7}"/>
              </a:ext>
            </a:extLst>
          </p:cNvPr>
          <p:cNvSpPr>
            <a:spLocks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4838">
            <a:extLst>
              <a:ext uri="{FF2B5EF4-FFF2-40B4-BE49-F238E27FC236}">
                <a16:creationId xmlns:a16="http://schemas.microsoft.com/office/drawing/2014/main" id="{BA120EFC-2453-412B-9755-C4A3A296F72E}"/>
              </a:ext>
            </a:extLst>
          </p:cNvPr>
          <p:cNvSpPr>
            <a:spLocks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4839">
            <a:extLst>
              <a:ext uri="{FF2B5EF4-FFF2-40B4-BE49-F238E27FC236}">
                <a16:creationId xmlns:a16="http://schemas.microsoft.com/office/drawing/2014/main" id="{2FA1439E-C750-44C0-9443-0E805A89B799}"/>
              </a:ext>
            </a:extLst>
          </p:cNvPr>
          <p:cNvSpPr>
            <a:spLocks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4840">
            <a:extLst>
              <a:ext uri="{FF2B5EF4-FFF2-40B4-BE49-F238E27FC236}">
                <a16:creationId xmlns:a16="http://schemas.microsoft.com/office/drawing/2014/main" id="{284527CA-B914-4250-9711-BC9587DEC265}"/>
              </a:ext>
            </a:extLst>
          </p:cNvPr>
          <p:cNvSpPr>
            <a:spLocks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4841">
            <a:extLst>
              <a:ext uri="{FF2B5EF4-FFF2-40B4-BE49-F238E27FC236}">
                <a16:creationId xmlns:a16="http://schemas.microsoft.com/office/drawing/2014/main" id="{3F3FE003-9D7B-44B6-BF2D-085D0EFAE3E7}"/>
              </a:ext>
            </a:extLst>
          </p:cNvPr>
          <p:cNvSpPr>
            <a:spLocks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4842">
            <a:extLst>
              <a:ext uri="{FF2B5EF4-FFF2-40B4-BE49-F238E27FC236}">
                <a16:creationId xmlns:a16="http://schemas.microsoft.com/office/drawing/2014/main" id="{245657E5-DC2E-4C31-B5D6-14209C5B7E84}"/>
              </a:ext>
            </a:extLst>
          </p:cNvPr>
          <p:cNvSpPr>
            <a:spLocks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4843">
            <a:extLst>
              <a:ext uri="{FF2B5EF4-FFF2-40B4-BE49-F238E27FC236}">
                <a16:creationId xmlns:a16="http://schemas.microsoft.com/office/drawing/2014/main" id="{66C6BDEA-95CB-4777-8464-E93B03DC80D9}"/>
              </a:ext>
            </a:extLst>
          </p:cNvPr>
          <p:cNvSpPr>
            <a:spLocks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4844">
            <a:extLst>
              <a:ext uri="{FF2B5EF4-FFF2-40B4-BE49-F238E27FC236}">
                <a16:creationId xmlns:a16="http://schemas.microsoft.com/office/drawing/2014/main" id="{2B43E660-D885-4160-9ABA-2AD69CB56FE0}"/>
              </a:ext>
            </a:extLst>
          </p:cNvPr>
          <p:cNvSpPr>
            <a:spLocks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4845">
            <a:extLst>
              <a:ext uri="{FF2B5EF4-FFF2-40B4-BE49-F238E27FC236}">
                <a16:creationId xmlns:a16="http://schemas.microsoft.com/office/drawing/2014/main" id="{0A93687D-33F9-4CB2-935D-1A70A52262EE}"/>
              </a:ext>
            </a:extLst>
          </p:cNvPr>
          <p:cNvSpPr>
            <a:spLocks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4846">
            <a:extLst>
              <a:ext uri="{FF2B5EF4-FFF2-40B4-BE49-F238E27FC236}">
                <a16:creationId xmlns:a16="http://schemas.microsoft.com/office/drawing/2014/main" id="{978219FC-897A-447E-ACF3-C32F5E9E4CEB}"/>
              </a:ext>
            </a:extLst>
          </p:cNvPr>
          <p:cNvSpPr>
            <a:spLocks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4847">
            <a:extLst>
              <a:ext uri="{FF2B5EF4-FFF2-40B4-BE49-F238E27FC236}">
                <a16:creationId xmlns:a16="http://schemas.microsoft.com/office/drawing/2014/main" id="{83D7FB66-1470-4D1A-AEB8-EE726FF8AA1F}"/>
              </a:ext>
            </a:extLst>
          </p:cNvPr>
          <p:cNvSpPr>
            <a:spLocks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4848">
            <a:extLst>
              <a:ext uri="{FF2B5EF4-FFF2-40B4-BE49-F238E27FC236}">
                <a16:creationId xmlns:a16="http://schemas.microsoft.com/office/drawing/2014/main" id="{A8A8AD6A-7609-403F-B8AF-4F1EFBB67EA6}"/>
              </a:ext>
            </a:extLst>
          </p:cNvPr>
          <p:cNvSpPr>
            <a:spLocks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4849">
            <a:extLst>
              <a:ext uri="{FF2B5EF4-FFF2-40B4-BE49-F238E27FC236}">
                <a16:creationId xmlns:a16="http://schemas.microsoft.com/office/drawing/2014/main" id="{B510A80E-0F43-4432-87A0-6DF852952F6F}"/>
              </a:ext>
            </a:extLst>
          </p:cNvPr>
          <p:cNvSpPr>
            <a:spLocks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4850">
            <a:extLst>
              <a:ext uri="{FF2B5EF4-FFF2-40B4-BE49-F238E27FC236}">
                <a16:creationId xmlns:a16="http://schemas.microsoft.com/office/drawing/2014/main" id="{D6918B8E-49C4-433D-B176-62D0EBFC06E2}"/>
              </a:ext>
            </a:extLst>
          </p:cNvPr>
          <p:cNvSpPr>
            <a:spLocks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4851">
            <a:extLst>
              <a:ext uri="{FF2B5EF4-FFF2-40B4-BE49-F238E27FC236}">
                <a16:creationId xmlns:a16="http://schemas.microsoft.com/office/drawing/2014/main" id="{873E25D1-700F-4725-A463-DD3C1B1DAE03}"/>
              </a:ext>
            </a:extLst>
          </p:cNvPr>
          <p:cNvSpPr>
            <a:spLocks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4852">
            <a:extLst>
              <a:ext uri="{FF2B5EF4-FFF2-40B4-BE49-F238E27FC236}">
                <a16:creationId xmlns:a16="http://schemas.microsoft.com/office/drawing/2014/main" id="{D5891849-FD71-4D00-8C4E-0BD89D519455}"/>
              </a:ext>
            </a:extLst>
          </p:cNvPr>
          <p:cNvSpPr>
            <a:spLocks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4853">
            <a:extLst>
              <a:ext uri="{FF2B5EF4-FFF2-40B4-BE49-F238E27FC236}">
                <a16:creationId xmlns:a16="http://schemas.microsoft.com/office/drawing/2014/main" id="{DC41082E-0BF5-44B6-8BD6-E8011985D624}"/>
              </a:ext>
            </a:extLst>
          </p:cNvPr>
          <p:cNvSpPr>
            <a:spLocks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4854">
            <a:extLst>
              <a:ext uri="{FF2B5EF4-FFF2-40B4-BE49-F238E27FC236}">
                <a16:creationId xmlns:a16="http://schemas.microsoft.com/office/drawing/2014/main" id="{623469D4-7168-43D9-9068-5F85C32C3431}"/>
              </a:ext>
            </a:extLst>
          </p:cNvPr>
          <p:cNvSpPr>
            <a:spLocks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4855">
            <a:extLst>
              <a:ext uri="{FF2B5EF4-FFF2-40B4-BE49-F238E27FC236}">
                <a16:creationId xmlns:a16="http://schemas.microsoft.com/office/drawing/2014/main" id="{6CFD567D-B957-4ABA-9119-5BEF515C2F82}"/>
              </a:ext>
            </a:extLst>
          </p:cNvPr>
          <p:cNvSpPr>
            <a:spLocks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4856">
            <a:extLst>
              <a:ext uri="{FF2B5EF4-FFF2-40B4-BE49-F238E27FC236}">
                <a16:creationId xmlns:a16="http://schemas.microsoft.com/office/drawing/2014/main" id="{D8C84283-755F-407E-937F-5E644A5C4A94}"/>
              </a:ext>
            </a:extLst>
          </p:cNvPr>
          <p:cNvSpPr>
            <a:spLocks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4857">
            <a:extLst>
              <a:ext uri="{FF2B5EF4-FFF2-40B4-BE49-F238E27FC236}">
                <a16:creationId xmlns:a16="http://schemas.microsoft.com/office/drawing/2014/main" id="{7B493135-F916-4DB0-9A31-3E627F7D04FD}"/>
              </a:ext>
            </a:extLst>
          </p:cNvPr>
          <p:cNvSpPr>
            <a:spLocks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4858">
            <a:extLst>
              <a:ext uri="{FF2B5EF4-FFF2-40B4-BE49-F238E27FC236}">
                <a16:creationId xmlns:a16="http://schemas.microsoft.com/office/drawing/2014/main" id="{B06AEB99-23DD-4A19-BA1B-EFEFD49DA6A3}"/>
              </a:ext>
            </a:extLst>
          </p:cNvPr>
          <p:cNvSpPr>
            <a:spLocks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4859">
            <a:extLst>
              <a:ext uri="{FF2B5EF4-FFF2-40B4-BE49-F238E27FC236}">
                <a16:creationId xmlns:a16="http://schemas.microsoft.com/office/drawing/2014/main" id="{69DB7E88-6F8A-4CC8-B27C-3B23D4E6DD22}"/>
              </a:ext>
            </a:extLst>
          </p:cNvPr>
          <p:cNvSpPr>
            <a:spLocks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4860">
            <a:extLst>
              <a:ext uri="{FF2B5EF4-FFF2-40B4-BE49-F238E27FC236}">
                <a16:creationId xmlns:a16="http://schemas.microsoft.com/office/drawing/2014/main" id="{B7263D37-444D-447B-9593-C6C1923016A4}"/>
              </a:ext>
            </a:extLst>
          </p:cNvPr>
          <p:cNvSpPr>
            <a:spLocks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4861">
            <a:extLst>
              <a:ext uri="{FF2B5EF4-FFF2-40B4-BE49-F238E27FC236}">
                <a16:creationId xmlns:a16="http://schemas.microsoft.com/office/drawing/2014/main" id="{070FB710-EC47-4D08-9AAD-CD2F4EA948A4}"/>
              </a:ext>
            </a:extLst>
          </p:cNvPr>
          <p:cNvSpPr>
            <a:spLocks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4862">
            <a:extLst>
              <a:ext uri="{FF2B5EF4-FFF2-40B4-BE49-F238E27FC236}">
                <a16:creationId xmlns:a16="http://schemas.microsoft.com/office/drawing/2014/main" id="{939E1B1A-9AD0-44D5-8D9E-284D566173CD}"/>
              </a:ext>
            </a:extLst>
          </p:cNvPr>
          <p:cNvSpPr>
            <a:spLocks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4863">
            <a:extLst>
              <a:ext uri="{FF2B5EF4-FFF2-40B4-BE49-F238E27FC236}">
                <a16:creationId xmlns:a16="http://schemas.microsoft.com/office/drawing/2014/main" id="{1DACCAF0-3941-431E-8B7E-DF1B722720E1}"/>
              </a:ext>
            </a:extLst>
          </p:cNvPr>
          <p:cNvSpPr>
            <a:spLocks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4864">
            <a:extLst>
              <a:ext uri="{FF2B5EF4-FFF2-40B4-BE49-F238E27FC236}">
                <a16:creationId xmlns:a16="http://schemas.microsoft.com/office/drawing/2014/main" id="{541A591D-887F-49BB-BE0F-7AA7E47B17A8}"/>
              </a:ext>
            </a:extLst>
          </p:cNvPr>
          <p:cNvSpPr>
            <a:spLocks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4865">
            <a:extLst>
              <a:ext uri="{FF2B5EF4-FFF2-40B4-BE49-F238E27FC236}">
                <a16:creationId xmlns:a16="http://schemas.microsoft.com/office/drawing/2014/main" id="{5746EFF6-89CB-4EEF-980F-994707E5EF00}"/>
              </a:ext>
            </a:extLst>
          </p:cNvPr>
          <p:cNvSpPr>
            <a:spLocks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4866">
            <a:extLst>
              <a:ext uri="{FF2B5EF4-FFF2-40B4-BE49-F238E27FC236}">
                <a16:creationId xmlns:a16="http://schemas.microsoft.com/office/drawing/2014/main" id="{C15A6AF0-3120-40FD-A433-85CD8F55E482}"/>
              </a:ext>
            </a:extLst>
          </p:cNvPr>
          <p:cNvSpPr>
            <a:spLocks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4867">
            <a:extLst>
              <a:ext uri="{FF2B5EF4-FFF2-40B4-BE49-F238E27FC236}">
                <a16:creationId xmlns:a16="http://schemas.microsoft.com/office/drawing/2014/main" id="{0AA8F8B1-8900-4629-A025-F28ABFB0678C}"/>
              </a:ext>
            </a:extLst>
          </p:cNvPr>
          <p:cNvSpPr>
            <a:spLocks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4868">
            <a:extLst>
              <a:ext uri="{FF2B5EF4-FFF2-40B4-BE49-F238E27FC236}">
                <a16:creationId xmlns:a16="http://schemas.microsoft.com/office/drawing/2014/main" id="{907068FB-C74B-4BBC-A4F0-8BDB362AD4EF}"/>
              </a:ext>
            </a:extLst>
          </p:cNvPr>
          <p:cNvSpPr>
            <a:spLocks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4869">
            <a:extLst>
              <a:ext uri="{FF2B5EF4-FFF2-40B4-BE49-F238E27FC236}">
                <a16:creationId xmlns:a16="http://schemas.microsoft.com/office/drawing/2014/main" id="{BC8A05D4-725B-40B5-87E4-F39ECAEC61E8}"/>
              </a:ext>
            </a:extLst>
          </p:cNvPr>
          <p:cNvSpPr>
            <a:spLocks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4870">
            <a:extLst>
              <a:ext uri="{FF2B5EF4-FFF2-40B4-BE49-F238E27FC236}">
                <a16:creationId xmlns:a16="http://schemas.microsoft.com/office/drawing/2014/main" id="{FF5529D9-6A47-4B09-BB3C-E9FB908FA1C0}"/>
              </a:ext>
            </a:extLst>
          </p:cNvPr>
          <p:cNvSpPr>
            <a:spLocks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4871">
            <a:extLst>
              <a:ext uri="{FF2B5EF4-FFF2-40B4-BE49-F238E27FC236}">
                <a16:creationId xmlns:a16="http://schemas.microsoft.com/office/drawing/2014/main" id="{AAB46CB0-3A2F-4894-AAC7-5D364560799E}"/>
              </a:ext>
            </a:extLst>
          </p:cNvPr>
          <p:cNvSpPr>
            <a:spLocks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4872">
            <a:extLst>
              <a:ext uri="{FF2B5EF4-FFF2-40B4-BE49-F238E27FC236}">
                <a16:creationId xmlns:a16="http://schemas.microsoft.com/office/drawing/2014/main" id="{C7B3A063-A0A5-4391-B18F-35C4DBB0A8C1}"/>
              </a:ext>
            </a:extLst>
          </p:cNvPr>
          <p:cNvSpPr>
            <a:spLocks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4873">
            <a:extLst>
              <a:ext uri="{FF2B5EF4-FFF2-40B4-BE49-F238E27FC236}">
                <a16:creationId xmlns:a16="http://schemas.microsoft.com/office/drawing/2014/main" id="{FA5DE58E-AE33-45A6-AA1D-0855DD5BE859}"/>
              </a:ext>
            </a:extLst>
          </p:cNvPr>
          <p:cNvSpPr>
            <a:spLocks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4874">
            <a:extLst>
              <a:ext uri="{FF2B5EF4-FFF2-40B4-BE49-F238E27FC236}">
                <a16:creationId xmlns:a16="http://schemas.microsoft.com/office/drawing/2014/main" id="{581B0A83-493B-4C1F-A5CB-387EDDA44AFC}"/>
              </a:ext>
            </a:extLst>
          </p:cNvPr>
          <p:cNvSpPr>
            <a:spLocks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4875">
            <a:extLst>
              <a:ext uri="{FF2B5EF4-FFF2-40B4-BE49-F238E27FC236}">
                <a16:creationId xmlns:a16="http://schemas.microsoft.com/office/drawing/2014/main" id="{ECD318DD-82AC-4B42-928F-72C54EE2D6AB}"/>
              </a:ext>
            </a:extLst>
          </p:cNvPr>
          <p:cNvSpPr>
            <a:spLocks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4876">
            <a:extLst>
              <a:ext uri="{FF2B5EF4-FFF2-40B4-BE49-F238E27FC236}">
                <a16:creationId xmlns:a16="http://schemas.microsoft.com/office/drawing/2014/main" id="{4D0495E0-314A-453F-8424-B9D5E47A3FE8}"/>
              </a:ext>
            </a:extLst>
          </p:cNvPr>
          <p:cNvSpPr>
            <a:spLocks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4877">
            <a:extLst>
              <a:ext uri="{FF2B5EF4-FFF2-40B4-BE49-F238E27FC236}">
                <a16:creationId xmlns:a16="http://schemas.microsoft.com/office/drawing/2014/main" id="{62B15F01-83B4-45EC-8763-67BCEB18E3E2}"/>
              </a:ext>
            </a:extLst>
          </p:cNvPr>
          <p:cNvSpPr>
            <a:spLocks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4878">
            <a:extLst>
              <a:ext uri="{FF2B5EF4-FFF2-40B4-BE49-F238E27FC236}">
                <a16:creationId xmlns:a16="http://schemas.microsoft.com/office/drawing/2014/main" id="{0E14A2AE-5267-4DB8-8A5A-5DEA1BA19873}"/>
              </a:ext>
            </a:extLst>
          </p:cNvPr>
          <p:cNvSpPr>
            <a:spLocks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4879">
            <a:extLst>
              <a:ext uri="{FF2B5EF4-FFF2-40B4-BE49-F238E27FC236}">
                <a16:creationId xmlns:a16="http://schemas.microsoft.com/office/drawing/2014/main" id="{CDCE9CAD-B216-4452-B2C7-F50845816750}"/>
              </a:ext>
            </a:extLst>
          </p:cNvPr>
          <p:cNvSpPr>
            <a:spLocks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4880">
            <a:extLst>
              <a:ext uri="{FF2B5EF4-FFF2-40B4-BE49-F238E27FC236}">
                <a16:creationId xmlns:a16="http://schemas.microsoft.com/office/drawing/2014/main" id="{5FCCD588-417D-4244-A6CA-2E40C9B6C129}"/>
              </a:ext>
            </a:extLst>
          </p:cNvPr>
          <p:cNvSpPr>
            <a:spLocks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4881">
            <a:extLst>
              <a:ext uri="{FF2B5EF4-FFF2-40B4-BE49-F238E27FC236}">
                <a16:creationId xmlns:a16="http://schemas.microsoft.com/office/drawing/2014/main" id="{FE3742B3-F172-4306-9381-A784D3455E00}"/>
              </a:ext>
            </a:extLst>
          </p:cNvPr>
          <p:cNvSpPr>
            <a:spLocks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4882">
            <a:extLst>
              <a:ext uri="{FF2B5EF4-FFF2-40B4-BE49-F238E27FC236}">
                <a16:creationId xmlns:a16="http://schemas.microsoft.com/office/drawing/2014/main" id="{AA1F2C07-8DC4-46B7-AB51-0407ECC18F0B}"/>
              </a:ext>
            </a:extLst>
          </p:cNvPr>
          <p:cNvSpPr>
            <a:spLocks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4883">
            <a:extLst>
              <a:ext uri="{FF2B5EF4-FFF2-40B4-BE49-F238E27FC236}">
                <a16:creationId xmlns:a16="http://schemas.microsoft.com/office/drawing/2014/main" id="{711AE034-914B-4BD3-A884-295FC89428AC}"/>
              </a:ext>
            </a:extLst>
          </p:cNvPr>
          <p:cNvSpPr>
            <a:spLocks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4884">
            <a:extLst>
              <a:ext uri="{FF2B5EF4-FFF2-40B4-BE49-F238E27FC236}">
                <a16:creationId xmlns:a16="http://schemas.microsoft.com/office/drawing/2014/main" id="{4FAA3C42-6C77-4A3B-AE6C-90937AED058E}"/>
              </a:ext>
            </a:extLst>
          </p:cNvPr>
          <p:cNvSpPr>
            <a:spLocks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4885">
            <a:extLst>
              <a:ext uri="{FF2B5EF4-FFF2-40B4-BE49-F238E27FC236}">
                <a16:creationId xmlns:a16="http://schemas.microsoft.com/office/drawing/2014/main" id="{C97679DF-7F56-4FFA-85E5-34E07997B777}"/>
              </a:ext>
            </a:extLst>
          </p:cNvPr>
          <p:cNvSpPr>
            <a:spLocks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4886">
            <a:extLst>
              <a:ext uri="{FF2B5EF4-FFF2-40B4-BE49-F238E27FC236}">
                <a16:creationId xmlns:a16="http://schemas.microsoft.com/office/drawing/2014/main" id="{D414E51E-3691-4F11-A182-29612B3CF789}"/>
              </a:ext>
            </a:extLst>
          </p:cNvPr>
          <p:cNvSpPr>
            <a:spLocks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4887">
            <a:extLst>
              <a:ext uri="{FF2B5EF4-FFF2-40B4-BE49-F238E27FC236}">
                <a16:creationId xmlns:a16="http://schemas.microsoft.com/office/drawing/2014/main" id="{8B6FA47E-9F41-4DE6-96F0-5FEACE929BBC}"/>
              </a:ext>
            </a:extLst>
          </p:cNvPr>
          <p:cNvSpPr>
            <a:spLocks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4888">
            <a:extLst>
              <a:ext uri="{FF2B5EF4-FFF2-40B4-BE49-F238E27FC236}">
                <a16:creationId xmlns:a16="http://schemas.microsoft.com/office/drawing/2014/main" id="{7C724FDB-D0F9-44B4-932C-EFC6EBFA27BB}"/>
              </a:ext>
            </a:extLst>
          </p:cNvPr>
          <p:cNvSpPr>
            <a:spLocks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4889">
            <a:extLst>
              <a:ext uri="{FF2B5EF4-FFF2-40B4-BE49-F238E27FC236}">
                <a16:creationId xmlns:a16="http://schemas.microsoft.com/office/drawing/2014/main" id="{28CDD3B2-22F1-4520-87D0-BB727BED9CC8}"/>
              </a:ext>
            </a:extLst>
          </p:cNvPr>
          <p:cNvSpPr>
            <a:spLocks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4890">
            <a:extLst>
              <a:ext uri="{FF2B5EF4-FFF2-40B4-BE49-F238E27FC236}">
                <a16:creationId xmlns:a16="http://schemas.microsoft.com/office/drawing/2014/main" id="{54E48FFC-6293-422B-A43A-96BA90EF6E07}"/>
              </a:ext>
            </a:extLst>
          </p:cNvPr>
          <p:cNvSpPr>
            <a:spLocks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4891">
            <a:extLst>
              <a:ext uri="{FF2B5EF4-FFF2-40B4-BE49-F238E27FC236}">
                <a16:creationId xmlns:a16="http://schemas.microsoft.com/office/drawing/2014/main" id="{6521630E-C03A-44DB-92C4-DDEF37FC4338}"/>
              </a:ext>
            </a:extLst>
          </p:cNvPr>
          <p:cNvSpPr>
            <a:spLocks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4892">
            <a:extLst>
              <a:ext uri="{FF2B5EF4-FFF2-40B4-BE49-F238E27FC236}">
                <a16:creationId xmlns:a16="http://schemas.microsoft.com/office/drawing/2014/main" id="{434BCF53-88CF-4173-9C56-80302DE98364}"/>
              </a:ext>
            </a:extLst>
          </p:cNvPr>
          <p:cNvSpPr>
            <a:spLocks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4893">
            <a:extLst>
              <a:ext uri="{FF2B5EF4-FFF2-40B4-BE49-F238E27FC236}">
                <a16:creationId xmlns:a16="http://schemas.microsoft.com/office/drawing/2014/main" id="{7F34A6EE-AE0F-498A-9F83-41D6AC88A3B9}"/>
              </a:ext>
            </a:extLst>
          </p:cNvPr>
          <p:cNvSpPr>
            <a:spLocks/>
          </p:cNvSpPr>
          <p:nvPr/>
        </p:nvSpPr>
        <p:spPr>
          <a:xfrm>
            <a:off x="33570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4894">
            <a:extLst>
              <a:ext uri="{FF2B5EF4-FFF2-40B4-BE49-F238E27FC236}">
                <a16:creationId xmlns:a16="http://schemas.microsoft.com/office/drawing/2014/main" id="{33B2FD28-11D5-4B65-915B-F32C5EF25326}"/>
              </a:ext>
            </a:extLst>
          </p:cNvPr>
          <p:cNvSpPr>
            <a:spLocks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4895">
            <a:extLst>
              <a:ext uri="{FF2B5EF4-FFF2-40B4-BE49-F238E27FC236}">
                <a16:creationId xmlns:a16="http://schemas.microsoft.com/office/drawing/2014/main" id="{81A47AE4-DC2F-49E3-B254-2791040FEA8C}"/>
              </a:ext>
            </a:extLst>
          </p:cNvPr>
          <p:cNvSpPr>
            <a:spLocks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4896">
            <a:extLst>
              <a:ext uri="{FF2B5EF4-FFF2-40B4-BE49-F238E27FC236}">
                <a16:creationId xmlns:a16="http://schemas.microsoft.com/office/drawing/2014/main" id="{458AAB0E-1AEC-4785-A1B4-FC3EA517CCE6}"/>
              </a:ext>
            </a:extLst>
          </p:cNvPr>
          <p:cNvSpPr>
            <a:spLocks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4897">
            <a:extLst>
              <a:ext uri="{FF2B5EF4-FFF2-40B4-BE49-F238E27FC236}">
                <a16:creationId xmlns:a16="http://schemas.microsoft.com/office/drawing/2014/main" id="{5177F7AC-C222-42FC-A7EF-9DA8DD26B3A5}"/>
              </a:ext>
            </a:extLst>
          </p:cNvPr>
          <p:cNvSpPr>
            <a:spLocks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4898">
            <a:extLst>
              <a:ext uri="{FF2B5EF4-FFF2-40B4-BE49-F238E27FC236}">
                <a16:creationId xmlns:a16="http://schemas.microsoft.com/office/drawing/2014/main" id="{0AC775D3-65A6-4A17-8AC5-E227B8F24735}"/>
              </a:ext>
            </a:extLst>
          </p:cNvPr>
          <p:cNvSpPr>
            <a:spLocks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4899">
            <a:extLst>
              <a:ext uri="{FF2B5EF4-FFF2-40B4-BE49-F238E27FC236}">
                <a16:creationId xmlns:a16="http://schemas.microsoft.com/office/drawing/2014/main" id="{6EE47196-5E1E-41B2-9CF3-92DEA2903C0E}"/>
              </a:ext>
            </a:extLst>
          </p:cNvPr>
          <p:cNvSpPr>
            <a:spLocks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4900">
            <a:extLst>
              <a:ext uri="{FF2B5EF4-FFF2-40B4-BE49-F238E27FC236}">
                <a16:creationId xmlns:a16="http://schemas.microsoft.com/office/drawing/2014/main" id="{C51E0AE6-4C8A-45E7-9C76-6C0F4A7C5CC1}"/>
              </a:ext>
            </a:extLst>
          </p:cNvPr>
          <p:cNvSpPr>
            <a:spLocks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4901">
            <a:extLst>
              <a:ext uri="{FF2B5EF4-FFF2-40B4-BE49-F238E27FC236}">
                <a16:creationId xmlns:a16="http://schemas.microsoft.com/office/drawing/2014/main" id="{4A2AEEAC-6F00-401B-8B73-A88730714EB2}"/>
              </a:ext>
            </a:extLst>
          </p:cNvPr>
          <p:cNvSpPr>
            <a:spLocks/>
          </p:cNvSpPr>
          <p:nvPr/>
        </p:nvSpPr>
        <p:spPr>
          <a:xfrm>
            <a:off x="3455280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4902">
            <a:extLst>
              <a:ext uri="{FF2B5EF4-FFF2-40B4-BE49-F238E27FC236}">
                <a16:creationId xmlns:a16="http://schemas.microsoft.com/office/drawing/2014/main" id="{6D53B09A-BD14-403F-A2FC-09CF0903B51B}"/>
              </a:ext>
            </a:extLst>
          </p:cNvPr>
          <p:cNvSpPr>
            <a:spLocks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4903">
            <a:extLst>
              <a:ext uri="{FF2B5EF4-FFF2-40B4-BE49-F238E27FC236}">
                <a16:creationId xmlns:a16="http://schemas.microsoft.com/office/drawing/2014/main" id="{C84182DB-4990-4651-AEE3-C596C33FDA78}"/>
              </a:ext>
            </a:extLst>
          </p:cNvPr>
          <p:cNvSpPr>
            <a:spLocks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4904">
            <a:extLst>
              <a:ext uri="{FF2B5EF4-FFF2-40B4-BE49-F238E27FC236}">
                <a16:creationId xmlns:a16="http://schemas.microsoft.com/office/drawing/2014/main" id="{B8EA995E-F0E7-493F-A8DF-8854275DE899}"/>
              </a:ext>
            </a:extLst>
          </p:cNvPr>
          <p:cNvSpPr>
            <a:spLocks/>
          </p:cNvSpPr>
          <p:nvPr/>
        </p:nvSpPr>
        <p:spPr>
          <a:xfrm>
            <a:off x="34910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4905">
            <a:extLst>
              <a:ext uri="{FF2B5EF4-FFF2-40B4-BE49-F238E27FC236}">
                <a16:creationId xmlns:a16="http://schemas.microsoft.com/office/drawing/2014/main" id="{A0B53DCB-69C8-487E-9D7E-7478F6F398DA}"/>
              </a:ext>
            </a:extLst>
          </p:cNvPr>
          <p:cNvSpPr>
            <a:spLocks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4906">
            <a:extLst>
              <a:ext uri="{FF2B5EF4-FFF2-40B4-BE49-F238E27FC236}">
                <a16:creationId xmlns:a16="http://schemas.microsoft.com/office/drawing/2014/main" id="{B1420C25-B083-494E-AAE6-CA8C1240A9E0}"/>
              </a:ext>
            </a:extLst>
          </p:cNvPr>
          <p:cNvSpPr>
            <a:spLocks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4907">
            <a:extLst>
              <a:ext uri="{FF2B5EF4-FFF2-40B4-BE49-F238E27FC236}">
                <a16:creationId xmlns:a16="http://schemas.microsoft.com/office/drawing/2014/main" id="{14505FC8-A551-430F-80B4-13058C412A9B}"/>
              </a:ext>
            </a:extLst>
          </p:cNvPr>
          <p:cNvSpPr>
            <a:spLocks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4908">
            <a:extLst>
              <a:ext uri="{FF2B5EF4-FFF2-40B4-BE49-F238E27FC236}">
                <a16:creationId xmlns:a16="http://schemas.microsoft.com/office/drawing/2014/main" id="{6689A989-15F3-4646-94BB-B967C7790749}"/>
              </a:ext>
            </a:extLst>
          </p:cNvPr>
          <p:cNvSpPr>
            <a:spLocks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4909">
            <a:extLst>
              <a:ext uri="{FF2B5EF4-FFF2-40B4-BE49-F238E27FC236}">
                <a16:creationId xmlns:a16="http://schemas.microsoft.com/office/drawing/2014/main" id="{F85C32BA-B2B4-472F-9B13-39B8DC6AF833}"/>
              </a:ext>
            </a:extLst>
          </p:cNvPr>
          <p:cNvSpPr>
            <a:spLocks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4910">
            <a:extLst>
              <a:ext uri="{FF2B5EF4-FFF2-40B4-BE49-F238E27FC236}">
                <a16:creationId xmlns:a16="http://schemas.microsoft.com/office/drawing/2014/main" id="{17DB5FC1-F92A-44F1-83A7-F49F7A6FE533}"/>
              </a:ext>
            </a:extLst>
          </p:cNvPr>
          <p:cNvSpPr>
            <a:spLocks/>
          </p:cNvSpPr>
          <p:nvPr/>
        </p:nvSpPr>
        <p:spPr>
          <a:xfrm>
            <a:off x="346139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4911">
            <a:extLst>
              <a:ext uri="{FF2B5EF4-FFF2-40B4-BE49-F238E27FC236}">
                <a16:creationId xmlns:a16="http://schemas.microsoft.com/office/drawing/2014/main" id="{496F49DE-CA18-4955-B826-130859965830}"/>
              </a:ext>
            </a:extLst>
          </p:cNvPr>
          <p:cNvSpPr>
            <a:spLocks/>
          </p:cNvSpPr>
          <p:nvPr/>
        </p:nvSpPr>
        <p:spPr>
          <a:xfrm>
            <a:off x="3295574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4912">
            <a:extLst>
              <a:ext uri="{FF2B5EF4-FFF2-40B4-BE49-F238E27FC236}">
                <a16:creationId xmlns:a16="http://schemas.microsoft.com/office/drawing/2014/main" id="{054E6C4C-177E-4905-B567-FCB2D14510A1}"/>
              </a:ext>
            </a:extLst>
          </p:cNvPr>
          <p:cNvSpPr>
            <a:spLocks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4913">
            <a:extLst>
              <a:ext uri="{FF2B5EF4-FFF2-40B4-BE49-F238E27FC236}">
                <a16:creationId xmlns:a16="http://schemas.microsoft.com/office/drawing/2014/main" id="{E066179A-17F7-4359-908B-238541A3009F}"/>
              </a:ext>
            </a:extLst>
          </p:cNvPr>
          <p:cNvSpPr>
            <a:spLocks/>
          </p:cNvSpPr>
          <p:nvPr/>
        </p:nvSpPr>
        <p:spPr>
          <a:xfrm>
            <a:off x="3345024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4914">
            <a:extLst>
              <a:ext uri="{FF2B5EF4-FFF2-40B4-BE49-F238E27FC236}">
                <a16:creationId xmlns:a16="http://schemas.microsoft.com/office/drawing/2014/main" id="{FEAA13DC-49E3-42AB-A019-654B4662BEFF}"/>
              </a:ext>
            </a:extLst>
          </p:cNvPr>
          <p:cNvSpPr>
            <a:spLocks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4915">
            <a:extLst>
              <a:ext uri="{FF2B5EF4-FFF2-40B4-BE49-F238E27FC236}">
                <a16:creationId xmlns:a16="http://schemas.microsoft.com/office/drawing/2014/main" id="{D5C8BCE6-2E96-48D6-83B8-014F91E9FF4C}"/>
              </a:ext>
            </a:extLst>
          </p:cNvPr>
          <p:cNvSpPr>
            <a:spLocks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4916">
            <a:extLst>
              <a:ext uri="{FF2B5EF4-FFF2-40B4-BE49-F238E27FC236}">
                <a16:creationId xmlns:a16="http://schemas.microsoft.com/office/drawing/2014/main" id="{99D4844E-7BE6-403C-8D6F-32058C913545}"/>
              </a:ext>
            </a:extLst>
          </p:cNvPr>
          <p:cNvSpPr>
            <a:spLocks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4917">
            <a:extLst>
              <a:ext uri="{FF2B5EF4-FFF2-40B4-BE49-F238E27FC236}">
                <a16:creationId xmlns:a16="http://schemas.microsoft.com/office/drawing/2014/main" id="{3CDF4F40-85C9-47A6-B037-0D7D469756DE}"/>
              </a:ext>
            </a:extLst>
          </p:cNvPr>
          <p:cNvSpPr>
            <a:spLocks/>
          </p:cNvSpPr>
          <p:nvPr/>
        </p:nvSpPr>
        <p:spPr>
          <a:xfrm>
            <a:off x="346370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4918">
            <a:extLst>
              <a:ext uri="{FF2B5EF4-FFF2-40B4-BE49-F238E27FC236}">
                <a16:creationId xmlns:a16="http://schemas.microsoft.com/office/drawing/2014/main" id="{4D082252-0A60-4BC5-BD71-BBCB0C508CE7}"/>
              </a:ext>
            </a:extLst>
          </p:cNvPr>
          <p:cNvSpPr>
            <a:spLocks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4919">
            <a:extLst>
              <a:ext uri="{FF2B5EF4-FFF2-40B4-BE49-F238E27FC236}">
                <a16:creationId xmlns:a16="http://schemas.microsoft.com/office/drawing/2014/main" id="{6F140D86-00CA-426E-916E-79D68AA400FB}"/>
              </a:ext>
            </a:extLst>
          </p:cNvPr>
          <p:cNvSpPr>
            <a:spLocks/>
          </p:cNvSpPr>
          <p:nvPr/>
        </p:nvSpPr>
        <p:spPr>
          <a:xfrm>
            <a:off x="3400060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4920">
            <a:extLst>
              <a:ext uri="{FF2B5EF4-FFF2-40B4-BE49-F238E27FC236}">
                <a16:creationId xmlns:a16="http://schemas.microsoft.com/office/drawing/2014/main" id="{16C35E70-E24B-44E5-A0B0-824C76979F3D}"/>
              </a:ext>
            </a:extLst>
          </p:cNvPr>
          <p:cNvSpPr>
            <a:spLocks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4921">
            <a:extLst>
              <a:ext uri="{FF2B5EF4-FFF2-40B4-BE49-F238E27FC236}">
                <a16:creationId xmlns:a16="http://schemas.microsoft.com/office/drawing/2014/main" id="{77A586BE-BA39-4930-AD57-D73CB111039F}"/>
              </a:ext>
            </a:extLst>
          </p:cNvPr>
          <p:cNvSpPr>
            <a:spLocks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4922">
            <a:extLst>
              <a:ext uri="{FF2B5EF4-FFF2-40B4-BE49-F238E27FC236}">
                <a16:creationId xmlns:a16="http://schemas.microsoft.com/office/drawing/2014/main" id="{3ECD50AE-D61A-49E1-AAF2-A6ED631FE3F9}"/>
              </a:ext>
            </a:extLst>
          </p:cNvPr>
          <p:cNvSpPr>
            <a:spLocks/>
          </p:cNvSpPr>
          <p:nvPr/>
        </p:nvSpPr>
        <p:spPr>
          <a:xfrm>
            <a:off x="3284804" y="35257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4923">
            <a:extLst>
              <a:ext uri="{FF2B5EF4-FFF2-40B4-BE49-F238E27FC236}">
                <a16:creationId xmlns:a16="http://schemas.microsoft.com/office/drawing/2014/main" id="{7987B29D-BB6C-4567-8B5A-099528AC0617}"/>
              </a:ext>
            </a:extLst>
          </p:cNvPr>
          <p:cNvSpPr>
            <a:spLocks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4924">
            <a:extLst>
              <a:ext uri="{FF2B5EF4-FFF2-40B4-BE49-F238E27FC236}">
                <a16:creationId xmlns:a16="http://schemas.microsoft.com/office/drawing/2014/main" id="{944D68D5-6A2F-4E20-AFF5-8FA457BCCCF4}"/>
              </a:ext>
            </a:extLst>
          </p:cNvPr>
          <p:cNvSpPr>
            <a:spLocks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4925">
            <a:extLst>
              <a:ext uri="{FF2B5EF4-FFF2-40B4-BE49-F238E27FC236}">
                <a16:creationId xmlns:a16="http://schemas.microsoft.com/office/drawing/2014/main" id="{EE638FB7-66AE-4E80-AE5A-126E7C7F2968}"/>
              </a:ext>
            </a:extLst>
          </p:cNvPr>
          <p:cNvSpPr>
            <a:spLocks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4926">
            <a:extLst>
              <a:ext uri="{FF2B5EF4-FFF2-40B4-BE49-F238E27FC236}">
                <a16:creationId xmlns:a16="http://schemas.microsoft.com/office/drawing/2014/main" id="{0A8682A3-A6D3-492C-88D8-9DCCEFAA77EC}"/>
              </a:ext>
            </a:extLst>
          </p:cNvPr>
          <p:cNvSpPr>
            <a:spLocks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4927">
            <a:extLst>
              <a:ext uri="{FF2B5EF4-FFF2-40B4-BE49-F238E27FC236}">
                <a16:creationId xmlns:a16="http://schemas.microsoft.com/office/drawing/2014/main" id="{8939E8AE-CFEB-4237-960B-FBB5A34C6612}"/>
              </a:ext>
            </a:extLst>
          </p:cNvPr>
          <p:cNvSpPr>
            <a:spLocks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4928">
            <a:extLst>
              <a:ext uri="{FF2B5EF4-FFF2-40B4-BE49-F238E27FC236}">
                <a16:creationId xmlns:a16="http://schemas.microsoft.com/office/drawing/2014/main" id="{244089BB-4C79-4E84-AC1A-4A309AE30135}"/>
              </a:ext>
            </a:extLst>
          </p:cNvPr>
          <p:cNvSpPr>
            <a:spLocks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4929">
            <a:extLst>
              <a:ext uri="{FF2B5EF4-FFF2-40B4-BE49-F238E27FC236}">
                <a16:creationId xmlns:a16="http://schemas.microsoft.com/office/drawing/2014/main" id="{D7301224-4F24-48F3-8A5A-C86F3349D941}"/>
              </a:ext>
            </a:extLst>
          </p:cNvPr>
          <p:cNvSpPr>
            <a:spLocks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4930">
            <a:extLst>
              <a:ext uri="{FF2B5EF4-FFF2-40B4-BE49-F238E27FC236}">
                <a16:creationId xmlns:a16="http://schemas.microsoft.com/office/drawing/2014/main" id="{8961F985-0494-4C4F-98A4-E924076CF57C}"/>
              </a:ext>
            </a:extLst>
          </p:cNvPr>
          <p:cNvSpPr>
            <a:spLocks/>
          </p:cNvSpPr>
          <p:nvPr/>
        </p:nvSpPr>
        <p:spPr>
          <a:xfrm>
            <a:off x="3361222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4931">
            <a:extLst>
              <a:ext uri="{FF2B5EF4-FFF2-40B4-BE49-F238E27FC236}">
                <a16:creationId xmlns:a16="http://schemas.microsoft.com/office/drawing/2014/main" id="{DD3F9E4D-642D-4426-9AAB-B75108CF0943}"/>
              </a:ext>
            </a:extLst>
          </p:cNvPr>
          <p:cNvSpPr>
            <a:spLocks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4932">
            <a:extLst>
              <a:ext uri="{FF2B5EF4-FFF2-40B4-BE49-F238E27FC236}">
                <a16:creationId xmlns:a16="http://schemas.microsoft.com/office/drawing/2014/main" id="{CDE049F1-7CA4-4E7C-A530-04CAE9FBF859}"/>
              </a:ext>
            </a:extLst>
          </p:cNvPr>
          <p:cNvSpPr>
            <a:spLocks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4933">
            <a:extLst>
              <a:ext uri="{FF2B5EF4-FFF2-40B4-BE49-F238E27FC236}">
                <a16:creationId xmlns:a16="http://schemas.microsoft.com/office/drawing/2014/main" id="{AA3EFE55-156E-4F8F-AA11-5C64ACFFC34D}"/>
              </a:ext>
            </a:extLst>
          </p:cNvPr>
          <p:cNvSpPr>
            <a:spLocks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4934">
            <a:extLst>
              <a:ext uri="{FF2B5EF4-FFF2-40B4-BE49-F238E27FC236}">
                <a16:creationId xmlns:a16="http://schemas.microsoft.com/office/drawing/2014/main" id="{E00FD51A-8769-43B9-82BA-88B1962AFFA8}"/>
              </a:ext>
            </a:extLst>
          </p:cNvPr>
          <p:cNvSpPr>
            <a:spLocks/>
          </p:cNvSpPr>
          <p:nvPr/>
        </p:nvSpPr>
        <p:spPr>
          <a:xfrm>
            <a:off x="3451043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4935">
            <a:extLst>
              <a:ext uri="{FF2B5EF4-FFF2-40B4-BE49-F238E27FC236}">
                <a16:creationId xmlns:a16="http://schemas.microsoft.com/office/drawing/2014/main" id="{E37D15A2-DCBC-4128-B604-3F6B94870C61}"/>
              </a:ext>
            </a:extLst>
          </p:cNvPr>
          <p:cNvSpPr>
            <a:spLocks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4936">
            <a:extLst>
              <a:ext uri="{FF2B5EF4-FFF2-40B4-BE49-F238E27FC236}">
                <a16:creationId xmlns:a16="http://schemas.microsoft.com/office/drawing/2014/main" id="{75EE657D-ED75-48C2-A281-36A0A6642670}"/>
              </a:ext>
            </a:extLst>
          </p:cNvPr>
          <p:cNvSpPr>
            <a:spLocks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4937">
            <a:extLst>
              <a:ext uri="{FF2B5EF4-FFF2-40B4-BE49-F238E27FC236}">
                <a16:creationId xmlns:a16="http://schemas.microsoft.com/office/drawing/2014/main" id="{EF5DBA03-947E-4906-A304-69C2A05C3F54}"/>
              </a:ext>
            </a:extLst>
          </p:cNvPr>
          <p:cNvSpPr>
            <a:spLocks/>
          </p:cNvSpPr>
          <p:nvPr/>
        </p:nvSpPr>
        <p:spPr>
          <a:xfrm>
            <a:off x="3320771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4938">
            <a:extLst>
              <a:ext uri="{FF2B5EF4-FFF2-40B4-BE49-F238E27FC236}">
                <a16:creationId xmlns:a16="http://schemas.microsoft.com/office/drawing/2014/main" id="{2CBB6E4C-5868-4307-9361-7945DDDFB66E}"/>
              </a:ext>
            </a:extLst>
          </p:cNvPr>
          <p:cNvSpPr>
            <a:spLocks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4939">
            <a:extLst>
              <a:ext uri="{FF2B5EF4-FFF2-40B4-BE49-F238E27FC236}">
                <a16:creationId xmlns:a16="http://schemas.microsoft.com/office/drawing/2014/main" id="{91A3FA00-C6B6-4E6D-BE6A-308AF4970D32}"/>
              </a:ext>
            </a:extLst>
          </p:cNvPr>
          <p:cNvSpPr>
            <a:spLocks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4940">
            <a:extLst>
              <a:ext uri="{FF2B5EF4-FFF2-40B4-BE49-F238E27FC236}">
                <a16:creationId xmlns:a16="http://schemas.microsoft.com/office/drawing/2014/main" id="{3B7245C3-B94F-4826-9BB6-4F7ACE19C79B}"/>
              </a:ext>
            </a:extLst>
          </p:cNvPr>
          <p:cNvSpPr>
            <a:spLocks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4941">
            <a:extLst>
              <a:ext uri="{FF2B5EF4-FFF2-40B4-BE49-F238E27FC236}">
                <a16:creationId xmlns:a16="http://schemas.microsoft.com/office/drawing/2014/main" id="{E9F02625-887F-41D4-9AD9-442AAA362762}"/>
              </a:ext>
            </a:extLst>
          </p:cNvPr>
          <p:cNvSpPr>
            <a:spLocks/>
          </p:cNvSpPr>
          <p:nvPr/>
        </p:nvSpPr>
        <p:spPr>
          <a:xfrm>
            <a:off x="3459346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4942">
            <a:extLst>
              <a:ext uri="{FF2B5EF4-FFF2-40B4-BE49-F238E27FC236}">
                <a16:creationId xmlns:a16="http://schemas.microsoft.com/office/drawing/2014/main" id="{27DD56AF-1AE3-43CB-8CCF-5E9C85626C89}"/>
              </a:ext>
            </a:extLst>
          </p:cNvPr>
          <p:cNvSpPr>
            <a:spLocks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4943">
            <a:extLst>
              <a:ext uri="{FF2B5EF4-FFF2-40B4-BE49-F238E27FC236}">
                <a16:creationId xmlns:a16="http://schemas.microsoft.com/office/drawing/2014/main" id="{1A4C9938-11F0-44E8-A1B3-44C2195572D3}"/>
              </a:ext>
            </a:extLst>
          </p:cNvPr>
          <p:cNvSpPr>
            <a:spLocks/>
          </p:cNvSpPr>
          <p:nvPr/>
        </p:nvSpPr>
        <p:spPr>
          <a:xfrm>
            <a:off x="3348690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4944">
            <a:extLst>
              <a:ext uri="{FF2B5EF4-FFF2-40B4-BE49-F238E27FC236}">
                <a16:creationId xmlns:a16="http://schemas.microsoft.com/office/drawing/2014/main" id="{6EF81238-354F-4993-8A9E-CBEC2C0AF399}"/>
              </a:ext>
            </a:extLst>
          </p:cNvPr>
          <p:cNvSpPr>
            <a:spLocks/>
          </p:cNvSpPr>
          <p:nvPr/>
        </p:nvSpPr>
        <p:spPr>
          <a:xfrm>
            <a:off x="3325537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4945">
            <a:extLst>
              <a:ext uri="{FF2B5EF4-FFF2-40B4-BE49-F238E27FC236}">
                <a16:creationId xmlns:a16="http://schemas.microsoft.com/office/drawing/2014/main" id="{D0C629BD-0E4D-4E2A-BA94-37663FBC55E8}"/>
              </a:ext>
            </a:extLst>
          </p:cNvPr>
          <p:cNvSpPr>
            <a:spLocks/>
          </p:cNvSpPr>
          <p:nvPr/>
        </p:nvSpPr>
        <p:spPr>
          <a:xfrm>
            <a:off x="339684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4946">
            <a:extLst>
              <a:ext uri="{FF2B5EF4-FFF2-40B4-BE49-F238E27FC236}">
                <a16:creationId xmlns:a16="http://schemas.microsoft.com/office/drawing/2014/main" id="{8E8F6629-B63D-4385-97D9-7F791A1B68AE}"/>
              </a:ext>
            </a:extLst>
          </p:cNvPr>
          <p:cNvSpPr>
            <a:spLocks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4947">
            <a:extLst>
              <a:ext uri="{FF2B5EF4-FFF2-40B4-BE49-F238E27FC236}">
                <a16:creationId xmlns:a16="http://schemas.microsoft.com/office/drawing/2014/main" id="{A20A5ECB-0394-42DE-AF54-A8D3675F1CE9}"/>
              </a:ext>
            </a:extLst>
          </p:cNvPr>
          <p:cNvSpPr>
            <a:spLocks/>
          </p:cNvSpPr>
          <p:nvPr/>
        </p:nvSpPr>
        <p:spPr>
          <a:xfrm>
            <a:off x="33873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4948">
            <a:extLst>
              <a:ext uri="{FF2B5EF4-FFF2-40B4-BE49-F238E27FC236}">
                <a16:creationId xmlns:a16="http://schemas.microsoft.com/office/drawing/2014/main" id="{981A7AD3-B006-4770-8F06-59BAB02DC22A}"/>
              </a:ext>
            </a:extLst>
          </p:cNvPr>
          <p:cNvSpPr>
            <a:spLocks/>
          </p:cNvSpPr>
          <p:nvPr/>
        </p:nvSpPr>
        <p:spPr>
          <a:xfrm>
            <a:off x="3479034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4949">
            <a:extLst>
              <a:ext uri="{FF2B5EF4-FFF2-40B4-BE49-F238E27FC236}">
                <a16:creationId xmlns:a16="http://schemas.microsoft.com/office/drawing/2014/main" id="{91602C6C-5CDB-4CE4-9AB8-AEC6452CFF09}"/>
              </a:ext>
            </a:extLst>
          </p:cNvPr>
          <p:cNvSpPr>
            <a:spLocks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4950">
            <a:extLst>
              <a:ext uri="{FF2B5EF4-FFF2-40B4-BE49-F238E27FC236}">
                <a16:creationId xmlns:a16="http://schemas.microsoft.com/office/drawing/2014/main" id="{9E40848E-5510-42F3-92CD-1B68A2572E88}"/>
              </a:ext>
            </a:extLst>
          </p:cNvPr>
          <p:cNvSpPr>
            <a:spLocks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4951">
            <a:extLst>
              <a:ext uri="{FF2B5EF4-FFF2-40B4-BE49-F238E27FC236}">
                <a16:creationId xmlns:a16="http://schemas.microsoft.com/office/drawing/2014/main" id="{C0149FDD-FAC8-4B8D-B7A0-1986CA6818EA}"/>
              </a:ext>
            </a:extLst>
          </p:cNvPr>
          <p:cNvSpPr>
            <a:spLocks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4952">
            <a:extLst>
              <a:ext uri="{FF2B5EF4-FFF2-40B4-BE49-F238E27FC236}">
                <a16:creationId xmlns:a16="http://schemas.microsoft.com/office/drawing/2014/main" id="{6F8CE31C-1812-44EE-B0F3-85823AD9A965}"/>
              </a:ext>
            </a:extLst>
          </p:cNvPr>
          <p:cNvSpPr>
            <a:spLocks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4953">
            <a:extLst>
              <a:ext uri="{FF2B5EF4-FFF2-40B4-BE49-F238E27FC236}">
                <a16:creationId xmlns:a16="http://schemas.microsoft.com/office/drawing/2014/main" id="{8B761EAB-DD33-4922-B28F-B94A5344DC2A}"/>
              </a:ext>
            </a:extLst>
          </p:cNvPr>
          <p:cNvSpPr>
            <a:spLocks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4954">
            <a:extLst>
              <a:ext uri="{FF2B5EF4-FFF2-40B4-BE49-F238E27FC236}">
                <a16:creationId xmlns:a16="http://schemas.microsoft.com/office/drawing/2014/main" id="{3525935F-0FBE-43B1-BAF7-E330AC50421F}"/>
              </a:ext>
            </a:extLst>
          </p:cNvPr>
          <p:cNvSpPr>
            <a:spLocks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4955">
            <a:extLst>
              <a:ext uri="{FF2B5EF4-FFF2-40B4-BE49-F238E27FC236}">
                <a16:creationId xmlns:a16="http://schemas.microsoft.com/office/drawing/2014/main" id="{EC783858-5BB0-4380-84BA-A8C058AD1D68}"/>
              </a:ext>
            </a:extLst>
          </p:cNvPr>
          <p:cNvSpPr>
            <a:spLocks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4956">
            <a:extLst>
              <a:ext uri="{FF2B5EF4-FFF2-40B4-BE49-F238E27FC236}">
                <a16:creationId xmlns:a16="http://schemas.microsoft.com/office/drawing/2014/main" id="{A861D283-BFC6-4704-9D5A-200E9E16CBC6}"/>
              </a:ext>
            </a:extLst>
          </p:cNvPr>
          <p:cNvSpPr>
            <a:spLocks/>
          </p:cNvSpPr>
          <p:nvPr/>
        </p:nvSpPr>
        <p:spPr>
          <a:xfrm>
            <a:off x="346859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4957">
            <a:extLst>
              <a:ext uri="{FF2B5EF4-FFF2-40B4-BE49-F238E27FC236}">
                <a16:creationId xmlns:a16="http://schemas.microsoft.com/office/drawing/2014/main" id="{FA508DEB-7F4C-4FBB-A372-61DA27958E42}"/>
              </a:ext>
            </a:extLst>
          </p:cNvPr>
          <p:cNvSpPr>
            <a:spLocks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4958">
            <a:extLst>
              <a:ext uri="{FF2B5EF4-FFF2-40B4-BE49-F238E27FC236}">
                <a16:creationId xmlns:a16="http://schemas.microsoft.com/office/drawing/2014/main" id="{B3559A8A-B3A2-4427-BFD2-316119DA70B7}"/>
              </a:ext>
            </a:extLst>
          </p:cNvPr>
          <p:cNvSpPr>
            <a:spLocks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4959">
            <a:extLst>
              <a:ext uri="{FF2B5EF4-FFF2-40B4-BE49-F238E27FC236}">
                <a16:creationId xmlns:a16="http://schemas.microsoft.com/office/drawing/2014/main" id="{0E353633-C4FC-4A5F-A326-AB815E720D6D}"/>
              </a:ext>
            </a:extLst>
          </p:cNvPr>
          <p:cNvSpPr>
            <a:spLocks/>
          </p:cNvSpPr>
          <p:nvPr/>
        </p:nvSpPr>
        <p:spPr>
          <a:xfrm>
            <a:off x="3434561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4960">
            <a:extLst>
              <a:ext uri="{FF2B5EF4-FFF2-40B4-BE49-F238E27FC236}">
                <a16:creationId xmlns:a16="http://schemas.microsoft.com/office/drawing/2014/main" id="{9558E0E4-03CE-4AC1-8758-06C07DE14EA8}"/>
              </a:ext>
            </a:extLst>
          </p:cNvPr>
          <p:cNvSpPr>
            <a:spLocks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4961">
            <a:extLst>
              <a:ext uri="{FF2B5EF4-FFF2-40B4-BE49-F238E27FC236}">
                <a16:creationId xmlns:a16="http://schemas.microsoft.com/office/drawing/2014/main" id="{AC79556D-FA0E-4BBA-881B-6CF231EE5A6D}"/>
              </a:ext>
            </a:extLst>
          </p:cNvPr>
          <p:cNvSpPr>
            <a:spLocks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4962">
            <a:extLst>
              <a:ext uri="{FF2B5EF4-FFF2-40B4-BE49-F238E27FC236}">
                <a16:creationId xmlns:a16="http://schemas.microsoft.com/office/drawing/2014/main" id="{4DB6C371-DA23-43C0-B100-F0FDEBE17442}"/>
              </a:ext>
            </a:extLst>
          </p:cNvPr>
          <p:cNvSpPr>
            <a:spLocks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4963">
            <a:extLst>
              <a:ext uri="{FF2B5EF4-FFF2-40B4-BE49-F238E27FC236}">
                <a16:creationId xmlns:a16="http://schemas.microsoft.com/office/drawing/2014/main" id="{67E91C0F-3943-42E6-9D97-D1DC69B839C2}"/>
              </a:ext>
            </a:extLst>
          </p:cNvPr>
          <p:cNvSpPr>
            <a:spLocks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4964">
            <a:extLst>
              <a:ext uri="{FF2B5EF4-FFF2-40B4-BE49-F238E27FC236}">
                <a16:creationId xmlns:a16="http://schemas.microsoft.com/office/drawing/2014/main" id="{CA79B308-ECAB-490D-ADFE-E4107658818F}"/>
              </a:ext>
            </a:extLst>
          </p:cNvPr>
          <p:cNvSpPr>
            <a:spLocks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4965">
            <a:extLst>
              <a:ext uri="{FF2B5EF4-FFF2-40B4-BE49-F238E27FC236}">
                <a16:creationId xmlns:a16="http://schemas.microsoft.com/office/drawing/2014/main" id="{882C3D24-264C-4D77-8C4F-DB776181D3A7}"/>
              </a:ext>
            </a:extLst>
          </p:cNvPr>
          <p:cNvSpPr>
            <a:spLocks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4966">
            <a:extLst>
              <a:ext uri="{FF2B5EF4-FFF2-40B4-BE49-F238E27FC236}">
                <a16:creationId xmlns:a16="http://schemas.microsoft.com/office/drawing/2014/main" id="{CC9D1C7F-609D-45D5-9963-91112F472FBD}"/>
              </a:ext>
            </a:extLst>
          </p:cNvPr>
          <p:cNvSpPr>
            <a:spLocks/>
          </p:cNvSpPr>
          <p:nvPr/>
        </p:nvSpPr>
        <p:spPr>
          <a:xfrm>
            <a:off x="330102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4967">
            <a:extLst>
              <a:ext uri="{FF2B5EF4-FFF2-40B4-BE49-F238E27FC236}">
                <a16:creationId xmlns:a16="http://schemas.microsoft.com/office/drawing/2014/main" id="{D1F05483-3BBD-4E57-902F-5740C802CE20}"/>
              </a:ext>
            </a:extLst>
          </p:cNvPr>
          <p:cNvSpPr>
            <a:spLocks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4968">
            <a:extLst>
              <a:ext uri="{FF2B5EF4-FFF2-40B4-BE49-F238E27FC236}">
                <a16:creationId xmlns:a16="http://schemas.microsoft.com/office/drawing/2014/main" id="{DD3D1D42-8364-4C0F-9584-7C77D41A34F2}"/>
              </a:ext>
            </a:extLst>
          </p:cNvPr>
          <p:cNvSpPr>
            <a:spLocks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4969">
            <a:extLst>
              <a:ext uri="{FF2B5EF4-FFF2-40B4-BE49-F238E27FC236}">
                <a16:creationId xmlns:a16="http://schemas.microsoft.com/office/drawing/2014/main" id="{C3C0BECF-810A-4EF5-94FC-F1AACE8F1953}"/>
              </a:ext>
            </a:extLst>
          </p:cNvPr>
          <p:cNvSpPr>
            <a:spLocks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4970">
            <a:extLst>
              <a:ext uri="{FF2B5EF4-FFF2-40B4-BE49-F238E27FC236}">
                <a16:creationId xmlns:a16="http://schemas.microsoft.com/office/drawing/2014/main" id="{702BB4BE-BFA2-411F-B893-7BDB51898F7B}"/>
              </a:ext>
            </a:extLst>
          </p:cNvPr>
          <p:cNvSpPr>
            <a:spLocks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4971">
            <a:extLst>
              <a:ext uri="{FF2B5EF4-FFF2-40B4-BE49-F238E27FC236}">
                <a16:creationId xmlns:a16="http://schemas.microsoft.com/office/drawing/2014/main" id="{A0754C6C-2B7C-452A-AB99-D88DC000692B}"/>
              </a:ext>
            </a:extLst>
          </p:cNvPr>
          <p:cNvSpPr>
            <a:spLocks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4972">
            <a:extLst>
              <a:ext uri="{FF2B5EF4-FFF2-40B4-BE49-F238E27FC236}">
                <a16:creationId xmlns:a16="http://schemas.microsoft.com/office/drawing/2014/main" id="{FD1DF046-8E5A-49D9-A87E-91D7A65F3291}"/>
              </a:ext>
            </a:extLst>
          </p:cNvPr>
          <p:cNvSpPr>
            <a:spLocks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4973">
            <a:extLst>
              <a:ext uri="{FF2B5EF4-FFF2-40B4-BE49-F238E27FC236}">
                <a16:creationId xmlns:a16="http://schemas.microsoft.com/office/drawing/2014/main" id="{8D53561D-65B2-4109-9B00-E573F15B7649}"/>
              </a:ext>
            </a:extLst>
          </p:cNvPr>
          <p:cNvSpPr>
            <a:spLocks/>
          </p:cNvSpPr>
          <p:nvPr/>
        </p:nvSpPr>
        <p:spPr>
          <a:xfrm>
            <a:off x="3422598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4974">
            <a:extLst>
              <a:ext uri="{FF2B5EF4-FFF2-40B4-BE49-F238E27FC236}">
                <a16:creationId xmlns:a16="http://schemas.microsoft.com/office/drawing/2014/main" id="{383D9E12-90F7-4D70-A8F8-379A953747C4}"/>
              </a:ext>
            </a:extLst>
          </p:cNvPr>
          <p:cNvSpPr>
            <a:spLocks/>
          </p:cNvSpPr>
          <p:nvPr/>
        </p:nvSpPr>
        <p:spPr>
          <a:xfrm>
            <a:off x="335722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4975">
            <a:extLst>
              <a:ext uri="{FF2B5EF4-FFF2-40B4-BE49-F238E27FC236}">
                <a16:creationId xmlns:a16="http://schemas.microsoft.com/office/drawing/2014/main" id="{D362621C-0780-4D47-A6C0-4C04F624F088}"/>
              </a:ext>
            </a:extLst>
          </p:cNvPr>
          <p:cNvSpPr>
            <a:spLocks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4976">
            <a:extLst>
              <a:ext uri="{FF2B5EF4-FFF2-40B4-BE49-F238E27FC236}">
                <a16:creationId xmlns:a16="http://schemas.microsoft.com/office/drawing/2014/main" id="{6933FF9B-E2C5-4744-A36F-B001B718BD56}"/>
              </a:ext>
            </a:extLst>
          </p:cNvPr>
          <p:cNvSpPr>
            <a:spLocks/>
          </p:cNvSpPr>
          <p:nvPr/>
        </p:nvSpPr>
        <p:spPr>
          <a:xfrm>
            <a:off x="3419557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4977">
            <a:extLst>
              <a:ext uri="{FF2B5EF4-FFF2-40B4-BE49-F238E27FC236}">
                <a16:creationId xmlns:a16="http://schemas.microsoft.com/office/drawing/2014/main" id="{6CC99847-E24C-47C0-A11D-30D22F3C3988}"/>
              </a:ext>
            </a:extLst>
          </p:cNvPr>
          <p:cNvSpPr>
            <a:spLocks/>
          </p:cNvSpPr>
          <p:nvPr/>
        </p:nvSpPr>
        <p:spPr>
          <a:xfrm>
            <a:off x="33659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4978">
            <a:extLst>
              <a:ext uri="{FF2B5EF4-FFF2-40B4-BE49-F238E27FC236}">
                <a16:creationId xmlns:a16="http://schemas.microsoft.com/office/drawing/2014/main" id="{D1769BCD-1CEC-458C-A028-3A92263D2DDC}"/>
              </a:ext>
            </a:extLst>
          </p:cNvPr>
          <p:cNvSpPr>
            <a:spLocks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4979">
            <a:extLst>
              <a:ext uri="{FF2B5EF4-FFF2-40B4-BE49-F238E27FC236}">
                <a16:creationId xmlns:a16="http://schemas.microsoft.com/office/drawing/2014/main" id="{6B2FCC54-4D84-4666-8956-818B607D1C86}"/>
              </a:ext>
            </a:extLst>
          </p:cNvPr>
          <p:cNvSpPr>
            <a:spLocks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4980">
            <a:extLst>
              <a:ext uri="{FF2B5EF4-FFF2-40B4-BE49-F238E27FC236}">
                <a16:creationId xmlns:a16="http://schemas.microsoft.com/office/drawing/2014/main" id="{165E47E7-5043-4127-BE9F-30A59E008C1C}"/>
              </a:ext>
            </a:extLst>
          </p:cNvPr>
          <p:cNvSpPr>
            <a:spLocks/>
          </p:cNvSpPr>
          <p:nvPr/>
        </p:nvSpPr>
        <p:spPr>
          <a:xfrm>
            <a:off x="337419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4981">
            <a:extLst>
              <a:ext uri="{FF2B5EF4-FFF2-40B4-BE49-F238E27FC236}">
                <a16:creationId xmlns:a16="http://schemas.microsoft.com/office/drawing/2014/main" id="{EAAEB829-1F1D-4934-B816-7A7DBF584675}"/>
              </a:ext>
            </a:extLst>
          </p:cNvPr>
          <p:cNvSpPr>
            <a:spLocks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4982">
            <a:extLst>
              <a:ext uri="{FF2B5EF4-FFF2-40B4-BE49-F238E27FC236}">
                <a16:creationId xmlns:a16="http://schemas.microsoft.com/office/drawing/2014/main" id="{8CDEDAAD-9572-4BEA-A93F-853CB2CCAD61}"/>
              </a:ext>
            </a:extLst>
          </p:cNvPr>
          <p:cNvSpPr>
            <a:spLocks/>
          </p:cNvSpPr>
          <p:nvPr/>
        </p:nvSpPr>
        <p:spPr>
          <a:xfrm>
            <a:off x="33714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4983">
            <a:extLst>
              <a:ext uri="{FF2B5EF4-FFF2-40B4-BE49-F238E27FC236}">
                <a16:creationId xmlns:a16="http://schemas.microsoft.com/office/drawing/2014/main" id="{A55C5372-92E9-459B-96A3-D23CF2A21121}"/>
              </a:ext>
            </a:extLst>
          </p:cNvPr>
          <p:cNvSpPr>
            <a:spLocks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4984">
            <a:extLst>
              <a:ext uri="{FF2B5EF4-FFF2-40B4-BE49-F238E27FC236}">
                <a16:creationId xmlns:a16="http://schemas.microsoft.com/office/drawing/2014/main" id="{160A6D63-DBE5-4480-A9DC-F9BD7AC0CB60}"/>
              </a:ext>
            </a:extLst>
          </p:cNvPr>
          <p:cNvSpPr>
            <a:spLocks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4985">
            <a:extLst>
              <a:ext uri="{FF2B5EF4-FFF2-40B4-BE49-F238E27FC236}">
                <a16:creationId xmlns:a16="http://schemas.microsoft.com/office/drawing/2014/main" id="{1B5FD708-9DD2-466C-BD22-679F8ED4CD4F}"/>
              </a:ext>
            </a:extLst>
          </p:cNvPr>
          <p:cNvSpPr>
            <a:spLocks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4986">
            <a:extLst>
              <a:ext uri="{FF2B5EF4-FFF2-40B4-BE49-F238E27FC236}">
                <a16:creationId xmlns:a16="http://schemas.microsoft.com/office/drawing/2014/main" id="{AB9A332E-111C-4365-AD5A-C2F587C971B3}"/>
              </a:ext>
            </a:extLst>
          </p:cNvPr>
          <p:cNvSpPr>
            <a:spLocks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4987">
            <a:extLst>
              <a:ext uri="{FF2B5EF4-FFF2-40B4-BE49-F238E27FC236}">
                <a16:creationId xmlns:a16="http://schemas.microsoft.com/office/drawing/2014/main" id="{D229F13E-B65B-4AA7-A341-6ACEB6FF45C8}"/>
              </a:ext>
            </a:extLst>
          </p:cNvPr>
          <p:cNvSpPr>
            <a:spLocks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4988">
            <a:extLst>
              <a:ext uri="{FF2B5EF4-FFF2-40B4-BE49-F238E27FC236}">
                <a16:creationId xmlns:a16="http://schemas.microsoft.com/office/drawing/2014/main" id="{189DCD62-28FA-436C-966B-9E84BDAFAA72}"/>
              </a:ext>
            </a:extLst>
          </p:cNvPr>
          <p:cNvSpPr>
            <a:spLocks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4989">
            <a:extLst>
              <a:ext uri="{FF2B5EF4-FFF2-40B4-BE49-F238E27FC236}">
                <a16:creationId xmlns:a16="http://schemas.microsoft.com/office/drawing/2014/main" id="{BB2FCAE2-3E4B-4D69-A44F-DB11AA39BB6E}"/>
              </a:ext>
            </a:extLst>
          </p:cNvPr>
          <p:cNvSpPr>
            <a:spLocks/>
          </p:cNvSpPr>
          <p:nvPr/>
        </p:nvSpPr>
        <p:spPr>
          <a:xfrm>
            <a:off x="3292051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4990">
            <a:extLst>
              <a:ext uri="{FF2B5EF4-FFF2-40B4-BE49-F238E27FC236}">
                <a16:creationId xmlns:a16="http://schemas.microsoft.com/office/drawing/2014/main" id="{4E39FAB9-BF2A-48F1-9F29-2DB1B737E829}"/>
              </a:ext>
            </a:extLst>
          </p:cNvPr>
          <p:cNvSpPr>
            <a:spLocks/>
          </p:cNvSpPr>
          <p:nvPr/>
        </p:nvSpPr>
        <p:spPr>
          <a:xfrm>
            <a:off x="3361646" y="2807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4991">
            <a:extLst>
              <a:ext uri="{FF2B5EF4-FFF2-40B4-BE49-F238E27FC236}">
                <a16:creationId xmlns:a16="http://schemas.microsoft.com/office/drawing/2014/main" id="{CB0C714B-D956-48AB-87DD-44A33D5AEA2A}"/>
              </a:ext>
            </a:extLst>
          </p:cNvPr>
          <p:cNvSpPr>
            <a:spLocks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4992">
            <a:extLst>
              <a:ext uri="{FF2B5EF4-FFF2-40B4-BE49-F238E27FC236}">
                <a16:creationId xmlns:a16="http://schemas.microsoft.com/office/drawing/2014/main" id="{9F12E740-5B8C-4127-9D81-ED9F3F1DB306}"/>
              </a:ext>
            </a:extLst>
          </p:cNvPr>
          <p:cNvSpPr>
            <a:spLocks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4993">
            <a:extLst>
              <a:ext uri="{FF2B5EF4-FFF2-40B4-BE49-F238E27FC236}">
                <a16:creationId xmlns:a16="http://schemas.microsoft.com/office/drawing/2014/main" id="{441343DB-4EE6-464E-8861-FDAD096A6D58}"/>
              </a:ext>
            </a:extLst>
          </p:cNvPr>
          <p:cNvSpPr>
            <a:spLocks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4994">
            <a:extLst>
              <a:ext uri="{FF2B5EF4-FFF2-40B4-BE49-F238E27FC236}">
                <a16:creationId xmlns:a16="http://schemas.microsoft.com/office/drawing/2014/main" id="{5D0AE020-6B0B-48B0-A9A2-CEEEE3075528}"/>
              </a:ext>
            </a:extLst>
          </p:cNvPr>
          <p:cNvSpPr>
            <a:spLocks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4995">
            <a:extLst>
              <a:ext uri="{FF2B5EF4-FFF2-40B4-BE49-F238E27FC236}">
                <a16:creationId xmlns:a16="http://schemas.microsoft.com/office/drawing/2014/main" id="{EA39D101-58AF-45D3-B2E6-370BF9DA4338}"/>
              </a:ext>
            </a:extLst>
          </p:cNvPr>
          <p:cNvSpPr>
            <a:spLocks/>
          </p:cNvSpPr>
          <p:nvPr/>
        </p:nvSpPr>
        <p:spPr>
          <a:xfrm>
            <a:off x="3315400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4996">
            <a:extLst>
              <a:ext uri="{FF2B5EF4-FFF2-40B4-BE49-F238E27FC236}">
                <a16:creationId xmlns:a16="http://schemas.microsoft.com/office/drawing/2014/main" id="{CD4B6FA8-3F0F-43BD-9E90-B51A6C775476}"/>
              </a:ext>
            </a:extLst>
          </p:cNvPr>
          <p:cNvSpPr>
            <a:spLocks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4997">
            <a:extLst>
              <a:ext uri="{FF2B5EF4-FFF2-40B4-BE49-F238E27FC236}">
                <a16:creationId xmlns:a16="http://schemas.microsoft.com/office/drawing/2014/main" id="{394FE2EF-5BCD-4D77-A31E-A8E59A9FABC5}"/>
              </a:ext>
            </a:extLst>
          </p:cNvPr>
          <p:cNvSpPr>
            <a:spLocks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4998">
            <a:extLst>
              <a:ext uri="{FF2B5EF4-FFF2-40B4-BE49-F238E27FC236}">
                <a16:creationId xmlns:a16="http://schemas.microsoft.com/office/drawing/2014/main" id="{5C474403-58A5-4DF5-9323-39C555FB65A3}"/>
              </a:ext>
            </a:extLst>
          </p:cNvPr>
          <p:cNvSpPr>
            <a:spLocks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4999">
            <a:extLst>
              <a:ext uri="{FF2B5EF4-FFF2-40B4-BE49-F238E27FC236}">
                <a16:creationId xmlns:a16="http://schemas.microsoft.com/office/drawing/2014/main" id="{45D14563-83C9-44FB-955F-8116B50B8E5A}"/>
              </a:ext>
            </a:extLst>
          </p:cNvPr>
          <p:cNvSpPr>
            <a:spLocks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5000">
            <a:extLst>
              <a:ext uri="{FF2B5EF4-FFF2-40B4-BE49-F238E27FC236}">
                <a16:creationId xmlns:a16="http://schemas.microsoft.com/office/drawing/2014/main" id="{DEFF8155-CBCB-4236-A788-E1F9BE7C2639}"/>
              </a:ext>
            </a:extLst>
          </p:cNvPr>
          <p:cNvSpPr>
            <a:spLocks/>
          </p:cNvSpPr>
          <p:nvPr/>
        </p:nvSpPr>
        <p:spPr>
          <a:xfrm>
            <a:off x="32913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5001">
            <a:extLst>
              <a:ext uri="{FF2B5EF4-FFF2-40B4-BE49-F238E27FC236}">
                <a16:creationId xmlns:a16="http://schemas.microsoft.com/office/drawing/2014/main" id="{6DCEBB87-0B3C-46EB-BC64-35C6AA8BBEE6}"/>
              </a:ext>
            </a:extLst>
          </p:cNvPr>
          <p:cNvSpPr>
            <a:spLocks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5002">
            <a:extLst>
              <a:ext uri="{FF2B5EF4-FFF2-40B4-BE49-F238E27FC236}">
                <a16:creationId xmlns:a16="http://schemas.microsoft.com/office/drawing/2014/main" id="{CDD49380-B6B4-4A13-8F48-79884A3A3ED2}"/>
              </a:ext>
            </a:extLst>
          </p:cNvPr>
          <p:cNvSpPr>
            <a:spLocks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5003">
            <a:extLst>
              <a:ext uri="{FF2B5EF4-FFF2-40B4-BE49-F238E27FC236}">
                <a16:creationId xmlns:a16="http://schemas.microsoft.com/office/drawing/2014/main" id="{03629A31-9D00-422F-AB9B-EB25874B0B66}"/>
              </a:ext>
            </a:extLst>
          </p:cNvPr>
          <p:cNvSpPr>
            <a:spLocks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5004">
            <a:extLst>
              <a:ext uri="{FF2B5EF4-FFF2-40B4-BE49-F238E27FC236}">
                <a16:creationId xmlns:a16="http://schemas.microsoft.com/office/drawing/2014/main" id="{D2714ED8-A188-468B-95AC-6FED3325F413}"/>
              </a:ext>
            </a:extLst>
          </p:cNvPr>
          <p:cNvSpPr>
            <a:spLocks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5005">
            <a:extLst>
              <a:ext uri="{FF2B5EF4-FFF2-40B4-BE49-F238E27FC236}">
                <a16:creationId xmlns:a16="http://schemas.microsoft.com/office/drawing/2014/main" id="{8ECA67BB-E08B-4E6F-B848-0EE1B04DB97C}"/>
              </a:ext>
            </a:extLst>
          </p:cNvPr>
          <p:cNvSpPr>
            <a:spLocks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5006">
            <a:extLst>
              <a:ext uri="{FF2B5EF4-FFF2-40B4-BE49-F238E27FC236}">
                <a16:creationId xmlns:a16="http://schemas.microsoft.com/office/drawing/2014/main" id="{59175B6F-55D2-4333-8862-7663EE8D9773}"/>
              </a:ext>
            </a:extLst>
          </p:cNvPr>
          <p:cNvSpPr>
            <a:spLocks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5007">
            <a:extLst>
              <a:ext uri="{FF2B5EF4-FFF2-40B4-BE49-F238E27FC236}">
                <a16:creationId xmlns:a16="http://schemas.microsoft.com/office/drawing/2014/main" id="{52FECB99-AC9B-4CDB-ADE5-28F2E7067A4F}"/>
              </a:ext>
            </a:extLst>
          </p:cNvPr>
          <p:cNvSpPr>
            <a:spLocks/>
          </p:cNvSpPr>
          <p:nvPr/>
        </p:nvSpPr>
        <p:spPr>
          <a:xfrm>
            <a:off x="3318209" y="3487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5008">
            <a:extLst>
              <a:ext uri="{FF2B5EF4-FFF2-40B4-BE49-F238E27FC236}">
                <a16:creationId xmlns:a16="http://schemas.microsoft.com/office/drawing/2014/main" id="{2A67721B-CACB-4D28-9864-5C7129435066}"/>
              </a:ext>
            </a:extLst>
          </p:cNvPr>
          <p:cNvSpPr>
            <a:spLocks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5009">
            <a:extLst>
              <a:ext uri="{FF2B5EF4-FFF2-40B4-BE49-F238E27FC236}">
                <a16:creationId xmlns:a16="http://schemas.microsoft.com/office/drawing/2014/main" id="{0906DFCC-92E3-4BEB-98B1-BC6B83F0ADC3}"/>
              </a:ext>
            </a:extLst>
          </p:cNvPr>
          <p:cNvSpPr>
            <a:spLocks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5010">
            <a:extLst>
              <a:ext uri="{FF2B5EF4-FFF2-40B4-BE49-F238E27FC236}">
                <a16:creationId xmlns:a16="http://schemas.microsoft.com/office/drawing/2014/main" id="{5DC73A80-8146-4D7E-9A4E-AEF16EBB79B9}"/>
              </a:ext>
            </a:extLst>
          </p:cNvPr>
          <p:cNvSpPr>
            <a:spLocks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5011">
            <a:extLst>
              <a:ext uri="{FF2B5EF4-FFF2-40B4-BE49-F238E27FC236}">
                <a16:creationId xmlns:a16="http://schemas.microsoft.com/office/drawing/2014/main" id="{159C8F65-62FB-4C41-9C6E-4C73A61566E0}"/>
              </a:ext>
            </a:extLst>
          </p:cNvPr>
          <p:cNvSpPr>
            <a:spLocks/>
          </p:cNvSpPr>
          <p:nvPr/>
        </p:nvSpPr>
        <p:spPr>
          <a:xfrm>
            <a:off x="334628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5012">
            <a:extLst>
              <a:ext uri="{FF2B5EF4-FFF2-40B4-BE49-F238E27FC236}">
                <a16:creationId xmlns:a16="http://schemas.microsoft.com/office/drawing/2014/main" id="{B9DC9A0E-34BD-411A-BF98-39399F58EE70}"/>
              </a:ext>
            </a:extLst>
          </p:cNvPr>
          <p:cNvSpPr>
            <a:spLocks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5013">
            <a:extLst>
              <a:ext uri="{FF2B5EF4-FFF2-40B4-BE49-F238E27FC236}">
                <a16:creationId xmlns:a16="http://schemas.microsoft.com/office/drawing/2014/main" id="{19B8E866-C933-4A56-9788-43E6D29D1E70}"/>
              </a:ext>
            </a:extLst>
          </p:cNvPr>
          <p:cNvSpPr>
            <a:spLocks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5014">
            <a:extLst>
              <a:ext uri="{FF2B5EF4-FFF2-40B4-BE49-F238E27FC236}">
                <a16:creationId xmlns:a16="http://schemas.microsoft.com/office/drawing/2014/main" id="{617206AD-8072-4BB5-8857-9ED43C85EC8E}"/>
              </a:ext>
            </a:extLst>
          </p:cNvPr>
          <p:cNvSpPr>
            <a:spLocks/>
          </p:cNvSpPr>
          <p:nvPr/>
        </p:nvSpPr>
        <p:spPr>
          <a:xfrm>
            <a:off x="3492583" y="3242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5015">
            <a:extLst>
              <a:ext uri="{FF2B5EF4-FFF2-40B4-BE49-F238E27FC236}">
                <a16:creationId xmlns:a16="http://schemas.microsoft.com/office/drawing/2014/main" id="{C75DBDEC-CE88-40D9-81CC-51E4BDF0DCBD}"/>
              </a:ext>
            </a:extLst>
          </p:cNvPr>
          <p:cNvSpPr>
            <a:spLocks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5016">
            <a:extLst>
              <a:ext uri="{FF2B5EF4-FFF2-40B4-BE49-F238E27FC236}">
                <a16:creationId xmlns:a16="http://schemas.microsoft.com/office/drawing/2014/main" id="{00530ED6-D453-4BD0-8F31-9877BAB0611A}"/>
              </a:ext>
            </a:extLst>
          </p:cNvPr>
          <p:cNvSpPr>
            <a:spLocks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5017">
            <a:extLst>
              <a:ext uri="{FF2B5EF4-FFF2-40B4-BE49-F238E27FC236}">
                <a16:creationId xmlns:a16="http://schemas.microsoft.com/office/drawing/2014/main" id="{5916C625-DDB8-4D43-9FF3-BB1AEBEA170B}"/>
              </a:ext>
            </a:extLst>
          </p:cNvPr>
          <p:cNvSpPr>
            <a:spLocks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5018">
            <a:extLst>
              <a:ext uri="{FF2B5EF4-FFF2-40B4-BE49-F238E27FC236}">
                <a16:creationId xmlns:a16="http://schemas.microsoft.com/office/drawing/2014/main" id="{C53551C0-5AE7-4E66-9121-A63FCBE00BA8}"/>
              </a:ext>
            </a:extLst>
          </p:cNvPr>
          <p:cNvSpPr>
            <a:spLocks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5019">
            <a:extLst>
              <a:ext uri="{FF2B5EF4-FFF2-40B4-BE49-F238E27FC236}">
                <a16:creationId xmlns:a16="http://schemas.microsoft.com/office/drawing/2014/main" id="{3561AD7B-4D83-45C0-A0FF-E757E31090B6}"/>
              </a:ext>
            </a:extLst>
          </p:cNvPr>
          <p:cNvSpPr>
            <a:spLocks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5020">
            <a:extLst>
              <a:ext uri="{FF2B5EF4-FFF2-40B4-BE49-F238E27FC236}">
                <a16:creationId xmlns:a16="http://schemas.microsoft.com/office/drawing/2014/main" id="{3D70E09A-1A5C-4AC4-98FA-A14782824E1E}"/>
              </a:ext>
            </a:extLst>
          </p:cNvPr>
          <p:cNvSpPr>
            <a:spLocks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5021">
            <a:extLst>
              <a:ext uri="{FF2B5EF4-FFF2-40B4-BE49-F238E27FC236}">
                <a16:creationId xmlns:a16="http://schemas.microsoft.com/office/drawing/2014/main" id="{2D4AF11C-C6DA-499A-9968-57594F406433}"/>
              </a:ext>
            </a:extLst>
          </p:cNvPr>
          <p:cNvSpPr>
            <a:spLocks/>
          </p:cNvSpPr>
          <p:nvPr/>
        </p:nvSpPr>
        <p:spPr>
          <a:xfrm>
            <a:off x="343422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5022">
            <a:extLst>
              <a:ext uri="{FF2B5EF4-FFF2-40B4-BE49-F238E27FC236}">
                <a16:creationId xmlns:a16="http://schemas.microsoft.com/office/drawing/2014/main" id="{4263B008-BF20-40B4-AE1A-130C511778C4}"/>
              </a:ext>
            </a:extLst>
          </p:cNvPr>
          <p:cNvSpPr>
            <a:spLocks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5023">
            <a:extLst>
              <a:ext uri="{FF2B5EF4-FFF2-40B4-BE49-F238E27FC236}">
                <a16:creationId xmlns:a16="http://schemas.microsoft.com/office/drawing/2014/main" id="{004D19F9-F476-4FFE-8536-0D028981CC3E}"/>
              </a:ext>
            </a:extLst>
          </p:cNvPr>
          <p:cNvSpPr>
            <a:spLocks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5024">
            <a:extLst>
              <a:ext uri="{FF2B5EF4-FFF2-40B4-BE49-F238E27FC236}">
                <a16:creationId xmlns:a16="http://schemas.microsoft.com/office/drawing/2014/main" id="{08CC554F-C65C-4ABE-99E8-12D61D2FA7CB}"/>
              </a:ext>
            </a:extLst>
          </p:cNvPr>
          <p:cNvSpPr>
            <a:spLocks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5025">
            <a:extLst>
              <a:ext uri="{FF2B5EF4-FFF2-40B4-BE49-F238E27FC236}">
                <a16:creationId xmlns:a16="http://schemas.microsoft.com/office/drawing/2014/main" id="{ECC3346F-7DBD-4BDE-BC18-1BAFD89F266C}"/>
              </a:ext>
            </a:extLst>
          </p:cNvPr>
          <p:cNvSpPr>
            <a:spLocks/>
          </p:cNvSpPr>
          <p:nvPr/>
        </p:nvSpPr>
        <p:spPr>
          <a:xfrm>
            <a:off x="34341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5026">
            <a:extLst>
              <a:ext uri="{FF2B5EF4-FFF2-40B4-BE49-F238E27FC236}">
                <a16:creationId xmlns:a16="http://schemas.microsoft.com/office/drawing/2014/main" id="{D78D9F56-7315-425A-978F-42CCD65B438B}"/>
              </a:ext>
            </a:extLst>
          </p:cNvPr>
          <p:cNvSpPr>
            <a:spLocks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5027">
            <a:extLst>
              <a:ext uri="{FF2B5EF4-FFF2-40B4-BE49-F238E27FC236}">
                <a16:creationId xmlns:a16="http://schemas.microsoft.com/office/drawing/2014/main" id="{5ADE9982-27F1-4667-9356-F9F24A069E07}"/>
              </a:ext>
            </a:extLst>
          </p:cNvPr>
          <p:cNvSpPr>
            <a:spLocks/>
          </p:cNvSpPr>
          <p:nvPr/>
        </p:nvSpPr>
        <p:spPr>
          <a:xfrm>
            <a:off x="333775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5028">
            <a:extLst>
              <a:ext uri="{FF2B5EF4-FFF2-40B4-BE49-F238E27FC236}">
                <a16:creationId xmlns:a16="http://schemas.microsoft.com/office/drawing/2014/main" id="{CDC8DEB9-1191-432D-A934-57D379D619B1}"/>
              </a:ext>
            </a:extLst>
          </p:cNvPr>
          <p:cNvSpPr>
            <a:spLocks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5029">
            <a:extLst>
              <a:ext uri="{FF2B5EF4-FFF2-40B4-BE49-F238E27FC236}">
                <a16:creationId xmlns:a16="http://schemas.microsoft.com/office/drawing/2014/main" id="{8A47A992-1583-47E5-B83E-2965AC7BA42E}"/>
              </a:ext>
            </a:extLst>
          </p:cNvPr>
          <p:cNvSpPr>
            <a:spLocks/>
          </p:cNvSpPr>
          <p:nvPr/>
        </p:nvSpPr>
        <p:spPr>
          <a:xfrm>
            <a:off x="33716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5030">
            <a:extLst>
              <a:ext uri="{FF2B5EF4-FFF2-40B4-BE49-F238E27FC236}">
                <a16:creationId xmlns:a16="http://schemas.microsoft.com/office/drawing/2014/main" id="{F00EE361-7998-426F-A36A-EF77E3A26568}"/>
              </a:ext>
            </a:extLst>
          </p:cNvPr>
          <p:cNvSpPr>
            <a:spLocks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5031">
            <a:extLst>
              <a:ext uri="{FF2B5EF4-FFF2-40B4-BE49-F238E27FC236}">
                <a16:creationId xmlns:a16="http://schemas.microsoft.com/office/drawing/2014/main" id="{EC29302A-A949-4B83-8271-1EF7A6A0A03E}"/>
              </a:ext>
            </a:extLst>
          </p:cNvPr>
          <p:cNvSpPr>
            <a:spLocks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5032">
            <a:extLst>
              <a:ext uri="{FF2B5EF4-FFF2-40B4-BE49-F238E27FC236}">
                <a16:creationId xmlns:a16="http://schemas.microsoft.com/office/drawing/2014/main" id="{6F495EF0-E218-4533-9C44-279130D829C7}"/>
              </a:ext>
            </a:extLst>
          </p:cNvPr>
          <p:cNvSpPr>
            <a:spLocks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5033">
            <a:extLst>
              <a:ext uri="{FF2B5EF4-FFF2-40B4-BE49-F238E27FC236}">
                <a16:creationId xmlns:a16="http://schemas.microsoft.com/office/drawing/2014/main" id="{4E113229-B944-4A96-9B47-4BF7AA9453C5}"/>
              </a:ext>
            </a:extLst>
          </p:cNvPr>
          <p:cNvSpPr>
            <a:spLocks/>
          </p:cNvSpPr>
          <p:nvPr/>
        </p:nvSpPr>
        <p:spPr>
          <a:xfrm>
            <a:off x="3355381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5034">
            <a:extLst>
              <a:ext uri="{FF2B5EF4-FFF2-40B4-BE49-F238E27FC236}">
                <a16:creationId xmlns:a16="http://schemas.microsoft.com/office/drawing/2014/main" id="{D723A314-44F6-43E7-9DBC-BAD8586D0F4E}"/>
              </a:ext>
            </a:extLst>
          </p:cNvPr>
          <p:cNvSpPr>
            <a:spLocks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5035">
            <a:extLst>
              <a:ext uri="{FF2B5EF4-FFF2-40B4-BE49-F238E27FC236}">
                <a16:creationId xmlns:a16="http://schemas.microsoft.com/office/drawing/2014/main" id="{0380472C-E5BF-429F-93BF-4C9280AA3BC3}"/>
              </a:ext>
            </a:extLst>
          </p:cNvPr>
          <p:cNvSpPr>
            <a:spLocks/>
          </p:cNvSpPr>
          <p:nvPr/>
        </p:nvSpPr>
        <p:spPr>
          <a:xfrm>
            <a:off x="3280911" y="37267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5036">
            <a:extLst>
              <a:ext uri="{FF2B5EF4-FFF2-40B4-BE49-F238E27FC236}">
                <a16:creationId xmlns:a16="http://schemas.microsoft.com/office/drawing/2014/main" id="{F82DB6C0-D225-4E04-8AAF-FD9FC10BDD13}"/>
              </a:ext>
            </a:extLst>
          </p:cNvPr>
          <p:cNvSpPr>
            <a:spLocks/>
          </p:cNvSpPr>
          <p:nvPr/>
        </p:nvSpPr>
        <p:spPr>
          <a:xfrm>
            <a:off x="3339659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5037">
            <a:extLst>
              <a:ext uri="{FF2B5EF4-FFF2-40B4-BE49-F238E27FC236}">
                <a16:creationId xmlns:a16="http://schemas.microsoft.com/office/drawing/2014/main" id="{6B4BFCAF-3DCD-4FAE-9236-952DA59F609E}"/>
              </a:ext>
            </a:extLst>
          </p:cNvPr>
          <p:cNvSpPr>
            <a:spLocks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5038">
            <a:extLst>
              <a:ext uri="{FF2B5EF4-FFF2-40B4-BE49-F238E27FC236}">
                <a16:creationId xmlns:a16="http://schemas.microsoft.com/office/drawing/2014/main" id="{5ED08C8E-3B89-498A-99D1-3C6440AAC934}"/>
              </a:ext>
            </a:extLst>
          </p:cNvPr>
          <p:cNvSpPr>
            <a:spLocks/>
          </p:cNvSpPr>
          <p:nvPr/>
        </p:nvSpPr>
        <p:spPr>
          <a:xfrm>
            <a:off x="33549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5039">
            <a:extLst>
              <a:ext uri="{FF2B5EF4-FFF2-40B4-BE49-F238E27FC236}">
                <a16:creationId xmlns:a16="http://schemas.microsoft.com/office/drawing/2014/main" id="{4D5731FB-D148-4C28-94CF-BD7B7907980C}"/>
              </a:ext>
            </a:extLst>
          </p:cNvPr>
          <p:cNvSpPr>
            <a:spLocks/>
          </p:cNvSpPr>
          <p:nvPr/>
        </p:nvSpPr>
        <p:spPr>
          <a:xfrm>
            <a:off x="34820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5040">
            <a:extLst>
              <a:ext uri="{FF2B5EF4-FFF2-40B4-BE49-F238E27FC236}">
                <a16:creationId xmlns:a16="http://schemas.microsoft.com/office/drawing/2014/main" id="{4D585665-06DC-4795-8555-7E3750AE2785}"/>
              </a:ext>
            </a:extLst>
          </p:cNvPr>
          <p:cNvSpPr>
            <a:spLocks/>
          </p:cNvSpPr>
          <p:nvPr/>
        </p:nvSpPr>
        <p:spPr>
          <a:xfrm>
            <a:off x="3365158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5041">
            <a:extLst>
              <a:ext uri="{FF2B5EF4-FFF2-40B4-BE49-F238E27FC236}">
                <a16:creationId xmlns:a16="http://schemas.microsoft.com/office/drawing/2014/main" id="{FC3821FE-9CA8-460E-858F-1A12A2AD090C}"/>
              </a:ext>
            </a:extLst>
          </p:cNvPr>
          <p:cNvSpPr>
            <a:spLocks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5042">
            <a:extLst>
              <a:ext uri="{FF2B5EF4-FFF2-40B4-BE49-F238E27FC236}">
                <a16:creationId xmlns:a16="http://schemas.microsoft.com/office/drawing/2014/main" id="{1F6CC9CA-A557-41D3-8449-4566B383205F}"/>
              </a:ext>
            </a:extLst>
          </p:cNvPr>
          <p:cNvSpPr>
            <a:spLocks/>
          </p:cNvSpPr>
          <p:nvPr/>
        </p:nvSpPr>
        <p:spPr>
          <a:xfrm>
            <a:off x="3417932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5043">
            <a:extLst>
              <a:ext uri="{FF2B5EF4-FFF2-40B4-BE49-F238E27FC236}">
                <a16:creationId xmlns:a16="http://schemas.microsoft.com/office/drawing/2014/main" id="{23C08A81-FFCE-4B7B-BE8A-A4C7DF6C2883}"/>
              </a:ext>
            </a:extLst>
          </p:cNvPr>
          <p:cNvSpPr>
            <a:spLocks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5044">
            <a:extLst>
              <a:ext uri="{FF2B5EF4-FFF2-40B4-BE49-F238E27FC236}">
                <a16:creationId xmlns:a16="http://schemas.microsoft.com/office/drawing/2014/main" id="{5E8C00FF-9DFB-43E2-BEA1-6DD04B6D315D}"/>
              </a:ext>
            </a:extLst>
          </p:cNvPr>
          <p:cNvSpPr>
            <a:spLocks/>
          </p:cNvSpPr>
          <p:nvPr/>
        </p:nvSpPr>
        <p:spPr>
          <a:xfrm>
            <a:off x="337457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5045">
            <a:extLst>
              <a:ext uri="{FF2B5EF4-FFF2-40B4-BE49-F238E27FC236}">
                <a16:creationId xmlns:a16="http://schemas.microsoft.com/office/drawing/2014/main" id="{2C461EA4-CD9D-4B50-9343-9AC3A0DA2C77}"/>
              </a:ext>
            </a:extLst>
          </p:cNvPr>
          <p:cNvSpPr>
            <a:spLocks/>
          </p:cNvSpPr>
          <p:nvPr/>
        </p:nvSpPr>
        <p:spPr>
          <a:xfrm>
            <a:off x="3478463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5046">
            <a:extLst>
              <a:ext uri="{FF2B5EF4-FFF2-40B4-BE49-F238E27FC236}">
                <a16:creationId xmlns:a16="http://schemas.microsoft.com/office/drawing/2014/main" id="{D73D5DD7-6BB8-4C40-B70B-FC89BFF5965D}"/>
              </a:ext>
            </a:extLst>
          </p:cNvPr>
          <p:cNvSpPr>
            <a:spLocks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5047">
            <a:extLst>
              <a:ext uri="{FF2B5EF4-FFF2-40B4-BE49-F238E27FC236}">
                <a16:creationId xmlns:a16="http://schemas.microsoft.com/office/drawing/2014/main" id="{A5A350A3-C99D-4A68-A879-31D035550F86}"/>
              </a:ext>
            </a:extLst>
          </p:cNvPr>
          <p:cNvSpPr>
            <a:spLocks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5048">
            <a:extLst>
              <a:ext uri="{FF2B5EF4-FFF2-40B4-BE49-F238E27FC236}">
                <a16:creationId xmlns:a16="http://schemas.microsoft.com/office/drawing/2014/main" id="{54F02318-F41F-4555-A18D-21E9DE335E27}"/>
              </a:ext>
            </a:extLst>
          </p:cNvPr>
          <p:cNvSpPr>
            <a:spLocks/>
          </p:cNvSpPr>
          <p:nvPr/>
        </p:nvSpPr>
        <p:spPr>
          <a:xfrm>
            <a:off x="34391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5049">
            <a:extLst>
              <a:ext uri="{FF2B5EF4-FFF2-40B4-BE49-F238E27FC236}">
                <a16:creationId xmlns:a16="http://schemas.microsoft.com/office/drawing/2014/main" id="{C4613BFF-85F3-414F-98C5-2B4BCC005E7E}"/>
              </a:ext>
            </a:extLst>
          </p:cNvPr>
          <p:cNvSpPr>
            <a:spLocks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5050">
            <a:extLst>
              <a:ext uri="{FF2B5EF4-FFF2-40B4-BE49-F238E27FC236}">
                <a16:creationId xmlns:a16="http://schemas.microsoft.com/office/drawing/2014/main" id="{AB110BAC-0C7D-4EE3-A24A-463CB39DE9FF}"/>
              </a:ext>
            </a:extLst>
          </p:cNvPr>
          <p:cNvSpPr>
            <a:spLocks/>
          </p:cNvSpPr>
          <p:nvPr/>
        </p:nvSpPr>
        <p:spPr>
          <a:xfrm>
            <a:off x="332248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5051">
            <a:extLst>
              <a:ext uri="{FF2B5EF4-FFF2-40B4-BE49-F238E27FC236}">
                <a16:creationId xmlns:a16="http://schemas.microsoft.com/office/drawing/2014/main" id="{B5AAB862-573C-4B69-A071-16177B5B81FB}"/>
              </a:ext>
            </a:extLst>
          </p:cNvPr>
          <p:cNvSpPr>
            <a:spLocks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5052">
            <a:extLst>
              <a:ext uri="{FF2B5EF4-FFF2-40B4-BE49-F238E27FC236}">
                <a16:creationId xmlns:a16="http://schemas.microsoft.com/office/drawing/2014/main" id="{546837CA-F6D9-4379-9E6C-C3C8E317C343}"/>
              </a:ext>
            </a:extLst>
          </p:cNvPr>
          <p:cNvSpPr>
            <a:spLocks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5053">
            <a:extLst>
              <a:ext uri="{FF2B5EF4-FFF2-40B4-BE49-F238E27FC236}">
                <a16:creationId xmlns:a16="http://schemas.microsoft.com/office/drawing/2014/main" id="{6541A2E0-CDB4-4966-8A1D-F214FD5A4083}"/>
              </a:ext>
            </a:extLst>
          </p:cNvPr>
          <p:cNvSpPr>
            <a:spLocks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5054">
            <a:extLst>
              <a:ext uri="{FF2B5EF4-FFF2-40B4-BE49-F238E27FC236}">
                <a16:creationId xmlns:a16="http://schemas.microsoft.com/office/drawing/2014/main" id="{52E57C5B-0E33-4121-807A-EB83BF2FA359}"/>
              </a:ext>
            </a:extLst>
          </p:cNvPr>
          <p:cNvSpPr>
            <a:spLocks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5055">
            <a:extLst>
              <a:ext uri="{FF2B5EF4-FFF2-40B4-BE49-F238E27FC236}">
                <a16:creationId xmlns:a16="http://schemas.microsoft.com/office/drawing/2014/main" id="{2D508E55-906A-433E-812C-E3DF14122113}"/>
              </a:ext>
            </a:extLst>
          </p:cNvPr>
          <p:cNvSpPr>
            <a:spLocks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5056">
            <a:extLst>
              <a:ext uri="{FF2B5EF4-FFF2-40B4-BE49-F238E27FC236}">
                <a16:creationId xmlns:a16="http://schemas.microsoft.com/office/drawing/2014/main" id="{A137DAF5-1CF5-4E0D-915B-27739B4D198E}"/>
              </a:ext>
            </a:extLst>
          </p:cNvPr>
          <p:cNvSpPr>
            <a:spLocks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5057">
            <a:extLst>
              <a:ext uri="{FF2B5EF4-FFF2-40B4-BE49-F238E27FC236}">
                <a16:creationId xmlns:a16="http://schemas.microsoft.com/office/drawing/2014/main" id="{99B35F2F-1E6B-492C-B2F2-4C4C630CFD4E}"/>
              </a:ext>
            </a:extLst>
          </p:cNvPr>
          <p:cNvSpPr>
            <a:spLocks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5058">
            <a:extLst>
              <a:ext uri="{FF2B5EF4-FFF2-40B4-BE49-F238E27FC236}">
                <a16:creationId xmlns:a16="http://schemas.microsoft.com/office/drawing/2014/main" id="{F7D6A9BA-EFF9-4306-B214-829DB68E6289}"/>
              </a:ext>
            </a:extLst>
          </p:cNvPr>
          <p:cNvSpPr>
            <a:spLocks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5059">
            <a:extLst>
              <a:ext uri="{FF2B5EF4-FFF2-40B4-BE49-F238E27FC236}">
                <a16:creationId xmlns:a16="http://schemas.microsoft.com/office/drawing/2014/main" id="{06BD9F95-C15E-4086-9635-F384BCB79DD7}"/>
              </a:ext>
            </a:extLst>
          </p:cNvPr>
          <p:cNvSpPr>
            <a:spLocks/>
          </p:cNvSpPr>
          <p:nvPr/>
        </p:nvSpPr>
        <p:spPr>
          <a:xfrm>
            <a:off x="3453877" y="3282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5060">
            <a:extLst>
              <a:ext uri="{FF2B5EF4-FFF2-40B4-BE49-F238E27FC236}">
                <a16:creationId xmlns:a16="http://schemas.microsoft.com/office/drawing/2014/main" id="{7B74AB67-8BDD-4DD2-B83F-60965918613B}"/>
              </a:ext>
            </a:extLst>
          </p:cNvPr>
          <p:cNvSpPr>
            <a:spLocks/>
          </p:cNvSpPr>
          <p:nvPr/>
        </p:nvSpPr>
        <p:spPr>
          <a:xfrm>
            <a:off x="3396911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5061">
            <a:extLst>
              <a:ext uri="{FF2B5EF4-FFF2-40B4-BE49-F238E27FC236}">
                <a16:creationId xmlns:a16="http://schemas.microsoft.com/office/drawing/2014/main" id="{EABCB1FC-7731-4A14-983A-94A20F580343}"/>
              </a:ext>
            </a:extLst>
          </p:cNvPr>
          <p:cNvSpPr>
            <a:spLocks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5062">
            <a:extLst>
              <a:ext uri="{FF2B5EF4-FFF2-40B4-BE49-F238E27FC236}">
                <a16:creationId xmlns:a16="http://schemas.microsoft.com/office/drawing/2014/main" id="{E3612382-4776-479C-B767-629E77234457}"/>
              </a:ext>
            </a:extLst>
          </p:cNvPr>
          <p:cNvSpPr>
            <a:spLocks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5063">
            <a:extLst>
              <a:ext uri="{FF2B5EF4-FFF2-40B4-BE49-F238E27FC236}">
                <a16:creationId xmlns:a16="http://schemas.microsoft.com/office/drawing/2014/main" id="{8422725D-7BF7-4ECB-818E-227AAEDAD901}"/>
              </a:ext>
            </a:extLst>
          </p:cNvPr>
          <p:cNvSpPr>
            <a:spLocks/>
          </p:cNvSpPr>
          <p:nvPr/>
        </p:nvSpPr>
        <p:spPr>
          <a:xfrm>
            <a:off x="346391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5064">
            <a:extLst>
              <a:ext uri="{FF2B5EF4-FFF2-40B4-BE49-F238E27FC236}">
                <a16:creationId xmlns:a16="http://schemas.microsoft.com/office/drawing/2014/main" id="{04637262-7929-4227-91CD-F02AF772DE76}"/>
              </a:ext>
            </a:extLst>
          </p:cNvPr>
          <p:cNvSpPr>
            <a:spLocks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5065">
            <a:extLst>
              <a:ext uri="{FF2B5EF4-FFF2-40B4-BE49-F238E27FC236}">
                <a16:creationId xmlns:a16="http://schemas.microsoft.com/office/drawing/2014/main" id="{FBA1810B-351E-4458-933A-6514D73CE103}"/>
              </a:ext>
            </a:extLst>
          </p:cNvPr>
          <p:cNvSpPr>
            <a:spLocks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5066">
            <a:extLst>
              <a:ext uri="{FF2B5EF4-FFF2-40B4-BE49-F238E27FC236}">
                <a16:creationId xmlns:a16="http://schemas.microsoft.com/office/drawing/2014/main" id="{8B692AB7-2908-4FB6-8CF3-D028E8A1365D}"/>
              </a:ext>
            </a:extLst>
          </p:cNvPr>
          <p:cNvSpPr>
            <a:spLocks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5067">
            <a:extLst>
              <a:ext uri="{FF2B5EF4-FFF2-40B4-BE49-F238E27FC236}">
                <a16:creationId xmlns:a16="http://schemas.microsoft.com/office/drawing/2014/main" id="{D9F87976-CF5A-4CD9-BADF-896C7F1CB428}"/>
              </a:ext>
            </a:extLst>
          </p:cNvPr>
          <p:cNvSpPr>
            <a:spLocks/>
          </p:cNvSpPr>
          <p:nvPr/>
        </p:nvSpPr>
        <p:spPr>
          <a:xfrm>
            <a:off x="3395670" y="2972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5068">
            <a:extLst>
              <a:ext uri="{FF2B5EF4-FFF2-40B4-BE49-F238E27FC236}">
                <a16:creationId xmlns:a16="http://schemas.microsoft.com/office/drawing/2014/main" id="{6ED40D43-83E7-4538-8221-0A4B51FC810E}"/>
              </a:ext>
            </a:extLst>
          </p:cNvPr>
          <p:cNvSpPr>
            <a:spLocks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5069">
            <a:extLst>
              <a:ext uri="{FF2B5EF4-FFF2-40B4-BE49-F238E27FC236}">
                <a16:creationId xmlns:a16="http://schemas.microsoft.com/office/drawing/2014/main" id="{F480FF80-6AA8-4CB9-8B86-614B4056B0DD}"/>
              </a:ext>
            </a:extLst>
          </p:cNvPr>
          <p:cNvSpPr>
            <a:spLocks/>
          </p:cNvSpPr>
          <p:nvPr/>
        </p:nvSpPr>
        <p:spPr>
          <a:xfrm>
            <a:off x="339994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5070">
            <a:extLst>
              <a:ext uri="{FF2B5EF4-FFF2-40B4-BE49-F238E27FC236}">
                <a16:creationId xmlns:a16="http://schemas.microsoft.com/office/drawing/2014/main" id="{E0FB5DC8-50C6-47B0-9087-5D7E86DC4E65}"/>
              </a:ext>
            </a:extLst>
          </p:cNvPr>
          <p:cNvSpPr>
            <a:spLocks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5071">
            <a:extLst>
              <a:ext uri="{FF2B5EF4-FFF2-40B4-BE49-F238E27FC236}">
                <a16:creationId xmlns:a16="http://schemas.microsoft.com/office/drawing/2014/main" id="{2637FD95-FA65-464E-A3D6-F1CE0D0F15BD}"/>
              </a:ext>
            </a:extLst>
          </p:cNvPr>
          <p:cNvSpPr>
            <a:spLocks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5072">
            <a:extLst>
              <a:ext uri="{FF2B5EF4-FFF2-40B4-BE49-F238E27FC236}">
                <a16:creationId xmlns:a16="http://schemas.microsoft.com/office/drawing/2014/main" id="{3FBE3CB3-6FA0-414D-8AEF-FE2A76FE3FAD}"/>
              </a:ext>
            </a:extLst>
          </p:cNvPr>
          <p:cNvSpPr>
            <a:spLocks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5073">
            <a:extLst>
              <a:ext uri="{FF2B5EF4-FFF2-40B4-BE49-F238E27FC236}">
                <a16:creationId xmlns:a16="http://schemas.microsoft.com/office/drawing/2014/main" id="{6B929654-1882-4278-84C1-4E9913307525}"/>
              </a:ext>
            </a:extLst>
          </p:cNvPr>
          <p:cNvSpPr>
            <a:spLocks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5074">
            <a:extLst>
              <a:ext uri="{FF2B5EF4-FFF2-40B4-BE49-F238E27FC236}">
                <a16:creationId xmlns:a16="http://schemas.microsoft.com/office/drawing/2014/main" id="{E72BED2F-B73D-42C6-B313-7661F4E02B44}"/>
              </a:ext>
            </a:extLst>
          </p:cNvPr>
          <p:cNvSpPr>
            <a:spLocks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5075">
            <a:extLst>
              <a:ext uri="{FF2B5EF4-FFF2-40B4-BE49-F238E27FC236}">
                <a16:creationId xmlns:a16="http://schemas.microsoft.com/office/drawing/2014/main" id="{C3D88BCE-928A-44F5-B538-BFDBFF15ED30}"/>
              </a:ext>
            </a:extLst>
          </p:cNvPr>
          <p:cNvSpPr>
            <a:spLocks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5076">
            <a:extLst>
              <a:ext uri="{FF2B5EF4-FFF2-40B4-BE49-F238E27FC236}">
                <a16:creationId xmlns:a16="http://schemas.microsoft.com/office/drawing/2014/main" id="{C465539D-D77D-4498-8DBB-F36F8A2C5179}"/>
              </a:ext>
            </a:extLst>
          </p:cNvPr>
          <p:cNvSpPr>
            <a:spLocks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5077">
            <a:extLst>
              <a:ext uri="{FF2B5EF4-FFF2-40B4-BE49-F238E27FC236}">
                <a16:creationId xmlns:a16="http://schemas.microsoft.com/office/drawing/2014/main" id="{10A512C4-77C1-4F0C-AAC7-5E32F59C2F76}"/>
              </a:ext>
            </a:extLst>
          </p:cNvPr>
          <p:cNvSpPr>
            <a:spLocks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5078">
            <a:extLst>
              <a:ext uri="{FF2B5EF4-FFF2-40B4-BE49-F238E27FC236}">
                <a16:creationId xmlns:a16="http://schemas.microsoft.com/office/drawing/2014/main" id="{36FAE69F-FA9C-453F-A68F-591348A3DA36}"/>
              </a:ext>
            </a:extLst>
          </p:cNvPr>
          <p:cNvSpPr>
            <a:spLocks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5079">
            <a:extLst>
              <a:ext uri="{FF2B5EF4-FFF2-40B4-BE49-F238E27FC236}">
                <a16:creationId xmlns:a16="http://schemas.microsoft.com/office/drawing/2014/main" id="{ADF73E31-1E40-43EF-87FE-D29E476B0043}"/>
              </a:ext>
            </a:extLst>
          </p:cNvPr>
          <p:cNvSpPr>
            <a:spLocks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5080">
            <a:extLst>
              <a:ext uri="{FF2B5EF4-FFF2-40B4-BE49-F238E27FC236}">
                <a16:creationId xmlns:a16="http://schemas.microsoft.com/office/drawing/2014/main" id="{5E46493B-C087-4F65-8782-5D66F590BA21}"/>
              </a:ext>
            </a:extLst>
          </p:cNvPr>
          <p:cNvSpPr>
            <a:spLocks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5081">
            <a:extLst>
              <a:ext uri="{FF2B5EF4-FFF2-40B4-BE49-F238E27FC236}">
                <a16:creationId xmlns:a16="http://schemas.microsoft.com/office/drawing/2014/main" id="{7649CF6E-0DDE-4285-B491-E2B832699910}"/>
              </a:ext>
            </a:extLst>
          </p:cNvPr>
          <p:cNvSpPr>
            <a:spLocks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5082">
            <a:extLst>
              <a:ext uri="{FF2B5EF4-FFF2-40B4-BE49-F238E27FC236}">
                <a16:creationId xmlns:a16="http://schemas.microsoft.com/office/drawing/2014/main" id="{73206A13-5996-4877-A825-3189BEE58654}"/>
              </a:ext>
            </a:extLst>
          </p:cNvPr>
          <p:cNvSpPr>
            <a:spLocks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5083">
            <a:extLst>
              <a:ext uri="{FF2B5EF4-FFF2-40B4-BE49-F238E27FC236}">
                <a16:creationId xmlns:a16="http://schemas.microsoft.com/office/drawing/2014/main" id="{08232D98-839E-4DF9-A017-EA3A56C46635}"/>
              </a:ext>
            </a:extLst>
          </p:cNvPr>
          <p:cNvSpPr>
            <a:spLocks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5084">
            <a:extLst>
              <a:ext uri="{FF2B5EF4-FFF2-40B4-BE49-F238E27FC236}">
                <a16:creationId xmlns:a16="http://schemas.microsoft.com/office/drawing/2014/main" id="{755A4A3F-7434-435B-9FC2-E155C0D8C20A}"/>
              </a:ext>
            </a:extLst>
          </p:cNvPr>
          <p:cNvSpPr>
            <a:spLocks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5085">
            <a:extLst>
              <a:ext uri="{FF2B5EF4-FFF2-40B4-BE49-F238E27FC236}">
                <a16:creationId xmlns:a16="http://schemas.microsoft.com/office/drawing/2014/main" id="{8A555594-DCFE-4278-BEE3-774D94F5708C}"/>
              </a:ext>
            </a:extLst>
          </p:cNvPr>
          <p:cNvSpPr>
            <a:spLocks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5086">
            <a:extLst>
              <a:ext uri="{FF2B5EF4-FFF2-40B4-BE49-F238E27FC236}">
                <a16:creationId xmlns:a16="http://schemas.microsoft.com/office/drawing/2014/main" id="{EDD2E0F3-65D5-472A-871D-2841FB3ED32D}"/>
              </a:ext>
            </a:extLst>
          </p:cNvPr>
          <p:cNvSpPr>
            <a:spLocks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5087">
            <a:extLst>
              <a:ext uri="{FF2B5EF4-FFF2-40B4-BE49-F238E27FC236}">
                <a16:creationId xmlns:a16="http://schemas.microsoft.com/office/drawing/2014/main" id="{CDF07D7C-9F2E-467F-92E7-92DB0A16C925}"/>
              </a:ext>
            </a:extLst>
          </p:cNvPr>
          <p:cNvSpPr>
            <a:spLocks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5088">
            <a:extLst>
              <a:ext uri="{FF2B5EF4-FFF2-40B4-BE49-F238E27FC236}">
                <a16:creationId xmlns:a16="http://schemas.microsoft.com/office/drawing/2014/main" id="{54742F2D-82A4-4D51-AB4A-0C56EBE8360D}"/>
              </a:ext>
            </a:extLst>
          </p:cNvPr>
          <p:cNvSpPr>
            <a:spLocks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5089">
            <a:extLst>
              <a:ext uri="{FF2B5EF4-FFF2-40B4-BE49-F238E27FC236}">
                <a16:creationId xmlns:a16="http://schemas.microsoft.com/office/drawing/2014/main" id="{17C55B2F-D833-40F6-BEB0-F1AD03943BD0}"/>
              </a:ext>
            </a:extLst>
          </p:cNvPr>
          <p:cNvSpPr>
            <a:spLocks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5090">
            <a:extLst>
              <a:ext uri="{FF2B5EF4-FFF2-40B4-BE49-F238E27FC236}">
                <a16:creationId xmlns:a16="http://schemas.microsoft.com/office/drawing/2014/main" id="{0C7A0389-A85D-4D53-AEC5-B38ACCA6C213}"/>
              </a:ext>
            </a:extLst>
          </p:cNvPr>
          <p:cNvSpPr>
            <a:spLocks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5091">
            <a:extLst>
              <a:ext uri="{FF2B5EF4-FFF2-40B4-BE49-F238E27FC236}">
                <a16:creationId xmlns:a16="http://schemas.microsoft.com/office/drawing/2014/main" id="{434D1F96-BE60-46AA-9162-33EFF0458031}"/>
              </a:ext>
            </a:extLst>
          </p:cNvPr>
          <p:cNvSpPr>
            <a:spLocks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5092">
            <a:extLst>
              <a:ext uri="{FF2B5EF4-FFF2-40B4-BE49-F238E27FC236}">
                <a16:creationId xmlns:a16="http://schemas.microsoft.com/office/drawing/2014/main" id="{F3D1C267-1073-402F-843A-CC0E26DC7654}"/>
              </a:ext>
            </a:extLst>
          </p:cNvPr>
          <p:cNvSpPr>
            <a:spLocks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5093">
            <a:extLst>
              <a:ext uri="{FF2B5EF4-FFF2-40B4-BE49-F238E27FC236}">
                <a16:creationId xmlns:a16="http://schemas.microsoft.com/office/drawing/2014/main" id="{ACA1B79A-5E58-4D01-9144-76914B58BD30}"/>
              </a:ext>
            </a:extLst>
          </p:cNvPr>
          <p:cNvSpPr>
            <a:spLocks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5094">
            <a:extLst>
              <a:ext uri="{FF2B5EF4-FFF2-40B4-BE49-F238E27FC236}">
                <a16:creationId xmlns:a16="http://schemas.microsoft.com/office/drawing/2014/main" id="{5836B28B-6383-41F9-8BDD-DBF65AB5FEFA}"/>
              </a:ext>
            </a:extLst>
          </p:cNvPr>
          <p:cNvSpPr>
            <a:spLocks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5095">
            <a:extLst>
              <a:ext uri="{FF2B5EF4-FFF2-40B4-BE49-F238E27FC236}">
                <a16:creationId xmlns:a16="http://schemas.microsoft.com/office/drawing/2014/main" id="{DD1B3CBC-9D34-4306-94FF-406FB6642B3A}"/>
              </a:ext>
            </a:extLst>
          </p:cNvPr>
          <p:cNvSpPr>
            <a:spLocks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5096">
            <a:extLst>
              <a:ext uri="{FF2B5EF4-FFF2-40B4-BE49-F238E27FC236}">
                <a16:creationId xmlns:a16="http://schemas.microsoft.com/office/drawing/2014/main" id="{AF3BC4F2-0A25-45E7-8B64-0727F1CD01E9}"/>
              </a:ext>
            </a:extLst>
          </p:cNvPr>
          <p:cNvSpPr>
            <a:spLocks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5097">
            <a:extLst>
              <a:ext uri="{FF2B5EF4-FFF2-40B4-BE49-F238E27FC236}">
                <a16:creationId xmlns:a16="http://schemas.microsoft.com/office/drawing/2014/main" id="{D214E89D-BCF5-454F-9B1B-0201FE932AD8}"/>
              </a:ext>
            </a:extLst>
          </p:cNvPr>
          <p:cNvSpPr>
            <a:spLocks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5098">
            <a:extLst>
              <a:ext uri="{FF2B5EF4-FFF2-40B4-BE49-F238E27FC236}">
                <a16:creationId xmlns:a16="http://schemas.microsoft.com/office/drawing/2014/main" id="{3D3156A6-A9EC-4A2E-9993-FF8578D862D8}"/>
              </a:ext>
            </a:extLst>
          </p:cNvPr>
          <p:cNvSpPr>
            <a:spLocks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5099">
            <a:extLst>
              <a:ext uri="{FF2B5EF4-FFF2-40B4-BE49-F238E27FC236}">
                <a16:creationId xmlns:a16="http://schemas.microsoft.com/office/drawing/2014/main" id="{6C582755-5A80-4536-A68E-801BFF30FEA2}"/>
              </a:ext>
            </a:extLst>
          </p:cNvPr>
          <p:cNvSpPr>
            <a:spLocks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5100">
            <a:extLst>
              <a:ext uri="{FF2B5EF4-FFF2-40B4-BE49-F238E27FC236}">
                <a16:creationId xmlns:a16="http://schemas.microsoft.com/office/drawing/2014/main" id="{A4DD39C3-C6CD-4FC7-ABE1-911A799BA962}"/>
              </a:ext>
            </a:extLst>
          </p:cNvPr>
          <p:cNvSpPr>
            <a:spLocks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5101">
            <a:extLst>
              <a:ext uri="{FF2B5EF4-FFF2-40B4-BE49-F238E27FC236}">
                <a16:creationId xmlns:a16="http://schemas.microsoft.com/office/drawing/2014/main" id="{816BADC8-9F66-46F2-AE0B-ADB4A2649808}"/>
              </a:ext>
            </a:extLst>
          </p:cNvPr>
          <p:cNvSpPr>
            <a:spLocks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5102">
            <a:extLst>
              <a:ext uri="{FF2B5EF4-FFF2-40B4-BE49-F238E27FC236}">
                <a16:creationId xmlns:a16="http://schemas.microsoft.com/office/drawing/2014/main" id="{C7347D1E-5C35-4AC5-A392-C2742C2C5063}"/>
              </a:ext>
            </a:extLst>
          </p:cNvPr>
          <p:cNvSpPr>
            <a:spLocks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5103">
            <a:extLst>
              <a:ext uri="{FF2B5EF4-FFF2-40B4-BE49-F238E27FC236}">
                <a16:creationId xmlns:a16="http://schemas.microsoft.com/office/drawing/2014/main" id="{2FCB80AC-3C15-45E1-B2C0-22D0AA4DD835}"/>
              </a:ext>
            </a:extLst>
          </p:cNvPr>
          <p:cNvSpPr>
            <a:spLocks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5104">
            <a:extLst>
              <a:ext uri="{FF2B5EF4-FFF2-40B4-BE49-F238E27FC236}">
                <a16:creationId xmlns:a16="http://schemas.microsoft.com/office/drawing/2014/main" id="{66A1039C-E2E3-40B7-B689-41398CA46E5C}"/>
              </a:ext>
            </a:extLst>
          </p:cNvPr>
          <p:cNvSpPr>
            <a:spLocks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5105">
            <a:extLst>
              <a:ext uri="{FF2B5EF4-FFF2-40B4-BE49-F238E27FC236}">
                <a16:creationId xmlns:a16="http://schemas.microsoft.com/office/drawing/2014/main" id="{97432CDA-081F-4DFE-B529-07535BF89F71}"/>
              </a:ext>
            </a:extLst>
          </p:cNvPr>
          <p:cNvSpPr>
            <a:spLocks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5106">
            <a:extLst>
              <a:ext uri="{FF2B5EF4-FFF2-40B4-BE49-F238E27FC236}">
                <a16:creationId xmlns:a16="http://schemas.microsoft.com/office/drawing/2014/main" id="{B3787984-72CC-4697-AA2B-58D0F9C1D6DF}"/>
              </a:ext>
            </a:extLst>
          </p:cNvPr>
          <p:cNvSpPr>
            <a:spLocks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5107">
            <a:extLst>
              <a:ext uri="{FF2B5EF4-FFF2-40B4-BE49-F238E27FC236}">
                <a16:creationId xmlns:a16="http://schemas.microsoft.com/office/drawing/2014/main" id="{EBDE7D6B-F7A9-4468-BE45-B60D98FF76EA}"/>
              </a:ext>
            </a:extLst>
          </p:cNvPr>
          <p:cNvSpPr>
            <a:spLocks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5108">
            <a:extLst>
              <a:ext uri="{FF2B5EF4-FFF2-40B4-BE49-F238E27FC236}">
                <a16:creationId xmlns:a16="http://schemas.microsoft.com/office/drawing/2014/main" id="{9781A984-2B4E-44C8-8FA2-562ABFB5956E}"/>
              </a:ext>
            </a:extLst>
          </p:cNvPr>
          <p:cNvSpPr>
            <a:spLocks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5109">
            <a:extLst>
              <a:ext uri="{FF2B5EF4-FFF2-40B4-BE49-F238E27FC236}">
                <a16:creationId xmlns:a16="http://schemas.microsoft.com/office/drawing/2014/main" id="{CBAB1026-11F6-4367-AF7B-2C613FD8621C}"/>
              </a:ext>
            </a:extLst>
          </p:cNvPr>
          <p:cNvSpPr>
            <a:spLocks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5110">
            <a:extLst>
              <a:ext uri="{FF2B5EF4-FFF2-40B4-BE49-F238E27FC236}">
                <a16:creationId xmlns:a16="http://schemas.microsoft.com/office/drawing/2014/main" id="{87A2C425-1989-4F7C-87F9-78DF29D77226}"/>
              </a:ext>
            </a:extLst>
          </p:cNvPr>
          <p:cNvSpPr>
            <a:spLocks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5111">
            <a:extLst>
              <a:ext uri="{FF2B5EF4-FFF2-40B4-BE49-F238E27FC236}">
                <a16:creationId xmlns:a16="http://schemas.microsoft.com/office/drawing/2014/main" id="{0BE68FA3-4FB7-4548-8718-47FA850727D8}"/>
              </a:ext>
            </a:extLst>
          </p:cNvPr>
          <p:cNvSpPr>
            <a:spLocks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5112">
            <a:extLst>
              <a:ext uri="{FF2B5EF4-FFF2-40B4-BE49-F238E27FC236}">
                <a16:creationId xmlns:a16="http://schemas.microsoft.com/office/drawing/2014/main" id="{5F7F3938-86E9-4F41-8182-5191F54FA7F8}"/>
              </a:ext>
            </a:extLst>
          </p:cNvPr>
          <p:cNvSpPr>
            <a:spLocks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5113">
            <a:extLst>
              <a:ext uri="{FF2B5EF4-FFF2-40B4-BE49-F238E27FC236}">
                <a16:creationId xmlns:a16="http://schemas.microsoft.com/office/drawing/2014/main" id="{5C4F67D1-996E-4DDF-9374-562D2497B535}"/>
              </a:ext>
            </a:extLst>
          </p:cNvPr>
          <p:cNvSpPr>
            <a:spLocks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5114">
            <a:extLst>
              <a:ext uri="{FF2B5EF4-FFF2-40B4-BE49-F238E27FC236}">
                <a16:creationId xmlns:a16="http://schemas.microsoft.com/office/drawing/2014/main" id="{DB4CC94A-91C1-4FCD-93BC-93A49CBE7690}"/>
              </a:ext>
            </a:extLst>
          </p:cNvPr>
          <p:cNvSpPr>
            <a:spLocks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5115">
            <a:extLst>
              <a:ext uri="{FF2B5EF4-FFF2-40B4-BE49-F238E27FC236}">
                <a16:creationId xmlns:a16="http://schemas.microsoft.com/office/drawing/2014/main" id="{B1946C9F-E6F3-4E65-8C63-7341F4101AA0}"/>
              </a:ext>
            </a:extLst>
          </p:cNvPr>
          <p:cNvSpPr>
            <a:spLocks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5116">
            <a:extLst>
              <a:ext uri="{FF2B5EF4-FFF2-40B4-BE49-F238E27FC236}">
                <a16:creationId xmlns:a16="http://schemas.microsoft.com/office/drawing/2014/main" id="{13FD8212-764C-4830-8C4E-F5462C95AF56}"/>
              </a:ext>
            </a:extLst>
          </p:cNvPr>
          <p:cNvSpPr>
            <a:spLocks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5117">
            <a:extLst>
              <a:ext uri="{FF2B5EF4-FFF2-40B4-BE49-F238E27FC236}">
                <a16:creationId xmlns:a16="http://schemas.microsoft.com/office/drawing/2014/main" id="{CEA1C25D-F7D3-44A3-820F-00D44DC40D55}"/>
              </a:ext>
            </a:extLst>
          </p:cNvPr>
          <p:cNvSpPr>
            <a:spLocks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5118">
            <a:extLst>
              <a:ext uri="{FF2B5EF4-FFF2-40B4-BE49-F238E27FC236}">
                <a16:creationId xmlns:a16="http://schemas.microsoft.com/office/drawing/2014/main" id="{D8C973C6-BC52-4A37-9212-EF943A1798CE}"/>
              </a:ext>
            </a:extLst>
          </p:cNvPr>
          <p:cNvSpPr>
            <a:spLocks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5119">
            <a:extLst>
              <a:ext uri="{FF2B5EF4-FFF2-40B4-BE49-F238E27FC236}">
                <a16:creationId xmlns:a16="http://schemas.microsoft.com/office/drawing/2014/main" id="{A7C51777-6C65-4185-B3BF-5F7BBF14E47E}"/>
              </a:ext>
            </a:extLst>
          </p:cNvPr>
          <p:cNvSpPr>
            <a:spLocks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5120">
            <a:extLst>
              <a:ext uri="{FF2B5EF4-FFF2-40B4-BE49-F238E27FC236}">
                <a16:creationId xmlns:a16="http://schemas.microsoft.com/office/drawing/2014/main" id="{AC814465-3674-4D67-81F8-D48086369A2C}"/>
              </a:ext>
            </a:extLst>
          </p:cNvPr>
          <p:cNvSpPr>
            <a:spLocks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5121">
            <a:extLst>
              <a:ext uri="{FF2B5EF4-FFF2-40B4-BE49-F238E27FC236}">
                <a16:creationId xmlns:a16="http://schemas.microsoft.com/office/drawing/2014/main" id="{4A63001C-6474-40D1-A4AA-767147948760}"/>
              </a:ext>
            </a:extLst>
          </p:cNvPr>
          <p:cNvSpPr>
            <a:spLocks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5122">
            <a:extLst>
              <a:ext uri="{FF2B5EF4-FFF2-40B4-BE49-F238E27FC236}">
                <a16:creationId xmlns:a16="http://schemas.microsoft.com/office/drawing/2014/main" id="{775DAB51-A473-4FB9-8799-7A32E4909828}"/>
              </a:ext>
            </a:extLst>
          </p:cNvPr>
          <p:cNvSpPr>
            <a:spLocks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5123">
            <a:extLst>
              <a:ext uri="{FF2B5EF4-FFF2-40B4-BE49-F238E27FC236}">
                <a16:creationId xmlns:a16="http://schemas.microsoft.com/office/drawing/2014/main" id="{A731E0C4-F458-4185-B78B-1E47EEEF31E4}"/>
              </a:ext>
            </a:extLst>
          </p:cNvPr>
          <p:cNvSpPr>
            <a:spLocks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5124">
            <a:extLst>
              <a:ext uri="{FF2B5EF4-FFF2-40B4-BE49-F238E27FC236}">
                <a16:creationId xmlns:a16="http://schemas.microsoft.com/office/drawing/2014/main" id="{91A31027-E486-4342-919B-C8E556036D35}"/>
              </a:ext>
            </a:extLst>
          </p:cNvPr>
          <p:cNvSpPr>
            <a:spLocks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5125">
            <a:extLst>
              <a:ext uri="{FF2B5EF4-FFF2-40B4-BE49-F238E27FC236}">
                <a16:creationId xmlns:a16="http://schemas.microsoft.com/office/drawing/2014/main" id="{5FE7C68B-4142-4BA9-81F3-B0FD71FF3323}"/>
              </a:ext>
            </a:extLst>
          </p:cNvPr>
          <p:cNvSpPr>
            <a:spLocks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5126">
            <a:extLst>
              <a:ext uri="{FF2B5EF4-FFF2-40B4-BE49-F238E27FC236}">
                <a16:creationId xmlns:a16="http://schemas.microsoft.com/office/drawing/2014/main" id="{4104F639-87D3-4974-BDB9-7C53F539A36C}"/>
              </a:ext>
            </a:extLst>
          </p:cNvPr>
          <p:cNvSpPr>
            <a:spLocks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5127">
            <a:extLst>
              <a:ext uri="{FF2B5EF4-FFF2-40B4-BE49-F238E27FC236}">
                <a16:creationId xmlns:a16="http://schemas.microsoft.com/office/drawing/2014/main" id="{376A18AA-7BE4-4BB5-A8D2-985222C3AC66}"/>
              </a:ext>
            </a:extLst>
          </p:cNvPr>
          <p:cNvSpPr>
            <a:spLocks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5128">
            <a:extLst>
              <a:ext uri="{FF2B5EF4-FFF2-40B4-BE49-F238E27FC236}">
                <a16:creationId xmlns:a16="http://schemas.microsoft.com/office/drawing/2014/main" id="{6161BFC4-BA13-48C9-BC0C-C69DBEE8A731}"/>
              </a:ext>
            </a:extLst>
          </p:cNvPr>
          <p:cNvSpPr>
            <a:spLocks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5129">
            <a:extLst>
              <a:ext uri="{FF2B5EF4-FFF2-40B4-BE49-F238E27FC236}">
                <a16:creationId xmlns:a16="http://schemas.microsoft.com/office/drawing/2014/main" id="{E2584F6B-8961-4512-9BD5-F17DC8931A84}"/>
              </a:ext>
            </a:extLst>
          </p:cNvPr>
          <p:cNvSpPr>
            <a:spLocks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5130">
            <a:extLst>
              <a:ext uri="{FF2B5EF4-FFF2-40B4-BE49-F238E27FC236}">
                <a16:creationId xmlns:a16="http://schemas.microsoft.com/office/drawing/2014/main" id="{81B32926-A4C5-4604-85BD-110C76EFE6F7}"/>
              </a:ext>
            </a:extLst>
          </p:cNvPr>
          <p:cNvSpPr>
            <a:spLocks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5131">
            <a:extLst>
              <a:ext uri="{FF2B5EF4-FFF2-40B4-BE49-F238E27FC236}">
                <a16:creationId xmlns:a16="http://schemas.microsoft.com/office/drawing/2014/main" id="{7FD49ED3-B525-42E2-90FA-0AA97DBB87F5}"/>
              </a:ext>
            </a:extLst>
          </p:cNvPr>
          <p:cNvSpPr>
            <a:spLocks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5132">
            <a:extLst>
              <a:ext uri="{FF2B5EF4-FFF2-40B4-BE49-F238E27FC236}">
                <a16:creationId xmlns:a16="http://schemas.microsoft.com/office/drawing/2014/main" id="{8B7AA56D-303A-410B-BA5C-7414E7E91735}"/>
              </a:ext>
            </a:extLst>
          </p:cNvPr>
          <p:cNvSpPr>
            <a:spLocks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5133">
            <a:extLst>
              <a:ext uri="{FF2B5EF4-FFF2-40B4-BE49-F238E27FC236}">
                <a16:creationId xmlns:a16="http://schemas.microsoft.com/office/drawing/2014/main" id="{F830BEAE-AE52-4039-B9B4-6C33860311A6}"/>
              </a:ext>
            </a:extLst>
          </p:cNvPr>
          <p:cNvSpPr>
            <a:spLocks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5134">
            <a:extLst>
              <a:ext uri="{FF2B5EF4-FFF2-40B4-BE49-F238E27FC236}">
                <a16:creationId xmlns:a16="http://schemas.microsoft.com/office/drawing/2014/main" id="{41D4F6C6-84F5-43DA-80DF-B81959976A2B}"/>
              </a:ext>
            </a:extLst>
          </p:cNvPr>
          <p:cNvSpPr>
            <a:spLocks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5135">
            <a:extLst>
              <a:ext uri="{FF2B5EF4-FFF2-40B4-BE49-F238E27FC236}">
                <a16:creationId xmlns:a16="http://schemas.microsoft.com/office/drawing/2014/main" id="{590DD2C2-0739-47D5-9B83-23A7B40C7FE0}"/>
              </a:ext>
            </a:extLst>
          </p:cNvPr>
          <p:cNvSpPr>
            <a:spLocks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5136">
            <a:extLst>
              <a:ext uri="{FF2B5EF4-FFF2-40B4-BE49-F238E27FC236}">
                <a16:creationId xmlns:a16="http://schemas.microsoft.com/office/drawing/2014/main" id="{C7E5013B-F7C7-43F2-9ECF-36954478F2EE}"/>
              </a:ext>
            </a:extLst>
          </p:cNvPr>
          <p:cNvSpPr>
            <a:spLocks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5137">
            <a:extLst>
              <a:ext uri="{FF2B5EF4-FFF2-40B4-BE49-F238E27FC236}">
                <a16:creationId xmlns:a16="http://schemas.microsoft.com/office/drawing/2014/main" id="{D8D38E93-1C01-4E6D-A40F-6955A17CAFD7}"/>
              </a:ext>
            </a:extLst>
          </p:cNvPr>
          <p:cNvSpPr>
            <a:spLocks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5138">
            <a:extLst>
              <a:ext uri="{FF2B5EF4-FFF2-40B4-BE49-F238E27FC236}">
                <a16:creationId xmlns:a16="http://schemas.microsoft.com/office/drawing/2014/main" id="{66F914D6-7C40-482B-BE67-B92219D7B789}"/>
              </a:ext>
            </a:extLst>
          </p:cNvPr>
          <p:cNvSpPr>
            <a:spLocks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5139">
            <a:extLst>
              <a:ext uri="{FF2B5EF4-FFF2-40B4-BE49-F238E27FC236}">
                <a16:creationId xmlns:a16="http://schemas.microsoft.com/office/drawing/2014/main" id="{57127A0D-AA9F-4866-88C8-566F645C722C}"/>
              </a:ext>
            </a:extLst>
          </p:cNvPr>
          <p:cNvSpPr>
            <a:spLocks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5140">
            <a:extLst>
              <a:ext uri="{FF2B5EF4-FFF2-40B4-BE49-F238E27FC236}">
                <a16:creationId xmlns:a16="http://schemas.microsoft.com/office/drawing/2014/main" id="{5AA804AD-089C-4445-B153-BF14BCDE79F0}"/>
              </a:ext>
            </a:extLst>
          </p:cNvPr>
          <p:cNvSpPr>
            <a:spLocks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5141">
            <a:extLst>
              <a:ext uri="{FF2B5EF4-FFF2-40B4-BE49-F238E27FC236}">
                <a16:creationId xmlns:a16="http://schemas.microsoft.com/office/drawing/2014/main" id="{55259F71-4F0F-4DDC-865E-80426A5637D7}"/>
              </a:ext>
            </a:extLst>
          </p:cNvPr>
          <p:cNvSpPr>
            <a:spLocks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5142">
            <a:extLst>
              <a:ext uri="{FF2B5EF4-FFF2-40B4-BE49-F238E27FC236}">
                <a16:creationId xmlns:a16="http://schemas.microsoft.com/office/drawing/2014/main" id="{B8E28FB6-936E-471F-A076-C1704904A67E}"/>
              </a:ext>
            </a:extLst>
          </p:cNvPr>
          <p:cNvSpPr>
            <a:spLocks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5143">
            <a:extLst>
              <a:ext uri="{FF2B5EF4-FFF2-40B4-BE49-F238E27FC236}">
                <a16:creationId xmlns:a16="http://schemas.microsoft.com/office/drawing/2014/main" id="{9D4C9EBF-0D4A-4980-95CD-39E27E6FEE84}"/>
              </a:ext>
            </a:extLst>
          </p:cNvPr>
          <p:cNvSpPr>
            <a:spLocks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5144">
            <a:extLst>
              <a:ext uri="{FF2B5EF4-FFF2-40B4-BE49-F238E27FC236}">
                <a16:creationId xmlns:a16="http://schemas.microsoft.com/office/drawing/2014/main" id="{5C1DD1DA-78E1-4E6B-BC1B-01AB4E52146A}"/>
              </a:ext>
            </a:extLst>
          </p:cNvPr>
          <p:cNvSpPr>
            <a:spLocks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5145">
            <a:extLst>
              <a:ext uri="{FF2B5EF4-FFF2-40B4-BE49-F238E27FC236}">
                <a16:creationId xmlns:a16="http://schemas.microsoft.com/office/drawing/2014/main" id="{B296B9F3-4923-44D8-8AB4-21457573896C}"/>
              </a:ext>
            </a:extLst>
          </p:cNvPr>
          <p:cNvSpPr>
            <a:spLocks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5146">
            <a:extLst>
              <a:ext uri="{FF2B5EF4-FFF2-40B4-BE49-F238E27FC236}">
                <a16:creationId xmlns:a16="http://schemas.microsoft.com/office/drawing/2014/main" id="{9928CD0B-4E49-4B7A-ADBE-FD72CF2C63CD}"/>
              </a:ext>
            </a:extLst>
          </p:cNvPr>
          <p:cNvSpPr>
            <a:spLocks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5147">
            <a:extLst>
              <a:ext uri="{FF2B5EF4-FFF2-40B4-BE49-F238E27FC236}">
                <a16:creationId xmlns:a16="http://schemas.microsoft.com/office/drawing/2014/main" id="{351920D3-4B4A-4D96-8E05-19F52E3E7F33}"/>
              </a:ext>
            </a:extLst>
          </p:cNvPr>
          <p:cNvSpPr>
            <a:spLocks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5148">
            <a:extLst>
              <a:ext uri="{FF2B5EF4-FFF2-40B4-BE49-F238E27FC236}">
                <a16:creationId xmlns:a16="http://schemas.microsoft.com/office/drawing/2014/main" id="{6B82E641-593D-49CF-8E7F-DDAA7B6DAADB}"/>
              </a:ext>
            </a:extLst>
          </p:cNvPr>
          <p:cNvSpPr>
            <a:spLocks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5149">
            <a:extLst>
              <a:ext uri="{FF2B5EF4-FFF2-40B4-BE49-F238E27FC236}">
                <a16:creationId xmlns:a16="http://schemas.microsoft.com/office/drawing/2014/main" id="{DA0DCF6F-7C39-4F87-AEF9-492D8D149137}"/>
              </a:ext>
            </a:extLst>
          </p:cNvPr>
          <p:cNvSpPr>
            <a:spLocks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5150">
            <a:extLst>
              <a:ext uri="{FF2B5EF4-FFF2-40B4-BE49-F238E27FC236}">
                <a16:creationId xmlns:a16="http://schemas.microsoft.com/office/drawing/2014/main" id="{5290489A-4BE5-4424-8478-2012AD182F2E}"/>
              </a:ext>
            </a:extLst>
          </p:cNvPr>
          <p:cNvSpPr>
            <a:spLocks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5151">
            <a:extLst>
              <a:ext uri="{FF2B5EF4-FFF2-40B4-BE49-F238E27FC236}">
                <a16:creationId xmlns:a16="http://schemas.microsoft.com/office/drawing/2014/main" id="{0C1A5D35-8B28-418A-9605-92CFE2EAB6BB}"/>
              </a:ext>
            </a:extLst>
          </p:cNvPr>
          <p:cNvSpPr>
            <a:spLocks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5152">
            <a:extLst>
              <a:ext uri="{FF2B5EF4-FFF2-40B4-BE49-F238E27FC236}">
                <a16:creationId xmlns:a16="http://schemas.microsoft.com/office/drawing/2014/main" id="{936459AC-92D4-492C-BDE8-D041CFA5CF21}"/>
              </a:ext>
            </a:extLst>
          </p:cNvPr>
          <p:cNvSpPr>
            <a:spLocks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5153">
            <a:extLst>
              <a:ext uri="{FF2B5EF4-FFF2-40B4-BE49-F238E27FC236}">
                <a16:creationId xmlns:a16="http://schemas.microsoft.com/office/drawing/2014/main" id="{163EA5F0-3A81-4583-A232-CA6CE0C299C0}"/>
              </a:ext>
            </a:extLst>
          </p:cNvPr>
          <p:cNvSpPr>
            <a:spLocks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5154">
            <a:extLst>
              <a:ext uri="{FF2B5EF4-FFF2-40B4-BE49-F238E27FC236}">
                <a16:creationId xmlns:a16="http://schemas.microsoft.com/office/drawing/2014/main" id="{FBB83237-A62B-4314-9796-69A98E179E07}"/>
              </a:ext>
            </a:extLst>
          </p:cNvPr>
          <p:cNvSpPr>
            <a:spLocks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5155">
            <a:extLst>
              <a:ext uri="{FF2B5EF4-FFF2-40B4-BE49-F238E27FC236}">
                <a16:creationId xmlns:a16="http://schemas.microsoft.com/office/drawing/2014/main" id="{9EF7D8A7-7853-46F8-9258-5D7DE6DB26E6}"/>
              </a:ext>
            </a:extLst>
          </p:cNvPr>
          <p:cNvSpPr>
            <a:spLocks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5156">
            <a:extLst>
              <a:ext uri="{FF2B5EF4-FFF2-40B4-BE49-F238E27FC236}">
                <a16:creationId xmlns:a16="http://schemas.microsoft.com/office/drawing/2014/main" id="{B11A43C2-C453-4C36-B4F5-5BD6FF23AFC8}"/>
              </a:ext>
            </a:extLst>
          </p:cNvPr>
          <p:cNvSpPr>
            <a:spLocks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5157">
            <a:extLst>
              <a:ext uri="{FF2B5EF4-FFF2-40B4-BE49-F238E27FC236}">
                <a16:creationId xmlns:a16="http://schemas.microsoft.com/office/drawing/2014/main" id="{688CA64E-1BEE-4347-B103-FB14950B7D91}"/>
              </a:ext>
            </a:extLst>
          </p:cNvPr>
          <p:cNvSpPr>
            <a:spLocks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5158">
            <a:extLst>
              <a:ext uri="{FF2B5EF4-FFF2-40B4-BE49-F238E27FC236}">
                <a16:creationId xmlns:a16="http://schemas.microsoft.com/office/drawing/2014/main" id="{F66C4E06-80B0-4D5D-BFD9-0116ED31BD30}"/>
              </a:ext>
            </a:extLst>
          </p:cNvPr>
          <p:cNvSpPr>
            <a:spLocks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5159">
            <a:extLst>
              <a:ext uri="{FF2B5EF4-FFF2-40B4-BE49-F238E27FC236}">
                <a16:creationId xmlns:a16="http://schemas.microsoft.com/office/drawing/2014/main" id="{87BADC57-6A9E-4D4B-9525-ECDB0F4FF8C3}"/>
              </a:ext>
            </a:extLst>
          </p:cNvPr>
          <p:cNvSpPr>
            <a:spLocks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5160">
            <a:extLst>
              <a:ext uri="{FF2B5EF4-FFF2-40B4-BE49-F238E27FC236}">
                <a16:creationId xmlns:a16="http://schemas.microsoft.com/office/drawing/2014/main" id="{E47D708C-31CC-4FB0-B43C-3B71F230A078}"/>
              </a:ext>
            </a:extLst>
          </p:cNvPr>
          <p:cNvSpPr>
            <a:spLocks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5161">
            <a:extLst>
              <a:ext uri="{FF2B5EF4-FFF2-40B4-BE49-F238E27FC236}">
                <a16:creationId xmlns:a16="http://schemas.microsoft.com/office/drawing/2014/main" id="{243F855B-9181-420D-AFF1-30EE6038069D}"/>
              </a:ext>
            </a:extLst>
          </p:cNvPr>
          <p:cNvSpPr>
            <a:spLocks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5162">
            <a:extLst>
              <a:ext uri="{FF2B5EF4-FFF2-40B4-BE49-F238E27FC236}">
                <a16:creationId xmlns:a16="http://schemas.microsoft.com/office/drawing/2014/main" id="{5F7BA47E-7AA0-49FC-944B-169555F17F49}"/>
              </a:ext>
            </a:extLst>
          </p:cNvPr>
          <p:cNvSpPr>
            <a:spLocks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5163">
            <a:extLst>
              <a:ext uri="{FF2B5EF4-FFF2-40B4-BE49-F238E27FC236}">
                <a16:creationId xmlns:a16="http://schemas.microsoft.com/office/drawing/2014/main" id="{42FC225C-4E88-447D-B395-606CE7AD4C91}"/>
              </a:ext>
            </a:extLst>
          </p:cNvPr>
          <p:cNvSpPr>
            <a:spLocks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5164">
            <a:extLst>
              <a:ext uri="{FF2B5EF4-FFF2-40B4-BE49-F238E27FC236}">
                <a16:creationId xmlns:a16="http://schemas.microsoft.com/office/drawing/2014/main" id="{A642F8D1-893D-4C4C-B7D9-CE3E1D90C14D}"/>
              </a:ext>
            </a:extLst>
          </p:cNvPr>
          <p:cNvSpPr>
            <a:spLocks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5165">
            <a:extLst>
              <a:ext uri="{FF2B5EF4-FFF2-40B4-BE49-F238E27FC236}">
                <a16:creationId xmlns:a16="http://schemas.microsoft.com/office/drawing/2014/main" id="{5B120305-23B1-4D80-A10C-F3A4195EAAF8}"/>
              </a:ext>
            </a:extLst>
          </p:cNvPr>
          <p:cNvSpPr>
            <a:spLocks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5166">
            <a:extLst>
              <a:ext uri="{FF2B5EF4-FFF2-40B4-BE49-F238E27FC236}">
                <a16:creationId xmlns:a16="http://schemas.microsoft.com/office/drawing/2014/main" id="{5834DCCF-194F-4E02-BFAE-74F6140856A1}"/>
              </a:ext>
            </a:extLst>
          </p:cNvPr>
          <p:cNvSpPr>
            <a:spLocks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5167">
            <a:extLst>
              <a:ext uri="{FF2B5EF4-FFF2-40B4-BE49-F238E27FC236}">
                <a16:creationId xmlns:a16="http://schemas.microsoft.com/office/drawing/2014/main" id="{72CD8631-BF43-4A9B-9873-72AC830C6F6D}"/>
              </a:ext>
            </a:extLst>
          </p:cNvPr>
          <p:cNvSpPr>
            <a:spLocks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5168">
            <a:extLst>
              <a:ext uri="{FF2B5EF4-FFF2-40B4-BE49-F238E27FC236}">
                <a16:creationId xmlns:a16="http://schemas.microsoft.com/office/drawing/2014/main" id="{973FBD33-FD41-4C03-9455-84C096BA0CF8}"/>
              </a:ext>
            </a:extLst>
          </p:cNvPr>
          <p:cNvSpPr>
            <a:spLocks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5169">
            <a:extLst>
              <a:ext uri="{FF2B5EF4-FFF2-40B4-BE49-F238E27FC236}">
                <a16:creationId xmlns:a16="http://schemas.microsoft.com/office/drawing/2014/main" id="{4731D68F-9C82-47B8-B0F1-0E67D02C3F78}"/>
              </a:ext>
            </a:extLst>
          </p:cNvPr>
          <p:cNvSpPr>
            <a:spLocks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5170">
            <a:extLst>
              <a:ext uri="{FF2B5EF4-FFF2-40B4-BE49-F238E27FC236}">
                <a16:creationId xmlns:a16="http://schemas.microsoft.com/office/drawing/2014/main" id="{5178C845-38DF-499A-A0E2-DB3277736B34}"/>
              </a:ext>
            </a:extLst>
          </p:cNvPr>
          <p:cNvSpPr>
            <a:spLocks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5171">
            <a:extLst>
              <a:ext uri="{FF2B5EF4-FFF2-40B4-BE49-F238E27FC236}">
                <a16:creationId xmlns:a16="http://schemas.microsoft.com/office/drawing/2014/main" id="{32B6E673-9949-41D3-BFA9-E767812D33AA}"/>
              </a:ext>
            </a:extLst>
          </p:cNvPr>
          <p:cNvSpPr>
            <a:spLocks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5172">
            <a:extLst>
              <a:ext uri="{FF2B5EF4-FFF2-40B4-BE49-F238E27FC236}">
                <a16:creationId xmlns:a16="http://schemas.microsoft.com/office/drawing/2014/main" id="{EB1930F4-1599-445F-AF13-AE104EC61F43}"/>
              </a:ext>
            </a:extLst>
          </p:cNvPr>
          <p:cNvSpPr>
            <a:spLocks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5173">
            <a:extLst>
              <a:ext uri="{FF2B5EF4-FFF2-40B4-BE49-F238E27FC236}">
                <a16:creationId xmlns:a16="http://schemas.microsoft.com/office/drawing/2014/main" id="{D1C49FC5-D4D3-4201-865B-F5CF51CD494D}"/>
              </a:ext>
            </a:extLst>
          </p:cNvPr>
          <p:cNvSpPr>
            <a:spLocks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5174">
            <a:extLst>
              <a:ext uri="{FF2B5EF4-FFF2-40B4-BE49-F238E27FC236}">
                <a16:creationId xmlns:a16="http://schemas.microsoft.com/office/drawing/2014/main" id="{0A83187D-8ABA-442A-958B-15BCF3DC0CE3}"/>
              </a:ext>
            </a:extLst>
          </p:cNvPr>
          <p:cNvSpPr>
            <a:spLocks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5175">
            <a:extLst>
              <a:ext uri="{FF2B5EF4-FFF2-40B4-BE49-F238E27FC236}">
                <a16:creationId xmlns:a16="http://schemas.microsoft.com/office/drawing/2014/main" id="{37C807A8-405A-425C-B955-BF565E6C4BB1}"/>
              </a:ext>
            </a:extLst>
          </p:cNvPr>
          <p:cNvSpPr>
            <a:spLocks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5176">
            <a:extLst>
              <a:ext uri="{FF2B5EF4-FFF2-40B4-BE49-F238E27FC236}">
                <a16:creationId xmlns:a16="http://schemas.microsoft.com/office/drawing/2014/main" id="{C65C1213-6A7C-484B-A893-3C7FE2E570EA}"/>
              </a:ext>
            </a:extLst>
          </p:cNvPr>
          <p:cNvSpPr>
            <a:spLocks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5177">
            <a:extLst>
              <a:ext uri="{FF2B5EF4-FFF2-40B4-BE49-F238E27FC236}">
                <a16:creationId xmlns:a16="http://schemas.microsoft.com/office/drawing/2014/main" id="{FA168136-9E01-4BCD-B1B8-AEEA3549EDC3}"/>
              </a:ext>
            </a:extLst>
          </p:cNvPr>
          <p:cNvSpPr>
            <a:spLocks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5178">
            <a:extLst>
              <a:ext uri="{FF2B5EF4-FFF2-40B4-BE49-F238E27FC236}">
                <a16:creationId xmlns:a16="http://schemas.microsoft.com/office/drawing/2014/main" id="{7DEA68A9-7DF2-4965-96A0-63CD931EC3D2}"/>
              </a:ext>
            </a:extLst>
          </p:cNvPr>
          <p:cNvSpPr>
            <a:spLocks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5179">
            <a:extLst>
              <a:ext uri="{FF2B5EF4-FFF2-40B4-BE49-F238E27FC236}">
                <a16:creationId xmlns:a16="http://schemas.microsoft.com/office/drawing/2014/main" id="{F2D252AC-9CAD-40A6-BA65-60F6C0A09A39}"/>
              </a:ext>
            </a:extLst>
          </p:cNvPr>
          <p:cNvSpPr>
            <a:spLocks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5180">
            <a:extLst>
              <a:ext uri="{FF2B5EF4-FFF2-40B4-BE49-F238E27FC236}">
                <a16:creationId xmlns:a16="http://schemas.microsoft.com/office/drawing/2014/main" id="{1B1C13F9-88AC-41E0-A7CA-BCB62651E04D}"/>
              </a:ext>
            </a:extLst>
          </p:cNvPr>
          <p:cNvSpPr>
            <a:spLocks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5181">
            <a:extLst>
              <a:ext uri="{FF2B5EF4-FFF2-40B4-BE49-F238E27FC236}">
                <a16:creationId xmlns:a16="http://schemas.microsoft.com/office/drawing/2014/main" id="{7F7D6733-0A52-4878-902B-F3A2139779A1}"/>
              </a:ext>
            </a:extLst>
          </p:cNvPr>
          <p:cNvSpPr>
            <a:spLocks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5182">
            <a:extLst>
              <a:ext uri="{FF2B5EF4-FFF2-40B4-BE49-F238E27FC236}">
                <a16:creationId xmlns:a16="http://schemas.microsoft.com/office/drawing/2014/main" id="{7C3B0CE2-81D1-4DFC-A95C-58FFE40738E2}"/>
              </a:ext>
            </a:extLst>
          </p:cNvPr>
          <p:cNvSpPr>
            <a:spLocks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5183">
            <a:extLst>
              <a:ext uri="{FF2B5EF4-FFF2-40B4-BE49-F238E27FC236}">
                <a16:creationId xmlns:a16="http://schemas.microsoft.com/office/drawing/2014/main" id="{840C41D8-D491-44C5-9524-9F97EEE09A58}"/>
              </a:ext>
            </a:extLst>
          </p:cNvPr>
          <p:cNvSpPr>
            <a:spLocks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5184">
            <a:extLst>
              <a:ext uri="{FF2B5EF4-FFF2-40B4-BE49-F238E27FC236}">
                <a16:creationId xmlns:a16="http://schemas.microsoft.com/office/drawing/2014/main" id="{914BACAD-E4D3-48E0-B2DB-28667E47A7B4}"/>
              </a:ext>
            </a:extLst>
          </p:cNvPr>
          <p:cNvSpPr>
            <a:spLocks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5185">
            <a:extLst>
              <a:ext uri="{FF2B5EF4-FFF2-40B4-BE49-F238E27FC236}">
                <a16:creationId xmlns:a16="http://schemas.microsoft.com/office/drawing/2014/main" id="{E00062F9-2CB4-4470-92DC-5490C6FE4CE5}"/>
              </a:ext>
            </a:extLst>
          </p:cNvPr>
          <p:cNvSpPr>
            <a:spLocks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5186">
            <a:extLst>
              <a:ext uri="{FF2B5EF4-FFF2-40B4-BE49-F238E27FC236}">
                <a16:creationId xmlns:a16="http://schemas.microsoft.com/office/drawing/2014/main" id="{48743DB5-1FB6-4F1C-A606-DA39263C7C17}"/>
              </a:ext>
            </a:extLst>
          </p:cNvPr>
          <p:cNvSpPr>
            <a:spLocks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5187">
            <a:extLst>
              <a:ext uri="{FF2B5EF4-FFF2-40B4-BE49-F238E27FC236}">
                <a16:creationId xmlns:a16="http://schemas.microsoft.com/office/drawing/2014/main" id="{61DD2D65-1C8A-4C5C-B613-5C3E9FB6B462}"/>
              </a:ext>
            </a:extLst>
          </p:cNvPr>
          <p:cNvSpPr>
            <a:spLocks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5188">
            <a:extLst>
              <a:ext uri="{FF2B5EF4-FFF2-40B4-BE49-F238E27FC236}">
                <a16:creationId xmlns:a16="http://schemas.microsoft.com/office/drawing/2014/main" id="{B94CB427-6BF8-49AF-B0EC-E7363B81073E}"/>
              </a:ext>
            </a:extLst>
          </p:cNvPr>
          <p:cNvSpPr>
            <a:spLocks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5189">
            <a:extLst>
              <a:ext uri="{FF2B5EF4-FFF2-40B4-BE49-F238E27FC236}">
                <a16:creationId xmlns:a16="http://schemas.microsoft.com/office/drawing/2014/main" id="{F8E66B44-9380-425C-BB8A-C1B9574DE674}"/>
              </a:ext>
            </a:extLst>
          </p:cNvPr>
          <p:cNvSpPr>
            <a:spLocks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5190">
            <a:extLst>
              <a:ext uri="{FF2B5EF4-FFF2-40B4-BE49-F238E27FC236}">
                <a16:creationId xmlns:a16="http://schemas.microsoft.com/office/drawing/2014/main" id="{10FFFE64-ACEA-4241-9BE3-E016473CDF21}"/>
              </a:ext>
            </a:extLst>
          </p:cNvPr>
          <p:cNvSpPr>
            <a:spLocks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5191">
            <a:extLst>
              <a:ext uri="{FF2B5EF4-FFF2-40B4-BE49-F238E27FC236}">
                <a16:creationId xmlns:a16="http://schemas.microsoft.com/office/drawing/2014/main" id="{58C8B4CE-82B0-4E15-95F6-6AB775C0BD97}"/>
              </a:ext>
            </a:extLst>
          </p:cNvPr>
          <p:cNvSpPr>
            <a:spLocks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5192">
            <a:extLst>
              <a:ext uri="{FF2B5EF4-FFF2-40B4-BE49-F238E27FC236}">
                <a16:creationId xmlns:a16="http://schemas.microsoft.com/office/drawing/2014/main" id="{B9D7E633-DCF7-41DA-A7E9-435A695A427B}"/>
              </a:ext>
            </a:extLst>
          </p:cNvPr>
          <p:cNvSpPr>
            <a:spLocks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5193">
            <a:extLst>
              <a:ext uri="{FF2B5EF4-FFF2-40B4-BE49-F238E27FC236}">
                <a16:creationId xmlns:a16="http://schemas.microsoft.com/office/drawing/2014/main" id="{88CD4A13-5B1A-479A-A563-6B303ECB0311}"/>
              </a:ext>
            </a:extLst>
          </p:cNvPr>
          <p:cNvSpPr>
            <a:spLocks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5194">
            <a:extLst>
              <a:ext uri="{FF2B5EF4-FFF2-40B4-BE49-F238E27FC236}">
                <a16:creationId xmlns:a16="http://schemas.microsoft.com/office/drawing/2014/main" id="{A0AE7C7B-3601-4A47-A43B-D0ED8B5BBF3D}"/>
              </a:ext>
            </a:extLst>
          </p:cNvPr>
          <p:cNvSpPr>
            <a:spLocks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5195">
            <a:extLst>
              <a:ext uri="{FF2B5EF4-FFF2-40B4-BE49-F238E27FC236}">
                <a16:creationId xmlns:a16="http://schemas.microsoft.com/office/drawing/2014/main" id="{0BC14F46-2579-4E15-904B-D63FCB159DBC}"/>
              </a:ext>
            </a:extLst>
          </p:cNvPr>
          <p:cNvSpPr>
            <a:spLocks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5196">
            <a:extLst>
              <a:ext uri="{FF2B5EF4-FFF2-40B4-BE49-F238E27FC236}">
                <a16:creationId xmlns:a16="http://schemas.microsoft.com/office/drawing/2014/main" id="{C95D4869-748E-43E9-B8A7-D721747A5FF6}"/>
              </a:ext>
            </a:extLst>
          </p:cNvPr>
          <p:cNvSpPr>
            <a:spLocks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5197">
            <a:extLst>
              <a:ext uri="{FF2B5EF4-FFF2-40B4-BE49-F238E27FC236}">
                <a16:creationId xmlns:a16="http://schemas.microsoft.com/office/drawing/2014/main" id="{DDB7AB60-16C4-4D20-B76A-70ACECD1BFB5}"/>
              </a:ext>
            </a:extLst>
          </p:cNvPr>
          <p:cNvSpPr>
            <a:spLocks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5198">
            <a:extLst>
              <a:ext uri="{FF2B5EF4-FFF2-40B4-BE49-F238E27FC236}">
                <a16:creationId xmlns:a16="http://schemas.microsoft.com/office/drawing/2014/main" id="{A4C55B6A-2D9F-4EDD-98C2-BCAA621F42DA}"/>
              </a:ext>
            </a:extLst>
          </p:cNvPr>
          <p:cNvSpPr>
            <a:spLocks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5199">
            <a:extLst>
              <a:ext uri="{FF2B5EF4-FFF2-40B4-BE49-F238E27FC236}">
                <a16:creationId xmlns:a16="http://schemas.microsoft.com/office/drawing/2014/main" id="{23CEABE2-A82F-479D-B30F-3B3113C0E472}"/>
              </a:ext>
            </a:extLst>
          </p:cNvPr>
          <p:cNvSpPr>
            <a:spLocks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5200">
            <a:extLst>
              <a:ext uri="{FF2B5EF4-FFF2-40B4-BE49-F238E27FC236}">
                <a16:creationId xmlns:a16="http://schemas.microsoft.com/office/drawing/2014/main" id="{A907EC38-A084-45B8-9490-7A82422260BF}"/>
              </a:ext>
            </a:extLst>
          </p:cNvPr>
          <p:cNvSpPr>
            <a:spLocks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5201">
            <a:extLst>
              <a:ext uri="{FF2B5EF4-FFF2-40B4-BE49-F238E27FC236}">
                <a16:creationId xmlns:a16="http://schemas.microsoft.com/office/drawing/2014/main" id="{9EF2786B-6ED3-4179-84EE-416F26C2E9C3}"/>
              </a:ext>
            </a:extLst>
          </p:cNvPr>
          <p:cNvSpPr>
            <a:spLocks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5202">
            <a:extLst>
              <a:ext uri="{FF2B5EF4-FFF2-40B4-BE49-F238E27FC236}">
                <a16:creationId xmlns:a16="http://schemas.microsoft.com/office/drawing/2014/main" id="{46E48B5D-E262-447F-B55B-3E0E89E3843D}"/>
              </a:ext>
            </a:extLst>
          </p:cNvPr>
          <p:cNvSpPr>
            <a:spLocks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5203">
            <a:extLst>
              <a:ext uri="{FF2B5EF4-FFF2-40B4-BE49-F238E27FC236}">
                <a16:creationId xmlns:a16="http://schemas.microsoft.com/office/drawing/2014/main" id="{91951BFF-C08A-45E5-A2C8-47B9B7304A45}"/>
              </a:ext>
            </a:extLst>
          </p:cNvPr>
          <p:cNvSpPr>
            <a:spLocks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5204">
            <a:extLst>
              <a:ext uri="{FF2B5EF4-FFF2-40B4-BE49-F238E27FC236}">
                <a16:creationId xmlns:a16="http://schemas.microsoft.com/office/drawing/2014/main" id="{0D3C6301-CD68-4C26-B320-FFF9375ADA99}"/>
              </a:ext>
            </a:extLst>
          </p:cNvPr>
          <p:cNvSpPr>
            <a:spLocks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5205">
            <a:extLst>
              <a:ext uri="{FF2B5EF4-FFF2-40B4-BE49-F238E27FC236}">
                <a16:creationId xmlns:a16="http://schemas.microsoft.com/office/drawing/2014/main" id="{6F7B5A8D-D898-43DE-ACD9-4827FB744801}"/>
              </a:ext>
            </a:extLst>
          </p:cNvPr>
          <p:cNvSpPr>
            <a:spLocks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5206">
            <a:extLst>
              <a:ext uri="{FF2B5EF4-FFF2-40B4-BE49-F238E27FC236}">
                <a16:creationId xmlns:a16="http://schemas.microsoft.com/office/drawing/2014/main" id="{0E3BA8CC-35EF-4FB3-B8B0-1C3F0DCCD81B}"/>
              </a:ext>
            </a:extLst>
          </p:cNvPr>
          <p:cNvSpPr>
            <a:spLocks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5207">
            <a:extLst>
              <a:ext uri="{FF2B5EF4-FFF2-40B4-BE49-F238E27FC236}">
                <a16:creationId xmlns:a16="http://schemas.microsoft.com/office/drawing/2014/main" id="{DD8E992A-D917-4D79-8FAB-47F0CB479159}"/>
              </a:ext>
            </a:extLst>
          </p:cNvPr>
          <p:cNvSpPr>
            <a:spLocks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5208">
            <a:extLst>
              <a:ext uri="{FF2B5EF4-FFF2-40B4-BE49-F238E27FC236}">
                <a16:creationId xmlns:a16="http://schemas.microsoft.com/office/drawing/2014/main" id="{75509688-E97F-4430-B423-534F0AD7B70A}"/>
              </a:ext>
            </a:extLst>
          </p:cNvPr>
          <p:cNvSpPr>
            <a:spLocks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5209">
            <a:extLst>
              <a:ext uri="{FF2B5EF4-FFF2-40B4-BE49-F238E27FC236}">
                <a16:creationId xmlns:a16="http://schemas.microsoft.com/office/drawing/2014/main" id="{8C0E1026-7551-466B-AB7A-6D060EC59084}"/>
              </a:ext>
            </a:extLst>
          </p:cNvPr>
          <p:cNvSpPr>
            <a:spLocks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5210">
            <a:extLst>
              <a:ext uri="{FF2B5EF4-FFF2-40B4-BE49-F238E27FC236}">
                <a16:creationId xmlns:a16="http://schemas.microsoft.com/office/drawing/2014/main" id="{1A2893BD-A1BE-4F8D-ABCC-903F935AAF11}"/>
              </a:ext>
            </a:extLst>
          </p:cNvPr>
          <p:cNvSpPr>
            <a:spLocks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5211">
            <a:extLst>
              <a:ext uri="{FF2B5EF4-FFF2-40B4-BE49-F238E27FC236}">
                <a16:creationId xmlns:a16="http://schemas.microsoft.com/office/drawing/2014/main" id="{9CA46970-0262-4BAE-B3D4-FE2B2278349D}"/>
              </a:ext>
            </a:extLst>
          </p:cNvPr>
          <p:cNvSpPr>
            <a:spLocks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5212">
            <a:extLst>
              <a:ext uri="{FF2B5EF4-FFF2-40B4-BE49-F238E27FC236}">
                <a16:creationId xmlns:a16="http://schemas.microsoft.com/office/drawing/2014/main" id="{6D7A7732-0053-4036-8702-49FC7208C227}"/>
              </a:ext>
            </a:extLst>
          </p:cNvPr>
          <p:cNvSpPr>
            <a:spLocks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5213">
            <a:extLst>
              <a:ext uri="{FF2B5EF4-FFF2-40B4-BE49-F238E27FC236}">
                <a16:creationId xmlns:a16="http://schemas.microsoft.com/office/drawing/2014/main" id="{CA98C243-BB0C-4EDA-AD78-54810DB21465}"/>
              </a:ext>
            </a:extLst>
          </p:cNvPr>
          <p:cNvSpPr>
            <a:spLocks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5214">
            <a:extLst>
              <a:ext uri="{FF2B5EF4-FFF2-40B4-BE49-F238E27FC236}">
                <a16:creationId xmlns:a16="http://schemas.microsoft.com/office/drawing/2014/main" id="{309169AA-2D9E-4B43-B9A4-54384625026E}"/>
              </a:ext>
            </a:extLst>
          </p:cNvPr>
          <p:cNvSpPr>
            <a:spLocks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5215">
            <a:extLst>
              <a:ext uri="{FF2B5EF4-FFF2-40B4-BE49-F238E27FC236}">
                <a16:creationId xmlns:a16="http://schemas.microsoft.com/office/drawing/2014/main" id="{8C841996-1865-4F0C-8B18-D24C7952C721}"/>
              </a:ext>
            </a:extLst>
          </p:cNvPr>
          <p:cNvSpPr>
            <a:spLocks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5216">
            <a:extLst>
              <a:ext uri="{FF2B5EF4-FFF2-40B4-BE49-F238E27FC236}">
                <a16:creationId xmlns:a16="http://schemas.microsoft.com/office/drawing/2014/main" id="{238A4129-0CE9-456C-9871-B75FE6443C58}"/>
              </a:ext>
            </a:extLst>
          </p:cNvPr>
          <p:cNvSpPr>
            <a:spLocks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5217">
            <a:extLst>
              <a:ext uri="{FF2B5EF4-FFF2-40B4-BE49-F238E27FC236}">
                <a16:creationId xmlns:a16="http://schemas.microsoft.com/office/drawing/2014/main" id="{7CC1753D-7EAB-42F7-86FD-A2CFAAFE9602}"/>
              </a:ext>
            </a:extLst>
          </p:cNvPr>
          <p:cNvSpPr>
            <a:spLocks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5218">
            <a:extLst>
              <a:ext uri="{FF2B5EF4-FFF2-40B4-BE49-F238E27FC236}">
                <a16:creationId xmlns:a16="http://schemas.microsoft.com/office/drawing/2014/main" id="{A4D21661-B775-4C86-889F-E37FA1C70DDE}"/>
              </a:ext>
            </a:extLst>
          </p:cNvPr>
          <p:cNvSpPr>
            <a:spLocks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5219">
            <a:extLst>
              <a:ext uri="{FF2B5EF4-FFF2-40B4-BE49-F238E27FC236}">
                <a16:creationId xmlns:a16="http://schemas.microsoft.com/office/drawing/2014/main" id="{1E1B9343-C5AF-428C-BC42-868A42018589}"/>
              </a:ext>
            </a:extLst>
          </p:cNvPr>
          <p:cNvSpPr>
            <a:spLocks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5220">
            <a:extLst>
              <a:ext uri="{FF2B5EF4-FFF2-40B4-BE49-F238E27FC236}">
                <a16:creationId xmlns:a16="http://schemas.microsoft.com/office/drawing/2014/main" id="{C91CE120-BF6B-4ABA-BFF3-73D959FEDFC9}"/>
              </a:ext>
            </a:extLst>
          </p:cNvPr>
          <p:cNvSpPr>
            <a:spLocks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5221">
            <a:extLst>
              <a:ext uri="{FF2B5EF4-FFF2-40B4-BE49-F238E27FC236}">
                <a16:creationId xmlns:a16="http://schemas.microsoft.com/office/drawing/2014/main" id="{A5C8CF41-3EE9-4FB5-B12D-3F3A08CDC2C4}"/>
              </a:ext>
            </a:extLst>
          </p:cNvPr>
          <p:cNvSpPr>
            <a:spLocks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5222">
            <a:extLst>
              <a:ext uri="{FF2B5EF4-FFF2-40B4-BE49-F238E27FC236}">
                <a16:creationId xmlns:a16="http://schemas.microsoft.com/office/drawing/2014/main" id="{155D4482-125C-49CF-88A1-D4B15034A5FD}"/>
              </a:ext>
            </a:extLst>
          </p:cNvPr>
          <p:cNvSpPr>
            <a:spLocks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5223">
            <a:extLst>
              <a:ext uri="{FF2B5EF4-FFF2-40B4-BE49-F238E27FC236}">
                <a16:creationId xmlns:a16="http://schemas.microsoft.com/office/drawing/2014/main" id="{32429C0A-95A5-42B7-B18C-15A16434A0D0}"/>
              </a:ext>
            </a:extLst>
          </p:cNvPr>
          <p:cNvSpPr>
            <a:spLocks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5224">
            <a:extLst>
              <a:ext uri="{FF2B5EF4-FFF2-40B4-BE49-F238E27FC236}">
                <a16:creationId xmlns:a16="http://schemas.microsoft.com/office/drawing/2014/main" id="{60F0F540-FE2E-4C90-9A60-82EDA3B661B6}"/>
              </a:ext>
            </a:extLst>
          </p:cNvPr>
          <p:cNvSpPr>
            <a:spLocks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5225">
            <a:extLst>
              <a:ext uri="{FF2B5EF4-FFF2-40B4-BE49-F238E27FC236}">
                <a16:creationId xmlns:a16="http://schemas.microsoft.com/office/drawing/2014/main" id="{B27A21EB-36F4-4D36-89BD-61CC3738D0B3}"/>
              </a:ext>
            </a:extLst>
          </p:cNvPr>
          <p:cNvSpPr>
            <a:spLocks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5226">
            <a:extLst>
              <a:ext uri="{FF2B5EF4-FFF2-40B4-BE49-F238E27FC236}">
                <a16:creationId xmlns:a16="http://schemas.microsoft.com/office/drawing/2014/main" id="{D07B2399-B784-4670-9942-EAF359C666FA}"/>
              </a:ext>
            </a:extLst>
          </p:cNvPr>
          <p:cNvSpPr>
            <a:spLocks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5227">
            <a:extLst>
              <a:ext uri="{FF2B5EF4-FFF2-40B4-BE49-F238E27FC236}">
                <a16:creationId xmlns:a16="http://schemas.microsoft.com/office/drawing/2014/main" id="{81D6E0E5-6E80-4742-98DB-E32CF40FBC07}"/>
              </a:ext>
            </a:extLst>
          </p:cNvPr>
          <p:cNvSpPr>
            <a:spLocks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5228">
            <a:extLst>
              <a:ext uri="{FF2B5EF4-FFF2-40B4-BE49-F238E27FC236}">
                <a16:creationId xmlns:a16="http://schemas.microsoft.com/office/drawing/2014/main" id="{82F6CAB8-5165-4A4E-B358-565621766B84}"/>
              </a:ext>
            </a:extLst>
          </p:cNvPr>
          <p:cNvSpPr>
            <a:spLocks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5229">
            <a:extLst>
              <a:ext uri="{FF2B5EF4-FFF2-40B4-BE49-F238E27FC236}">
                <a16:creationId xmlns:a16="http://schemas.microsoft.com/office/drawing/2014/main" id="{06EF6241-D16B-465A-B37C-F2F7564DCE13}"/>
              </a:ext>
            </a:extLst>
          </p:cNvPr>
          <p:cNvSpPr>
            <a:spLocks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5230">
            <a:extLst>
              <a:ext uri="{FF2B5EF4-FFF2-40B4-BE49-F238E27FC236}">
                <a16:creationId xmlns:a16="http://schemas.microsoft.com/office/drawing/2014/main" id="{9C420467-DF89-4F23-A561-9BBB39CB5F68}"/>
              </a:ext>
            </a:extLst>
          </p:cNvPr>
          <p:cNvSpPr>
            <a:spLocks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5231">
            <a:extLst>
              <a:ext uri="{FF2B5EF4-FFF2-40B4-BE49-F238E27FC236}">
                <a16:creationId xmlns:a16="http://schemas.microsoft.com/office/drawing/2014/main" id="{E71BA7D6-66A7-48B7-BC62-42C01FEDB412}"/>
              </a:ext>
            </a:extLst>
          </p:cNvPr>
          <p:cNvSpPr>
            <a:spLocks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5232">
            <a:extLst>
              <a:ext uri="{FF2B5EF4-FFF2-40B4-BE49-F238E27FC236}">
                <a16:creationId xmlns:a16="http://schemas.microsoft.com/office/drawing/2014/main" id="{9151FF2F-D4AF-4A0B-BF67-35E37805922F}"/>
              </a:ext>
            </a:extLst>
          </p:cNvPr>
          <p:cNvSpPr>
            <a:spLocks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5233">
            <a:extLst>
              <a:ext uri="{FF2B5EF4-FFF2-40B4-BE49-F238E27FC236}">
                <a16:creationId xmlns:a16="http://schemas.microsoft.com/office/drawing/2014/main" id="{05F2AB8A-152D-4AD4-8A35-8956A4213289}"/>
              </a:ext>
            </a:extLst>
          </p:cNvPr>
          <p:cNvSpPr>
            <a:spLocks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5234">
            <a:extLst>
              <a:ext uri="{FF2B5EF4-FFF2-40B4-BE49-F238E27FC236}">
                <a16:creationId xmlns:a16="http://schemas.microsoft.com/office/drawing/2014/main" id="{4C3928CD-550C-4A53-B49E-DB45F654DF49}"/>
              </a:ext>
            </a:extLst>
          </p:cNvPr>
          <p:cNvSpPr>
            <a:spLocks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5235">
            <a:extLst>
              <a:ext uri="{FF2B5EF4-FFF2-40B4-BE49-F238E27FC236}">
                <a16:creationId xmlns:a16="http://schemas.microsoft.com/office/drawing/2014/main" id="{263F718B-FD52-4A95-9513-C64BC256B95D}"/>
              </a:ext>
            </a:extLst>
          </p:cNvPr>
          <p:cNvSpPr>
            <a:spLocks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5236">
            <a:extLst>
              <a:ext uri="{FF2B5EF4-FFF2-40B4-BE49-F238E27FC236}">
                <a16:creationId xmlns:a16="http://schemas.microsoft.com/office/drawing/2014/main" id="{06C77EA9-C7A8-40DE-A4DF-6C5A9B397D33}"/>
              </a:ext>
            </a:extLst>
          </p:cNvPr>
          <p:cNvSpPr>
            <a:spLocks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5237">
            <a:extLst>
              <a:ext uri="{FF2B5EF4-FFF2-40B4-BE49-F238E27FC236}">
                <a16:creationId xmlns:a16="http://schemas.microsoft.com/office/drawing/2014/main" id="{8113D99D-C806-4FE3-B79B-344E60C56220}"/>
              </a:ext>
            </a:extLst>
          </p:cNvPr>
          <p:cNvSpPr>
            <a:spLocks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5238">
            <a:extLst>
              <a:ext uri="{FF2B5EF4-FFF2-40B4-BE49-F238E27FC236}">
                <a16:creationId xmlns:a16="http://schemas.microsoft.com/office/drawing/2014/main" id="{38B51704-38CF-437F-B7A0-35C7ED992E3D}"/>
              </a:ext>
            </a:extLst>
          </p:cNvPr>
          <p:cNvSpPr>
            <a:spLocks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5239">
            <a:extLst>
              <a:ext uri="{FF2B5EF4-FFF2-40B4-BE49-F238E27FC236}">
                <a16:creationId xmlns:a16="http://schemas.microsoft.com/office/drawing/2014/main" id="{4A1D6A6A-3CB3-40FA-BB24-8C7ABE9A431F}"/>
              </a:ext>
            </a:extLst>
          </p:cNvPr>
          <p:cNvSpPr>
            <a:spLocks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5240">
            <a:extLst>
              <a:ext uri="{FF2B5EF4-FFF2-40B4-BE49-F238E27FC236}">
                <a16:creationId xmlns:a16="http://schemas.microsoft.com/office/drawing/2014/main" id="{48E7EDDB-E21C-4B2C-9926-9B2DEBB4E97A}"/>
              </a:ext>
            </a:extLst>
          </p:cNvPr>
          <p:cNvSpPr>
            <a:spLocks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5241">
            <a:extLst>
              <a:ext uri="{FF2B5EF4-FFF2-40B4-BE49-F238E27FC236}">
                <a16:creationId xmlns:a16="http://schemas.microsoft.com/office/drawing/2014/main" id="{4281B181-50EB-40B7-BDF3-7E9A0405E588}"/>
              </a:ext>
            </a:extLst>
          </p:cNvPr>
          <p:cNvSpPr>
            <a:spLocks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5242">
            <a:extLst>
              <a:ext uri="{FF2B5EF4-FFF2-40B4-BE49-F238E27FC236}">
                <a16:creationId xmlns:a16="http://schemas.microsoft.com/office/drawing/2014/main" id="{14AA72FE-D137-4159-BE02-B584C432385E}"/>
              </a:ext>
            </a:extLst>
          </p:cNvPr>
          <p:cNvSpPr>
            <a:spLocks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5243">
            <a:extLst>
              <a:ext uri="{FF2B5EF4-FFF2-40B4-BE49-F238E27FC236}">
                <a16:creationId xmlns:a16="http://schemas.microsoft.com/office/drawing/2014/main" id="{E924D0F6-509A-4DC7-86F9-C3D1CF41DE2E}"/>
              </a:ext>
            </a:extLst>
          </p:cNvPr>
          <p:cNvSpPr>
            <a:spLocks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5244">
            <a:extLst>
              <a:ext uri="{FF2B5EF4-FFF2-40B4-BE49-F238E27FC236}">
                <a16:creationId xmlns:a16="http://schemas.microsoft.com/office/drawing/2014/main" id="{426B15C3-E2BF-44CC-9899-8430D92D714C}"/>
              </a:ext>
            </a:extLst>
          </p:cNvPr>
          <p:cNvSpPr>
            <a:spLocks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5245">
            <a:extLst>
              <a:ext uri="{FF2B5EF4-FFF2-40B4-BE49-F238E27FC236}">
                <a16:creationId xmlns:a16="http://schemas.microsoft.com/office/drawing/2014/main" id="{055CA79D-054B-491A-BC17-4CAE6DB01EC8}"/>
              </a:ext>
            </a:extLst>
          </p:cNvPr>
          <p:cNvSpPr>
            <a:spLocks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5246">
            <a:extLst>
              <a:ext uri="{FF2B5EF4-FFF2-40B4-BE49-F238E27FC236}">
                <a16:creationId xmlns:a16="http://schemas.microsoft.com/office/drawing/2014/main" id="{B914BB6A-24BE-45E1-B3AA-E46C6E3B0A77}"/>
              </a:ext>
            </a:extLst>
          </p:cNvPr>
          <p:cNvSpPr>
            <a:spLocks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5247">
            <a:extLst>
              <a:ext uri="{FF2B5EF4-FFF2-40B4-BE49-F238E27FC236}">
                <a16:creationId xmlns:a16="http://schemas.microsoft.com/office/drawing/2014/main" id="{CF860333-8228-422D-85BE-EF95710AC1B0}"/>
              </a:ext>
            </a:extLst>
          </p:cNvPr>
          <p:cNvSpPr>
            <a:spLocks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5248">
            <a:extLst>
              <a:ext uri="{FF2B5EF4-FFF2-40B4-BE49-F238E27FC236}">
                <a16:creationId xmlns:a16="http://schemas.microsoft.com/office/drawing/2014/main" id="{7DC123EA-DE28-4CF4-9304-CAAB190FDE71}"/>
              </a:ext>
            </a:extLst>
          </p:cNvPr>
          <p:cNvSpPr>
            <a:spLocks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5249">
            <a:extLst>
              <a:ext uri="{FF2B5EF4-FFF2-40B4-BE49-F238E27FC236}">
                <a16:creationId xmlns:a16="http://schemas.microsoft.com/office/drawing/2014/main" id="{2A23E0D2-E7DB-4467-847B-B18680CE8751}"/>
              </a:ext>
            </a:extLst>
          </p:cNvPr>
          <p:cNvSpPr>
            <a:spLocks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5250">
            <a:extLst>
              <a:ext uri="{FF2B5EF4-FFF2-40B4-BE49-F238E27FC236}">
                <a16:creationId xmlns:a16="http://schemas.microsoft.com/office/drawing/2014/main" id="{25AE01FB-86F6-47F6-B497-5734EAEC0A2A}"/>
              </a:ext>
            </a:extLst>
          </p:cNvPr>
          <p:cNvSpPr>
            <a:spLocks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5251">
            <a:extLst>
              <a:ext uri="{FF2B5EF4-FFF2-40B4-BE49-F238E27FC236}">
                <a16:creationId xmlns:a16="http://schemas.microsoft.com/office/drawing/2014/main" id="{D3CC3888-E5D1-4240-AE7A-0455EDD82285}"/>
              </a:ext>
            </a:extLst>
          </p:cNvPr>
          <p:cNvSpPr>
            <a:spLocks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5252">
            <a:extLst>
              <a:ext uri="{FF2B5EF4-FFF2-40B4-BE49-F238E27FC236}">
                <a16:creationId xmlns:a16="http://schemas.microsoft.com/office/drawing/2014/main" id="{8EAF9CA9-615C-42EE-9C2D-2EDB7C471600}"/>
              </a:ext>
            </a:extLst>
          </p:cNvPr>
          <p:cNvSpPr>
            <a:spLocks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5253">
            <a:extLst>
              <a:ext uri="{FF2B5EF4-FFF2-40B4-BE49-F238E27FC236}">
                <a16:creationId xmlns:a16="http://schemas.microsoft.com/office/drawing/2014/main" id="{BE91D5CD-79C1-40FB-9E39-1EADFDC48783}"/>
              </a:ext>
            </a:extLst>
          </p:cNvPr>
          <p:cNvSpPr>
            <a:spLocks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5254">
            <a:extLst>
              <a:ext uri="{FF2B5EF4-FFF2-40B4-BE49-F238E27FC236}">
                <a16:creationId xmlns:a16="http://schemas.microsoft.com/office/drawing/2014/main" id="{62740566-E715-497E-BFF5-0687A1120E5E}"/>
              </a:ext>
            </a:extLst>
          </p:cNvPr>
          <p:cNvSpPr>
            <a:spLocks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5255">
            <a:extLst>
              <a:ext uri="{FF2B5EF4-FFF2-40B4-BE49-F238E27FC236}">
                <a16:creationId xmlns:a16="http://schemas.microsoft.com/office/drawing/2014/main" id="{59E11D96-283A-4DFA-A1DA-293302469D8E}"/>
              </a:ext>
            </a:extLst>
          </p:cNvPr>
          <p:cNvSpPr>
            <a:spLocks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5256">
            <a:extLst>
              <a:ext uri="{FF2B5EF4-FFF2-40B4-BE49-F238E27FC236}">
                <a16:creationId xmlns:a16="http://schemas.microsoft.com/office/drawing/2014/main" id="{53958187-AC20-4314-822B-E5BEDE19B2EC}"/>
              </a:ext>
            </a:extLst>
          </p:cNvPr>
          <p:cNvSpPr>
            <a:spLocks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5257">
            <a:extLst>
              <a:ext uri="{FF2B5EF4-FFF2-40B4-BE49-F238E27FC236}">
                <a16:creationId xmlns:a16="http://schemas.microsoft.com/office/drawing/2014/main" id="{97BC1600-7690-414B-BF18-34AC2F700C04}"/>
              </a:ext>
            </a:extLst>
          </p:cNvPr>
          <p:cNvSpPr>
            <a:spLocks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5258">
            <a:extLst>
              <a:ext uri="{FF2B5EF4-FFF2-40B4-BE49-F238E27FC236}">
                <a16:creationId xmlns:a16="http://schemas.microsoft.com/office/drawing/2014/main" id="{24D5818F-ECE8-448C-A420-C745D710F044}"/>
              </a:ext>
            </a:extLst>
          </p:cNvPr>
          <p:cNvSpPr>
            <a:spLocks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5259">
            <a:extLst>
              <a:ext uri="{FF2B5EF4-FFF2-40B4-BE49-F238E27FC236}">
                <a16:creationId xmlns:a16="http://schemas.microsoft.com/office/drawing/2014/main" id="{A483B894-3218-4296-9BE3-137EDA94F8A3}"/>
              </a:ext>
            </a:extLst>
          </p:cNvPr>
          <p:cNvSpPr>
            <a:spLocks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5260">
            <a:extLst>
              <a:ext uri="{FF2B5EF4-FFF2-40B4-BE49-F238E27FC236}">
                <a16:creationId xmlns:a16="http://schemas.microsoft.com/office/drawing/2014/main" id="{0D0E591F-FF98-492D-8049-D5225593C7B4}"/>
              </a:ext>
            </a:extLst>
          </p:cNvPr>
          <p:cNvSpPr>
            <a:spLocks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5261">
            <a:extLst>
              <a:ext uri="{FF2B5EF4-FFF2-40B4-BE49-F238E27FC236}">
                <a16:creationId xmlns:a16="http://schemas.microsoft.com/office/drawing/2014/main" id="{81BF0242-076E-457C-A5B4-8EDC2F240B5E}"/>
              </a:ext>
            </a:extLst>
          </p:cNvPr>
          <p:cNvSpPr>
            <a:spLocks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5262">
            <a:extLst>
              <a:ext uri="{FF2B5EF4-FFF2-40B4-BE49-F238E27FC236}">
                <a16:creationId xmlns:a16="http://schemas.microsoft.com/office/drawing/2014/main" id="{D173CFDF-B948-4492-9629-8C8DED8A663C}"/>
              </a:ext>
            </a:extLst>
          </p:cNvPr>
          <p:cNvSpPr>
            <a:spLocks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5263">
            <a:extLst>
              <a:ext uri="{FF2B5EF4-FFF2-40B4-BE49-F238E27FC236}">
                <a16:creationId xmlns:a16="http://schemas.microsoft.com/office/drawing/2014/main" id="{00FAB546-AE37-453A-AF82-A23219A153F2}"/>
              </a:ext>
            </a:extLst>
          </p:cNvPr>
          <p:cNvSpPr>
            <a:spLocks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5264">
            <a:extLst>
              <a:ext uri="{FF2B5EF4-FFF2-40B4-BE49-F238E27FC236}">
                <a16:creationId xmlns:a16="http://schemas.microsoft.com/office/drawing/2014/main" id="{12C89ECB-9EA7-4F86-87A6-1C5B6B5DE86C}"/>
              </a:ext>
            </a:extLst>
          </p:cNvPr>
          <p:cNvSpPr>
            <a:spLocks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5265">
            <a:extLst>
              <a:ext uri="{FF2B5EF4-FFF2-40B4-BE49-F238E27FC236}">
                <a16:creationId xmlns:a16="http://schemas.microsoft.com/office/drawing/2014/main" id="{59056DF0-FE02-48CB-9D29-6919CA151E3C}"/>
              </a:ext>
            </a:extLst>
          </p:cNvPr>
          <p:cNvSpPr>
            <a:spLocks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5266">
            <a:extLst>
              <a:ext uri="{FF2B5EF4-FFF2-40B4-BE49-F238E27FC236}">
                <a16:creationId xmlns:a16="http://schemas.microsoft.com/office/drawing/2014/main" id="{D8B2B8A5-B6DC-4092-BFDD-1EDFABA3866F}"/>
              </a:ext>
            </a:extLst>
          </p:cNvPr>
          <p:cNvSpPr>
            <a:spLocks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5267">
            <a:extLst>
              <a:ext uri="{FF2B5EF4-FFF2-40B4-BE49-F238E27FC236}">
                <a16:creationId xmlns:a16="http://schemas.microsoft.com/office/drawing/2014/main" id="{2D0B7B6C-C2C7-4DAE-9F34-F6C591880CAD}"/>
              </a:ext>
            </a:extLst>
          </p:cNvPr>
          <p:cNvSpPr>
            <a:spLocks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5268">
            <a:extLst>
              <a:ext uri="{FF2B5EF4-FFF2-40B4-BE49-F238E27FC236}">
                <a16:creationId xmlns:a16="http://schemas.microsoft.com/office/drawing/2014/main" id="{C2014F3F-CECF-474F-A576-3275505DB8A7}"/>
              </a:ext>
            </a:extLst>
          </p:cNvPr>
          <p:cNvSpPr>
            <a:spLocks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5269">
            <a:extLst>
              <a:ext uri="{FF2B5EF4-FFF2-40B4-BE49-F238E27FC236}">
                <a16:creationId xmlns:a16="http://schemas.microsoft.com/office/drawing/2014/main" id="{E50ADB9D-1503-49B0-874C-98E964AE05FD}"/>
              </a:ext>
            </a:extLst>
          </p:cNvPr>
          <p:cNvSpPr>
            <a:spLocks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5270">
            <a:extLst>
              <a:ext uri="{FF2B5EF4-FFF2-40B4-BE49-F238E27FC236}">
                <a16:creationId xmlns:a16="http://schemas.microsoft.com/office/drawing/2014/main" id="{C21470D5-153F-42ED-8A78-94110BCAB50B}"/>
              </a:ext>
            </a:extLst>
          </p:cNvPr>
          <p:cNvSpPr>
            <a:spLocks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5271">
            <a:extLst>
              <a:ext uri="{FF2B5EF4-FFF2-40B4-BE49-F238E27FC236}">
                <a16:creationId xmlns:a16="http://schemas.microsoft.com/office/drawing/2014/main" id="{3E2C849E-8006-4006-8F7F-5CA5BFEA8FF2}"/>
              </a:ext>
            </a:extLst>
          </p:cNvPr>
          <p:cNvSpPr>
            <a:spLocks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5272">
            <a:extLst>
              <a:ext uri="{FF2B5EF4-FFF2-40B4-BE49-F238E27FC236}">
                <a16:creationId xmlns:a16="http://schemas.microsoft.com/office/drawing/2014/main" id="{3FA10B5B-6F82-4CD2-9E65-14163ECC69EB}"/>
              </a:ext>
            </a:extLst>
          </p:cNvPr>
          <p:cNvSpPr>
            <a:spLocks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5273">
            <a:extLst>
              <a:ext uri="{FF2B5EF4-FFF2-40B4-BE49-F238E27FC236}">
                <a16:creationId xmlns:a16="http://schemas.microsoft.com/office/drawing/2014/main" id="{0BCC94F6-AE0B-4D5E-B447-2DE741D96BA7}"/>
              </a:ext>
            </a:extLst>
          </p:cNvPr>
          <p:cNvSpPr>
            <a:spLocks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5274">
            <a:extLst>
              <a:ext uri="{FF2B5EF4-FFF2-40B4-BE49-F238E27FC236}">
                <a16:creationId xmlns:a16="http://schemas.microsoft.com/office/drawing/2014/main" id="{0621ABA5-4AFA-4A8B-B6A7-7B02959C798B}"/>
              </a:ext>
            </a:extLst>
          </p:cNvPr>
          <p:cNvSpPr>
            <a:spLocks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5275">
            <a:extLst>
              <a:ext uri="{FF2B5EF4-FFF2-40B4-BE49-F238E27FC236}">
                <a16:creationId xmlns:a16="http://schemas.microsoft.com/office/drawing/2014/main" id="{1F16FF92-A0F3-4142-909C-B07301692718}"/>
              </a:ext>
            </a:extLst>
          </p:cNvPr>
          <p:cNvSpPr>
            <a:spLocks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5276">
            <a:extLst>
              <a:ext uri="{FF2B5EF4-FFF2-40B4-BE49-F238E27FC236}">
                <a16:creationId xmlns:a16="http://schemas.microsoft.com/office/drawing/2014/main" id="{1BBCB376-3274-44B6-B9BD-230EEBDFDDD5}"/>
              </a:ext>
            </a:extLst>
          </p:cNvPr>
          <p:cNvSpPr>
            <a:spLocks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5277">
            <a:extLst>
              <a:ext uri="{FF2B5EF4-FFF2-40B4-BE49-F238E27FC236}">
                <a16:creationId xmlns:a16="http://schemas.microsoft.com/office/drawing/2014/main" id="{FFA1D739-9E60-4802-88A8-D5A83DECDD32}"/>
              </a:ext>
            </a:extLst>
          </p:cNvPr>
          <p:cNvSpPr>
            <a:spLocks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5278">
            <a:extLst>
              <a:ext uri="{FF2B5EF4-FFF2-40B4-BE49-F238E27FC236}">
                <a16:creationId xmlns:a16="http://schemas.microsoft.com/office/drawing/2014/main" id="{441A95E6-9439-4BAB-89BD-2808B3624D2B}"/>
              </a:ext>
            </a:extLst>
          </p:cNvPr>
          <p:cNvSpPr>
            <a:spLocks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5279">
            <a:extLst>
              <a:ext uri="{FF2B5EF4-FFF2-40B4-BE49-F238E27FC236}">
                <a16:creationId xmlns:a16="http://schemas.microsoft.com/office/drawing/2014/main" id="{F00F4589-8E7A-46CC-846C-B034B00CD524}"/>
              </a:ext>
            </a:extLst>
          </p:cNvPr>
          <p:cNvSpPr>
            <a:spLocks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5280">
            <a:extLst>
              <a:ext uri="{FF2B5EF4-FFF2-40B4-BE49-F238E27FC236}">
                <a16:creationId xmlns:a16="http://schemas.microsoft.com/office/drawing/2014/main" id="{3661198B-1220-455C-B549-D80F8FDA0ED4}"/>
              </a:ext>
            </a:extLst>
          </p:cNvPr>
          <p:cNvSpPr>
            <a:spLocks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5281">
            <a:extLst>
              <a:ext uri="{FF2B5EF4-FFF2-40B4-BE49-F238E27FC236}">
                <a16:creationId xmlns:a16="http://schemas.microsoft.com/office/drawing/2014/main" id="{A405B1E0-0A70-46AD-881E-5EDB71E34B1E}"/>
              </a:ext>
            </a:extLst>
          </p:cNvPr>
          <p:cNvSpPr>
            <a:spLocks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5282">
            <a:extLst>
              <a:ext uri="{FF2B5EF4-FFF2-40B4-BE49-F238E27FC236}">
                <a16:creationId xmlns:a16="http://schemas.microsoft.com/office/drawing/2014/main" id="{5C192906-1D48-4139-AD32-7207900B0F81}"/>
              </a:ext>
            </a:extLst>
          </p:cNvPr>
          <p:cNvSpPr>
            <a:spLocks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5283">
            <a:extLst>
              <a:ext uri="{FF2B5EF4-FFF2-40B4-BE49-F238E27FC236}">
                <a16:creationId xmlns:a16="http://schemas.microsoft.com/office/drawing/2014/main" id="{CF0233C9-6CB0-4ABB-A978-B5ADB4A1019D}"/>
              </a:ext>
            </a:extLst>
          </p:cNvPr>
          <p:cNvSpPr>
            <a:spLocks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5284">
            <a:extLst>
              <a:ext uri="{FF2B5EF4-FFF2-40B4-BE49-F238E27FC236}">
                <a16:creationId xmlns:a16="http://schemas.microsoft.com/office/drawing/2014/main" id="{6E04C142-603F-420C-A585-A48D21DCF6CC}"/>
              </a:ext>
            </a:extLst>
          </p:cNvPr>
          <p:cNvSpPr>
            <a:spLocks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5285">
            <a:extLst>
              <a:ext uri="{FF2B5EF4-FFF2-40B4-BE49-F238E27FC236}">
                <a16:creationId xmlns:a16="http://schemas.microsoft.com/office/drawing/2014/main" id="{EFE84691-B2C0-40B0-A938-2E7D1CCC6E1C}"/>
              </a:ext>
            </a:extLst>
          </p:cNvPr>
          <p:cNvSpPr>
            <a:spLocks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5286">
            <a:extLst>
              <a:ext uri="{FF2B5EF4-FFF2-40B4-BE49-F238E27FC236}">
                <a16:creationId xmlns:a16="http://schemas.microsoft.com/office/drawing/2014/main" id="{F8AB47DB-B56E-428A-8185-384ECF820B37}"/>
              </a:ext>
            </a:extLst>
          </p:cNvPr>
          <p:cNvSpPr>
            <a:spLocks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5287">
            <a:extLst>
              <a:ext uri="{FF2B5EF4-FFF2-40B4-BE49-F238E27FC236}">
                <a16:creationId xmlns:a16="http://schemas.microsoft.com/office/drawing/2014/main" id="{BEEABF83-7F22-4DCB-B99F-59FA9D4F2A1F}"/>
              </a:ext>
            </a:extLst>
          </p:cNvPr>
          <p:cNvSpPr>
            <a:spLocks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5288">
            <a:extLst>
              <a:ext uri="{FF2B5EF4-FFF2-40B4-BE49-F238E27FC236}">
                <a16:creationId xmlns:a16="http://schemas.microsoft.com/office/drawing/2014/main" id="{536AB144-4B42-4159-9DA7-625BDA7FF44A}"/>
              </a:ext>
            </a:extLst>
          </p:cNvPr>
          <p:cNvSpPr>
            <a:spLocks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5289">
            <a:extLst>
              <a:ext uri="{FF2B5EF4-FFF2-40B4-BE49-F238E27FC236}">
                <a16:creationId xmlns:a16="http://schemas.microsoft.com/office/drawing/2014/main" id="{894CC398-073B-447D-AF4C-F7FA68D866DD}"/>
              </a:ext>
            </a:extLst>
          </p:cNvPr>
          <p:cNvSpPr>
            <a:spLocks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5290">
            <a:extLst>
              <a:ext uri="{FF2B5EF4-FFF2-40B4-BE49-F238E27FC236}">
                <a16:creationId xmlns:a16="http://schemas.microsoft.com/office/drawing/2014/main" id="{6F488B50-546B-4625-A1FE-89B311D7A2C5}"/>
              </a:ext>
            </a:extLst>
          </p:cNvPr>
          <p:cNvSpPr>
            <a:spLocks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5291">
            <a:extLst>
              <a:ext uri="{FF2B5EF4-FFF2-40B4-BE49-F238E27FC236}">
                <a16:creationId xmlns:a16="http://schemas.microsoft.com/office/drawing/2014/main" id="{C30F332A-C0AB-4BA1-B438-07DDC29C875C}"/>
              </a:ext>
            </a:extLst>
          </p:cNvPr>
          <p:cNvSpPr>
            <a:spLocks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5292">
            <a:extLst>
              <a:ext uri="{FF2B5EF4-FFF2-40B4-BE49-F238E27FC236}">
                <a16:creationId xmlns:a16="http://schemas.microsoft.com/office/drawing/2014/main" id="{08D84822-56BD-42F2-8A14-DD20DDB282F5}"/>
              </a:ext>
            </a:extLst>
          </p:cNvPr>
          <p:cNvSpPr>
            <a:spLocks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5293">
            <a:extLst>
              <a:ext uri="{FF2B5EF4-FFF2-40B4-BE49-F238E27FC236}">
                <a16:creationId xmlns:a16="http://schemas.microsoft.com/office/drawing/2014/main" id="{16CC7563-F994-49D0-814E-B47D18EFB7D1}"/>
              </a:ext>
            </a:extLst>
          </p:cNvPr>
          <p:cNvSpPr>
            <a:spLocks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5294">
            <a:extLst>
              <a:ext uri="{FF2B5EF4-FFF2-40B4-BE49-F238E27FC236}">
                <a16:creationId xmlns:a16="http://schemas.microsoft.com/office/drawing/2014/main" id="{E877D433-1312-453D-A476-CA866C4AB1DF}"/>
              </a:ext>
            </a:extLst>
          </p:cNvPr>
          <p:cNvSpPr>
            <a:spLocks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5295">
            <a:extLst>
              <a:ext uri="{FF2B5EF4-FFF2-40B4-BE49-F238E27FC236}">
                <a16:creationId xmlns:a16="http://schemas.microsoft.com/office/drawing/2014/main" id="{8DC9411A-44CB-45BC-9049-7C3EFF61F22F}"/>
              </a:ext>
            </a:extLst>
          </p:cNvPr>
          <p:cNvSpPr>
            <a:spLocks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5296">
            <a:extLst>
              <a:ext uri="{FF2B5EF4-FFF2-40B4-BE49-F238E27FC236}">
                <a16:creationId xmlns:a16="http://schemas.microsoft.com/office/drawing/2014/main" id="{E0AE31B6-9B27-4509-A8C7-F20FF2299D39}"/>
              </a:ext>
            </a:extLst>
          </p:cNvPr>
          <p:cNvSpPr>
            <a:spLocks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5297">
            <a:extLst>
              <a:ext uri="{FF2B5EF4-FFF2-40B4-BE49-F238E27FC236}">
                <a16:creationId xmlns:a16="http://schemas.microsoft.com/office/drawing/2014/main" id="{506EC26C-CC03-43F5-BE78-A31970392554}"/>
              </a:ext>
            </a:extLst>
          </p:cNvPr>
          <p:cNvSpPr>
            <a:spLocks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5298">
            <a:extLst>
              <a:ext uri="{FF2B5EF4-FFF2-40B4-BE49-F238E27FC236}">
                <a16:creationId xmlns:a16="http://schemas.microsoft.com/office/drawing/2014/main" id="{87560464-01D1-4FE2-922B-0E693729DF01}"/>
              </a:ext>
            </a:extLst>
          </p:cNvPr>
          <p:cNvSpPr>
            <a:spLocks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5299">
            <a:extLst>
              <a:ext uri="{FF2B5EF4-FFF2-40B4-BE49-F238E27FC236}">
                <a16:creationId xmlns:a16="http://schemas.microsoft.com/office/drawing/2014/main" id="{386B7CB2-B603-46CE-8514-5D0D7F77D917}"/>
              </a:ext>
            </a:extLst>
          </p:cNvPr>
          <p:cNvSpPr>
            <a:spLocks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5300">
            <a:extLst>
              <a:ext uri="{FF2B5EF4-FFF2-40B4-BE49-F238E27FC236}">
                <a16:creationId xmlns:a16="http://schemas.microsoft.com/office/drawing/2014/main" id="{A4893D99-5799-41C6-9B6E-66989B9117ED}"/>
              </a:ext>
            </a:extLst>
          </p:cNvPr>
          <p:cNvSpPr>
            <a:spLocks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5301">
            <a:extLst>
              <a:ext uri="{FF2B5EF4-FFF2-40B4-BE49-F238E27FC236}">
                <a16:creationId xmlns:a16="http://schemas.microsoft.com/office/drawing/2014/main" id="{16F55995-0BAA-44A6-96E6-C687ACE11657}"/>
              </a:ext>
            </a:extLst>
          </p:cNvPr>
          <p:cNvSpPr>
            <a:spLocks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5302">
            <a:extLst>
              <a:ext uri="{FF2B5EF4-FFF2-40B4-BE49-F238E27FC236}">
                <a16:creationId xmlns:a16="http://schemas.microsoft.com/office/drawing/2014/main" id="{70B3AC31-7BAE-4A76-840A-B764786F02AE}"/>
              </a:ext>
            </a:extLst>
          </p:cNvPr>
          <p:cNvSpPr>
            <a:spLocks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5303">
            <a:extLst>
              <a:ext uri="{FF2B5EF4-FFF2-40B4-BE49-F238E27FC236}">
                <a16:creationId xmlns:a16="http://schemas.microsoft.com/office/drawing/2014/main" id="{72FBD420-BA9D-4C64-ABF8-A55476B26FC4}"/>
              </a:ext>
            </a:extLst>
          </p:cNvPr>
          <p:cNvSpPr>
            <a:spLocks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5304">
            <a:extLst>
              <a:ext uri="{FF2B5EF4-FFF2-40B4-BE49-F238E27FC236}">
                <a16:creationId xmlns:a16="http://schemas.microsoft.com/office/drawing/2014/main" id="{1E2747D3-043C-4E40-B24F-80A1E1E7FE6D}"/>
              </a:ext>
            </a:extLst>
          </p:cNvPr>
          <p:cNvSpPr>
            <a:spLocks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5305">
            <a:extLst>
              <a:ext uri="{FF2B5EF4-FFF2-40B4-BE49-F238E27FC236}">
                <a16:creationId xmlns:a16="http://schemas.microsoft.com/office/drawing/2014/main" id="{CDC5068E-F57F-4A50-8048-53FE4B6C59AD}"/>
              </a:ext>
            </a:extLst>
          </p:cNvPr>
          <p:cNvSpPr>
            <a:spLocks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5306">
            <a:extLst>
              <a:ext uri="{FF2B5EF4-FFF2-40B4-BE49-F238E27FC236}">
                <a16:creationId xmlns:a16="http://schemas.microsoft.com/office/drawing/2014/main" id="{3D282CB9-1969-4605-8FDF-0146AE25D6E3}"/>
              </a:ext>
            </a:extLst>
          </p:cNvPr>
          <p:cNvSpPr>
            <a:spLocks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5307">
            <a:extLst>
              <a:ext uri="{FF2B5EF4-FFF2-40B4-BE49-F238E27FC236}">
                <a16:creationId xmlns:a16="http://schemas.microsoft.com/office/drawing/2014/main" id="{9B2CF7FF-8A76-40C5-95D7-245BEE8B43BE}"/>
              </a:ext>
            </a:extLst>
          </p:cNvPr>
          <p:cNvSpPr>
            <a:spLocks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5308">
            <a:extLst>
              <a:ext uri="{FF2B5EF4-FFF2-40B4-BE49-F238E27FC236}">
                <a16:creationId xmlns:a16="http://schemas.microsoft.com/office/drawing/2014/main" id="{76F4DF72-6C1E-405D-AAA0-65366E0CA671}"/>
              </a:ext>
            </a:extLst>
          </p:cNvPr>
          <p:cNvSpPr>
            <a:spLocks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5309">
            <a:extLst>
              <a:ext uri="{FF2B5EF4-FFF2-40B4-BE49-F238E27FC236}">
                <a16:creationId xmlns:a16="http://schemas.microsoft.com/office/drawing/2014/main" id="{1EC872D2-1ED1-48EC-B75A-E3E8A3B214BB}"/>
              </a:ext>
            </a:extLst>
          </p:cNvPr>
          <p:cNvSpPr>
            <a:spLocks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5310">
            <a:extLst>
              <a:ext uri="{FF2B5EF4-FFF2-40B4-BE49-F238E27FC236}">
                <a16:creationId xmlns:a16="http://schemas.microsoft.com/office/drawing/2014/main" id="{8849F0E6-0E6D-496B-AE24-6B53A42C65A9}"/>
              </a:ext>
            </a:extLst>
          </p:cNvPr>
          <p:cNvSpPr>
            <a:spLocks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5311">
            <a:extLst>
              <a:ext uri="{FF2B5EF4-FFF2-40B4-BE49-F238E27FC236}">
                <a16:creationId xmlns:a16="http://schemas.microsoft.com/office/drawing/2014/main" id="{6666921E-F1F1-4259-8CFC-9984AAB496C6}"/>
              </a:ext>
            </a:extLst>
          </p:cNvPr>
          <p:cNvSpPr>
            <a:spLocks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5312">
            <a:extLst>
              <a:ext uri="{FF2B5EF4-FFF2-40B4-BE49-F238E27FC236}">
                <a16:creationId xmlns:a16="http://schemas.microsoft.com/office/drawing/2014/main" id="{967BBEDC-022C-4F2E-B387-22E6AA99ACF7}"/>
              </a:ext>
            </a:extLst>
          </p:cNvPr>
          <p:cNvSpPr>
            <a:spLocks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5313">
            <a:extLst>
              <a:ext uri="{FF2B5EF4-FFF2-40B4-BE49-F238E27FC236}">
                <a16:creationId xmlns:a16="http://schemas.microsoft.com/office/drawing/2014/main" id="{2141FBEA-0568-4747-B83F-D94375A8F8D0}"/>
              </a:ext>
            </a:extLst>
          </p:cNvPr>
          <p:cNvSpPr>
            <a:spLocks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5314">
            <a:extLst>
              <a:ext uri="{FF2B5EF4-FFF2-40B4-BE49-F238E27FC236}">
                <a16:creationId xmlns:a16="http://schemas.microsoft.com/office/drawing/2014/main" id="{90887BBA-8354-4836-AB21-803534988791}"/>
              </a:ext>
            </a:extLst>
          </p:cNvPr>
          <p:cNvSpPr>
            <a:spLocks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5315">
            <a:extLst>
              <a:ext uri="{FF2B5EF4-FFF2-40B4-BE49-F238E27FC236}">
                <a16:creationId xmlns:a16="http://schemas.microsoft.com/office/drawing/2014/main" id="{55FBD5EE-8F75-40CC-B297-21E6DC0D4B06}"/>
              </a:ext>
            </a:extLst>
          </p:cNvPr>
          <p:cNvSpPr>
            <a:spLocks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5316">
            <a:extLst>
              <a:ext uri="{FF2B5EF4-FFF2-40B4-BE49-F238E27FC236}">
                <a16:creationId xmlns:a16="http://schemas.microsoft.com/office/drawing/2014/main" id="{2007BABA-D879-42E2-8BEB-48B353EB7DA2}"/>
              </a:ext>
            </a:extLst>
          </p:cNvPr>
          <p:cNvSpPr>
            <a:spLocks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5317">
            <a:extLst>
              <a:ext uri="{FF2B5EF4-FFF2-40B4-BE49-F238E27FC236}">
                <a16:creationId xmlns:a16="http://schemas.microsoft.com/office/drawing/2014/main" id="{F4F70D95-55F2-4387-BCF1-97DD6A0E2381}"/>
              </a:ext>
            </a:extLst>
          </p:cNvPr>
          <p:cNvSpPr>
            <a:spLocks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5318">
            <a:extLst>
              <a:ext uri="{FF2B5EF4-FFF2-40B4-BE49-F238E27FC236}">
                <a16:creationId xmlns:a16="http://schemas.microsoft.com/office/drawing/2014/main" id="{82AB75AA-10B4-4DDD-B279-DB9818F6B5D9}"/>
              </a:ext>
            </a:extLst>
          </p:cNvPr>
          <p:cNvSpPr>
            <a:spLocks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5319">
            <a:extLst>
              <a:ext uri="{FF2B5EF4-FFF2-40B4-BE49-F238E27FC236}">
                <a16:creationId xmlns:a16="http://schemas.microsoft.com/office/drawing/2014/main" id="{E55DCFCB-D15C-4714-9444-1E49910DE8AB}"/>
              </a:ext>
            </a:extLst>
          </p:cNvPr>
          <p:cNvSpPr>
            <a:spLocks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5320">
            <a:extLst>
              <a:ext uri="{FF2B5EF4-FFF2-40B4-BE49-F238E27FC236}">
                <a16:creationId xmlns:a16="http://schemas.microsoft.com/office/drawing/2014/main" id="{7E23C599-B1E1-4CCE-8B40-980C37464343}"/>
              </a:ext>
            </a:extLst>
          </p:cNvPr>
          <p:cNvSpPr>
            <a:spLocks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5321">
            <a:extLst>
              <a:ext uri="{FF2B5EF4-FFF2-40B4-BE49-F238E27FC236}">
                <a16:creationId xmlns:a16="http://schemas.microsoft.com/office/drawing/2014/main" id="{93E19B56-AC4C-49CA-AD4F-CA6ADE65A8C7}"/>
              </a:ext>
            </a:extLst>
          </p:cNvPr>
          <p:cNvSpPr>
            <a:spLocks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5322">
            <a:extLst>
              <a:ext uri="{FF2B5EF4-FFF2-40B4-BE49-F238E27FC236}">
                <a16:creationId xmlns:a16="http://schemas.microsoft.com/office/drawing/2014/main" id="{D0557373-C194-400C-AFD0-8D5299CB65F2}"/>
              </a:ext>
            </a:extLst>
          </p:cNvPr>
          <p:cNvSpPr>
            <a:spLocks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5323">
            <a:extLst>
              <a:ext uri="{FF2B5EF4-FFF2-40B4-BE49-F238E27FC236}">
                <a16:creationId xmlns:a16="http://schemas.microsoft.com/office/drawing/2014/main" id="{AEB913B9-EE69-449A-B6B3-0C54B39DE0B6}"/>
              </a:ext>
            </a:extLst>
          </p:cNvPr>
          <p:cNvSpPr>
            <a:spLocks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5324">
            <a:extLst>
              <a:ext uri="{FF2B5EF4-FFF2-40B4-BE49-F238E27FC236}">
                <a16:creationId xmlns:a16="http://schemas.microsoft.com/office/drawing/2014/main" id="{1099E958-BC4A-4E4F-A33E-865E4CD09247}"/>
              </a:ext>
            </a:extLst>
          </p:cNvPr>
          <p:cNvSpPr>
            <a:spLocks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5325">
            <a:extLst>
              <a:ext uri="{FF2B5EF4-FFF2-40B4-BE49-F238E27FC236}">
                <a16:creationId xmlns:a16="http://schemas.microsoft.com/office/drawing/2014/main" id="{659CC895-75CD-4BF1-8AF5-F027E5567503}"/>
              </a:ext>
            </a:extLst>
          </p:cNvPr>
          <p:cNvSpPr>
            <a:spLocks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5326">
            <a:extLst>
              <a:ext uri="{FF2B5EF4-FFF2-40B4-BE49-F238E27FC236}">
                <a16:creationId xmlns:a16="http://schemas.microsoft.com/office/drawing/2014/main" id="{CCEBDA0C-1FCB-4C2D-ACFD-A0F0E8CFC050}"/>
              </a:ext>
            </a:extLst>
          </p:cNvPr>
          <p:cNvSpPr>
            <a:spLocks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5327">
            <a:extLst>
              <a:ext uri="{FF2B5EF4-FFF2-40B4-BE49-F238E27FC236}">
                <a16:creationId xmlns:a16="http://schemas.microsoft.com/office/drawing/2014/main" id="{1B8FDB54-564A-4068-8B0D-7E27B7F58D35}"/>
              </a:ext>
            </a:extLst>
          </p:cNvPr>
          <p:cNvSpPr>
            <a:spLocks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5328">
            <a:extLst>
              <a:ext uri="{FF2B5EF4-FFF2-40B4-BE49-F238E27FC236}">
                <a16:creationId xmlns:a16="http://schemas.microsoft.com/office/drawing/2014/main" id="{790A7C25-5BD8-48EE-A431-C2D73005EA8D}"/>
              </a:ext>
            </a:extLst>
          </p:cNvPr>
          <p:cNvSpPr>
            <a:spLocks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5329">
            <a:extLst>
              <a:ext uri="{FF2B5EF4-FFF2-40B4-BE49-F238E27FC236}">
                <a16:creationId xmlns:a16="http://schemas.microsoft.com/office/drawing/2014/main" id="{4392CA17-CAF8-458F-9D3E-51AFA8592ABD}"/>
              </a:ext>
            </a:extLst>
          </p:cNvPr>
          <p:cNvSpPr>
            <a:spLocks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5330">
            <a:extLst>
              <a:ext uri="{FF2B5EF4-FFF2-40B4-BE49-F238E27FC236}">
                <a16:creationId xmlns:a16="http://schemas.microsoft.com/office/drawing/2014/main" id="{E4C38FDF-3B5C-4193-8C79-456DD3688E8B}"/>
              </a:ext>
            </a:extLst>
          </p:cNvPr>
          <p:cNvSpPr>
            <a:spLocks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5331">
            <a:extLst>
              <a:ext uri="{FF2B5EF4-FFF2-40B4-BE49-F238E27FC236}">
                <a16:creationId xmlns:a16="http://schemas.microsoft.com/office/drawing/2014/main" id="{025B9652-CD2A-4116-9BED-5437979F2750}"/>
              </a:ext>
            </a:extLst>
          </p:cNvPr>
          <p:cNvSpPr>
            <a:spLocks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5332">
            <a:extLst>
              <a:ext uri="{FF2B5EF4-FFF2-40B4-BE49-F238E27FC236}">
                <a16:creationId xmlns:a16="http://schemas.microsoft.com/office/drawing/2014/main" id="{CC18051A-4FFC-438E-B236-4720AD922812}"/>
              </a:ext>
            </a:extLst>
          </p:cNvPr>
          <p:cNvSpPr>
            <a:spLocks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5333">
            <a:extLst>
              <a:ext uri="{FF2B5EF4-FFF2-40B4-BE49-F238E27FC236}">
                <a16:creationId xmlns:a16="http://schemas.microsoft.com/office/drawing/2014/main" id="{40EE4A5D-CAD1-4F96-B370-6DA100DAC1C5}"/>
              </a:ext>
            </a:extLst>
          </p:cNvPr>
          <p:cNvSpPr>
            <a:spLocks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5334">
            <a:extLst>
              <a:ext uri="{FF2B5EF4-FFF2-40B4-BE49-F238E27FC236}">
                <a16:creationId xmlns:a16="http://schemas.microsoft.com/office/drawing/2014/main" id="{6012F710-C64F-46FC-A77F-20BEE6E7CA31}"/>
              </a:ext>
            </a:extLst>
          </p:cNvPr>
          <p:cNvSpPr>
            <a:spLocks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5335">
            <a:extLst>
              <a:ext uri="{FF2B5EF4-FFF2-40B4-BE49-F238E27FC236}">
                <a16:creationId xmlns:a16="http://schemas.microsoft.com/office/drawing/2014/main" id="{4AB5F47A-70A8-46B0-B9DB-0D0A13B0D1E5}"/>
              </a:ext>
            </a:extLst>
          </p:cNvPr>
          <p:cNvSpPr>
            <a:spLocks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5336">
            <a:extLst>
              <a:ext uri="{FF2B5EF4-FFF2-40B4-BE49-F238E27FC236}">
                <a16:creationId xmlns:a16="http://schemas.microsoft.com/office/drawing/2014/main" id="{4ED81CFF-FA9B-4474-8DAD-650947E1A433}"/>
              </a:ext>
            </a:extLst>
          </p:cNvPr>
          <p:cNvSpPr>
            <a:spLocks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5337">
            <a:extLst>
              <a:ext uri="{FF2B5EF4-FFF2-40B4-BE49-F238E27FC236}">
                <a16:creationId xmlns:a16="http://schemas.microsoft.com/office/drawing/2014/main" id="{F2838210-621E-4AAE-8C50-4B36F7A7ECFA}"/>
              </a:ext>
            </a:extLst>
          </p:cNvPr>
          <p:cNvSpPr>
            <a:spLocks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5338">
            <a:extLst>
              <a:ext uri="{FF2B5EF4-FFF2-40B4-BE49-F238E27FC236}">
                <a16:creationId xmlns:a16="http://schemas.microsoft.com/office/drawing/2014/main" id="{90A82B21-6153-4F2D-8840-3C5BD1289F18}"/>
              </a:ext>
            </a:extLst>
          </p:cNvPr>
          <p:cNvSpPr>
            <a:spLocks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5339">
            <a:extLst>
              <a:ext uri="{FF2B5EF4-FFF2-40B4-BE49-F238E27FC236}">
                <a16:creationId xmlns:a16="http://schemas.microsoft.com/office/drawing/2014/main" id="{778786DB-0BBB-4CD0-8C2F-B0CD1AB316E5}"/>
              </a:ext>
            </a:extLst>
          </p:cNvPr>
          <p:cNvSpPr>
            <a:spLocks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5340">
            <a:extLst>
              <a:ext uri="{FF2B5EF4-FFF2-40B4-BE49-F238E27FC236}">
                <a16:creationId xmlns:a16="http://schemas.microsoft.com/office/drawing/2014/main" id="{6EB75433-31F8-43BB-95D8-093859249748}"/>
              </a:ext>
            </a:extLst>
          </p:cNvPr>
          <p:cNvSpPr>
            <a:spLocks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5341">
            <a:extLst>
              <a:ext uri="{FF2B5EF4-FFF2-40B4-BE49-F238E27FC236}">
                <a16:creationId xmlns:a16="http://schemas.microsoft.com/office/drawing/2014/main" id="{288EA962-4785-4833-B3B3-971DB87991C5}"/>
              </a:ext>
            </a:extLst>
          </p:cNvPr>
          <p:cNvSpPr>
            <a:spLocks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5342">
            <a:extLst>
              <a:ext uri="{FF2B5EF4-FFF2-40B4-BE49-F238E27FC236}">
                <a16:creationId xmlns:a16="http://schemas.microsoft.com/office/drawing/2014/main" id="{2E5315DA-0D07-4FDA-949E-B2E6003D8991}"/>
              </a:ext>
            </a:extLst>
          </p:cNvPr>
          <p:cNvSpPr>
            <a:spLocks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5343">
            <a:extLst>
              <a:ext uri="{FF2B5EF4-FFF2-40B4-BE49-F238E27FC236}">
                <a16:creationId xmlns:a16="http://schemas.microsoft.com/office/drawing/2014/main" id="{6FDC7B9D-9D2D-4F0A-A148-22529AE13D2A}"/>
              </a:ext>
            </a:extLst>
          </p:cNvPr>
          <p:cNvSpPr>
            <a:spLocks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5344">
            <a:extLst>
              <a:ext uri="{FF2B5EF4-FFF2-40B4-BE49-F238E27FC236}">
                <a16:creationId xmlns:a16="http://schemas.microsoft.com/office/drawing/2014/main" id="{6F07ECF5-2A2E-4742-A3A8-6DEAE834A041}"/>
              </a:ext>
            </a:extLst>
          </p:cNvPr>
          <p:cNvSpPr>
            <a:spLocks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5345">
            <a:extLst>
              <a:ext uri="{FF2B5EF4-FFF2-40B4-BE49-F238E27FC236}">
                <a16:creationId xmlns:a16="http://schemas.microsoft.com/office/drawing/2014/main" id="{A1FBBEBA-3011-403F-B554-B30A97083DF5}"/>
              </a:ext>
            </a:extLst>
          </p:cNvPr>
          <p:cNvSpPr>
            <a:spLocks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5346">
            <a:extLst>
              <a:ext uri="{FF2B5EF4-FFF2-40B4-BE49-F238E27FC236}">
                <a16:creationId xmlns:a16="http://schemas.microsoft.com/office/drawing/2014/main" id="{DCE46A2A-CBE4-46C6-867D-7BD905FE8DB6}"/>
              </a:ext>
            </a:extLst>
          </p:cNvPr>
          <p:cNvSpPr>
            <a:spLocks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5347">
            <a:extLst>
              <a:ext uri="{FF2B5EF4-FFF2-40B4-BE49-F238E27FC236}">
                <a16:creationId xmlns:a16="http://schemas.microsoft.com/office/drawing/2014/main" id="{3EDA1E22-D3D3-443F-810F-BE92242E9761}"/>
              </a:ext>
            </a:extLst>
          </p:cNvPr>
          <p:cNvSpPr>
            <a:spLocks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5348">
            <a:extLst>
              <a:ext uri="{FF2B5EF4-FFF2-40B4-BE49-F238E27FC236}">
                <a16:creationId xmlns:a16="http://schemas.microsoft.com/office/drawing/2014/main" id="{BE09E84C-BAA8-47E5-99FE-06600945F042}"/>
              </a:ext>
            </a:extLst>
          </p:cNvPr>
          <p:cNvSpPr>
            <a:spLocks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5349">
            <a:extLst>
              <a:ext uri="{FF2B5EF4-FFF2-40B4-BE49-F238E27FC236}">
                <a16:creationId xmlns:a16="http://schemas.microsoft.com/office/drawing/2014/main" id="{61D8C1C3-5BC4-497F-B4F8-14F66F7B8C9E}"/>
              </a:ext>
            </a:extLst>
          </p:cNvPr>
          <p:cNvSpPr>
            <a:spLocks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5350">
            <a:extLst>
              <a:ext uri="{FF2B5EF4-FFF2-40B4-BE49-F238E27FC236}">
                <a16:creationId xmlns:a16="http://schemas.microsoft.com/office/drawing/2014/main" id="{588E4B04-F850-476F-86F6-A631F43D75CE}"/>
              </a:ext>
            </a:extLst>
          </p:cNvPr>
          <p:cNvSpPr>
            <a:spLocks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5351">
            <a:extLst>
              <a:ext uri="{FF2B5EF4-FFF2-40B4-BE49-F238E27FC236}">
                <a16:creationId xmlns:a16="http://schemas.microsoft.com/office/drawing/2014/main" id="{4EDF8DAE-A9B6-4E92-B152-956A179F6922}"/>
              </a:ext>
            </a:extLst>
          </p:cNvPr>
          <p:cNvSpPr>
            <a:spLocks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5352">
            <a:extLst>
              <a:ext uri="{FF2B5EF4-FFF2-40B4-BE49-F238E27FC236}">
                <a16:creationId xmlns:a16="http://schemas.microsoft.com/office/drawing/2014/main" id="{5B1C486D-F281-4E3C-BEAD-1587D32DDB1A}"/>
              </a:ext>
            </a:extLst>
          </p:cNvPr>
          <p:cNvSpPr>
            <a:spLocks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5353">
            <a:extLst>
              <a:ext uri="{FF2B5EF4-FFF2-40B4-BE49-F238E27FC236}">
                <a16:creationId xmlns:a16="http://schemas.microsoft.com/office/drawing/2014/main" id="{ED0AC029-14CD-4990-8FC4-652139330A03}"/>
              </a:ext>
            </a:extLst>
          </p:cNvPr>
          <p:cNvSpPr>
            <a:spLocks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5354">
            <a:extLst>
              <a:ext uri="{FF2B5EF4-FFF2-40B4-BE49-F238E27FC236}">
                <a16:creationId xmlns:a16="http://schemas.microsoft.com/office/drawing/2014/main" id="{D061C50E-AED2-4CDA-9DA8-E46E450323DF}"/>
              </a:ext>
            </a:extLst>
          </p:cNvPr>
          <p:cNvSpPr>
            <a:spLocks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5355">
            <a:extLst>
              <a:ext uri="{FF2B5EF4-FFF2-40B4-BE49-F238E27FC236}">
                <a16:creationId xmlns:a16="http://schemas.microsoft.com/office/drawing/2014/main" id="{3261D056-6E36-4777-989A-F3B4BB1109DB}"/>
              </a:ext>
            </a:extLst>
          </p:cNvPr>
          <p:cNvSpPr>
            <a:spLocks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5356">
            <a:extLst>
              <a:ext uri="{FF2B5EF4-FFF2-40B4-BE49-F238E27FC236}">
                <a16:creationId xmlns:a16="http://schemas.microsoft.com/office/drawing/2014/main" id="{3D303601-5CF4-478C-9896-E5E149EC12E5}"/>
              </a:ext>
            </a:extLst>
          </p:cNvPr>
          <p:cNvSpPr>
            <a:spLocks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5357">
            <a:extLst>
              <a:ext uri="{FF2B5EF4-FFF2-40B4-BE49-F238E27FC236}">
                <a16:creationId xmlns:a16="http://schemas.microsoft.com/office/drawing/2014/main" id="{10589394-F26B-46D1-9D06-E2478885ABB9}"/>
              </a:ext>
            </a:extLst>
          </p:cNvPr>
          <p:cNvSpPr>
            <a:spLocks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5358">
            <a:extLst>
              <a:ext uri="{FF2B5EF4-FFF2-40B4-BE49-F238E27FC236}">
                <a16:creationId xmlns:a16="http://schemas.microsoft.com/office/drawing/2014/main" id="{3D528BD8-6B8C-41D4-A9B7-3A3130F221D0}"/>
              </a:ext>
            </a:extLst>
          </p:cNvPr>
          <p:cNvSpPr>
            <a:spLocks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5359">
            <a:extLst>
              <a:ext uri="{FF2B5EF4-FFF2-40B4-BE49-F238E27FC236}">
                <a16:creationId xmlns:a16="http://schemas.microsoft.com/office/drawing/2014/main" id="{FF18E033-6089-4DED-8FB9-1E46B8A06BDE}"/>
              </a:ext>
            </a:extLst>
          </p:cNvPr>
          <p:cNvSpPr>
            <a:spLocks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5360">
            <a:extLst>
              <a:ext uri="{FF2B5EF4-FFF2-40B4-BE49-F238E27FC236}">
                <a16:creationId xmlns:a16="http://schemas.microsoft.com/office/drawing/2014/main" id="{72143999-8E91-4D6F-9263-DD773DFA92D2}"/>
              </a:ext>
            </a:extLst>
          </p:cNvPr>
          <p:cNvSpPr>
            <a:spLocks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5361">
            <a:extLst>
              <a:ext uri="{FF2B5EF4-FFF2-40B4-BE49-F238E27FC236}">
                <a16:creationId xmlns:a16="http://schemas.microsoft.com/office/drawing/2014/main" id="{908648AE-91E7-449F-970B-C88A7129A3CB}"/>
              </a:ext>
            </a:extLst>
          </p:cNvPr>
          <p:cNvSpPr>
            <a:spLocks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5362">
            <a:extLst>
              <a:ext uri="{FF2B5EF4-FFF2-40B4-BE49-F238E27FC236}">
                <a16:creationId xmlns:a16="http://schemas.microsoft.com/office/drawing/2014/main" id="{9C7903BB-D5B1-4F0B-8CF0-AAC5AC6F8237}"/>
              </a:ext>
            </a:extLst>
          </p:cNvPr>
          <p:cNvSpPr>
            <a:spLocks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5363">
            <a:extLst>
              <a:ext uri="{FF2B5EF4-FFF2-40B4-BE49-F238E27FC236}">
                <a16:creationId xmlns:a16="http://schemas.microsoft.com/office/drawing/2014/main" id="{F49D94F7-76FA-4E08-8BA7-369D4A49B76A}"/>
              </a:ext>
            </a:extLst>
          </p:cNvPr>
          <p:cNvSpPr>
            <a:spLocks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5364">
            <a:extLst>
              <a:ext uri="{FF2B5EF4-FFF2-40B4-BE49-F238E27FC236}">
                <a16:creationId xmlns:a16="http://schemas.microsoft.com/office/drawing/2014/main" id="{9D3FF2E5-DB40-4B8D-9F7F-1E7FC438F760}"/>
              </a:ext>
            </a:extLst>
          </p:cNvPr>
          <p:cNvSpPr>
            <a:spLocks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5365">
            <a:extLst>
              <a:ext uri="{FF2B5EF4-FFF2-40B4-BE49-F238E27FC236}">
                <a16:creationId xmlns:a16="http://schemas.microsoft.com/office/drawing/2014/main" id="{8314AC25-7792-4779-8107-28F087E3BED5}"/>
              </a:ext>
            </a:extLst>
          </p:cNvPr>
          <p:cNvSpPr>
            <a:spLocks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5366">
            <a:extLst>
              <a:ext uri="{FF2B5EF4-FFF2-40B4-BE49-F238E27FC236}">
                <a16:creationId xmlns:a16="http://schemas.microsoft.com/office/drawing/2014/main" id="{7874125C-01E3-4246-AADF-E67252E884D9}"/>
              </a:ext>
            </a:extLst>
          </p:cNvPr>
          <p:cNvSpPr>
            <a:spLocks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5367">
            <a:extLst>
              <a:ext uri="{FF2B5EF4-FFF2-40B4-BE49-F238E27FC236}">
                <a16:creationId xmlns:a16="http://schemas.microsoft.com/office/drawing/2014/main" id="{EEEAF2A1-8797-4560-BC67-94BC826A4DE3}"/>
              </a:ext>
            </a:extLst>
          </p:cNvPr>
          <p:cNvSpPr>
            <a:spLocks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5368">
            <a:extLst>
              <a:ext uri="{FF2B5EF4-FFF2-40B4-BE49-F238E27FC236}">
                <a16:creationId xmlns:a16="http://schemas.microsoft.com/office/drawing/2014/main" id="{97F69FFE-2585-4636-9B69-FFDD595B2C43}"/>
              </a:ext>
            </a:extLst>
          </p:cNvPr>
          <p:cNvSpPr>
            <a:spLocks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5369">
            <a:extLst>
              <a:ext uri="{FF2B5EF4-FFF2-40B4-BE49-F238E27FC236}">
                <a16:creationId xmlns:a16="http://schemas.microsoft.com/office/drawing/2014/main" id="{5E865A40-CE86-4496-AC07-794DC21E631F}"/>
              </a:ext>
            </a:extLst>
          </p:cNvPr>
          <p:cNvSpPr>
            <a:spLocks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5370">
            <a:extLst>
              <a:ext uri="{FF2B5EF4-FFF2-40B4-BE49-F238E27FC236}">
                <a16:creationId xmlns:a16="http://schemas.microsoft.com/office/drawing/2014/main" id="{F50B6329-CF34-4F01-96DA-AF2E69150040}"/>
              </a:ext>
            </a:extLst>
          </p:cNvPr>
          <p:cNvSpPr>
            <a:spLocks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5371">
            <a:extLst>
              <a:ext uri="{FF2B5EF4-FFF2-40B4-BE49-F238E27FC236}">
                <a16:creationId xmlns:a16="http://schemas.microsoft.com/office/drawing/2014/main" id="{2D3C7D71-946F-4DC7-8DE2-F82A2329085D}"/>
              </a:ext>
            </a:extLst>
          </p:cNvPr>
          <p:cNvSpPr>
            <a:spLocks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5372">
            <a:extLst>
              <a:ext uri="{FF2B5EF4-FFF2-40B4-BE49-F238E27FC236}">
                <a16:creationId xmlns:a16="http://schemas.microsoft.com/office/drawing/2014/main" id="{B1A93EE6-ACA7-4AF4-89E2-2D1A6C3E7DDF}"/>
              </a:ext>
            </a:extLst>
          </p:cNvPr>
          <p:cNvSpPr>
            <a:spLocks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5373">
            <a:extLst>
              <a:ext uri="{FF2B5EF4-FFF2-40B4-BE49-F238E27FC236}">
                <a16:creationId xmlns:a16="http://schemas.microsoft.com/office/drawing/2014/main" id="{7474F91B-4F5A-4384-B453-47C6B6EC2876}"/>
              </a:ext>
            </a:extLst>
          </p:cNvPr>
          <p:cNvSpPr>
            <a:spLocks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5374">
            <a:extLst>
              <a:ext uri="{FF2B5EF4-FFF2-40B4-BE49-F238E27FC236}">
                <a16:creationId xmlns:a16="http://schemas.microsoft.com/office/drawing/2014/main" id="{52D6E241-7227-4C9F-A004-01F626F6A685}"/>
              </a:ext>
            </a:extLst>
          </p:cNvPr>
          <p:cNvSpPr>
            <a:spLocks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5375">
            <a:extLst>
              <a:ext uri="{FF2B5EF4-FFF2-40B4-BE49-F238E27FC236}">
                <a16:creationId xmlns:a16="http://schemas.microsoft.com/office/drawing/2014/main" id="{9DD3DE2A-7A52-43E5-972A-476E366C2031}"/>
              </a:ext>
            </a:extLst>
          </p:cNvPr>
          <p:cNvSpPr>
            <a:spLocks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5376">
            <a:extLst>
              <a:ext uri="{FF2B5EF4-FFF2-40B4-BE49-F238E27FC236}">
                <a16:creationId xmlns:a16="http://schemas.microsoft.com/office/drawing/2014/main" id="{51F1CD4F-A4A1-4E09-B536-B473CD09F197}"/>
              </a:ext>
            </a:extLst>
          </p:cNvPr>
          <p:cNvSpPr>
            <a:spLocks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5377">
            <a:extLst>
              <a:ext uri="{FF2B5EF4-FFF2-40B4-BE49-F238E27FC236}">
                <a16:creationId xmlns:a16="http://schemas.microsoft.com/office/drawing/2014/main" id="{19B0EBEB-87C7-425F-A5F1-00412660EF10}"/>
              </a:ext>
            </a:extLst>
          </p:cNvPr>
          <p:cNvSpPr>
            <a:spLocks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5378">
            <a:extLst>
              <a:ext uri="{FF2B5EF4-FFF2-40B4-BE49-F238E27FC236}">
                <a16:creationId xmlns:a16="http://schemas.microsoft.com/office/drawing/2014/main" id="{29E85C1B-8911-493D-882F-7D386840D74E}"/>
              </a:ext>
            </a:extLst>
          </p:cNvPr>
          <p:cNvSpPr>
            <a:spLocks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5379">
            <a:extLst>
              <a:ext uri="{FF2B5EF4-FFF2-40B4-BE49-F238E27FC236}">
                <a16:creationId xmlns:a16="http://schemas.microsoft.com/office/drawing/2014/main" id="{C91E0391-1875-4582-BA2C-35495C019D24}"/>
              </a:ext>
            </a:extLst>
          </p:cNvPr>
          <p:cNvSpPr>
            <a:spLocks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5380">
            <a:extLst>
              <a:ext uri="{FF2B5EF4-FFF2-40B4-BE49-F238E27FC236}">
                <a16:creationId xmlns:a16="http://schemas.microsoft.com/office/drawing/2014/main" id="{4C2F1B8B-360F-440B-AA54-CC2132230125}"/>
              </a:ext>
            </a:extLst>
          </p:cNvPr>
          <p:cNvSpPr>
            <a:spLocks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5381">
            <a:extLst>
              <a:ext uri="{FF2B5EF4-FFF2-40B4-BE49-F238E27FC236}">
                <a16:creationId xmlns:a16="http://schemas.microsoft.com/office/drawing/2014/main" id="{FA61A1C3-A631-4488-99CD-0A0D220E4A0F}"/>
              </a:ext>
            </a:extLst>
          </p:cNvPr>
          <p:cNvSpPr>
            <a:spLocks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5382">
            <a:extLst>
              <a:ext uri="{FF2B5EF4-FFF2-40B4-BE49-F238E27FC236}">
                <a16:creationId xmlns:a16="http://schemas.microsoft.com/office/drawing/2014/main" id="{BAF677F3-1F20-4D69-A48C-06D3C9AAFC0E}"/>
              </a:ext>
            </a:extLst>
          </p:cNvPr>
          <p:cNvSpPr>
            <a:spLocks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5383">
            <a:extLst>
              <a:ext uri="{FF2B5EF4-FFF2-40B4-BE49-F238E27FC236}">
                <a16:creationId xmlns:a16="http://schemas.microsoft.com/office/drawing/2014/main" id="{1C31BD32-5709-4468-A291-8D2CDBE67936}"/>
              </a:ext>
            </a:extLst>
          </p:cNvPr>
          <p:cNvSpPr>
            <a:spLocks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5384">
            <a:extLst>
              <a:ext uri="{FF2B5EF4-FFF2-40B4-BE49-F238E27FC236}">
                <a16:creationId xmlns:a16="http://schemas.microsoft.com/office/drawing/2014/main" id="{E1819106-7573-4DFF-81E6-0202FB3038FA}"/>
              </a:ext>
            </a:extLst>
          </p:cNvPr>
          <p:cNvSpPr>
            <a:spLocks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5385">
            <a:extLst>
              <a:ext uri="{FF2B5EF4-FFF2-40B4-BE49-F238E27FC236}">
                <a16:creationId xmlns:a16="http://schemas.microsoft.com/office/drawing/2014/main" id="{FD369BFF-D78D-4211-8A9B-68EEA8E2DCA8}"/>
              </a:ext>
            </a:extLst>
          </p:cNvPr>
          <p:cNvSpPr>
            <a:spLocks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5386">
            <a:extLst>
              <a:ext uri="{FF2B5EF4-FFF2-40B4-BE49-F238E27FC236}">
                <a16:creationId xmlns:a16="http://schemas.microsoft.com/office/drawing/2014/main" id="{08CF2D30-B04E-4AD0-BAA0-6B04B59BE05E}"/>
              </a:ext>
            </a:extLst>
          </p:cNvPr>
          <p:cNvSpPr>
            <a:spLocks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5387">
            <a:extLst>
              <a:ext uri="{FF2B5EF4-FFF2-40B4-BE49-F238E27FC236}">
                <a16:creationId xmlns:a16="http://schemas.microsoft.com/office/drawing/2014/main" id="{DDA93DDA-6C78-407C-86A6-8933DA69BC7C}"/>
              </a:ext>
            </a:extLst>
          </p:cNvPr>
          <p:cNvSpPr>
            <a:spLocks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5388">
            <a:extLst>
              <a:ext uri="{FF2B5EF4-FFF2-40B4-BE49-F238E27FC236}">
                <a16:creationId xmlns:a16="http://schemas.microsoft.com/office/drawing/2014/main" id="{3CDF215E-8F24-42D5-AA21-66B17C773D8A}"/>
              </a:ext>
            </a:extLst>
          </p:cNvPr>
          <p:cNvSpPr>
            <a:spLocks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5389">
            <a:extLst>
              <a:ext uri="{FF2B5EF4-FFF2-40B4-BE49-F238E27FC236}">
                <a16:creationId xmlns:a16="http://schemas.microsoft.com/office/drawing/2014/main" id="{B0AEB45D-C409-4DC3-9FBC-1311F6A67ADC}"/>
              </a:ext>
            </a:extLst>
          </p:cNvPr>
          <p:cNvSpPr>
            <a:spLocks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5390">
            <a:extLst>
              <a:ext uri="{FF2B5EF4-FFF2-40B4-BE49-F238E27FC236}">
                <a16:creationId xmlns:a16="http://schemas.microsoft.com/office/drawing/2014/main" id="{C0A269A8-4DFF-41EF-90F1-47BEE7437C8D}"/>
              </a:ext>
            </a:extLst>
          </p:cNvPr>
          <p:cNvSpPr>
            <a:spLocks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5391">
            <a:extLst>
              <a:ext uri="{FF2B5EF4-FFF2-40B4-BE49-F238E27FC236}">
                <a16:creationId xmlns:a16="http://schemas.microsoft.com/office/drawing/2014/main" id="{9D70EA2F-C009-4276-ACD6-1253DAA2CD47}"/>
              </a:ext>
            </a:extLst>
          </p:cNvPr>
          <p:cNvSpPr>
            <a:spLocks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5392">
            <a:extLst>
              <a:ext uri="{FF2B5EF4-FFF2-40B4-BE49-F238E27FC236}">
                <a16:creationId xmlns:a16="http://schemas.microsoft.com/office/drawing/2014/main" id="{7669C574-005D-4AB1-834C-21C86BFBC25D}"/>
              </a:ext>
            </a:extLst>
          </p:cNvPr>
          <p:cNvSpPr>
            <a:spLocks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5393">
            <a:extLst>
              <a:ext uri="{FF2B5EF4-FFF2-40B4-BE49-F238E27FC236}">
                <a16:creationId xmlns:a16="http://schemas.microsoft.com/office/drawing/2014/main" id="{BEFE1237-9FAD-45DE-AACF-A3196E4835AE}"/>
              </a:ext>
            </a:extLst>
          </p:cNvPr>
          <p:cNvSpPr>
            <a:spLocks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5394">
            <a:extLst>
              <a:ext uri="{FF2B5EF4-FFF2-40B4-BE49-F238E27FC236}">
                <a16:creationId xmlns:a16="http://schemas.microsoft.com/office/drawing/2014/main" id="{71ACE43D-0509-4803-9559-35C6DE7387D2}"/>
              </a:ext>
            </a:extLst>
          </p:cNvPr>
          <p:cNvSpPr>
            <a:spLocks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5395">
            <a:extLst>
              <a:ext uri="{FF2B5EF4-FFF2-40B4-BE49-F238E27FC236}">
                <a16:creationId xmlns:a16="http://schemas.microsoft.com/office/drawing/2014/main" id="{98FF6E4A-055E-4350-93E7-B1374A664AF2}"/>
              </a:ext>
            </a:extLst>
          </p:cNvPr>
          <p:cNvSpPr>
            <a:spLocks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5396">
            <a:extLst>
              <a:ext uri="{FF2B5EF4-FFF2-40B4-BE49-F238E27FC236}">
                <a16:creationId xmlns:a16="http://schemas.microsoft.com/office/drawing/2014/main" id="{12592300-9F02-41E8-A15D-D03BEAF2F5C7}"/>
              </a:ext>
            </a:extLst>
          </p:cNvPr>
          <p:cNvSpPr>
            <a:spLocks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5397">
            <a:extLst>
              <a:ext uri="{FF2B5EF4-FFF2-40B4-BE49-F238E27FC236}">
                <a16:creationId xmlns:a16="http://schemas.microsoft.com/office/drawing/2014/main" id="{A160E9C1-0A7B-4065-A34D-47BA721D4636}"/>
              </a:ext>
            </a:extLst>
          </p:cNvPr>
          <p:cNvSpPr>
            <a:spLocks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5398">
            <a:extLst>
              <a:ext uri="{FF2B5EF4-FFF2-40B4-BE49-F238E27FC236}">
                <a16:creationId xmlns:a16="http://schemas.microsoft.com/office/drawing/2014/main" id="{5DDE4C55-A625-48B7-8B17-27C6F9EEF066}"/>
              </a:ext>
            </a:extLst>
          </p:cNvPr>
          <p:cNvSpPr>
            <a:spLocks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5399">
            <a:extLst>
              <a:ext uri="{FF2B5EF4-FFF2-40B4-BE49-F238E27FC236}">
                <a16:creationId xmlns:a16="http://schemas.microsoft.com/office/drawing/2014/main" id="{31A0A860-8C02-408E-A9F5-FF32B4743916}"/>
              </a:ext>
            </a:extLst>
          </p:cNvPr>
          <p:cNvSpPr>
            <a:spLocks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5400">
            <a:extLst>
              <a:ext uri="{FF2B5EF4-FFF2-40B4-BE49-F238E27FC236}">
                <a16:creationId xmlns:a16="http://schemas.microsoft.com/office/drawing/2014/main" id="{2D7CB0CD-2DDC-4553-966A-D872D54B5DD6}"/>
              </a:ext>
            </a:extLst>
          </p:cNvPr>
          <p:cNvSpPr>
            <a:spLocks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5401">
            <a:extLst>
              <a:ext uri="{FF2B5EF4-FFF2-40B4-BE49-F238E27FC236}">
                <a16:creationId xmlns:a16="http://schemas.microsoft.com/office/drawing/2014/main" id="{AD4AB7D4-9E15-4259-8009-AD1EE07FFC36}"/>
              </a:ext>
            </a:extLst>
          </p:cNvPr>
          <p:cNvSpPr>
            <a:spLocks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5402">
            <a:extLst>
              <a:ext uri="{FF2B5EF4-FFF2-40B4-BE49-F238E27FC236}">
                <a16:creationId xmlns:a16="http://schemas.microsoft.com/office/drawing/2014/main" id="{26FD6B93-572A-449A-B4FB-2DD9B970E0F2}"/>
              </a:ext>
            </a:extLst>
          </p:cNvPr>
          <p:cNvSpPr>
            <a:spLocks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5403">
            <a:extLst>
              <a:ext uri="{FF2B5EF4-FFF2-40B4-BE49-F238E27FC236}">
                <a16:creationId xmlns:a16="http://schemas.microsoft.com/office/drawing/2014/main" id="{E63EFD09-9EA7-41D1-B77A-E65FE4F614C4}"/>
              </a:ext>
            </a:extLst>
          </p:cNvPr>
          <p:cNvSpPr>
            <a:spLocks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5404">
            <a:extLst>
              <a:ext uri="{FF2B5EF4-FFF2-40B4-BE49-F238E27FC236}">
                <a16:creationId xmlns:a16="http://schemas.microsoft.com/office/drawing/2014/main" id="{A6ED0E13-B464-4C3F-95AE-B076A62BF852}"/>
              </a:ext>
            </a:extLst>
          </p:cNvPr>
          <p:cNvSpPr>
            <a:spLocks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5405">
            <a:extLst>
              <a:ext uri="{FF2B5EF4-FFF2-40B4-BE49-F238E27FC236}">
                <a16:creationId xmlns:a16="http://schemas.microsoft.com/office/drawing/2014/main" id="{AEAB77AF-3AA5-4048-8352-A5CA6A64574A}"/>
              </a:ext>
            </a:extLst>
          </p:cNvPr>
          <p:cNvSpPr>
            <a:spLocks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5406">
            <a:extLst>
              <a:ext uri="{FF2B5EF4-FFF2-40B4-BE49-F238E27FC236}">
                <a16:creationId xmlns:a16="http://schemas.microsoft.com/office/drawing/2014/main" id="{DF9F1508-B070-46AE-BC51-DB4F76F6FC37}"/>
              </a:ext>
            </a:extLst>
          </p:cNvPr>
          <p:cNvSpPr>
            <a:spLocks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5407">
            <a:extLst>
              <a:ext uri="{FF2B5EF4-FFF2-40B4-BE49-F238E27FC236}">
                <a16:creationId xmlns:a16="http://schemas.microsoft.com/office/drawing/2014/main" id="{405E3F26-39B1-40AE-B334-31EC47067356}"/>
              </a:ext>
            </a:extLst>
          </p:cNvPr>
          <p:cNvSpPr>
            <a:spLocks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5408">
            <a:extLst>
              <a:ext uri="{FF2B5EF4-FFF2-40B4-BE49-F238E27FC236}">
                <a16:creationId xmlns:a16="http://schemas.microsoft.com/office/drawing/2014/main" id="{242E759F-5E2E-42D6-AEB0-8B37E9322988}"/>
              </a:ext>
            </a:extLst>
          </p:cNvPr>
          <p:cNvSpPr>
            <a:spLocks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5409">
            <a:extLst>
              <a:ext uri="{FF2B5EF4-FFF2-40B4-BE49-F238E27FC236}">
                <a16:creationId xmlns:a16="http://schemas.microsoft.com/office/drawing/2014/main" id="{906EF07C-4EF8-4ED1-B414-221F5FD6F439}"/>
              </a:ext>
            </a:extLst>
          </p:cNvPr>
          <p:cNvSpPr>
            <a:spLocks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5410">
            <a:extLst>
              <a:ext uri="{FF2B5EF4-FFF2-40B4-BE49-F238E27FC236}">
                <a16:creationId xmlns:a16="http://schemas.microsoft.com/office/drawing/2014/main" id="{13C23089-99FD-4660-8AA4-B0EFFED8115F}"/>
              </a:ext>
            </a:extLst>
          </p:cNvPr>
          <p:cNvSpPr>
            <a:spLocks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5411">
            <a:extLst>
              <a:ext uri="{FF2B5EF4-FFF2-40B4-BE49-F238E27FC236}">
                <a16:creationId xmlns:a16="http://schemas.microsoft.com/office/drawing/2014/main" id="{060EEF8E-A170-4AD5-A3BA-1690A67936D7}"/>
              </a:ext>
            </a:extLst>
          </p:cNvPr>
          <p:cNvSpPr>
            <a:spLocks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5412">
            <a:extLst>
              <a:ext uri="{FF2B5EF4-FFF2-40B4-BE49-F238E27FC236}">
                <a16:creationId xmlns:a16="http://schemas.microsoft.com/office/drawing/2014/main" id="{2E9BDB2D-E7F6-49E0-B3A0-95284A818754}"/>
              </a:ext>
            </a:extLst>
          </p:cNvPr>
          <p:cNvSpPr>
            <a:spLocks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5413">
            <a:extLst>
              <a:ext uri="{FF2B5EF4-FFF2-40B4-BE49-F238E27FC236}">
                <a16:creationId xmlns:a16="http://schemas.microsoft.com/office/drawing/2014/main" id="{9A1193C0-55D3-43BD-B4C7-D3706B2FAFDA}"/>
              </a:ext>
            </a:extLst>
          </p:cNvPr>
          <p:cNvSpPr>
            <a:spLocks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5414">
            <a:extLst>
              <a:ext uri="{FF2B5EF4-FFF2-40B4-BE49-F238E27FC236}">
                <a16:creationId xmlns:a16="http://schemas.microsoft.com/office/drawing/2014/main" id="{CA7E5C88-7D55-45C0-86DC-D1D473D9115E}"/>
              </a:ext>
            </a:extLst>
          </p:cNvPr>
          <p:cNvSpPr>
            <a:spLocks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5415">
            <a:extLst>
              <a:ext uri="{FF2B5EF4-FFF2-40B4-BE49-F238E27FC236}">
                <a16:creationId xmlns:a16="http://schemas.microsoft.com/office/drawing/2014/main" id="{4426A96F-8B13-4A0C-962B-3F3FFF2D8661}"/>
              </a:ext>
            </a:extLst>
          </p:cNvPr>
          <p:cNvSpPr>
            <a:spLocks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5416">
            <a:extLst>
              <a:ext uri="{FF2B5EF4-FFF2-40B4-BE49-F238E27FC236}">
                <a16:creationId xmlns:a16="http://schemas.microsoft.com/office/drawing/2014/main" id="{5A4FB1E8-E45A-4B10-B1D3-AB57E6151204}"/>
              </a:ext>
            </a:extLst>
          </p:cNvPr>
          <p:cNvSpPr>
            <a:spLocks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5417">
            <a:extLst>
              <a:ext uri="{FF2B5EF4-FFF2-40B4-BE49-F238E27FC236}">
                <a16:creationId xmlns:a16="http://schemas.microsoft.com/office/drawing/2014/main" id="{0B567668-6FD8-4354-8329-C29862C18A7B}"/>
              </a:ext>
            </a:extLst>
          </p:cNvPr>
          <p:cNvSpPr>
            <a:spLocks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5418">
            <a:extLst>
              <a:ext uri="{FF2B5EF4-FFF2-40B4-BE49-F238E27FC236}">
                <a16:creationId xmlns:a16="http://schemas.microsoft.com/office/drawing/2014/main" id="{9FF620C9-E671-48AF-9B88-B79547CEC8E9}"/>
              </a:ext>
            </a:extLst>
          </p:cNvPr>
          <p:cNvSpPr>
            <a:spLocks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5419">
            <a:extLst>
              <a:ext uri="{FF2B5EF4-FFF2-40B4-BE49-F238E27FC236}">
                <a16:creationId xmlns:a16="http://schemas.microsoft.com/office/drawing/2014/main" id="{740F2FB1-9C42-44FD-8FC2-60DCA82908ED}"/>
              </a:ext>
            </a:extLst>
          </p:cNvPr>
          <p:cNvSpPr>
            <a:spLocks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5420">
            <a:extLst>
              <a:ext uri="{FF2B5EF4-FFF2-40B4-BE49-F238E27FC236}">
                <a16:creationId xmlns:a16="http://schemas.microsoft.com/office/drawing/2014/main" id="{3B150526-605A-4955-8CBC-99C45A58F956}"/>
              </a:ext>
            </a:extLst>
          </p:cNvPr>
          <p:cNvSpPr>
            <a:spLocks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5421">
            <a:extLst>
              <a:ext uri="{FF2B5EF4-FFF2-40B4-BE49-F238E27FC236}">
                <a16:creationId xmlns:a16="http://schemas.microsoft.com/office/drawing/2014/main" id="{020E8E34-2559-444B-82D4-A64130FDE367}"/>
              </a:ext>
            </a:extLst>
          </p:cNvPr>
          <p:cNvSpPr>
            <a:spLocks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5422">
            <a:extLst>
              <a:ext uri="{FF2B5EF4-FFF2-40B4-BE49-F238E27FC236}">
                <a16:creationId xmlns:a16="http://schemas.microsoft.com/office/drawing/2014/main" id="{BEA216AE-E1B0-4B67-A0CA-5DC2D246F261}"/>
              </a:ext>
            </a:extLst>
          </p:cNvPr>
          <p:cNvSpPr>
            <a:spLocks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5423">
            <a:extLst>
              <a:ext uri="{FF2B5EF4-FFF2-40B4-BE49-F238E27FC236}">
                <a16:creationId xmlns:a16="http://schemas.microsoft.com/office/drawing/2014/main" id="{923AB4EF-4BB2-4631-809F-A5461B33E662}"/>
              </a:ext>
            </a:extLst>
          </p:cNvPr>
          <p:cNvSpPr>
            <a:spLocks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5424">
            <a:extLst>
              <a:ext uri="{FF2B5EF4-FFF2-40B4-BE49-F238E27FC236}">
                <a16:creationId xmlns:a16="http://schemas.microsoft.com/office/drawing/2014/main" id="{6C4F05A0-1481-4FF1-B9A1-8AF0F0AEF424}"/>
              </a:ext>
            </a:extLst>
          </p:cNvPr>
          <p:cNvSpPr>
            <a:spLocks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5425">
            <a:extLst>
              <a:ext uri="{FF2B5EF4-FFF2-40B4-BE49-F238E27FC236}">
                <a16:creationId xmlns:a16="http://schemas.microsoft.com/office/drawing/2014/main" id="{42E1CBD1-D5B3-4C2A-BAC2-02B49842CAD5}"/>
              </a:ext>
            </a:extLst>
          </p:cNvPr>
          <p:cNvSpPr>
            <a:spLocks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5426">
            <a:extLst>
              <a:ext uri="{FF2B5EF4-FFF2-40B4-BE49-F238E27FC236}">
                <a16:creationId xmlns:a16="http://schemas.microsoft.com/office/drawing/2014/main" id="{364EDDF4-D2DF-4973-AE7D-62EA537963B0}"/>
              </a:ext>
            </a:extLst>
          </p:cNvPr>
          <p:cNvSpPr>
            <a:spLocks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5427">
            <a:extLst>
              <a:ext uri="{FF2B5EF4-FFF2-40B4-BE49-F238E27FC236}">
                <a16:creationId xmlns:a16="http://schemas.microsoft.com/office/drawing/2014/main" id="{4DDE7914-B362-4B67-870E-F473B9C6DA6C}"/>
              </a:ext>
            </a:extLst>
          </p:cNvPr>
          <p:cNvSpPr>
            <a:spLocks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5428">
            <a:extLst>
              <a:ext uri="{FF2B5EF4-FFF2-40B4-BE49-F238E27FC236}">
                <a16:creationId xmlns:a16="http://schemas.microsoft.com/office/drawing/2014/main" id="{D98710C8-781C-4365-8152-3AE0D4530111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5429">
            <a:extLst>
              <a:ext uri="{FF2B5EF4-FFF2-40B4-BE49-F238E27FC236}">
                <a16:creationId xmlns:a16="http://schemas.microsoft.com/office/drawing/2014/main" id="{D8718F01-3DC9-4A54-9C32-C88D5D67D727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5430">
            <a:extLst>
              <a:ext uri="{FF2B5EF4-FFF2-40B4-BE49-F238E27FC236}">
                <a16:creationId xmlns:a16="http://schemas.microsoft.com/office/drawing/2014/main" id="{3854386C-1C42-49DB-8BAD-0168D36340D4}"/>
              </a:ext>
            </a:extLst>
          </p:cNvPr>
          <p:cNvSpPr>
            <a:spLocks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5431">
            <a:extLst>
              <a:ext uri="{FF2B5EF4-FFF2-40B4-BE49-F238E27FC236}">
                <a16:creationId xmlns:a16="http://schemas.microsoft.com/office/drawing/2014/main" id="{F4B5D361-9F5B-459A-8656-C71C4890F035}"/>
              </a:ext>
            </a:extLst>
          </p:cNvPr>
          <p:cNvSpPr>
            <a:spLocks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5432">
            <a:extLst>
              <a:ext uri="{FF2B5EF4-FFF2-40B4-BE49-F238E27FC236}">
                <a16:creationId xmlns:a16="http://schemas.microsoft.com/office/drawing/2014/main" id="{61DD602C-BEC2-4C80-AB79-925BC28F7CD8}"/>
              </a:ext>
            </a:extLst>
          </p:cNvPr>
          <p:cNvSpPr>
            <a:spLocks/>
          </p:cNvSpPr>
          <p:nvPr/>
        </p:nvSpPr>
        <p:spPr>
          <a:xfrm>
            <a:off x="1491033" y="3323131"/>
            <a:ext cx="191" cy="674169"/>
          </a:xfrm>
          <a:custGeom>
            <a:avLst/>
            <a:gdLst/>
            <a:ahLst/>
            <a:cxnLst/>
            <a:rect l="0" t="0" r="0" b="0"/>
            <a:pathLst>
              <a:path w="191" h="674169">
                <a:moveTo>
                  <a:pt x="0" y="67416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5433">
            <a:extLst>
              <a:ext uri="{FF2B5EF4-FFF2-40B4-BE49-F238E27FC236}">
                <a16:creationId xmlns:a16="http://schemas.microsoft.com/office/drawing/2014/main" id="{3E467EE4-0C12-4978-A6C6-E49D0D645F5C}"/>
              </a:ext>
            </a:extLst>
          </p:cNvPr>
          <p:cNvSpPr>
            <a:spLocks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5434">
            <a:extLst>
              <a:ext uri="{FF2B5EF4-FFF2-40B4-BE49-F238E27FC236}">
                <a16:creationId xmlns:a16="http://schemas.microsoft.com/office/drawing/2014/main" id="{06FEF4F5-DE6F-4E71-A775-71252903CD41}"/>
              </a:ext>
            </a:extLst>
          </p:cNvPr>
          <p:cNvSpPr>
            <a:spLocks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5435">
            <a:extLst>
              <a:ext uri="{FF2B5EF4-FFF2-40B4-BE49-F238E27FC236}">
                <a16:creationId xmlns:a16="http://schemas.microsoft.com/office/drawing/2014/main" id="{27E48006-3038-4EB9-8402-EFE27417221B}"/>
              </a:ext>
            </a:extLst>
          </p:cNvPr>
          <p:cNvSpPr>
            <a:spLocks/>
          </p:cNvSpPr>
          <p:nvPr/>
        </p:nvSpPr>
        <p:spPr>
          <a:xfrm>
            <a:off x="3400937" y="3132413"/>
            <a:ext cx="191" cy="864888"/>
          </a:xfrm>
          <a:custGeom>
            <a:avLst/>
            <a:gdLst/>
            <a:ahLst/>
            <a:cxnLst/>
            <a:rect l="0" t="0" r="0" b="0"/>
            <a:pathLst>
              <a:path w="191" h="864888">
                <a:moveTo>
                  <a:pt x="0" y="86488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5436">
            <a:extLst>
              <a:ext uri="{FF2B5EF4-FFF2-40B4-BE49-F238E27FC236}">
                <a16:creationId xmlns:a16="http://schemas.microsoft.com/office/drawing/2014/main" id="{14310D3C-33C2-4EEC-B9A0-895285B396C0}"/>
              </a:ext>
            </a:extLst>
          </p:cNvPr>
          <p:cNvSpPr>
            <a:spLocks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5437">
            <a:extLst>
              <a:ext uri="{FF2B5EF4-FFF2-40B4-BE49-F238E27FC236}">
                <a16:creationId xmlns:a16="http://schemas.microsoft.com/office/drawing/2014/main" id="{47CC541C-5DCE-4E5E-9A01-7C7BE16CADE2}"/>
              </a:ext>
            </a:extLst>
          </p:cNvPr>
          <p:cNvSpPr>
            <a:spLocks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5438">
            <a:extLst>
              <a:ext uri="{FF2B5EF4-FFF2-40B4-BE49-F238E27FC236}">
                <a16:creationId xmlns:a16="http://schemas.microsoft.com/office/drawing/2014/main" id="{A751286F-B49D-4CFA-BF31-67FDC55898BC}"/>
              </a:ext>
            </a:extLst>
          </p:cNvPr>
          <p:cNvSpPr>
            <a:spLocks/>
          </p:cNvSpPr>
          <p:nvPr/>
        </p:nvSpPr>
        <p:spPr>
          <a:xfrm>
            <a:off x="1455564" y="374732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5439">
            <a:extLst>
              <a:ext uri="{FF2B5EF4-FFF2-40B4-BE49-F238E27FC236}">
                <a16:creationId xmlns:a16="http://schemas.microsoft.com/office/drawing/2014/main" id="{D25474CD-DFDA-4807-8E51-712DB775E9D2}"/>
              </a:ext>
            </a:extLst>
          </p:cNvPr>
          <p:cNvSpPr>
            <a:spLocks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5440">
            <a:extLst>
              <a:ext uri="{FF2B5EF4-FFF2-40B4-BE49-F238E27FC236}">
                <a16:creationId xmlns:a16="http://schemas.microsoft.com/office/drawing/2014/main" id="{68A7ED02-0E4F-4775-B401-7F1486679A1A}"/>
              </a:ext>
            </a:extLst>
          </p:cNvPr>
          <p:cNvSpPr>
            <a:spLocks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5441">
            <a:extLst>
              <a:ext uri="{FF2B5EF4-FFF2-40B4-BE49-F238E27FC236}">
                <a16:creationId xmlns:a16="http://schemas.microsoft.com/office/drawing/2014/main" id="{218FECCC-673F-4D3A-A5BC-084EA57BB726}"/>
              </a:ext>
            </a:extLst>
          </p:cNvPr>
          <p:cNvSpPr>
            <a:spLocks/>
          </p:cNvSpPr>
          <p:nvPr/>
        </p:nvSpPr>
        <p:spPr>
          <a:xfrm>
            <a:off x="3365468" y="370901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5442">
            <a:extLst>
              <a:ext uri="{FF2B5EF4-FFF2-40B4-BE49-F238E27FC236}">
                <a16:creationId xmlns:a16="http://schemas.microsoft.com/office/drawing/2014/main" id="{9758619B-5618-4FEC-A857-252E798E2CEC}"/>
              </a:ext>
            </a:extLst>
          </p:cNvPr>
          <p:cNvSpPr>
            <a:spLocks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5443">
            <a:extLst>
              <a:ext uri="{FF2B5EF4-FFF2-40B4-BE49-F238E27FC236}">
                <a16:creationId xmlns:a16="http://schemas.microsoft.com/office/drawing/2014/main" id="{F6584955-A9EF-484A-A783-8A2EACF0A3C7}"/>
              </a:ext>
            </a:extLst>
          </p:cNvPr>
          <p:cNvSpPr>
            <a:spLocks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5444">
            <a:extLst>
              <a:ext uri="{FF2B5EF4-FFF2-40B4-BE49-F238E27FC236}">
                <a16:creationId xmlns:a16="http://schemas.microsoft.com/office/drawing/2014/main" id="{64314431-D1AF-4552-803E-A8EB57FBE4A6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5445">
            <a:extLst>
              <a:ext uri="{FF2B5EF4-FFF2-40B4-BE49-F238E27FC236}">
                <a16:creationId xmlns:a16="http://schemas.microsoft.com/office/drawing/2014/main" id="{2536FB01-5FC8-4A26-B9BB-2AB13499E984}"/>
              </a:ext>
            </a:extLst>
          </p:cNvPr>
          <p:cNvSpPr>
            <a:spLocks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5446">
            <a:extLst>
              <a:ext uri="{FF2B5EF4-FFF2-40B4-BE49-F238E27FC236}">
                <a16:creationId xmlns:a16="http://schemas.microsoft.com/office/drawing/2014/main" id="{B622E2C1-7662-4033-9FF2-6ED586ECC490}"/>
              </a:ext>
            </a:extLst>
          </p:cNvPr>
          <p:cNvSpPr>
            <a:spLocks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5447">
            <a:extLst>
              <a:ext uri="{FF2B5EF4-FFF2-40B4-BE49-F238E27FC236}">
                <a16:creationId xmlns:a16="http://schemas.microsoft.com/office/drawing/2014/main" id="{20AA6498-E4B9-4AE7-BD22-A68E4814A321}"/>
              </a:ext>
            </a:extLst>
          </p:cNvPr>
          <p:cNvSpPr>
            <a:spLocks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5448">
            <a:extLst>
              <a:ext uri="{FF2B5EF4-FFF2-40B4-BE49-F238E27FC236}">
                <a16:creationId xmlns:a16="http://schemas.microsoft.com/office/drawing/2014/main" id="{653730C2-143D-4702-8556-54926633AB7D}"/>
              </a:ext>
            </a:extLst>
          </p:cNvPr>
          <p:cNvSpPr>
            <a:spLocks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5449">
            <a:extLst>
              <a:ext uri="{FF2B5EF4-FFF2-40B4-BE49-F238E27FC236}">
                <a16:creationId xmlns:a16="http://schemas.microsoft.com/office/drawing/2014/main" id="{563E5E50-38D2-4AA1-8604-9DE3B11BFF6F}"/>
              </a:ext>
            </a:extLst>
          </p:cNvPr>
          <p:cNvSpPr>
            <a:spLocks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5450">
            <a:extLst>
              <a:ext uri="{FF2B5EF4-FFF2-40B4-BE49-F238E27FC236}">
                <a16:creationId xmlns:a16="http://schemas.microsoft.com/office/drawing/2014/main" id="{D65F8A91-12EB-426B-AC46-3E00E136A27D}"/>
              </a:ext>
            </a:extLst>
          </p:cNvPr>
          <p:cNvSpPr>
            <a:spLocks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5451">
            <a:extLst>
              <a:ext uri="{FF2B5EF4-FFF2-40B4-BE49-F238E27FC236}">
                <a16:creationId xmlns:a16="http://schemas.microsoft.com/office/drawing/2014/main" id="{DA6F94B1-39CC-43D6-B668-E8952583AF24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5452">
            <a:extLst>
              <a:ext uri="{FF2B5EF4-FFF2-40B4-BE49-F238E27FC236}">
                <a16:creationId xmlns:a16="http://schemas.microsoft.com/office/drawing/2014/main" id="{C667A363-70B6-41F7-8C7E-15307577530C}"/>
              </a:ext>
            </a:extLst>
          </p:cNvPr>
          <p:cNvSpPr>
            <a:spLocks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5453">
            <a:extLst>
              <a:ext uri="{FF2B5EF4-FFF2-40B4-BE49-F238E27FC236}">
                <a16:creationId xmlns:a16="http://schemas.microsoft.com/office/drawing/2014/main" id="{76586C8D-88D9-4D5A-8E07-19D6013624DE}"/>
              </a:ext>
            </a:extLst>
          </p:cNvPr>
          <p:cNvSpPr>
            <a:spLocks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5454">
            <a:extLst>
              <a:ext uri="{FF2B5EF4-FFF2-40B4-BE49-F238E27FC236}">
                <a16:creationId xmlns:a16="http://schemas.microsoft.com/office/drawing/2014/main" id="{47942D39-E0B1-432E-97F4-DEAC8AA85C5C}"/>
              </a:ext>
            </a:extLst>
          </p:cNvPr>
          <p:cNvSpPr>
            <a:spLocks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5455">
            <a:extLst>
              <a:ext uri="{FF2B5EF4-FFF2-40B4-BE49-F238E27FC236}">
                <a16:creationId xmlns:a16="http://schemas.microsoft.com/office/drawing/2014/main" id="{FF505E0E-69E6-4D52-B13A-ED07B5B9EA7D}"/>
              </a:ext>
            </a:extLst>
          </p:cNvPr>
          <p:cNvSpPr>
            <a:spLocks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5456">
            <a:extLst>
              <a:ext uri="{FF2B5EF4-FFF2-40B4-BE49-F238E27FC236}">
                <a16:creationId xmlns:a16="http://schemas.microsoft.com/office/drawing/2014/main" id="{77B7E5CC-9C61-4E4A-8AC0-FC792202F139}"/>
              </a:ext>
            </a:extLst>
          </p:cNvPr>
          <p:cNvSpPr>
            <a:spLocks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5457">
            <a:extLst>
              <a:ext uri="{FF2B5EF4-FFF2-40B4-BE49-F238E27FC236}">
                <a16:creationId xmlns:a16="http://schemas.microsoft.com/office/drawing/2014/main" id="{A85A7AD7-796D-40C0-9571-D23D0EE0A56E}"/>
              </a:ext>
            </a:extLst>
          </p:cNvPr>
          <p:cNvSpPr>
            <a:spLocks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5458">
            <a:extLst>
              <a:ext uri="{FF2B5EF4-FFF2-40B4-BE49-F238E27FC236}">
                <a16:creationId xmlns:a16="http://schemas.microsoft.com/office/drawing/2014/main" id="{179E25E1-6B65-41E2-BC75-CE735C481B2F}"/>
              </a:ext>
            </a:extLst>
          </p:cNvPr>
          <p:cNvSpPr>
            <a:spLocks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5459">
            <a:extLst>
              <a:ext uri="{FF2B5EF4-FFF2-40B4-BE49-F238E27FC236}">
                <a16:creationId xmlns:a16="http://schemas.microsoft.com/office/drawing/2014/main" id="{9D9497AB-1C50-4622-871B-1F00F6364F0E}"/>
              </a:ext>
            </a:extLst>
          </p:cNvPr>
          <p:cNvSpPr>
            <a:spLocks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5460">
            <a:extLst>
              <a:ext uri="{FF2B5EF4-FFF2-40B4-BE49-F238E27FC236}">
                <a16:creationId xmlns:a16="http://schemas.microsoft.com/office/drawing/2014/main" id="{9BE08480-A97B-4CBD-BDBC-117DA2E8214E}"/>
              </a:ext>
            </a:extLst>
          </p:cNvPr>
          <p:cNvSpPr>
            <a:spLocks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5461">
            <a:extLst>
              <a:ext uri="{FF2B5EF4-FFF2-40B4-BE49-F238E27FC236}">
                <a16:creationId xmlns:a16="http://schemas.microsoft.com/office/drawing/2014/main" id="{E60472DB-B7BA-4D3A-BF61-F9A977631922}"/>
              </a:ext>
            </a:extLst>
          </p:cNvPr>
          <p:cNvSpPr>
            <a:spLocks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22" y="1674889"/>
                </a:lnTo>
                <a:lnTo>
                  <a:pt x="6368" y="1664355"/>
                </a:lnTo>
                <a:lnTo>
                  <a:pt x="13888" y="1653821"/>
                </a:lnTo>
                <a:lnTo>
                  <a:pt x="23648" y="1643287"/>
                </a:lnTo>
                <a:lnTo>
                  <a:pt x="34992" y="1632753"/>
                </a:lnTo>
                <a:lnTo>
                  <a:pt x="47214" y="1622219"/>
                </a:lnTo>
                <a:lnTo>
                  <a:pt x="59632" y="1611685"/>
                </a:lnTo>
                <a:lnTo>
                  <a:pt x="71647" y="1601152"/>
                </a:lnTo>
                <a:lnTo>
                  <a:pt x="82783" y="1590618"/>
                </a:lnTo>
                <a:lnTo>
                  <a:pt x="92711" y="1580084"/>
                </a:lnTo>
                <a:lnTo>
                  <a:pt x="101248" y="1569550"/>
                </a:lnTo>
                <a:lnTo>
                  <a:pt x="108341" y="1559016"/>
                </a:lnTo>
                <a:lnTo>
                  <a:pt x="114037" y="1548482"/>
                </a:lnTo>
                <a:lnTo>
                  <a:pt x="118461" y="1537948"/>
                </a:lnTo>
                <a:lnTo>
                  <a:pt x="121775" y="1527414"/>
                </a:lnTo>
                <a:lnTo>
                  <a:pt x="124161" y="1516880"/>
                </a:lnTo>
                <a:lnTo>
                  <a:pt x="125798" y="1506347"/>
                </a:lnTo>
                <a:lnTo>
                  <a:pt x="126851" y="1495813"/>
                </a:lnTo>
                <a:lnTo>
                  <a:pt x="127463" y="1485279"/>
                </a:lnTo>
                <a:lnTo>
                  <a:pt x="127758" y="1474745"/>
                </a:lnTo>
                <a:lnTo>
                  <a:pt x="127835" y="1464211"/>
                </a:lnTo>
                <a:lnTo>
                  <a:pt x="127778" y="1453677"/>
                </a:lnTo>
                <a:lnTo>
                  <a:pt x="127656" y="1443143"/>
                </a:lnTo>
                <a:lnTo>
                  <a:pt x="127527" y="1432609"/>
                </a:lnTo>
                <a:lnTo>
                  <a:pt x="127442" y="1422075"/>
                </a:lnTo>
                <a:lnTo>
                  <a:pt x="127449" y="1411542"/>
                </a:lnTo>
                <a:lnTo>
                  <a:pt x="127590" y="1401008"/>
                </a:lnTo>
                <a:lnTo>
                  <a:pt x="127901" y="1390474"/>
                </a:lnTo>
                <a:lnTo>
                  <a:pt x="128414" y="1379940"/>
                </a:lnTo>
                <a:lnTo>
                  <a:pt x="129146" y="1369406"/>
                </a:lnTo>
                <a:lnTo>
                  <a:pt x="130101" y="1358872"/>
                </a:lnTo>
                <a:lnTo>
                  <a:pt x="131263" y="1348338"/>
                </a:lnTo>
                <a:lnTo>
                  <a:pt x="132594" y="1337804"/>
                </a:lnTo>
                <a:lnTo>
                  <a:pt x="134035" y="1327270"/>
                </a:lnTo>
                <a:lnTo>
                  <a:pt x="135507" y="1316736"/>
                </a:lnTo>
                <a:lnTo>
                  <a:pt x="136919" y="1306203"/>
                </a:lnTo>
                <a:lnTo>
                  <a:pt x="138172" y="1295669"/>
                </a:lnTo>
                <a:lnTo>
                  <a:pt x="139173" y="1285135"/>
                </a:lnTo>
                <a:lnTo>
                  <a:pt x="139840" y="1274601"/>
                </a:lnTo>
                <a:lnTo>
                  <a:pt x="140108" y="1264067"/>
                </a:lnTo>
                <a:lnTo>
                  <a:pt x="139940" y="1253533"/>
                </a:lnTo>
                <a:lnTo>
                  <a:pt x="139324" y="1242999"/>
                </a:lnTo>
                <a:lnTo>
                  <a:pt x="138279" y="1232465"/>
                </a:lnTo>
                <a:lnTo>
                  <a:pt x="136848" y="1221931"/>
                </a:lnTo>
                <a:lnTo>
                  <a:pt x="135102" y="1211398"/>
                </a:lnTo>
                <a:lnTo>
                  <a:pt x="133133" y="1200864"/>
                </a:lnTo>
                <a:lnTo>
                  <a:pt x="131050" y="1190330"/>
                </a:lnTo>
                <a:lnTo>
                  <a:pt x="128973" y="1179796"/>
                </a:lnTo>
                <a:lnTo>
                  <a:pt x="127028" y="1169262"/>
                </a:lnTo>
                <a:lnTo>
                  <a:pt x="125340" y="1158728"/>
                </a:lnTo>
                <a:lnTo>
                  <a:pt x="124020" y="1148194"/>
                </a:lnTo>
                <a:lnTo>
                  <a:pt x="123160" y="1137660"/>
                </a:lnTo>
                <a:lnTo>
                  <a:pt x="122823" y="1127126"/>
                </a:lnTo>
                <a:lnTo>
                  <a:pt x="123039" y="1116593"/>
                </a:lnTo>
                <a:lnTo>
                  <a:pt x="123800" y="1106059"/>
                </a:lnTo>
                <a:lnTo>
                  <a:pt x="125063" y="1095525"/>
                </a:lnTo>
                <a:lnTo>
                  <a:pt x="126755" y="1084991"/>
                </a:lnTo>
                <a:lnTo>
                  <a:pt x="128782" y="1074457"/>
                </a:lnTo>
                <a:lnTo>
                  <a:pt x="131040" y="1063923"/>
                </a:lnTo>
                <a:lnTo>
                  <a:pt x="133425" y="1053389"/>
                </a:lnTo>
                <a:lnTo>
                  <a:pt x="135840" y="1042855"/>
                </a:lnTo>
                <a:lnTo>
                  <a:pt x="138203" y="1032321"/>
                </a:lnTo>
                <a:lnTo>
                  <a:pt x="140447" y="1021788"/>
                </a:lnTo>
                <a:lnTo>
                  <a:pt x="142523" y="1011254"/>
                </a:lnTo>
                <a:lnTo>
                  <a:pt x="144394" y="1000720"/>
                </a:lnTo>
                <a:lnTo>
                  <a:pt x="146033" y="990186"/>
                </a:lnTo>
                <a:lnTo>
                  <a:pt x="147423" y="979652"/>
                </a:lnTo>
                <a:lnTo>
                  <a:pt x="148549" y="969118"/>
                </a:lnTo>
                <a:lnTo>
                  <a:pt x="149405" y="958584"/>
                </a:lnTo>
                <a:lnTo>
                  <a:pt x="149989" y="948050"/>
                </a:lnTo>
                <a:lnTo>
                  <a:pt x="150307" y="937516"/>
                </a:lnTo>
                <a:lnTo>
                  <a:pt x="150378" y="926982"/>
                </a:lnTo>
                <a:lnTo>
                  <a:pt x="150227" y="916449"/>
                </a:lnTo>
                <a:lnTo>
                  <a:pt x="149897" y="905915"/>
                </a:lnTo>
                <a:lnTo>
                  <a:pt x="149436" y="895381"/>
                </a:lnTo>
                <a:lnTo>
                  <a:pt x="148901" y="884847"/>
                </a:lnTo>
                <a:lnTo>
                  <a:pt x="148351" y="874313"/>
                </a:lnTo>
                <a:lnTo>
                  <a:pt x="147843" y="863779"/>
                </a:lnTo>
                <a:lnTo>
                  <a:pt x="147425" y="853245"/>
                </a:lnTo>
                <a:lnTo>
                  <a:pt x="147135" y="842711"/>
                </a:lnTo>
                <a:lnTo>
                  <a:pt x="146995" y="832177"/>
                </a:lnTo>
                <a:lnTo>
                  <a:pt x="147011" y="821644"/>
                </a:lnTo>
                <a:lnTo>
                  <a:pt x="147175" y="811110"/>
                </a:lnTo>
                <a:lnTo>
                  <a:pt x="147470" y="800576"/>
                </a:lnTo>
                <a:lnTo>
                  <a:pt x="147868" y="790042"/>
                </a:lnTo>
                <a:lnTo>
                  <a:pt x="148343" y="779508"/>
                </a:lnTo>
                <a:lnTo>
                  <a:pt x="148868" y="768974"/>
                </a:lnTo>
                <a:lnTo>
                  <a:pt x="149425" y="758440"/>
                </a:lnTo>
                <a:lnTo>
                  <a:pt x="150000" y="747906"/>
                </a:lnTo>
                <a:lnTo>
                  <a:pt x="150588" y="737372"/>
                </a:lnTo>
                <a:lnTo>
                  <a:pt x="151188" y="726839"/>
                </a:lnTo>
                <a:lnTo>
                  <a:pt x="151801" y="716305"/>
                </a:lnTo>
                <a:lnTo>
                  <a:pt x="152425" y="705771"/>
                </a:lnTo>
                <a:lnTo>
                  <a:pt x="153054" y="695237"/>
                </a:lnTo>
                <a:lnTo>
                  <a:pt x="153676" y="684703"/>
                </a:lnTo>
                <a:lnTo>
                  <a:pt x="154272" y="674169"/>
                </a:lnTo>
                <a:lnTo>
                  <a:pt x="154818" y="663635"/>
                </a:lnTo>
                <a:lnTo>
                  <a:pt x="155289" y="653101"/>
                </a:lnTo>
                <a:lnTo>
                  <a:pt x="155663" y="642567"/>
                </a:lnTo>
                <a:lnTo>
                  <a:pt x="155923" y="632034"/>
                </a:lnTo>
                <a:lnTo>
                  <a:pt x="156064" y="621500"/>
                </a:lnTo>
                <a:lnTo>
                  <a:pt x="156092" y="610966"/>
                </a:lnTo>
                <a:lnTo>
                  <a:pt x="156025" y="600432"/>
                </a:lnTo>
                <a:lnTo>
                  <a:pt x="155889" y="589898"/>
                </a:lnTo>
                <a:lnTo>
                  <a:pt x="155716" y="579364"/>
                </a:lnTo>
                <a:lnTo>
                  <a:pt x="155537" y="568830"/>
                </a:lnTo>
                <a:lnTo>
                  <a:pt x="155381" y="558296"/>
                </a:lnTo>
                <a:lnTo>
                  <a:pt x="155267" y="547762"/>
                </a:lnTo>
                <a:lnTo>
                  <a:pt x="155204" y="537228"/>
                </a:lnTo>
                <a:lnTo>
                  <a:pt x="155195" y="526695"/>
                </a:lnTo>
                <a:lnTo>
                  <a:pt x="155233" y="516161"/>
                </a:lnTo>
                <a:lnTo>
                  <a:pt x="155309" y="505627"/>
                </a:lnTo>
                <a:lnTo>
                  <a:pt x="155414" y="495093"/>
                </a:lnTo>
                <a:lnTo>
                  <a:pt x="155543" y="484559"/>
                </a:lnTo>
                <a:lnTo>
                  <a:pt x="155699" y="474025"/>
                </a:lnTo>
                <a:lnTo>
                  <a:pt x="155889" y="463491"/>
                </a:lnTo>
                <a:lnTo>
                  <a:pt x="156128" y="452957"/>
                </a:lnTo>
                <a:lnTo>
                  <a:pt x="156433" y="442423"/>
                </a:lnTo>
                <a:lnTo>
                  <a:pt x="156822" y="431890"/>
                </a:lnTo>
                <a:lnTo>
                  <a:pt x="157309" y="421356"/>
                </a:lnTo>
                <a:lnTo>
                  <a:pt x="157901" y="410822"/>
                </a:lnTo>
                <a:lnTo>
                  <a:pt x="158599" y="400288"/>
                </a:lnTo>
                <a:lnTo>
                  <a:pt x="159395" y="389754"/>
                </a:lnTo>
                <a:lnTo>
                  <a:pt x="160274" y="379220"/>
                </a:lnTo>
                <a:lnTo>
                  <a:pt x="161216" y="368686"/>
                </a:lnTo>
                <a:lnTo>
                  <a:pt x="162200" y="358152"/>
                </a:lnTo>
                <a:lnTo>
                  <a:pt x="163201" y="347618"/>
                </a:lnTo>
                <a:lnTo>
                  <a:pt x="164198" y="337085"/>
                </a:lnTo>
                <a:lnTo>
                  <a:pt x="165172" y="326551"/>
                </a:lnTo>
                <a:lnTo>
                  <a:pt x="166106" y="316017"/>
                </a:lnTo>
                <a:lnTo>
                  <a:pt x="166986" y="305483"/>
                </a:lnTo>
                <a:lnTo>
                  <a:pt x="167802" y="294949"/>
                </a:lnTo>
                <a:lnTo>
                  <a:pt x="168546" y="284415"/>
                </a:lnTo>
                <a:lnTo>
                  <a:pt x="169212" y="273881"/>
                </a:lnTo>
                <a:lnTo>
                  <a:pt x="169794" y="263347"/>
                </a:lnTo>
                <a:lnTo>
                  <a:pt x="170290" y="252813"/>
                </a:lnTo>
                <a:lnTo>
                  <a:pt x="170695" y="242280"/>
                </a:lnTo>
                <a:lnTo>
                  <a:pt x="171004" y="231746"/>
                </a:lnTo>
                <a:lnTo>
                  <a:pt x="171211" y="221212"/>
                </a:lnTo>
                <a:lnTo>
                  <a:pt x="171303" y="210678"/>
                </a:lnTo>
                <a:lnTo>
                  <a:pt x="171261" y="200144"/>
                </a:lnTo>
                <a:lnTo>
                  <a:pt x="171058" y="189610"/>
                </a:lnTo>
                <a:lnTo>
                  <a:pt x="170657" y="179076"/>
                </a:lnTo>
                <a:lnTo>
                  <a:pt x="170010" y="168542"/>
                </a:lnTo>
                <a:lnTo>
                  <a:pt x="169060" y="158008"/>
                </a:lnTo>
                <a:lnTo>
                  <a:pt x="167742" y="147474"/>
                </a:lnTo>
                <a:lnTo>
                  <a:pt x="165991" y="136941"/>
                </a:lnTo>
                <a:lnTo>
                  <a:pt x="163749" y="126407"/>
                </a:lnTo>
                <a:lnTo>
                  <a:pt x="160976" y="115873"/>
                </a:lnTo>
                <a:lnTo>
                  <a:pt x="157658" y="105339"/>
                </a:lnTo>
                <a:lnTo>
                  <a:pt x="153824" y="94805"/>
                </a:lnTo>
                <a:lnTo>
                  <a:pt x="149549" y="84271"/>
                </a:lnTo>
                <a:lnTo>
                  <a:pt x="144962" y="73737"/>
                </a:lnTo>
                <a:lnTo>
                  <a:pt x="140247" y="63203"/>
                </a:lnTo>
                <a:lnTo>
                  <a:pt x="135628" y="52669"/>
                </a:lnTo>
                <a:lnTo>
                  <a:pt x="131359" y="42136"/>
                </a:lnTo>
                <a:lnTo>
                  <a:pt x="127698" y="31602"/>
                </a:lnTo>
                <a:lnTo>
                  <a:pt x="124885" y="21068"/>
                </a:lnTo>
                <a:lnTo>
                  <a:pt x="123112" y="10534"/>
                </a:lnTo>
                <a:lnTo>
                  <a:pt x="122507" y="0"/>
                </a:lnTo>
                <a:lnTo>
                  <a:pt x="222207" y="0"/>
                </a:lnTo>
                <a:lnTo>
                  <a:pt x="222207" y="0"/>
                </a:lnTo>
                <a:lnTo>
                  <a:pt x="221602" y="10534"/>
                </a:lnTo>
                <a:lnTo>
                  <a:pt x="219830" y="21068"/>
                </a:lnTo>
                <a:lnTo>
                  <a:pt x="217016" y="31602"/>
                </a:lnTo>
                <a:lnTo>
                  <a:pt x="213355" y="42136"/>
                </a:lnTo>
                <a:lnTo>
                  <a:pt x="209086" y="52669"/>
                </a:lnTo>
                <a:lnTo>
                  <a:pt x="204467" y="63203"/>
                </a:lnTo>
                <a:lnTo>
                  <a:pt x="199752" y="73737"/>
                </a:lnTo>
                <a:lnTo>
                  <a:pt x="195166" y="84271"/>
                </a:lnTo>
                <a:lnTo>
                  <a:pt x="190891" y="94805"/>
                </a:lnTo>
                <a:lnTo>
                  <a:pt x="187056" y="105339"/>
                </a:lnTo>
                <a:lnTo>
                  <a:pt x="183738" y="115873"/>
                </a:lnTo>
                <a:lnTo>
                  <a:pt x="180965" y="126407"/>
                </a:lnTo>
                <a:lnTo>
                  <a:pt x="178723" y="136941"/>
                </a:lnTo>
                <a:lnTo>
                  <a:pt x="176972" y="147474"/>
                </a:lnTo>
                <a:lnTo>
                  <a:pt x="175654" y="158008"/>
                </a:lnTo>
                <a:lnTo>
                  <a:pt x="174704" y="168542"/>
                </a:lnTo>
                <a:lnTo>
                  <a:pt x="174057" y="179076"/>
                </a:lnTo>
                <a:lnTo>
                  <a:pt x="173656" y="189610"/>
                </a:lnTo>
                <a:lnTo>
                  <a:pt x="173453" y="200144"/>
                </a:lnTo>
                <a:lnTo>
                  <a:pt x="173411" y="210678"/>
                </a:lnTo>
                <a:lnTo>
                  <a:pt x="173503" y="221212"/>
                </a:lnTo>
                <a:lnTo>
                  <a:pt x="173710" y="231746"/>
                </a:lnTo>
                <a:lnTo>
                  <a:pt x="174019" y="242280"/>
                </a:lnTo>
                <a:lnTo>
                  <a:pt x="174425" y="252813"/>
                </a:lnTo>
                <a:lnTo>
                  <a:pt x="174920" y="263347"/>
                </a:lnTo>
                <a:lnTo>
                  <a:pt x="175503" y="273881"/>
                </a:lnTo>
                <a:lnTo>
                  <a:pt x="176168" y="284415"/>
                </a:lnTo>
                <a:lnTo>
                  <a:pt x="176912" y="294949"/>
                </a:lnTo>
                <a:lnTo>
                  <a:pt x="177728" y="305483"/>
                </a:lnTo>
                <a:lnTo>
                  <a:pt x="178608" y="316017"/>
                </a:lnTo>
                <a:lnTo>
                  <a:pt x="179542" y="326551"/>
                </a:lnTo>
                <a:lnTo>
                  <a:pt x="180516" y="337085"/>
                </a:lnTo>
                <a:lnTo>
                  <a:pt x="181513" y="347618"/>
                </a:lnTo>
                <a:lnTo>
                  <a:pt x="182515" y="358152"/>
                </a:lnTo>
                <a:lnTo>
                  <a:pt x="183498" y="368686"/>
                </a:lnTo>
                <a:lnTo>
                  <a:pt x="184440" y="379220"/>
                </a:lnTo>
                <a:lnTo>
                  <a:pt x="185319" y="389754"/>
                </a:lnTo>
                <a:lnTo>
                  <a:pt x="186115" y="400288"/>
                </a:lnTo>
                <a:lnTo>
                  <a:pt x="186813" y="410822"/>
                </a:lnTo>
                <a:lnTo>
                  <a:pt x="187405" y="421356"/>
                </a:lnTo>
                <a:lnTo>
                  <a:pt x="187892" y="431890"/>
                </a:lnTo>
                <a:lnTo>
                  <a:pt x="188281" y="442423"/>
                </a:lnTo>
                <a:lnTo>
                  <a:pt x="188586" y="452957"/>
                </a:lnTo>
                <a:lnTo>
                  <a:pt x="188825" y="463491"/>
                </a:lnTo>
                <a:lnTo>
                  <a:pt x="189016" y="474025"/>
                </a:lnTo>
                <a:lnTo>
                  <a:pt x="189171" y="484559"/>
                </a:lnTo>
                <a:lnTo>
                  <a:pt x="189301" y="495093"/>
                </a:lnTo>
                <a:lnTo>
                  <a:pt x="189406" y="505627"/>
                </a:lnTo>
                <a:lnTo>
                  <a:pt x="189482" y="516161"/>
                </a:lnTo>
                <a:lnTo>
                  <a:pt x="189520" y="526695"/>
                </a:lnTo>
                <a:lnTo>
                  <a:pt x="189510" y="537228"/>
                </a:lnTo>
                <a:lnTo>
                  <a:pt x="189448" y="547762"/>
                </a:lnTo>
                <a:lnTo>
                  <a:pt x="189333" y="558296"/>
                </a:lnTo>
                <a:lnTo>
                  <a:pt x="189177" y="568830"/>
                </a:lnTo>
                <a:lnTo>
                  <a:pt x="188998" y="579364"/>
                </a:lnTo>
                <a:lnTo>
                  <a:pt x="188825" y="589898"/>
                </a:lnTo>
                <a:lnTo>
                  <a:pt x="188689" y="600432"/>
                </a:lnTo>
                <a:lnTo>
                  <a:pt x="188622" y="610966"/>
                </a:lnTo>
                <a:lnTo>
                  <a:pt x="188651" y="621500"/>
                </a:lnTo>
                <a:lnTo>
                  <a:pt x="188792" y="632034"/>
                </a:lnTo>
                <a:lnTo>
                  <a:pt x="189051" y="642567"/>
                </a:lnTo>
                <a:lnTo>
                  <a:pt x="189425" y="653101"/>
                </a:lnTo>
                <a:lnTo>
                  <a:pt x="189896" y="663635"/>
                </a:lnTo>
                <a:lnTo>
                  <a:pt x="190442" y="674169"/>
                </a:lnTo>
                <a:lnTo>
                  <a:pt x="191038" y="684703"/>
                </a:lnTo>
                <a:lnTo>
                  <a:pt x="191660" y="695237"/>
                </a:lnTo>
                <a:lnTo>
                  <a:pt x="192290" y="705771"/>
                </a:lnTo>
                <a:lnTo>
                  <a:pt x="192913" y="716305"/>
                </a:lnTo>
                <a:lnTo>
                  <a:pt x="193526" y="726839"/>
                </a:lnTo>
                <a:lnTo>
                  <a:pt x="194126" y="737372"/>
                </a:lnTo>
                <a:lnTo>
                  <a:pt x="194714" y="747906"/>
                </a:lnTo>
                <a:lnTo>
                  <a:pt x="195289" y="758440"/>
                </a:lnTo>
                <a:lnTo>
                  <a:pt x="195846" y="768974"/>
                </a:lnTo>
                <a:lnTo>
                  <a:pt x="196372" y="779508"/>
                </a:lnTo>
                <a:lnTo>
                  <a:pt x="196846" y="790042"/>
                </a:lnTo>
                <a:lnTo>
                  <a:pt x="197245" y="800576"/>
                </a:lnTo>
                <a:lnTo>
                  <a:pt x="197539" y="811110"/>
                </a:lnTo>
                <a:lnTo>
                  <a:pt x="197704" y="821644"/>
                </a:lnTo>
                <a:lnTo>
                  <a:pt x="197720" y="832177"/>
                </a:lnTo>
                <a:lnTo>
                  <a:pt x="197579" y="842711"/>
                </a:lnTo>
                <a:lnTo>
                  <a:pt x="197289" y="853245"/>
                </a:lnTo>
                <a:lnTo>
                  <a:pt x="196871" y="863779"/>
                </a:lnTo>
                <a:lnTo>
                  <a:pt x="196363" y="874313"/>
                </a:lnTo>
                <a:lnTo>
                  <a:pt x="195813" y="884847"/>
                </a:lnTo>
                <a:lnTo>
                  <a:pt x="195278" y="895381"/>
                </a:lnTo>
                <a:lnTo>
                  <a:pt x="194817" y="905915"/>
                </a:lnTo>
                <a:lnTo>
                  <a:pt x="194487" y="916449"/>
                </a:lnTo>
                <a:lnTo>
                  <a:pt x="194337" y="926982"/>
                </a:lnTo>
                <a:lnTo>
                  <a:pt x="194407" y="937516"/>
                </a:lnTo>
                <a:lnTo>
                  <a:pt x="194725" y="948050"/>
                </a:lnTo>
                <a:lnTo>
                  <a:pt x="195309" y="958584"/>
                </a:lnTo>
                <a:lnTo>
                  <a:pt x="196165" y="969118"/>
                </a:lnTo>
                <a:lnTo>
                  <a:pt x="197292" y="979652"/>
                </a:lnTo>
                <a:lnTo>
                  <a:pt x="198681" y="990186"/>
                </a:lnTo>
                <a:lnTo>
                  <a:pt x="200321" y="1000720"/>
                </a:lnTo>
                <a:lnTo>
                  <a:pt x="202191" y="1011254"/>
                </a:lnTo>
                <a:lnTo>
                  <a:pt x="204267" y="1021788"/>
                </a:lnTo>
                <a:lnTo>
                  <a:pt x="206511" y="1032321"/>
                </a:lnTo>
                <a:lnTo>
                  <a:pt x="208874" y="1042855"/>
                </a:lnTo>
                <a:lnTo>
                  <a:pt x="211289" y="1053389"/>
                </a:lnTo>
                <a:lnTo>
                  <a:pt x="213674" y="1063923"/>
                </a:lnTo>
                <a:lnTo>
                  <a:pt x="215932" y="1074457"/>
                </a:lnTo>
                <a:lnTo>
                  <a:pt x="217960" y="1084991"/>
                </a:lnTo>
                <a:lnTo>
                  <a:pt x="219651" y="1095525"/>
                </a:lnTo>
                <a:lnTo>
                  <a:pt x="220914" y="1106059"/>
                </a:lnTo>
                <a:lnTo>
                  <a:pt x="221675" y="1116593"/>
                </a:lnTo>
                <a:lnTo>
                  <a:pt x="221891" y="1127126"/>
                </a:lnTo>
                <a:lnTo>
                  <a:pt x="221555" y="1137660"/>
                </a:lnTo>
                <a:lnTo>
                  <a:pt x="220695" y="1148194"/>
                </a:lnTo>
                <a:lnTo>
                  <a:pt x="219375" y="1158728"/>
                </a:lnTo>
                <a:lnTo>
                  <a:pt x="217686" y="1169262"/>
                </a:lnTo>
                <a:lnTo>
                  <a:pt x="215742" y="1179796"/>
                </a:lnTo>
                <a:lnTo>
                  <a:pt x="213665" y="1190330"/>
                </a:lnTo>
                <a:lnTo>
                  <a:pt x="211581" y="1200864"/>
                </a:lnTo>
                <a:lnTo>
                  <a:pt x="209612" y="1211398"/>
                </a:lnTo>
                <a:lnTo>
                  <a:pt x="207866" y="1221931"/>
                </a:lnTo>
                <a:lnTo>
                  <a:pt x="206436" y="1232465"/>
                </a:lnTo>
                <a:lnTo>
                  <a:pt x="205390" y="1242999"/>
                </a:lnTo>
                <a:lnTo>
                  <a:pt x="204774" y="1253533"/>
                </a:lnTo>
                <a:lnTo>
                  <a:pt x="204606" y="1264067"/>
                </a:lnTo>
                <a:lnTo>
                  <a:pt x="204874" y="1274601"/>
                </a:lnTo>
                <a:lnTo>
                  <a:pt x="205541" y="1285135"/>
                </a:lnTo>
                <a:lnTo>
                  <a:pt x="206542" y="1295669"/>
                </a:lnTo>
                <a:lnTo>
                  <a:pt x="207796" y="1306203"/>
                </a:lnTo>
                <a:lnTo>
                  <a:pt x="209207" y="1316736"/>
                </a:lnTo>
                <a:lnTo>
                  <a:pt x="210679" y="1327270"/>
                </a:lnTo>
                <a:lnTo>
                  <a:pt x="212120" y="1337804"/>
                </a:lnTo>
                <a:lnTo>
                  <a:pt x="213451" y="1348338"/>
                </a:lnTo>
                <a:lnTo>
                  <a:pt x="214613" y="1358872"/>
                </a:lnTo>
                <a:lnTo>
                  <a:pt x="215568" y="1369406"/>
                </a:lnTo>
                <a:lnTo>
                  <a:pt x="216301" y="1379940"/>
                </a:lnTo>
                <a:lnTo>
                  <a:pt x="216813" y="1390474"/>
                </a:lnTo>
                <a:lnTo>
                  <a:pt x="217125" y="1401008"/>
                </a:lnTo>
                <a:lnTo>
                  <a:pt x="217265" y="1411542"/>
                </a:lnTo>
                <a:lnTo>
                  <a:pt x="217272" y="1422075"/>
                </a:lnTo>
                <a:lnTo>
                  <a:pt x="217187" y="1432609"/>
                </a:lnTo>
                <a:lnTo>
                  <a:pt x="217058" y="1443143"/>
                </a:lnTo>
                <a:lnTo>
                  <a:pt x="216936" y="1453677"/>
                </a:lnTo>
                <a:lnTo>
                  <a:pt x="216879" y="1464211"/>
                </a:lnTo>
                <a:lnTo>
                  <a:pt x="216956" y="1474745"/>
                </a:lnTo>
                <a:lnTo>
                  <a:pt x="217251" y="1485279"/>
                </a:lnTo>
                <a:lnTo>
                  <a:pt x="217864" y="1495813"/>
                </a:lnTo>
                <a:lnTo>
                  <a:pt x="218916" y="1506347"/>
                </a:lnTo>
                <a:lnTo>
                  <a:pt x="220553" y="1516880"/>
                </a:lnTo>
                <a:lnTo>
                  <a:pt x="222940" y="1527414"/>
                </a:lnTo>
                <a:lnTo>
                  <a:pt x="226254" y="1537948"/>
                </a:lnTo>
                <a:lnTo>
                  <a:pt x="230677" y="1548482"/>
                </a:lnTo>
                <a:lnTo>
                  <a:pt x="236374" y="1559016"/>
                </a:lnTo>
                <a:lnTo>
                  <a:pt x="243466" y="1569550"/>
                </a:lnTo>
                <a:lnTo>
                  <a:pt x="252003" y="1580084"/>
                </a:lnTo>
                <a:lnTo>
                  <a:pt x="261931" y="1590618"/>
                </a:lnTo>
                <a:lnTo>
                  <a:pt x="273067" y="1601152"/>
                </a:lnTo>
                <a:lnTo>
                  <a:pt x="285082" y="1611685"/>
                </a:lnTo>
                <a:lnTo>
                  <a:pt x="297500" y="1622219"/>
                </a:lnTo>
                <a:lnTo>
                  <a:pt x="309722" y="1632753"/>
                </a:lnTo>
                <a:lnTo>
                  <a:pt x="321066" y="1643287"/>
                </a:lnTo>
                <a:lnTo>
                  <a:pt x="330826" y="1653821"/>
                </a:lnTo>
                <a:lnTo>
                  <a:pt x="338346" y="1664355"/>
                </a:lnTo>
                <a:lnTo>
                  <a:pt x="343092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5462">
            <a:extLst>
              <a:ext uri="{FF2B5EF4-FFF2-40B4-BE49-F238E27FC236}">
                <a16:creationId xmlns:a16="http://schemas.microsoft.com/office/drawing/2014/main" id="{60CCE223-9F08-4CEB-BC74-5B2577831AF3}"/>
              </a:ext>
            </a:extLst>
          </p:cNvPr>
          <p:cNvSpPr>
            <a:spLocks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5463">
            <a:extLst>
              <a:ext uri="{FF2B5EF4-FFF2-40B4-BE49-F238E27FC236}">
                <a16:creationId xmlns:a16="http://schemas.microsoft.com/office/drawing/2014/main" id="{1F27A052-4290-47DD-8B59-84A5474E8BBB}"/>
              </a:ext>
            </a:extLst>
          </p:cNvPr>
          <p:cNvSpPr>
            <a:spLocks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5464">
            <a:extLst>
              <a:ext uri="{FF2B5EF4-FFF2-40B4-BE49-F238E27FC236}">
                <a16:creationId xmlns:a16="http://schemas.microsoft.com/office/drawing/2014/main" id="{F8469B43-7789-4DD5-931F-EEFAD6E00E89}"/>
              </a:ext>
            </a:extLst>
          </p:cNvPr>
          <p:cNvSpPr>
            <a:spLocks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86763" y="1685423"/>
                </a:moveTo>
                <a:lnTo>
                  <a:pt x="57951" y="1685423"/>
                </a:lnTo>
                <a:lnTo>
                  <a:pt x="59120" y="1674889"/>
                </a:lnTo>
                <a:lnTo>
                  <a:pt x="62545" y="1664355"/>
                </a:lnTo>
                <a:lnTo>
                  <a:pt x="67997" y="1653821"/>
                </a:lnTo>
                <a:lnTo>
                  <a:pt x="75123" y="1643287"/>
                </a:lnTo>
                <a:lnTo>
                  <a:pt x="83480" y="1632753"/>
                </a:lnTo>
                <a:lnTo>
                  <a:pt x="92583" y="1622219"/>
                </a:lnTo>
                <a:lnTo>
                  <a:pt x="101952" y="1611685"/>
                </a:lnTo>
                <a:lnTo>
                  <a:pt x="111149" y="1601152"/>
                </a:lnTo>
                <a:lnTo>
                  <a:pt x="119810" y="1590618"/>
                </a:lnTo>
                <a:lnTo>
                  <a:pt x="127664" y="1580084"/>
                </a:lnTo>
                <a:lnTo>
                  <a:pt x="134540" y="1569550"/>
                </a:lnTo>
                <a:lnTo>
                  <a:pt x="140363" y="1559016"/>
                </a:lnTo>
                <a:lnTo>
                  <a:pt x="145137" y="1548482"/>
                </a:lnTo>
                <a:lnTo>
                  <a:pt x="148931" y="1537948"/>
                </a:lnTo>
                <a:lnTo>
                  <a:pt x="151853" y="1527414"/>
                </a:lnTo>
                <a:lnTo>
                  <a:pt x="154039" y="1516880"/>
                </a:lnTo>
                <a:lnTo>
                  <a:pt x="155629" y="1506347"/>
                </a:lnTo>
                <a:lnTo>
                  <a:pt x="156758" y="1495813"/>
                </a:lnTo>
                <a:lnTo>
                  <a:pt x="157548" y="1485279"/>
                </a:lnTo>
                <a:lnTo>
                  <a:pt x="158103" y="1474745"/>
                </a:lnTo>
                <a:lnTo>
                  <a:pt x="158506" y="1464211"/>
                </a:lnTo>
                <a:lnTo>
                  <a:pt x="158824" y="1453677"/>
                </a:lnTo>
                <a:lnTo>
                  <a:pt x="159104" y="1443143"/>
                </a:lnTo>
                <a:lnTo>
                  <a:pt x="159377" y="1432609"/>
                </a:lnTo>
                <a:lnTo>
                  <a:pt x="159664" y="1422075"/>
                </a:lnTo>
                <a:lnTo>
                  <a:pt x="159972" y="1411542"/>
                </a:lnTo>
                <a:lnTo>
                  <a:pt x="160300" y="1401008"/>
                </a:lnTo>
                <a:lnTo>
                  <a:pt x="160639" y="1390474"/>
                </a:lnTo>
                <a:lnTo>
                  <a:pt x="160977" y="1379940"/>
                </a:lnTo>
                <a:lnTo>
                  <a:pt x="161297" y="1369406"/>
                </a:lnTo>
                <a:lnTo>
                  <a:pt x="161581" y="1358872"/>
                </a:lnTo>
                <a:lnTo>
                  <a:pt x="161814" y="1348338"/>
                </a:lnTo>
                <a:lnTo>
                  <a:pt x="161985" y="1337804"/>
                </a:lnTo>
                <a:lnTo>
                  <a:pt x="162086" y="1327270"/>
                </a:lnTo>
                <a:lnTo>
                  <a:pt x="162117" y="1316736"/>
                </a:lnTo>
                <a:lnTo>
                  <a:pt x="162085" y="1306203"/>
                </a:lnTo>
                <a:lnTo>
                  <a:pt x="162002" y="1295669"/>
                </a:lnTo>
                <a:lnTo>
                  <a:pt x="161885" y="1285135"/>
                </a:lnTo>
                <a:lnTo>
                  <a:pt x="161755" y="1274601"/>
                </a:lnTo>
                <a:lnTo>
                  <a:pt x="161631" y="1264067"/>
                </a:lnTo>
                <a:lnTo>
                  <a:pt x="161533" y="1253533"/>
                </a:lnTo>
                <a:lnTo>
                  <a:pt x="161474" y="1242999"/>
                </a:lnTo>
                <a:lnTo>
                  <a:pt x="161462" y="1232465"/>
                </a:lnTo>
                <a:lnTo>
                  <a:pt x="161499" y="1221931"/>
                </a:lnTo>
                <a:lnTo>
                  <a:pt x="161579" y="1211398"/>
                </a:lnTo>
                <a:lnTo>
                  <a:pt x="161694" y="1200864"/>
                </a:lnTo>
                <a:lnTo>
                  <a:pt x="161830" y="1190330"/>
                </a:lnTo>
                <a:lnTo>
                  <a:pt x="161971" y="1179796"/>
                </a:lnTo>
                <a:lnTo>
                  <a:pt x="162106" y="1169262"/>
                </a:lnTo>
                <a:lnTo>
                  <a:pt x="162224" y="1158728"/>
                </a:lnTo>
                <a:lnTo>
                  <a:pt x="162321" y="1148194"/>
                </a:lnTo>
                <a:lnTo>
                  <a:pt x="162398" y="1137660"/>
                </a:lnTo>
                <a:lnTo>
                  <a:pt x="162462" y="1127126"/>
                </a:lnTo>
                <a:lnTo>
                  <a:pt x="162525" y="1116593"/>
                </a:lnTo>
                <a:lnTo>
                  <a:pt x="162602" y="1106059"/>
                </a:lnTo>
                <a:lnTo>
                  <a:pt x="162711" y="1095525"/>
                </a:lnTo>
                <a:lnTo>
                  <a:pt x="162867" y="1084991"/>
                </a:lnTo>
                <a:lnTo>
                  <a:pt x="163082" y="1074457"/>
                </a:lnTo>
                <a:lnTo>
                  <a:pt x="163364" y="1063923"/>
                </a:lnTo>
                <a:lnTo>
                  <a:pt x="163713" y="1053389"/>
                </a:lnTo>
                <a:lnTo>
                  <a:pt x="164120" y="1042855"/>
                </a:lnTo>
                <a:lnTo>
                  <a:pt x="164570" y="1032321"/>
                </a:lnTo>
                <a:lnTo>
                  <a:pt x="165039" y="1021788"/>
                </a:lnTo>
                <a:lnTo>
                  <a:pt x="165496" y="1011254"/>
                </a:lnTo>
                <a:lnTo>
                  <a:pt x="165909" y="1000720"/>
                </a:lnTo>
                <a:lnTo>
                  <a:pt x="166240" y="990186"/>
                </a:lnTo>
                <a:lnTo>
                  <a:pt x="166455" y="979652"/>
                </a:lnTo>
                <a:lnTo>
                  <a:pt x="166524" y="969118"/>
                </a:lnTo>
                <a:lnTo>
                  <a:pt x="166425" y="958584"/>
                </a:lnTo>
                <a:lnTo>
                  <a:pt x="166148" y="948050"/>
                </a:lnTo>
                <a:lnTo>
                  <a:pt x="165693" y="937516"/>
                </a:lnTo>
                <a:lnTo>
                  <a:pt x="165077" y="926982"/>
                </a:lnTo>
                <a:lnTo>
                  <a:pt x="164330" y="916449"/>
                </a:lnTo>
                <a:lnTo>
                  <a:pt x="163495" y="905915"/>
                </a:lnTo>
                <a:lnTo>
                  <a:pt x="162625" y="895381"/>
                </a:lnTo>
                <a:lnTo>
                  <a:pt x="161778" y="884847"/>
                </a:lnTo>
                <a:lnTo>
                  <a:pt x="161011" y="874313"/>
                </a:lnTo>
                <a:lnTo>
                  <a:pt x="160377" y="863779"/>
                </a:lnTo>
                <a:lnTo>
                  <a:pt x="159919" y="853245"/>
                </a:lnTo>
                <a:lnTo>
                  <a:pt x="159665" y="842711"/>
                </a:lnTo>
                <a:lnTo>
                  <a:pt x="159623" y="832177"/>
                </a:lnTo>
                <a:lnTo>
                  <a:pt x="159788" y="821644"/>
                </a:lnTo>
                <a:lnTo>
                  <a:pt x="160137" y="811110"/>
                </a:lnTo>
                <a:lnTo>
                  <a:pt x="160635" y="800576"/>
                </a:lnTo>
                <a:lnTo>
                  <a:pt x="161237" y="790042"/>
                </a:lnTo>
                <a:lnTo>
                  <a:pt x="161899" y="779508"/>
                </a:lnTo>
                <a:lnTo>
                  <a:pt x="162577" y="768974"/>
                </a:lnTo>
                <a:lnTo>
                  <a:pt x="163234" y="758440"/>
                </a:lnTo>
                <a:lnTo>
                  <a:pt x="163842" y="747906"/>
                </a:lnTo>
                <a:lnTo>
                  <a:pt x="164381" y="737372"/>
                </a:lnTo>
                <a:lnTo>
                  <a:pt x="164844" y="726839"/>
                </a:lnTo>
                <a:lnTo>
                  <a:pt x="165228" y="716305"/>
                </a:lnTo>
                <a:lnTo>
                  <a:pt x="165538" y="705771"/>
                </a:lnTo>
                <a:lnTo>
                  <a:pt x="165781" y="695237"/>
                </a:lnTo>
                <a:lnTo>
                  <a:pt x="165965" y="684703"/>
                </a:lnTo>
                <a:lnTo>
                  <a:pt x="166097" y="674169"/>
                </a:lnTo>
                <a:lnTo>
                  <a:pt x="166183" y="663635"/>
                </a:lnTo>
                <a:lnTo>
                  <a:pt x="166228" y="653101"/>
                </a:lnTo>
                <a:lnTo>
                  <a:pt x="166235" y="642567"/>
                </a:lnTo>
                <a:lnTo>
                  <a:pt x="166209" y="632034"/>
                </a:lnTo>
                <a:lnTo>
                  <a:pt x="166153" y="621500"/>
                </a:lnTo>
                <a:lnTo>
                  <a:pt x="166072" y="610966"/>
                </a:lnTo>
                <a:lnTo>
                  <a:pt x="165971" y="600432"/>
                </a:lnTo>
                <a:lnTo>
                  <a:pt x="165854" y="589898"/>
                </a:lnTo>
                <a:lnTo>
                  <a:pt x="165724" y="579364"/>
                </a:lnTo>
                <a:lnTo>
                  <a:pt x="165579" y="568830"/>
                </a:lnTo>
                <a:lnTo>
                  <a:pt x="165417" y="558296"/>
                </a:lnTo>
                <a:lnTo>
                  <a:pt x="165231" y="547762"/>
                </a:lnTo>
                <a:lnTo>
                  <a:pt x="165013" y="537228"/>
                </a:lnTo>
                <a:lnTo>
                  <a:pt x="164756" y="526695"/>
                </a:lnTo>
                <a:lnTo>
                  <a:pt x="164453" y="516161"/>
                </a:lnTo>
                <a:lnTo>
                  <a:pt x="164104" y="505627"/>
                </a:lnTo>
                <a:lnTo>
                  <a:pt x="163715" y="495093"/>
                </a:lnTo>
                <a:lnTo>
                  <a:pt x="163301" y="484559"/>
                </a:lnTo>
                <a:lnTo>
                  <a:pt x="162883" y="474025"/>
                </a:lnTo>
                <a:lnTo>
                  <a:pt x="162490" y="463491"/>
                </a:lnTo>
                <a:lnTo>
                  <a:pt x="162152" y="452957"/>
                </a:lnTo>
                <a:lnTo>
                  <a:pt x="161900" y="442423"/>
                </a:lnTo>
                <a:lnTo>
                  <a:pt x="161758" y="431890"/>
                </a:lnTo>
                <a:lnTo>
                  <a:pt x="161743" y="421356"/>
                </a:lnTo>
                <a:lnTo>
                  <a:pt x="161858" y="410822"/>
                </a:lnTo>
                <a:lnTo>
                  <a:pt x="162095" y="400288"/>
                </a:lnTo>
                <a:lnTo>
                  <a:pt x="162432" y="389754"/>
                </a:lnTo>
                <a:lnTo>
                  <a:pt x="162838" y="379220"/>
                </a:lnTo>
                <a:lnTo>
                  <a:pt x="163274" y="368686"/>
                </a:lnTo>
                <a:lnTo>
                  <a:pt x="163698" y="358152"/>
                </a:lnTo>
                <a:lnTo>
                  <a:pt x="164074" y="347618"/>
                </a:lnTo>
                <a:lnTo>
                  <a:pt x="164367" y="337085"/>
                </a:lnTo>
                <a:lnTo>
                  <a:pt x="164555" y="326551"/>
                </a:lnTo>
                <a:lnTo>
                  <a:pt x="164625" y="316017"/>
                </a:lnTo>
                <a:lnTo>
                  <a:pt x="164577" y="305483"/>
                </a:lnTo>
                <a:lnTo>
                  <a:pt x="164416" y="294949"/>
                </a:lnTo>
                <a:lnTo>
                  <a:pt x="164161" y="284415"/>
                </a:lnTo>
                <a:lnTo>
                  <a:pt x="163829" y="273881"/>
                </a:lnTo>
                <a:lnTo>
                  <a:pt x="163440" y="263347"/>
                </a:lnTo>
                <a:lnTo>
                  <a:pt x="163009" y="252813"/>
                </a:lnTo>
                <a:lnTo>
                  <a:pt x="162539" y="242280"/>
                </a:lnTo>
                <a:lnTo>
                  <a:pt x="162021" y="231746"/>
                </a:lnTo>
                <a:lnTo>
                  <a:pt x="161423" y="221212"/>
                </a:lnTo>
                <a:lnTo>
                  <a:pt x="160688" y="210678"/>
                </a:lnTo>
                <a:lnTo>
                  <a:pt x="159725" y="200144"/>
                </a:lnTo>
                <a:lnTo>
                  <a:pt x="158411" y="189610"/>
                </a:lnTo>
                <a:lnTo>
                  <a:pt x="156586" y="179076"/>
                </a:lnTo>
                <a:lnTo>
                  <a:pt x="154055" y="168542"/>
                </a:lnTo>
                <a:lnTo>
                  <a:pt x="150598" y="158008"/>
                </a:lnTo>
                <a:lnTo>
                  <a:pt x="145980" y="147474"/>
                </a:lnTo>
                <a:lnTo>
                  <a:pt x="139978" y="136941"/>
                </a:lnTo>
                <a:lnTo>
                  <a:pt x="132405" y="126407"/>
                </a:lnTo>
                <a:lnTo>
                  <a:pt x="123140" y="115873"/>
                </a:lnTo>
                <a:lnTo>
                  <a:pt x="112167" y="105339"/>
                </a:lnTo>
                <a:lnTo>
                  <a:pt x="99601" y="94805"/>
                </a:lnTo>
                <a:lnTo>
                  <a:pt x="85714" y="84271"/>
                </a:lnTo>
                <a:lnTo>
                  <a:pt x="70939" y="73737"/>
                </a:lnTo>
                <a:lnTo>
                  <a:pt x="55864" y="63203"/>
                </a:lnTo>
                <a:lnTo>
                  <a:pt x="41198" y="52669"/>
                </a:lnTo>
                <a:lnTo>
                  <a:pt x="27723" y="42136"/>
                </a:lnTo>
                <a:lnTo>
                  <a:pt x="16224" y="31602"/>
                </a:lnTo>
                <a:lnTo>
                  <a:pt x="7420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7" y="10534"/>
                </a:lnTo>
                <a:lnTo>
                  <a:pt x="337295" y="21068"/>
                </a:lnTo>
                <a:lnTo>
                  <a:pt x="328491" y="31602"/>
                </a:lnTo>
                <a:lnTo>
                  <a:pt x="316992" y="42136"/>
                </a:lnTo>
                <a:lnTo>
                  <a:pt x="303516" y="52669"/>
                </a:lnTo>
                <a:lnTo>
                  <a:pt x="288850" y="63203"/>
                </a:lnTo>
                <a:lnTo>
                  <a:pt x="273775" y="73737"/>
                </a:lnTo>
                <a:lnTo>
                  <a:pt x="259000" y="84271"/>
                </a:lnTo>
                <a:lnTo>
                  <a:pt x="245113" y="94805"/>
                </a:lnTo>
                <a:lnTo>
                  <a:pt x="232547" y="105339"/>
                </a:lnTo>
                <a:lnTo>
                  <a:pt x="221574" y="115873"/>
                </a:lnTo>
                <a:lnTo>
                  <a:pt x="212309" y="126407"/>
                </a:lnTo>
                <a:lnTo>
                  <a:pt x="204736" y="136941"/>
                </a:lnTo>
                <a:lnTo>
                  <a:pt x="198734" y="147474"/>
                </a:lnTo>
                <a:lnTo>
                  <a:pt x="194117" y="158008"/>
                </a:lnTo>
                <a:lnTo>
                  <a:pt x="190659" y="168542"/>
                </a:lnTo>
                <a:lnTo>
                  <a:pt x="188128" y="179076"/>
                </a:lnTo>
                <a:lnTo>
                  <a:pt x="186303" y="189610"/>
                </a:lnTo>
                <a:lnTo>
                  <a:pt x="184989" y="200144"/>
                </a:lnTo>
                <a:lnTo>
                  <a:pt x="184027" y="210678"/>
                </a:lnTo>
                <a:lnTo>
                  <a:pt x="183291" y="221212"/>
                </a:lnTo>
                <a:lnTo>
                  <a:pt x="182693" y="231746"/>
                </a:lnTo>
                <a:lnTo>
                  <a:pt x="182175" y="242280"/>
                </a:lnTo>
                <a:lnTo>
                  <a:pt x="181706" y="252813"/>
                </a:lnTo>
                <a:lnTo>
                  <a:pt x="181274" y="263347"/>
                </a:lnTo>
                <a:lnTo>
                  <a:pt x="180885" y="273881"/>
                </a:lnTo>
                <a:lnTo>
                  <a:pt x="180553" y="284415"/>
                </a:lnTo>
                <a:lnTo>
                  <a:pt x="180298" y="294949"/>
                </a:lnTo>
                <a:lnTo>
                  <a:pt x="180138" y="305483"/>
                </a:lnTo>
                <a:lnTo>
                  <a:pt x="180089" y="316017"/>
                </a:lnTo>
                <a:lnTo>
                  <a:pt x="180159" y="326551"/>
                </a:lnTo>
                <a:lnTo>
                  <a:pt x="180347" y="337085"/>
                </a:lnTo>
                <a:lnTo>
                  <a:pt x="180641" y="347618"/>
                </a:lnTo>
                <a:lnTo>
                  <a:pt x="181016" y="358152"/>
                </a:lnTo>
                <a:lnTo>
                  <a:pt x="181441" y="368686"/>
                </a:lnTo>
                <a:lnTo>
                  <a:pt x="181876" y="379220"/>
                </a:lnTo>
                <a:lnTo>
                  <a:pt x="182282" y="389754"/>
                </a:lnTo>
                <a:lnTo>
                  <a:pt x="182619" y="400288"/>
                </a:lnTo>
                <a:lnTo>
                  <a:pt x="182856" y="410822"/>
                </a:lnTo>
                <a:lnTo>
                  <a:pt x="182971" y="421356"/>
                </a:lnTo>
                <a:lnTo>
                  <a:pt x="182956" y="431890"/>
                </a:lnTo>
                <a:lnTo>
                  <a:pt x="182814" y="442423"/>
                </a:lnTo>
                <a:lnTo>
                  <a:pt x="182562" y="452957"/>
                </a:lnTo>
                <a:lnTo>
                  <a:pt x="182224" y="463491"/>
                </a:lnTo>
                <a:lnTo>
                  <a:pt x="181831" y="474025"/>
                </a:lnTo>
                <a:lnTo>
                  <a:pt x="181413" y="484559"/>
                </a:lnTo>
                <a:lnTo>
                  <a:pt x="180999" y="495093"/>
                </a:lnTo>
                <a:lnTo>
                  <a:pt x="180610" y="505627"/>
                </a:lnTo>
                <a:lnTo>
                  <a:pt x="180261" y="516161"/>
                </a:lnTo>
                <a:lnTo>
                  <a:pt x="179958" y="526695"/>
                </a:lnTo>
                <a:lnTo>
                  <a:pt x="179701" y="537228"/>
                </a:lnTo>
                <a:lnTo>
                  <a:pt x="179483" y="547762"/>
                </a:lnTo>
                <a:lnTo>
                  <a:pt x="179297" y="558296"/>
                </a:lnTo>
                <a:lnTo>
                  <a:pt x="179135" y="568830"/>
                </a:lnTo>
                <a:lnTo>
                  <a:pt x="178991" y="579364"/>
                </a:lnTo>
                <a:lnTo>
                  <a:pt x="178860" y="589898"/>
                </a:lnTo>
                <a:lnTo>
                  <a:pt x="178743" y="600432"/>
                </a:lnTo>
                <a:lnTo>
                  <a:pt x="178642" y="610966"/>
                </a:lnTo>
                <a:lnTo>
                  <a:pt x="178561" y="621500"/>
                </a:lnTo>
                <a:lnTo>
                  <a:pt x="178506" y="632034"/>
                </a:lnTo>
                <a:lnTo>
                  <a:pt x="178479" y="642567"/>
                </a:lnTo>
                <a:lnTo>
                  <a:pt x="178487" y="653101"/>
                </a:lnTo>
                <a:lnTo>
                  <a:pt x="178531" y="663635"/>
                </a:lnTo>
                <a:lnTo>
                  <a:pt x="178617" y="674169"/>
                </a:lnTo>
                <a:lnTo>
                  <a:pt x="178749" y="684703"/>
                </a:lnTo>
                <a:lnTo>
                  <a:pt x="178933" y="695237"/>
                </a:lnTo>
                <a:lnTo>
                  <a:pt x="179176" y="705771"/>
                </a:lnTo>
                <a:lnTo>
                  <a:pt x="179486" y="716305"/>
                </a:lnTo>
                <a:lnTo>
                  <a:pt x="179870" y="726839"/>
                </a:lnTo>
                <a:lnTo>
                  <a:pt x="180333" y="737372"/>
                </a:lnTo>
                <a:lnTo>
                  <a:pt x="180873" y="747906"/>
                </a:lnTo>
                <a:lnTo>
                  <a:pt x="181480" y="758440"/>
                </a:lnTo>
                <a:lnTo>
                  <a:pt x="182137" y="768974"/>
                </a:lnTo>
                <a:lnTo>
                  <a:pt x="182815" y="779508"/>
                </a:lnTo>
                <a:lnTo>
                  <a:pt x="183477" y="790042"/>
                </a:lnTo>
                <a:lnTo>
                  <a:pt x="184080" y="800576"/>
                </a:lnTo>
                <a:lnTo>
                  <a:pt x="184577" y="811110"/>
                </a:lnTo>
                <a:lnTo>
                  <a:pt x="184926" y="821644"/>
                </a:lnTo>
                <a:lnTo>
                  <a:pt x="185091" y="832177"/>
                </a:lnTo>
                <a:lnTo>
                  <a:pt x="185050" y="842711"/>
                </a:lnTo>
                <a:lnTo>
                  <a:pt x="184795" y="853245"/>
                </a:lnTo>
                <a:lnTo>
                  <a:pt x="184337" y="863779"/>
                </a:lnTo>
                <a:lnTo>
                  <a:pt x="183703" y="874313"/>
                </a:lnTo>
                <a:lnTo>
                  <a:pt x="182937" y="884847"/>
                </a:lnTo>
                <a:lnTo>
                  <a:pt x="182089" y="895381"/>
                </a:lnTo>
                <a:lnTo>
                  <a:pt x="181219" y="905915"/>
                </a:lnTo>
                <a:lnTo>
                  <a:pt x="180384" y="916449"/>
                </a:lnTo>
                <a:lnTo>
                  <a:pt x="179637" y="926982"/>
                </a:lnTo>
                <a:lnTo>
                  <a:pt x="179021" y="937516"/>
                </a:lnTo>
                <a:lnTo>
                  <a:pt x="178566" y="948050"/>
                </a:lnTo>
                <a:lnTo>
                  <a:pt x="178289" y="958584"/>
                </a:lnTo>
                <a:lnTo>
                  <a:pt x="178190" y="969118"/>
                </a:lnTo>
                <a:lnTo>
                  <a:pt x="178259" y="979652"/>
                </a:lnTo>
                <a:lnTo>
                  <a:pt x="178475" y="990186"/>
                </a:lnTo>
                <a:lnTo>
                  <a:pt x="178806" y="1000720"/>
                </a:lnTo>
                <a:lnTo>
                  <a:pt x="179218" y="1011254"/>
                </a:lnTo>
                <a:lnTo>
                  <a:pt x="179676" y="1021788"/>
                </a:lnTo>
                <a:lnTo>
                  <a:pt x="180144" y="1032321"/>
                </a:lnTo>
                <a:lnTo>
                  <a:pt x="180594" y="1042855"/>
                </a:lnTo>
                <a:lnTo>
                  <a:pt x="181002" y="1053389"/>
                </a:lnTo>
                <a:lnTo>
                  <a:pt x="181350" y="1063923"/>
                </a:lnTo>
                <a:lnTo>
                  <a:pt x="181632" y="1074457"/>
                </a:lnTo>
                <a:lnTo>
                  <a:pt x="181848" y="1084991"/>
                </a:lnTo>
                <a:lnTo>
                  <a:pt x="182003" y="1095525"/>
                </a:lnTo>
                <a:lnTo>
                  <a:pt x="182112" y="1106059"/>
                </a:lnTo>
                <a:lnTo>
                  <a:pt x="182190" y="1116593"/>
                </a:lnTo>
                <a:lnTo>
                  <a:pt x="182252" y="1127126"/>
                </a:lnTo>
                <a:lnTo>
                  <a:pt x="182316" y="1137660"/>
                </a:lnTo>
                <a:lnTo>
                  <a:pt x="182393" y="1148194"/>
                </a:lnTo>
                <a:lnTo>
                  <a:pt x="182490" y="1158728"/>
                </a:lnTo>
                <a:lnTo>
                  <a:pt x="182608" y="1169262"/>
                </a:lnTo>
                <a:lnTo>
                  <a:pt x="182743" y="1179796"/>
                </a:lnTo>
                <a:lnTo>
                  <a:pt x="182885" y="1190330"/>
                </a:lnTo>
                <a:lnTo>
                  <a:pt x="183020" y="1200864"/>
                </a:lnTo>
                <a:lnTo>
                  <a:pt x="183135" y="1211398"/>
                </a:lnTo>
                <a:lnTo>
                  <a:pt x="183216" y="1221931"/>
                </a:lnTo>
                <a:lnTo>
                  <a:pt x="183252" y="1232465"/>
                </a:lnTo>
                <a:lnTo>
                  <a:pt x="183240" y="1242999"/>
                </a:lnTo>
                <a:lnTo>
                  <a:pt x="183181" y="1253533"/>
                </a:lnTo>
                <a:lnTo>
                  <a:pt x="183083" y="1264067"/>
                </a:lnTo>
                <a:lnTo>
                  <a:pt x="182960" y="1274601"/>
                </a:lnTo>
                <a:lnTo>
                  <a:pt x="182829" y="1285135"/>
                </a:lnTo>
                <a:lnTo>
                  <a:pt x="182713" y="1295669"/>
                </a:lnTo>
                <a:lnTo>
                  <a:pt x="182630" y="1306203"/>
                </a:lnTo>
                <a:lnTo>
                  <a:pt x="182597" y="1316736"/>
                </a:lnTo>
                <a:lnTo>
                  <a:pt x="182628" y="1327270"/>
                </a:lnTo>
                <a:lnTo>
                  <a:pt x="182729" y="1337804"/>
                </a:lnTo>
                <a:lnTo>
                  <a:pt x="182900" y="1348338"/>
                </a:lnTo>
                <a:lnTo>
                  <a:pt x="183133" y="1358872"/>
                </a:lnTo>
                <a:lnTo>
                  <a:pt x="183417" y="1369406"/>
                </a:lnTo>
                <a:lnTo>
                  <a:pt x="183737" y="1379940"/>
                </a:lnTo>
                <a:lnTo>
                  <a:pt x="184075" y="1390474"/>
                </a:lnTo>
                <a:lnTo>
                  <a:pt x="184415" y="1401008"/>
                </a:lnTo>
                <a:lnTo>
                  <a:pt x="184742" y="1411542"/>
                </a:lnTo>
                <a:lnTo>
                  <a:pt x="185050" y="1422075"/>
                </a:lnTo>
                <a:lnTo>
                  <a:pt x="185337" y="1432609"/>
                </a:lnTo>
                <a:lnTo>
                  <a:pt x="185611" y="1443143"/>
                </a:lnTo>
                <a:lnTo>
                  <a:pt x="185890" y="1453677"/>
                </a:lnTo>
                <a:lnTo>
                  <a:pt x="186208" y="1464211"/>
                </a:lnTo>
                <a:lnTo>
                  <a:pt x="186611" y="1474745"/>
                </a:lnTo>
                <a:lnTo>
                  <a:pt x="187166" y="1485279"/>
                </a:lnTo>
                <a:lnTo>
                  <a:pt x="187956" y="1495813"/>
                </a:lnTo>
                <a:lnTo>
                  <a:pt x="189085" y="1506347"/>
                </a:lnTo>
                <a:lnTo>
                  <a:pt x="190675" y="1516880"/>
                </a:lnTo>
                <a:lnTo>
                  <a:pt x="192861" y="1527414"/>
                </a:lnTo>
                <a:lnTo>
                  <a:pt x="195784" y="1537948"/>
                </a:lnTo>
                <a:lnTo>
                  <a:pt x="199577" y="1548482"/>
                </a:lnTo>
                <a:lnTo>
                  <a:pt x="204351" y="1559016"/>
                </a:lnTo>
                <a:lnTo>
                  <a:pt x="210174" y="1569550"/>
                </a:lnTo>
                <a:lnTo>
                  <a:pt x="217050" y="1580084"/>
                </a:lnTo>
                <a:lnTo>
                  <a:pt x="224905" y="1590618"/>
                </a:lnTo>
                <a:lnTo>
                  <a:pt x="233565" y="1601152"/>
                </a:lnTo>
                <a:lnTo>
                  <a:pt x="242762" y="1611685"/>
                </a:lnTo>
                <a:lnTo>
                  <a:pt x="252131" y="1622219"/>
                </a:lnTo>
                <a:lnTo>
                  <a:pt x="261235" y="1632753"/>
                </a:lnTo>
                <a:lnTo>
                  <a:pt x="269591" y="1643287"/>
                </a:lnTo>
                <a:lnTo>
                  <a:pt x="276717" y="1653821"/>
                </a:lnTo>
                <a:lnTo>
                  <a:pt x="282170" y="1664355"/>
                </a:lnTo>
                <a:lnTo>
                  <a:pt x="285595" y="1674889"/>
                </a:lnTo>
                <a:lnTo>
                  <a:pt x="286763" y="1685423"/>
                </a:lnTo>
                <a:lnTo>
                  <a:pt x="286763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5465">
            <a:extLst>
              <a:ext uri="{FF2B5EF4-FFF2-40B4-BE49-F238E27FC236}">
                <a16:creationId xmlns:a16="http://schemas.microsoft.com/office/drawing/2014/main" id="{50F80389-06EA-4FA3-ADEC-96C436174B32}"/>
              </a:ext>
            </a:extLst>
          </p:cNvPr>
          <p:cNvSpPr>
            <a:spLocks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5466">
            <a:extLst>
              <a:ext uri="{FF2B5EF4-FFF2-40B4-BE49-F238E27FC236}">
                <a16:creationId xmlns:a16="http://schemas.microsoft.com/office/drawing/2014/main" id="{2B8BA562-F7B2-48D2-90FE-4C7B2040F51A}"/>
              </a:ext>
            </a:extLst>
          </p:cNvPr>
          <p:cNvSpPr>
            <a:spLocks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5467">
            <a:extLst>
              <a:ext uri="{FF2B5EF4-FFF2-40B4-BE49-F238E27FC236}">
                <a16:creationId xmlns:a16="http://schemas.microsoft.com/office/drawing/2014/main" id="{5DDD5F18-FFD6-4287-B007-E0AA4412A0CA}"/>
              </a:ext>
            </a:extLst>
          </p:cNvPr>
          <p:cNvSpPr>
            <a:spLocks/>
          </p:cNvSpPr>
          <p:nvPr/>
        </p:nvSpPr>
        <p:spPr>
          <a:xfrm>
            <a:off x="6089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5468">
            <a:extLst>
              <a:ext uri="{FF2B5EF4-FFF2-40B4-BE49-F238E27FC236}">
                <a16:creationId xmlns:a16="http://schemas.microsoft.com/office/drawing/2014/main" id="{8CDDBEAB-C252-401F-9CCC-88B901A261A9}"/>
              </a:ext>
            </a:extLst>
          </p:cNvPr>
          <p:cNvSpPr>
            <a:spLocks/>
          </p:cNvSpPr>
          <p:nvPr/>
        </p:nvSpPr>
        <p:spPr>
          <a:xfrm>
            <a:off x="602890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5469">
            <a:extLst>
              <a:ext uri="{FF2B5EF4-FFF2-40B4-BE49-F238E27FC236}">
                <a16:creationId xmlns:a16="http://schemas.microsoft.com/office/drawing/2014/main" id="{FBE1FF18-30E0-4871-BE3B-03F12F1B0047}"/>
              </a:ext>
            </a:extLst>
          </p:cNvPr>
          <p:cNvSpPr>
            <a:spLocks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5470">
            <a:extLst>
              <a:ext uri="{FF2B5EF4-FFF2-40B4-BE49-F238E27FC236}">
                <a16:creationId xmlns:a16="http://schemas.microsoft.com/office/drawing/2014/main" id="{411A1DA7-3511-4156-881D-AFB3F0A831D8}"/>
              </a:ext>
            </a:extLst>
          </p:cNvPr>
          <p:cNvSpPr>
            <a:spLocks/>
          </p:cNvSpPr>
          <p:nvPr/>
        </p:nvSpPr>
        <p:spPr>
          <a:xfrm>
            <a:off x="595004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5471">
            <a:extLst>
              <a:ext uri="{FF2B5EF4-FFF2-40B4-BE49-F238E27FC236}">
                <a16:creationId xmlns:a16="http://schemas.microsoft.com/office/drawing/2014/main" id="{FC9CA448-940D-49E6-B5D0-106E10374617}"/>
              </a:ext>
            </a:extLst>
          </p:cNvPr>
          <p:cNvSpPr>
            <a:spLocks/>
          </p:cNvSpPr>
          <p:nvPr/>
        </p:nvSpPr>
        <p:spPr>
          <a:xfrm>
            <a:off x="593570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5472">
            <a:extLst>
              <a:ext uri="{FF2B5EF4-FFF2-40B4-BE49-F238E27FC236}">
                <a16:creationId xmlns:a16="http://schemas.microsoft.com/office/drawing/2014/main" id="{E5E1DF38-2912-46D4-AB76-3D5833E86FC9}"/>
              </a:ext>
            </a:extLst>
          </p:cNvPr>
          <p:cNvSpPr>
            <a:spLocks/>
          </p:cNvSpPr>
          <p:nvPr/>
        </p:nvSpPr>
        <p:spPr>
          <a:xfrm>
            <a:off x="5922822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5473">
            <a:extLst>
              <a:ext uri="{FF2B5EF4-FFF2-40B4-BE49-F238E27FC236}">
                <a16:creationId xmlns:a16="http://schemas.microsoft.com/office/drawing/2014/main" id="{805FFA1C-78DA-4171-B32D-53D6928B3BFE}"/>
              </a:ext>
            </a:extLst>
          </p:cNvPr>
          <p:cNvSpPr>
            <a:spLocks/>
          </p:cNvSpPr>
          <p:nvPr/>
        </p:nvSpPr>
        <p:spPr>
          <a:xfrm>
            <a:off x="6007063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5474">
            <a:extLst>
              <a:ext uri="{FF2B5EF4-FFF2-40B4-BE49-F238E27FC236}">
                <a16:creationId xmlns:a16="http://schemas.microsoft.com/office/drawing/2014/main" id="{DC65D975-D8FC-4452-A897-AA4C18906ACF}"/>
              </a:ext>
            </a:extLst>
          </p:cNvPr>
          <p:cNvSpPr>
            <a:spLocks/>
          </p:cNvSpPr>
          <p:nvPr/>
        </p:nvSpPr>
        <p:spPr>
          <a:xfrm>
            <a:off x="5940151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5475">
            <a:extLst>
              <a:ext uri="{FF2B5EF4-FFF2-40B4-BE49-F238E27FC236}">
                <a16:creationId xmlns:a16="http://schemas.microsoft.com/office/drawing/2014/main" id="{EFB318BB-96AE-4B6A-8D3F-4B61D98E5461}"/>
              </a:ext>
            </a:extLst>
          </p:cNvPr>
          <p:cNvSpPr>
            <a:spLocks/>
          </p:cNvSpPr>
          <p:nvPr/>
        </p:nvSpPr>
        <p:spPr>
          <a:xfrm>
            <a:off x="6067216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5476">
            <a:extLst>
              <a:ext uri="{FF2B5EF4-FFF2-40B4-BE49-F238E27FC236}">
                <a16:creationId xmlns:a16="http://schemas.microsoft.com/office/drawing/2014/main" id="{F0875BD7-4346-42CA-BDE8-8B7681520C29}"/>
              </a:ext>
            </a:extLst>
          </p:cNvPr>
          <p:cNvSpPr>
            <a:spLocks/>
          </p:cNvSpPr>
          <p:nvPr/>
        </p:nvSpPr>
        <p:spPr>
          <a:xfrm>
            <a:off x="5977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5477">
            <a:extLst>
              <a:ext uri="{FF2B5EF4-FFF2-40B4-BE49-F238E27FC236}">
                <a16:creationId xmlns:a16="http://schemas.microsoft.com/office/drawing/2014/main" id="{A62ADA28-BD9B-4CFE-918C-D9DCB5AA80B8}"/>
              </a:ext>
            </a:extLst>
          </p:cNvPr>
          <p:cNvSpPr>
            <a:spLocks/>
          </p:cNvSpPr>
          <p:nvPr/>
        </p:nvSpPr>
        <p:spPr>
          <a:xfrm>
            <a:off x="5939748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5478">
            <a:extLst>
              <a:ext uri="{FF2B5EF4-FFF2-40B4-BE49-F238E27FC236}">
                <a16:creationId xmlns:a16="http://schemas.microsoft.com/office/drawing/2014/main" id="{7AD12D51-D3A7-4A6B-AF98-3008E246C922}"/>
              </a:ext>
            </a:extLst>
          </p:cNvPr>
          <p:cNvSpPr>
            <a:spLocks/>
          </p:cNvSpPr>
          <p:nvPr/>
        </p:nvSpPr>
        <p:spPr>
          <a:xfrm>
            <a:off x="6074073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5479">
            <a:extLst>
              <a:ext uri="{FF2B5EF4-FFF2-40B4-BE49-F238E27FC236}">
                <a16:creationId xmlns:a16="http://schemas.microsoft.com/office/drawing/2014/main" id="{FA3FF029-BC5F-4678-A75A-9753EF0F376E}"/>
              </a:ext>
            </a:extLst>
          </p:cNvPr>
          <p:cNvSpPr>
            <a:spLocks/>
          </p:cNvSpPr>
          <p:nvPr/>
        </p:nvSpPr>
        <p:spPr>
          <a:xfrm>
            <a:off x="6056411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5480">
            <a:extLst>
              <a:ext uri="{FF2B5EF4-FFF2-40B4-BE49-F238E27FC236}">
                <a16:creationId xmlns:a16="http://schemas.microsoft.com/office/drawing/2014/main" id="{B97D3C16-1EA4-4804-B8F1-562D7128FEE7}"/>
              </a:ext>
            </a:extLst>
          </p:cNvPr>
          <p:cNvSpPr>
            <a:spLocks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5481">
            <a:extLst>
              <a:ext uri="{FF2B5EF4-FFF2-40B4-BE49-F238E27FC236}">
                <a16:creationId xmlns:a16="http://schemas.microsoft.com/office/drawing/2014/main" id="{056B6772-A33A-4A88-9D5C-FA7FE08718F1}"/>
              </a:ext>
            </a:extLst>
          </p:cNvPr>
          <p:cNvSpPr>
            <a:spLocks/>
          </p:cNvSpPr>
          <p:nvPr/>
        </p:nvSpPr>
        <p:spPr>
          <a:xfrm>
            <a:off x="59625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5482">
            <a:extLst>
              <a:ext uri="{FF2B5EF4-FFF2-40B4-BE49-F238E27FC236}">
                <a16:creationId xmlns:a16="http://schemas.microsoft.com/office/drawing/2014/main" id="{33F7F482-1537-4743-B166-89F63319F5A0}"/>
              </a:ext>
            </a:extLst>
          </p:cNvPr>
          <p:cNvSpPr>
            <a:spLocks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5483">
            <a:extLst>
              <a:ext uri="{FF2B5EF4-FFF2-40B4-BE49-F238E27FC236}">
                <a16:creationId xmlns:a16="http://schemas.microsoft.com/office/drawing/2014/main" id="{BD22CB1B-911B-46BB-92C0-704BB21098C1}"/>
              </a:ext>
            </a:extLst>
          </p:cNvPr>
          <p:cNvSpPr>
            <a:spLocks/>
          </p:cNvSpPr>
          <p:nvPr/>
        </p:nvSpPr>
        <p:spPr>
          <a:xfrm>
            <a:off x="5940677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5484">
            <a:extLst>
              <a:ext uri="{FF2B5EF4-FFF2-40B4-BE49-F238E27FC236}">
                <a16:creationId xmlns:a16="http://schemas.microsoft.com/office/drawing/2014/main" id="{CB2AD1EF-14CB-452D-A010-28007B31F6AF}"/>
              </a:ext>
            </a:extLst>
          </p:cNvPr>
          <p:cNvSpPr>
            <a:spLocks/>
          </p:cNvSpPr>
          <p:nvPr/>
        </p:nvSpPr>
        <p:spPr>
          <a:xfrm>
            <a:off x="610043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5485">
            <a:extLst>
              <a:ext uri="{FF2B5EF4-FFF2-40B4-BE49-F238E27FC236}">
                <a16:creationId xmlns:a16="http://schemas.microsoft.com/office/drawing/2014/main" id="{D5BB0CAB-3A58-4138-A248-90C67C58F206}"/>
              </a:ext>
            </a:extLst>
          </p:cNvPr>
          <p:cNvSpPr>
            <a:spLocks/>
          </p:cNvSpPr>
          <p:nvPr/>
        </p:nvSpPr>
        <p:spPr>
          <a:xfrm>
            <a:off x="6040888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5486">
            <a:extLst>
              <a:ext uri="{FF2B5EF4-FFF2-40B4-BE49-F238E27FC236}">
                <a16:creationId xmlns:a16="http://schemas.microsoft.com/office/drawing/2014/main" id="{3F3FAA2A-E346-4540-8904-467770C3272D}"/>
              </a:ext>
            </a:extLst>
          </p:cNvPr>
          <p:cNvSpPr>
            <a:spLocks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5487">
            <a:extLst>
              <a:ext uri="{FF2B5EF4-FFF2-40B4-BE49-F238E27FC236}">
                <a16:creationId xmlns:a16="http://schemas.microsoft.com/office/drawing/2014/main" id="{ECBEFFD0-9F59-4796-B913-5DB7B4ADBAFE}"/>
              </a:ext>
            </a:extLst>
          </p:cNvPr>
          <p:cNvSpPr>
            <a:spLocks/>
          </p:cNvSpPr>
          <p:nvPr/>
        </p:nvSpPr>
        <p:spPr>
          <a:xfrm>
            <a:off x="590532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5488">
            <a:extLst>
              <a:ext uri="{FF2B5EF4-FFF2-40B4-BE49-F238E27FC236}">
                <a16:creationId xmlns:a16="http://schemas.microsoft.com/office/drawing/2014/main" id="{8FB00436-664F-4E7C-A8CF-FC0C424A59EC}"/>
              </a:ext>
            </a:extLst>
          </p:cNvPr>
          <p:cNvSpPr>
            <a:spLocks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5489">
            <a:extLst>
              <a:ext uri="{FF2B5EF4-FFF2-40B4-BE49-F238E27FC236}">
                <a16:creationId xmlns:a16="http://schemas.microsoft.com/office/drawing/2014/main" id="{C609AA2D-305C-49CB-A5CF-FEF98E19B597}"/>
              </a:ext>
            </a:extLst>
          </p:cNvPr>
          <p:cNvSpPr>
            <a:spLocks/>
          </p:cNvSpPr>
          <p:nvPr/>
        </p:nvSpPr>
        <p:spPr>
          <a:xfrm>
            <a:off x="603091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5490">
            <a:extLst>
              <a:ext uri="{FF2B5EF4-FFF2-40B4-BE49-F238E27FC236}">
                <a16:creationId xmlns:a16="http://schemas.microsoft.com/office/drawing/2014/main" id="{676BA700-359B-47D3-97B3-7A9DE50E4AA4}"/>
              </a:ext>
            </a:extLst>
          </p:cNvPr>
          <p:cNvSpPr>
            <a:spLocks/>
          </p:cNvSpPr>
          <p:nvPr/>
        </p:nvSpPr>
        <p:spPr>
          <a:xfrm>
            <a:off x="595654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5491">
            <a:extLst>
              <a:ext uri="{FF2B5EF4-FFF2-40B4-BE49-F238E27FC236}">
                <a16:creationId xmlns:a16="http://schemas.microsoft.com/office/drawing/2014/main" id="{4D9E15EB-361D-4349-8E6C-A867D948FF6B}"/>
              </a:ext>
            </a:extLst>
          </p:cNvPr>
          <p:cNvSpPr>
            <a:spLocks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5492">
            <a:extLst>
              <a:ext uri="{FF2B5EF4-FFF2-40B4-BE49-F238E27FC236}">
                <a16:creationId xmlns:a16="http://schemas.microsoft.com/office/drawing/2014/main" id="{8BA53A6D-E2A7-468A-9A25-F1C9BDA5B339}"/>
              </a:ext>
            </a:extLst>
          </p:cNvPr>
          <p:cNvSpPr>
            <a:spLocks/>
          </p:cNvSpPr>
          <p:nvPr/>
        </p:nvSpPr>
        <p:spPr>
          <a:xfrm>
            <a:off x="5886156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5493">
            <a:extLst>
              <a:ext uri="{FF2B5EF4-FFF2-40B4-BE49-F238E27FC236}">
                <a16:creationId xmlns:a16="http://schemas.microsoft.com/office/drawing/2014/main" id="{B03997C4-CA0E-4165-B8B0-9537B3DEB459}"/>
              </a:ext>
            </a:extLst>
          </p:cNvPr>
          <p:cNvSpPr>
            <a:spLocks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5494">
            <a:extLst>
              <a:ext uri="{FF2B5EF4-FFF2-40B4-BE49-F238E27FC236}">
                <a16:creationId xmlns:a16="http://schemas.microsoft.com/office/drawing/2014/main" id="{B3316E29-5BBE-4A0D-8A40-604931E9C748}"/>
              </a:ext>
            </a:extLst>
          </p:cNvPr>
          <p:cNvSpPr>
            <a:spLocks/>
          </p:cNvSpPr>
          <p:nvPr/>
        </p:nvSpPr>
        <p:spPr>
          <a:xfrm>
            <a:off x="595537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5495">
            <a:extLst>
              <a:ext uri="{FF2B5EF4-FFF2-40B4-BE49-F238E27FC236}">
                <a16:creationId xmlns:a16="http://schemas.microsoft.com/office/drawing/2014/main" id="{92492C1D-46DE-4B8E-A62F-7176A21616C0}"/>
              </a:ext>
            </a:extLst>
          </p:cNvPr>
          <p:cNvSpPr>
            <a:spLocks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5496">
            <a:extLst>
              <a:ext uri="{FF2B5EF4-FFF2-40B4-BE49-F238E27FC236}">
                <a16:creationId xmlns:a16="http://schemas.microsoft.com/office/drawing/2014/main" id="{74E25F57-E252-46CF-9FF5-3BCCEFA618AC}"/>
              </a:ext>
            </a:extLst>
          </p:cNvPr>
          <p:cNvSpPr>
            <a:spLocks/>
          </p:cNvSpPr>
          <p:nvPr/>
        </p:nvSpPr>
        <p:spPr>
          <a:xfrm>
            <a:off x="6089613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5497">
            <a:extLst>
              <a:ext uri="{FF2B5EF4-FFF2-40B4-BE49-F238E27FC236}">
                <a16:creationId xmlns:a16="http://schemas.microsoft.com/office/drawing/2014/main" id="{57609337-2056-4D5F-ACA8-62310C602B8C}"/>
              </a:ext>
            </a:extLst>
          </p:cNvPr>
          <p:cNvSpPr>
            <a:spLocks/>
          </p:cNvSpPr>
          <p:nvPr/>
        </p:nvSpPr>
        <p:spPr>
          <a:xfrm>
            <a:off x="6081701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5498">
            <a:extLst>
              <a:ext uri="{FF2B5EF4-FFF2-40B4-BE49-F238E27FC236}">
                <a16:creationId xmlns:a16="http://schemas.microsoft.com/office/drawing/2014/main" id="{06732D9B-5BC0-4C1A-9E93-7DD318C96C65}"/>
              </a:ext>
            </a:extLst>
          </p:cNvPr>
          <p:cNvSpPr>
            <a:spLocks/>
          </p:cNvSpPr>
          <p:nvPr/>
        </p:nvSpPr>
        <p:spPr>
          <a:xfrm>
            <a:off x="6031246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5499">
            <a:extLst>
              <a:ext uri="{FF2B5EF4-FFF2-40B4-BE49-F238E27FC236}">
                <a16:creationId xmlns:a16="http://schemas.microsoft.com/office/drawing/2014/main" id="{D6509333-E1AA-4D18-BFC8-EC955069EA9B}"/>
              </a:ext>
            </a:extLst>
          </p:cNvPr>
          <p:cNvSpPr>
            <a:spLocks/>
          </p:cNvSpPr>
          <p:nvPr/>
        </p:nvSpPr>
        <p:spPr>
          <a:xfrm>
            <a:off x="6044810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5500">
            <a:extLst>
              <a:ext uri="{FF2B5EF4-FFF2-40B4-BE49-F238E27FC236}">
                <a16:creationId xmlns:a16="http://schemas.microsoft.com/office/drawing/2014/main" id="{AFF106F2-D244-437A-B990-316587974E6D}"/>
              </a:ext>
            </a:extLst>
          </p:cNvPr>
          <p:cNvSpPr>
            <a:spLocks/>
          </p:cNvSpPr>
          <p:nvPr/>
        </p:nvSpPr>
        <p:spPr>
          <a:xfrm>
            <a:off x="60002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5501">
            <a:extLst>
              <a:ext uri="{FF2B5EF4-FFF2-40B4-BE49-F238E27FC236}">
                <a16:creationId xmlns:a16="http://schemas.microsoft.com/office/drawing/2014/main" id="{842E68BA-67B8-4062-9199-5FD27ABB828C}"/>
              </a:ext>
            </a:extLst>
          </p:cNvPr>
          <p:cNvSpPr>
            <a:spLocks/>
          </p:cNvSpPr>
          <p:nvPr/>
        </p:nvSpPr>
        <p:spPr>
          <a:xfrm>
            <a:off x="593438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5502">
            <a:extLst>
              <a:ext uri="{FF2B5EF4-FFF2-40B4-BE49-F238E27FC236}">
                <a16:creationId xmlns:a16="http://schemas.microsoft.com/office/drawing/2014/main" id="{E0C42459-A1BF-46A0-B077-1C2062D18791}"/>
              </a:ext>
            </a:extLst>
          </p:cNvPr>
          <p:cNvSpPr>
            <a:spLocks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5503">
            <a:extLst>
              <a:ext uri="{FF2B5EF4-FFF2-40B4-BE49-F238E27FC236}">
                <a16:creationId xmlns:a16="http://schemas.microsoft.com/office/drawing/2014/main" id="{85896B4C-5151-45EC-84EF-73A48CFA460E}"/>
              </a:ext>
            </a:extLst>
          </p:cNvPr>
          <p:cNvSpPr>
            <a:spLocks/>
          </p:cNvSpPr>
          <p:nvPr/>
        </p:nvSpPr>
        <p:spPr>
          <a:xfrm>
            <a:off x="609764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5504">
            <a:extLst>
              <a:ext uri="{FF2B5EF4-FFF2-40B4-BE49-F238E27FC236}">
                <a16:creationId xmlns:a16="http://schemas.microsoft.com/office/drawing/2014/main" id="{925DD4A5-A10F-4CF2-9024-6821A44C1937}"/>
              </a:ext>
            </a:extLst>
          </p:cNvPr>
          <p:cNvSpPr>
            <a:spLocks/>
          </p:cNvSpPr>
          <p:nvPr/>
        </p:nvSpPr>
        <p:spPr>
          <a:xfrm>
            <a:off x="59313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5505">
            <a:extLst>
              <a:ext uri="{FF2B5EF4-FFF2-40B4-BE49-F238E27FC236}">
                <a16:creationId xmlns:a16="http://schemas.microsoft.com/office/drawing/2014/main" id="{DB0459D5-7DFC-4A05-9F80-429158DD3BC8}"/>
              </a:ext>
            </a:extLst>
          </p:cNvPr>
          <p:cNvSpPr>
            <a:spLocks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5506">
            <a:extLst>
              <a:ext uri="{FF2B5EF4-FFF2-40B4-BE49-F238E27FC236}">
                <a16:creationId xmlns:a16="http://schemas.microsoft.com/office/drawing/2014/main" id="{E35B2B7A-6F2E-4AB5-9CE1-62D71A6B387A}"/>
              </a:ext>
            </a:extLst>
          </p:cNvPr>
          <p:cNvSpPr>
            <a:spLocks/>
          </p:cNvSpPr>
          <p:nvPr/>
        </p:nvSpPr>
        <p:spPr>
          <a:xfrm>
            <a:off x="592208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5507">
            <a:extLst>
              <a:ext uri="{FF2B5EF4-FFF2-40B4-BE49-F238E27FC236}">
                <a16:creationId xmlns:a16="http://schemas.microsoft.com/office/drawing/2014/main" id="{61DACD13-31A9-4A14-AC55-BD42E3F16624}"/>
              </a:ext>
            </a:extLst>
          </p:cNvPr>
          <p:cNvSpPr>
            <a:spLocks/>
          </p:cNvSpPr>
          <p:nvPr/>
        </p:nvSpPr>
        <p:spPr>
          <a:xfrm>
            <a:off x="6082810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5508">
            <a:extLst>
              <a:ext uri="{FF2B5EF4-FFF2-40B4-BE49-F238E27FC236}">
                <a16:creationId xmlns:a16="http://schemas.microsoft.com/office/drawing/2014/main" id="{74A661C7-2302-429B-9C21-D90D8C5BE02E}"/>
              </a:ext>
            </a:extLst>
          </p:cNvPr>
          <p:cNvSpPr>
            <a:spLocks/>
          </p:cNvSpPr>
          <p:nvPr/>
        </p:nvSpPr>
        <p:spPr>
          <a:xfrm>
            <a:off x="6044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5509">
            <a:extLst>
              <a:ext uri="{FF2B5EF4-FFF2-40B4-BE49-F238E27FC236}">
                <a16:creationId xmlns:a16="http://schemas.microsoft.com/office/drawing/2014/main" id="{9FCEDDE9-F6B9-4923-9C6F-8685589F228F}"/>
              </a:ext>
            </a:extLst>
          </p:cNvPr>
          <p:cNvSpPr>
            <a:spLocks/>
          </p:cNvSpPr>
          <p:nvPr/>
        </p:nvSpPr>
        <p:spPr>
          <a:xfrm>
            <a:off x="605514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5510">
            <a:extLst>
              <a:ext uri="{FF2B5EF4-FFF2-40B4-BE49-F238E27FC236}">
                <a16:creationId xmlns:a16="http://schemas.microsoft.com/office/drawing/2014/main" id="{68A5C314-7F32-4191-99D3-D0B4B8502DEC}"/>
              </a:ext>
            </a:extLst>
          </p:cNvPr>
          <p:cNvSpPr>
            <a:spLocks/>
          </p:cNvSpPr>
          <p:nvPr/>
        </p:nvSpPr>
        <p:spPr>
          <a:xfrm>
            <a:off x="60203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5511">
            <a:extLst>
              <a:ext uri="{FF2B5EF4-FFF2-40B4-BE49-F238E27FC236}">
                <a16:creationId xmlns:a16="http://schemas.microsoft.com/office/drawing/2014/main" id="{E0421170-31EA-42CE-923A-A5A6D5C1DE40}"/>
              </a:ext>
            </a:extLst>
          </p:cNvPr>
          <p:cNvSpPr>
            <a:spLocks/>
          </p:cNvSpPr>
          <p:nvPr/>
        </p:nvSpPr>
        <p:spPr>
          <a:xfrm>
            <a:off x="5941959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5512">
            <a:extLst>
              <a:ext uri="{FF2B5EF4-FFF2-40B4-BE49-F238E27FC236}">
                <a16:creationId xmlns:a16="http://schemas.microsoft.com/office/drawing/2014/main" id="{FA124ABA-40CB-4ED8-BB47-3F6BB25303DE}"/>
              </a:ext>
            </a:extLst>
          </p:cNvPr>
          <p:cNvSpPr>
            <a:spLocks/>
          </p:cNvSpPr>
          <p:nvPr/>
        </p:nvSpPr>
        <p:spPr>
          <a:xfrm>
            <a:off x="5967439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5513">
            <a:extLst>
              <a:ext uri="{FF2B5EF4-FFF2-40B4-BE49-F238E27FC236}">
                <a16:creationId xmlns:a16="http://schemas.microsoft.com/office/drawing/2014/main" id="{D9158FA6-90A5-42A3-9BC7-1784FEBBD293}"/>
              </a:ext>
            </a:extLst>
          </p:cNvPr>
          <p:cNvSpPr>
            <a:spLocks/>
          </p:cNvSpPr>
          <p:nvPr/>
        </p:nvSpPr>
        <p:spPr>
          <a:xfrm>
            <a:off x="60157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5514">
            <a:extLst>
              <a:ext uri="{FF2B5EF4-FFF2-40B4-BE49-F238E27FC236}">
                <a16:creationId xmlns:a16="http://schemas.microsoft.com/office/drawing/2014/main" id="{E56A8F49-1BAC-43D6-B947-001F4EDABBF6}"/>
              </a:ext>
            </a:extLst>
          </p:cNvPr>
          <p:cNvSpPr>
            <a:spLocks/>
          </p:cNvSpPr>
          <p:nvPr/>
        </p:nvSpPr>
        <p:spPr>
          <a:xfrm>
            <a:off x="5947130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5515">
            <a:extLst>
              <a:ext uri="{FF2B5EF4-FFF2-40B4-BE49-F238E27FC236}">
                <a16:creationId xmlns:a16="http://schemas.microsoft.com/office/drawing/2014/main" id="{12907C9C-6FFF-4DFB-B5D8-0A603D8A74D9}"/>
              </a:ext>
            </a:extLst>
          </p:cNvPr>
          <p:cNvSpPr>
            <a:spLocks/>
          </p:cNvSpPr>
          <p:nvPr/>
        </p:nvSpPr>
        <p:spPr>
          <a:xfrm>
            <a:off x="6074526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5516">
            <a:extLst>
              <a:ext uri="{FF2B5EF4-FFF2-40B4-BE49-F238E27FC236}">
                <a16:creationId xmlns:a16="http://schemas.microsoft.com/office/drawing/2014/main" id="{B250C873-E4F4-46C5-9E80-8ACB7EE5FB69}"/>
              </a:ext>
            </a:extLst>
          </p:cNvPr>
          <p:cNvSpPr>
            <a:spLocks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5517">
            <a:extLst>
              <a:ext uri="{FF2B5EF4-FFF2-40B4-BE49-F238E27FC236}">
                <a16:creationId xmlns:a16="http://schemas.microsoft.com/office/drawing/2014/main" id="{172020CE-E89E-4864-A5C2-36CE77C68289}"/>
              </a:ext>
            </a:extLst>
          </p:cNvPr>
          <p:cNvSpPr>
            <a:spLocks/>
          </p:cNvSpPr>
          <p:nvPr/>
        </p:nvSpPr>
        <p:spPr>
          <a:xfrm>
            <a:off x="60029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5518">
            <a:extLst>
              <a:ext uri="{FF2B5EF4-FFF2-40B4-BE49-F238E27FC236}">
                <a16:creationId xmlns:a16="http://schemas.microsoft.com/office/drawing/2014/main" id="{A20C7C04-99AD-4052-AFCB-18FD4678BA60}"/>
              </a:ext>
            </a:extLst>
          </p:cNvPr>
          <p:cNvSpPr>
            <a:spLocks/>
          </p:cNvSpPr>
          <p:nvPr/>
        </p:nvSpPr>
        <p:spPr>
          <a:xfrm>
            <a:off x="58797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5519">
            <a:extLst>
              <a:ext uri="{FF2B5EF4-FFF2-40B4-BE49-F238E27FC236}">
                <a16:creationId xmlns:a16="http://schemas.microsoft.com/office/drawing/2014/main" id="{641CFA2A-3492-452A-932E-299252F66B44}"/>
              </a:ext>
            </a:extLst>
          </p:cNvPr>
          <p:cNvSpPr>
            <a:spLocks/>
          </p:cNvSpPr>
          <p:nvPr/>
        </p:nvSpPr>
        <p:spPr>
          <a:xfrm>
            <a:off x="595100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5520">
            <a:extLst>
              <a:ext uri="{FF2B5EF4-FFF2-40B4-BE49-F238E27FC236}">
                <a16:creationId xmlns:a16="http://schemas.microsoft.com/office/drawing/2014/main" id="{20DCFE09-4CE8-41AE-95CB-9740DDEBBF07}"/>
              </a:ext>
            </a:extLst>
          </p:cNvPr>
          <p:cNvSpPr>
            <a:spLocks/>
          </p:cNvSpPr>
          <p:nvPr/>
        </p:nvSpPr>
        <p:spPr>
          <a:xfrm>
            <a:off x="596741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5521">
            <a:extLst>
              <a:ext uri="{FF2B5EF4-FFF2-40B4-BE49-F238E27FC236}">
                <a16:creationId xmlns:a16="http://schemas.microsoft.com/office/drawing/2014/main" id="{10E0F3A4-3902-4FC1-AE34-3C1137F95F19}"/>
              </a:ext>
            </a:extLst>
          </p:cNvPr>
          <p:cNvSpPr>
            <a:spLocks/>
          </p:cNvSpPr>
          <p:nvPr/>
        </p:nvSpPr>
        <p:spPr>
          <a:xfrm>
            <a:off x="592295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5522">
            <a:extLst>
              <a:ext uri="{FF2B5EF4-FFF2-40B4-BE49-F238E27FC236}">
                <a16:creationId xmlns:a16="http://schemas.microsoft.com/office/drawing/2014/main" id="{BFA9645F-1C5E-477F-9C76-CA29C5CCDFCF}"/>
              </a:ext>
            </a:extLst>
          </p:cNvPr>
          <p:cNvSpPr>
            <a:spLocks/>
          </p:cNvSpPr>
          <p:nvPr/>
        </p:nvSpPr>
        <p:spPr>
          <a:xfrm>
            <a:off x="591264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5523">
            <a:extLst>
              <a:ext uri="{FF2B5EF4-FFF2-40B4-BE49-F238E27FC236}">
                <a16:creationId xmlns:a16="http://schemas.microsoft.com/office/drawing/2014/main" id="{555084CE-16D6-4C9E-B1B6-3774D13555BC}"/>
              </a:ext>
            </a:extLst>
          </p:cNvPr>
          <p:cNvSpPr>
            <a:spLocks/>
          </p:cNvSpPr>
          <p:nvPr/>
        </p:nvSpPr>
        <p:spPr>
          <a:xfrm>
            <a:off x="6095203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5524">
            <a:extLst>
              <a:ext uri="{FF2B5EF4-FFF2-40B4-BE49-F238E27FC236}">
                <a16:creationId xmlns:a16="http://schemas.microsoft.com/office/drawing/2014/main" id="{D24B9A58-6B1D-49B5-AFC2-A44540C33445}"/>
              </a:ext>
            </a:extLst>
          </p:cNvPr>
          <p:cNvSpPr>
            <a:spLocks/>
          </p:cNvSpPr>
          <p:nvPr/>
        </p:nvSpPr>
        <p:spPr>
          <a:xfrm>
            <a:off x="589498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5525">
            <a:extLst>
              <a:ext uri="{FF2B5EF4-FFF2-40B4-BE49-F238E27FC236}">
                <a16:creationId xmlns:a16="http://schemas.microsoft.com/office/drawing/2014/main" id="{66C620B6-9C23-44FA-BE1D-0E54B60CFE94}"/>
              </a:ext>
            </a:extLst>
          </p:cNvPr>
          <p:cNvSpPr>
            <a:spLocks/>
          </p:cNvSpPr>
          <p:nvPr/>
        </p:nvSpPr>
        <p:spPr>
          <a:xfrm>
            <a:off x="5897370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5526">
            <a:extLst>
              <a:ext uri="{FF2B5EF4-FFF2-40B4-BE49-F238E27FC236}">
                <a16:creationId xmlns:a16="http://schemas.microsoft.com/office/drawing/2014/main" id="{65D89CAC-0208-4CA0-B794-175E54FAA37B}"/>
              </a:ext>
            </a:extLst>
          </p:cNvPr>
          <p:cNvSpPr>
            <a:spLocks/>
          </p:cNvSpPr>
          <p:nvPr/>
        </p:nvSpPr>
        <p:spPr>
          <a:xfrm>
            <a:off x="6049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5527">
            <a:extLst>
              <a:ext uri="{FF2B5EF4-FFF2-40B4-BE49-F238E27FC236}">
                <a16:creationId xmlns:a16="http://schemas.microsoft.com/office/drawing/2014/main" id="{54B376BE-7F85-4B41-98AB-B9640F41011A}"/>
              </a:ext>
            </a:extLst>
          </p:cNvPr>
          <p:cNvSpPr>
            <a:spLocks/>
          </p:cNvSpPr>
          <p:nvPr/>
        </p:nvSpPr>
        <p:spPr>
          <a:xfrm>
            <a:off x="589445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5528">
            <a:extLst>
              <a:ext uri="{FF2B5EF4-FFF2-40B4-BE49-F238E27FC236}">
                <a16:creationId xmlns:a16="http://schemas.microsoft.com/office/drawing/2014/main" id="{8FCB596D-2282-46C5-94BA-AA91E38BEBBB}"/>
              </a:ext>
            </a:extLst>
          </p:cNvPr>
          <p:cNvSpPr>
            <a:spLocks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5529">
            <a:extLst>
              <a:ext uri="{FF2B5EF4-FFF2-40B4-BE49-F238E27FC236}">
                <a16:creationId xmlns:a16="http://schemas.microsoft.com/office/drawing/2014/main" id="{670500DB-F3FD-4521-AABE-71EB53D0A27D}"/>
              </a:ext>
            </a:extLst>
          </p:cNvPr>
          <p:cNvSpPr>
            <a:spLocks/>
          </p:cNvSpPr>
          <p:nvPr/>
        </p:nvSpPr>
        <p:spPr>
          <a:xfrm>
            <a:off x="588543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5530">
            <a:extLst>
              <a:ext uri="{FF2B5EF4-FFF2-40B4-BE49-F238E27FC236}">
                <a16:creationId xmlns:a16="http://schemas.microsoft.com/office/drawing/2014/main" id="{786980CC-5603-442B-8068-519770C3360E}"/>
              </a:ext>
            </a:extLst>
          </p:cNvPr>
          <p:cNvSpPr>
            <a:spLocks/>
          </p:cNvSpPr>
          <p:nvPr/>
        </p:nvSpPr>
        <p:spPr>
          <a:xfrm>
            <a:off x="6019022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5531">
            <a:extLst>
              <a:ext uri="{FF2B5EF4-FFF2-40B4-BE49-F238E27FC236}">
                <a16:creationId xmlns:a16="http://schemas.microsoft.com/office/drawing/2014/main" id="{746F0E48-D482-422E-A7DE-3A24951A11FD}"/>
              </a:ext>
            </a:extLst>
          </p:cNvPr>
          <p:cNvSpPr>
            <a:spLocks/>
          </p:cNvSpPr>
          <p:nvPr/>
        </p:nvSpPr>
        <p:spPr>
          <a:xfrm>
            <a:off x="6009133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5532">
            <a:extLst>
              <a:ext uri="{FF2B5EF4-FFF2-40B4-BE49-F238E27FC236}">
                <a16:creationId xmlns:a16="http://schemas.microsoft.com/office/drawing/2014/main" id="{BB294603-8287-4AC3-B1AE-DF1BFC26B4DB}"/>
              </a:ext>
            </a:extLst>
          </p:cNvPr>
          <p:cNvSpPr>
            <a:spLocks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5533">
            <a:extLst>
              <a:ext uri="{FF2B5EF4-FFF2-40B4-BE49-F238E27FC236}">
                <a16:creationId xmlns:a16="http://schemas.microsoft.com/office/drawing/2014/main" id="{4C014A5D-7B3F-49F2-92AC-CBD4633142AC}"/>
              </a:ext>
            </a:extLst>
          </p:cNvPr>
          <p:cNvSpPr>
            <a:spLocks/>
          </p:cNvSpPr>
          <p:nvPr/>
        </p:nvSpPr>
        <p:spPr>
          <a:xfrm>
            <a:off x="598715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5534">
            <a:extLst>
              <a:ext uri="{FF2B5EF4-FFF2-40B4-BE49-F238E27FC236}">
                <a16:creationId xmlns:a16="http://schemas.microsoft.com/office/drawing/2014/main" id="{709C9DE5-E92D-470D-BFB1-7CE32BF35DC4}"/>
              </a:ext>
            </a:extLst>
          </p:cNvPr>
          <p:cNvSpPr>
            <a:spLocks/>
          </p:cNvSpPr>
          <p:nvPr/>
        </p:nvSpPr>
        <p:spPr>
          <a:xfrm>
            <a:off x="5914315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5535">
            <a:extLst>
              <a:ext uri="{FF2B5EF4-FFF2-40B4-BE49-F238E27FC236}">
                <a16:creationId xmlns:a16="http://schemas.microsoft.com/office/drawing/2014/main" id="{5A470577-4D30-4581-ADFF-891E6857FEF7}"/>
              </a:ext>
            </a:extLst>
          </p:cNvPr>
          <p:cNvSpPr>
            <a:spLocks/>
          </p:cNvSpPr>
          <p:nvPr/>
        </p:nvSpPr>
        <p:spPr>
          <a:xfrm>
            <a:off x="6084475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5536">
            <a:extLst>
              <a:ext uri="{FF2B5EF4-FFF2-40B4-BE49-F238E27FC236}">
                <a16:creationId xmlns:a16="http://schemas.microsoft.com/office/drawing/2014/main" id="{E78DC2F7-52CF-420D-90BA-67885B05AFD2}"/>
              </a:ext>
            </a:extLst>
          </p:cNvPr>
          <p:cNvSpPr>
            <a:spLocks/>
          </p:cNvSpPr>
          <p:nvPr/>
        </p:nvSpPr>
        <p:spPr>
          <a:xfrm>
            <a:off x="5890255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5537">
            <a:extLst>
              <a:ext uri="{FF2B5EF4-FFF2-40B4-BE49-F238E27FC236}">
                <a16:creationId xmlns:a16="http://schemas.microsoft.com/office/drawing/2014/main" id="{B58EB596-8074-4865-BE17-828399D59302}"/>
              </a:ext>
            </a:extLst>
          </p:cNvPr>
          <p:cNvSpPr>
            <a:spLocks/>
          </p:cNvSpPr>
          <p:nvPr/>
        </p:nvSpPr>
        <p:spPr>
          <a:xfrm>
            <a:off x="605610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5538">
            <a:extLst>
              <a:ext uri="{FF2B5EF4-FFF2-40B4-BE49-F238E27FC236}">
                <a16:creationId xmlns:a16="http://schemas.microsoft.com/office/drawing/2014/main" id="{755E2684-8B49-4D6C-99F8-ED2B925E458F}"/>
              </a:ext>
            </a:extLst>
          </p:cNvPr>
          <p:cNvSpPr>
            <a:spLocks/>
          </p:cNvSpPr>
          <p:nvPr/>
        </p:nvSpPr>
        <p:spPr>
          <a:xfrm>
            <a:off x="58829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5539">
            <a:extLst>
              <a:ext uri="{FF2B5EF4-FFF2-40B4-BE49-F238E27FC236}">
                <a16:creationId xmlns:a16="http://schemas.microsoft.com/office/drawing/2014/main" id="{61769495-9A4A-403F-B6B5-50A8608FC00D}"/>
              </a:ext>
            </a:extLst>
          </p:cNvPr>
          <p:cNvSpPr>
            <a:spLocks/>
          </p:cNvSpPr>
          <p:nvPr/>
        </p:nvSpPr>
        <p:spPr>
          <a:xfrm>
            <a:off x="60078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5540">
            <a:extLst>
              <a:ext uri="{FF2B5EF4-FFF2-40B4-BE49-F238E27FC236}">
                <a16:creationId xmlns:a16="http://schemas.microsoft.com/office/drawing/2014/main" id="{6225F89B-D35E-4084-8AC3-EABBE1B9AC57}"/>
              </a:ext>
            </a:extLst>
          </p:cNvPr>
          <p:cNvSpPr>
            <a:spLocks/>
          </p:cNvSpPr>
          <p:nvPr/>
        </p:nvSpPr>
        <p:spPr>
          <a:xfrm>
            <a:off x="588835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5541">
            <a:extLst>
              <a:ext uri="{FF2B5EF4-FFF2-40B4-BE49-F238E27FC236}">
                <a16:creationId xmlns:a16="http://schemas.microsoft.com/office/drawing/2014/main" id="{34319196-2F02-47DE-B91E-3D5CF336942A}"/>
              </a:ext>
            </a:extLst>
          </p:cNvPr>
          <p:cNvSpPr>
            <a:spLocks/>
          </p:cNvSpPr>
          <p:nvPr/>
        </p:nvSpPr>
        <p:spPr>
          <a:xfrm>
            <a:off x="6056897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5542">
            <a:extLst>
              <a:ext uri="{FF2B5EF4-FFF2-40B4-BE49-F238E27FC236}">
                <a16:creationId xmlns:a16="http://schemas.microsoft.com/office/drawing/2014/main" id="{9E396917-0D89-4BD4-9F70-1DADC34943A0}"/>
              </a:ext>
            </a:extLst>
          </p:cNvPr>
          <p:cNvSpPr>
            <a:spLocks/>
          </p:cNvSpPr>
          <p:nvPr/>
        </p:nvSpPr>
        <p:spPr>
          <a:xfrm>
            <a:off x="6068514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5543">
            <a:extLst>
              <a:ext uri="{FF2B5EF4-FFF2-40B4-BE49-F238E27FC236}">
                <a16:creationId xmlns:a16="http://schemas.microsoft.com/office/drawing/2014/main" id="{5F6FF788-C8E6-485E-BF73-1267E2FFE9EB}"/>
              </a:ext>
            </a:extLst>
          </p:cNvPr>
          <p:cNvSpPr>
            <a:spLocks/>
          </p:cNvSpPr>
          <p:nvPr/>
        </p:nvSpPr>
        <p:spPr>
          <a:xfrm>
            <a:off x="6022277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5544">
            <a:extLst>
              <a:ext uri="{FF2B5EF4-FFF2-40B4-BE49-F238E27FC236}">
                <a16:creationId xmlns:a16="http://schemas.microsoft.com/office/drawing/2014/main" id="{38887AB1-E8CA-4CE0-ACFC-6A9087126366}"/>
              </a:ext>
            </a:extLst>
          </p:cNvPr>
          <p:cNvSpPr>
            <a:spLocks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5545">
            <a:extLst>
              <a:ext uri="{FF2B5EF4-FFF2-40B4-BE49-F238E27FC236}">
                <a16:creationId xmlns:a16="http://schemas.microsoft.com/office/drawing/2014/main" id="{C76E5EFE-649A-4102-B1AC-5C100AF2ACBC}"/>
              </a:ext>
            </a:extLst>
          </p:cNvPr>
          <p:cNvSpPr>
            <a:spLocks/>
          </p:cNvSpPr>
          <p:nvPr/>
        </p:nvSpPr>
        <p:spPr>
          <a:xfrm>
            <a:off x="6093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5546">
            <a:extLst>
              <a:ext uri="{FF2B5EF4-FFF2-40B4-BE49-F238E27FC236}">
                <a16:creationId xmlns:a16="http://schemas.microsoft.com/office/drawing/2014/main" id="{6AE47D18-E305-4ED4-B49C-344423D3B04A}"/>
              </a:ext>
            </a:extLst>
          </p:cNvPr>
          <p:cNvSpPr>
            <a:spLocks/>
          </p:cNvSpPr>
          <p:nvPr/>
        </p:nvSpPr>
        <p:spPr>
          <a:xfrm>
            <a:off x="6049771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5547">
            <a:extLst>
              <a:ext uri="{FF2B5EF4-FFF2-40B4-BE49-F238E27FC236}">
                <a16:creationId xmlns:a16="http://schemas.microsoft.com/office/drawing/2014/main" id="{57834637-BF29-4C00-A3AC-0AD740E0AA40}"/>
              </a:ext>
            </a:extLst>
          </p:cNvPr>
          <p:cNvSpPr>
            <a:spLocks/>
          </p:cNvSpPr>
          <p:nvPr/>
        </p:nvSpPr>
        <p:spPr>
          <a:xfrm>
            <a:off x="598660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5548">
            <a:extLst>
              <a:ext uri="{FF2B5EF4-FFF2-40B4-BE49-F238E27FC236}">
                <a16:creationId xmlns:a16="http://schemas.microsoft.com/office/drawing/2014/main" id="{7FAA3C53-FF3A-42D1-BA39-1B1E198D12B9}"/>
              </a:ext>
            </a:extLst>
          </p:cNvPr>
          <p:cNvSpPr>
            <a:spLocks/>
          </p:cNvSpPr>
          <p:nvPr/>
        </p:nvSpPr>
        <p:spPr>
          <a:xfrm>
            <a:off x="60935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5549">
            <a:extLst>
              <a:ext uri="{FF2B5EF4-FFF2-40B4-BE49-F238E27FC236}">
                <a16:creationId xmlns:a16="http://schemas.microsoft.com/office/drawing/2014/main" id="{C2E2C310-C830-43D4-B740-8E03EDFEFEF7}"/>
              </a:ext>
            </a:extLst>
          </p:cNvPr>
          <p:cNvSpPr>
            <a:spLocks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5550">
            <a:extLst>
              <a:ext uri="{FF2B5EF4-FFF2-40B4-BE49-F238E27FC236}">
                <a16:creationId xmlns:a16="http://schemas.microsoft.com/office/drawing/2014/main" id="{C352D407-59CD-41DF-9B42-445437A24DBE}"/>
              </a:ext>
            </a:extLst>
          </p:cNvPr>
          <p:cNvSpPr>
            <a:spLocks/>
          </p:cNvSpPr>
          <p:nvPr/>
        </p:nvSpPr>
        <p:spPr>
          <a:xfrm>
            <a:off x="596411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5551">
            <a:extLst>
              <a:ext uri="{FF2B5EF4-FFF2-40B4-BE49-F238E27FC236}">
                <a16:creationId xmlns:a16="http://schemas.microsoft.com/office/drawing/2014/main" id="{E411C398-3936-48B9-ABFC-03D1EDD470E6}"/>
              </a:ext>
            </a:extLst>
          </p:cNvPr>
          <p:cNvSpPr>
            <a:spLocks/>
          </p:cNvSpPr>
          <p:nvPr/>
        </p:nvSpPr>
        <p:spPr>
          <a:xfrm>
            <a:off x="600899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5552">
            <a:extLst>
              <a:ext uri="{FF2B5EF4-FFF2-40B4-BE49-F238E27FC236}">
                <a16:creationId xmlns:a16="http://schemas.microsoft.com/office/drawing/2014/main" id="{B32A5F31-AC32-44DF-9A8E-71C9142FB9B5}"/>
              </a:ext>
            </a:extLst>
          </p:cNvPr>
          <p:cNvSpPr>
            <a:spLocks/>
          </p:cNvSpPr>
          <p:nvPr/>
        </p:nvSpPr>
        <p:spPr>
          <a:xfrm>
            <a:off x="5905399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5553">
            <a:extLst>
              <a:ext uri="{FF2B5EF4-FFF2-40B4-BE49-F238E27FC236}">
                <a16:creationId xmlns:a16="http://schemas.microsoft.com/office/drawing/2014/main" id="{1F1FFC34-C7A1-4FD9-A889-1F574CF41442}"/>
              </a:ext>
            </a:extLst>
          </p:cNvPr>
          <p:cNvSpPr>
            <a:spLocks/>
          </p:cNvSpPr>
          <p:nvPr/>
        </p:nvSpPr>
        <p:spPr>
          <a:xfrm>
            <a:off x="5934198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5554">
            <a:extLst>
              <a:ext uri="{FF2B5EF4-FFF2-40B4-BE49-F238E27FC236}">
                <a16:creationId xmlns:a16="http://schemas.microsoft.com/office/drawing/2014/main" id="{D2BB5CA7-8B6D-41AD-869A-A155F8AB3959}"/>
              </a:ext>
            </a:extLst>
          </p:cNvPr>
          <p:cNvSpPr>
            <a:spLocks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5555">
            <a:extLst>
              <a:ext uri="{FF2B5EF4-FFF2-40B4-BE49-F238E27FC236}">
                <a16:creationId xmlns:a16="http://schemas.microsoft.com/office/drawing/2014/main" id="{1AA24CE4-97B3-452E-B177-828E2630227E}"/>
              </a:ext>
            </a:extLst>
          </p:cNvPr>
          <p:cNvSpPr>
            <a:spLocks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5556">
            <a:extLst>
              <a:ext uri="{FF2B5EF4-FFF2-40B4-BE49-F238E27FC236}">
                <a16:creationId xmlns:a16="http://schemas.microsoft.com/office/drawing/2014/main" id="{3F3AEFD6-1865-4434-BFEE-725C9D63B2E4}"/>
              </a:ext>
            </a:extLst>
          </p:cNvPr>
          <p:cNvSpPr>
            <a:spLocks/>
          </p:cNvSpPr>
          <p:nvPr/>
        </p:nvSpPr>
        <p:spPr>
          <a:xfrm>
            <a:off x="599312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5557">
            <a:extLst>
              <a:ext uri="{FF2B5EF4-FFF2-40B4-BE49-F238E27FC236}">
                <a16:creationId xmlns:a16="http://schemas.microsoft.com/office/drawing/2014/main" id="{84CFC7D6-26E3-484A-8281-BD3EE9FD2BF3}"/>
              </a:ext>
            </a:extLst>
          </p:cNvPr>
          <p:cNvSpPr>
            <a:spLocks/>
          </p:cNvSpPr>
          <p:nvPr/>
        </p:nvSpPr>
        <p:spPr>
          <a:xfrm>
            <a:off x="604213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5558">
            <a:extLst>
              <a:ext uri="{FF2B5EF4-FFF2-40B4-BE49-F238E27FC236}">
                <a16:creationId xmlns:a16="http://schemas.microsoft.com/office/drawing/2014/main" id="{9CDBB4FD-53E2-415A-9141-AE8C648DEFD7}"/>
              </a:ext>
            </a:extLst>
          </p:cNvPr>
          <p:cNvSpPr>
            <a:spLocks/>
          </p:cNvSpPr>
          <p:nvPr/>
        </p:nvSpPr>
        <p:spPr>
          <a:xfrm>
            <a:off x="596720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5559">
            <a:extLst>
              <a:ext uri="{FF2B5EF4-FFF2-40B4-BE49-F238E27FC236}">
                <a16:creationId xmlns:a16="http://schemas.microsoft.com/office/drawing/2014/main" id="{3705DDD5-F88D-4275-913F-1ABABBFA171D}"/>
              </a:ext>
            </a:extLst>
          </p:cNvPr>
          <p:cNvSpPr>
            <a:spLocks/>
          </p:cNvSpPr>
          <p:nvPr/>
        </p:nvSpPr>
        <p:spPr>
          <a:xfrm>
            <a:off x="5998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5560">
            <a:extLst>
              <a:ext uri="{FF2B5EF4-FFF2-40B4-BE49-F238E27FC236}">
                <a16:creationId xmlns:a16="http://schemas.microsoft.com/office/drawing/2014/main" id="{A61FFD73-6414-4363-A50B-CBE6BF4612D6}"/>
              </a:ext>
            </a:extLst>
          </p:cNvPr>
          <p:cNvSpPr>
            <a:spLocks/>
          </p:cNvSpPr>
          <p:nvPr/>
        </p:nvSpPr>
        <p:spPr>
          <a:xfrm>
            <a:off x="601813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5561">
            <a:extLst>
              <a:ext uri="{FF2B5EF4-FFF2-40B4-BE49-F238E27FC236}">
                <a16:creationId xmlns:a16="http://schemas.microsoft.com/office/drawing/2014/main" id="{7337FE0D-2A46-44A9-BCEE-4CC1FB316E74}"/>
              </a:ext>
            </a:extLst>
          </p:cNvPr>
          <p:cNvSpPr>
            <a:spLocks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5562">
            <a:extLst>
              <a:ext uri="{FF2B5EF4-FFF2-40B4-BE49-F238E27FC236}">
                <a16:creationId xmlns:a16="http://schemas.microsoft.com/office/drawing/2014/main" id="{B0AF393D-8FAA-417C-88AE-BCB05EB4C934}"/>
              </a:ext>
            </a:extLst>
          </p:cNvPr>
          <p:cNvSpPr>
            <a:spLocks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5563">
            <a:extLst>
              <a:ext uri="{FF2B5EF4-FFF2-40B4-BE49-F238E27FC236}">
                <a16:creationId xmlns:a16="http://schemas.microsoft.com/office/drawing/2014/main" id="{834E7FCD-1FEE-46E5-B208-F86849EB830F}"/>
              </a:ext>
            </a:extLst>
          </p:cNvPr>
          <p:cNvSpPr>
            <a:spLocks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5564">
            <a:extLst>
              <a:ext uri="{FF2B5EF4-FFF2-40B4-BE49-F238E27FC236}">
                <a16:creationId xmlns:a16="http://schemas.microsoft.com/office/drawing/2014/main" id="{1FCA47E1-D85A-4547-99CF-7A011E2F3BBE}"/>
              </a:ext>
            </a:extLst>
          </p:cNvPr>
          <p:cNvSpPr>
            <a:spLocks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5565">
            <a:extLst>
              <a:ext uri="{FF2B5EF4-FFF2-40B4-BE49-F238E27FC236}">
                <a16:creationId xmlns:a16="http://schemas.microsoft.com/office/drawing/2014/main" id="{AA0EE29D-AFB8-43E7-91C7-944E74E06023}"/>
              </a:ext>
            </a:extLst>
          </p:cNvPr>
          <p:cNvSpPr>
            <a:spLocks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5566">
            <a:extLst>
              <a:ext uri="{FF2B5EF4-FFF2-40B4-BE49-F238E27FC236}">
                <a16:creationId xmlns:a16="http://schemas.microsoft.com/office/drawing/2014/main" id="{305CAA78-133E-4435-BA32-7BFFFF9AF7C7}"/>
              </a:ext>
            </a:extLst>
          </p:cNvPr>
          <p:cNvSpPr>
            <a:spLocks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5567">
            <a:extLst>
              <a:ext uri="{FF2B5EF4-FFF2-40B4-BE49-F238E27FC236}">
                <a16:creationId xmlns:a16="http://schemas.microsoft.com/office/drawing/2014/main" id="{C5F5BC3F-8EB7-4F71-8922-3900163B65C4}"/>
              </a:ext>
            </a:extLst>
          </p:cNvPr>
          <p:cNvSpPr>
            <a:spLocks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5568">
            <a:extLst>
              <a:ext uri="{FF2B5EF4-FFF2-40B4-BE49-F238E27FC236}">
                <a16:creationId xmlns:a16="http://schemas.microsoft.com/office/drawing/2014/main" id="{E005FF5A-55D3-4F5E-B95A-950DF117A674}"/>
              </a:ext>
            </a:extLst>
          </p:cNvPr>
          <p:cNvSpPr>
            <a:spLocks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5569">
            <a:extLst>
              <a:ext uri="{FF2B5EF4-FFF2-40B4-BE49-F238E27FC236}">
                <a16:creationId xmlns:a16="http://schemas.microsoft.com/office/drawing/2014/main" id="{F8A311F2-9D04-496C-8E2A-33821C6F39FA}"/>
              </a:ext>
            </a:extLst>
          </p:cNvPr>
          <p:cNvSpPr>
            <a:spLocks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5570">
            <a:extLst>
              <a:ext uri="{FF2B5EF4-FFF2-40B4-BE49-F238E27FC236}">
                <a16:creationId xmlns:a16="http://schemas.microsoft.com/office/drawing/2014/main" id="{942895DB-49A2-42E8-9F50-3C0DCC6E6336}"/>
              </a:ext>
            </a:extLst>
          </p:cNvPr>
          <p:cNvSpPr>
            <a:spLocks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5571">
            <a:extLst>
              <a:ext uri="{FF2B5EF4-FFF2-40B4-BE49-F238E27FC236}">
                <a16:creationId xmlns:a16="http://schemas.microsoft.com/office/drawing/2014/main" id="{76211152-E1D8-4799-991E-2057CC4433A3}"/>
              </a:ext>
            </a:extLst>
          </p:cNvPr>
          <p:cNvSpPr>
            <a:spLocks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5572">
            <a:extLst>
              <a:ext uri="{FF2B5EF4-FFF2-40B4-BE49-F238E27FC236}">
                <a16:creationId xmlns:a16="http://schemas.microsoft.com/office/drawing/2014/main" id="{73740C32-A160-48BE-A8F7-1C3332F43746}"/>
              </a:ext>
            </a:extLst>
          </p:cNvPr>
          <p:cNvSpPr>
            <a:spLocks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5573">
            <a:extLst>
              <a:ext uri="{FF2B5EF4-FFF2-40B4-BE49-F238E27FC236}">
                <a16:creationId xmlns:a16="http://schemas.microsoft.com/office/drawing/2014/main" id="{40CEED83-15E4-4445-8CA5-5333740685A9}"/>
              </a:ext>
            </a:extLst>
          </p:cNvPr>
          <p:cNvSpPr>
            <a:spLocks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5574">
            <a:extLst>
              <a:ext uri="{FF2B5EF4-FFF2-40B4-BE49-F238E27FC236}">
                <a16:creationId xmlns:a16="http://schemas.microsoft.com/office/drawing/2014/main" id="{72DBBCF1-E762-4FCB-BECC-9CB9EFE022B9}"/>
              </a:ext>
            </a:extLst>
          </p:cNvPr>
          <p:cNvSpPr>
            <a:spLocks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5575">
            <a:extLst>
              <a:ext uri="{FF2B5EF4-FFF2-40B4-BE49-F238E27FC236}">
                <a16:creationId xmlns:a16="http://schemas.microsoft.com/office/drawing/2014/main" id="{5F1DE884-BACE-480E-8A37-60F4D46C5997}"/>
              </a:ext>
            </a:extLst>
          </p:cNvPr>
          <p:cNvSpPr>
            <a:spLocks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5576">
            <a:extLst>
              <a:ext uri="{FF2B5EF4-FFF2-40B4-BE49-F238E27FC236}">
                <a16:creationId xmlns:a16="http://schemas.microsoft.com/office/drawing/2014/main" id="{4D01933F-29D4-46EF-AADA-7358CC657ACF}"/>
              </a:ext>
            </a:extLst>
          </p:cNvPr>
          <p:cNvSpPr>
            <a:spLocks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5577">
            <a:extLst>
              <a:ext uri="{FF2B5EF4-FFF2-40B4-BE49-F238E27FC236}">
                <a16:creationId xmlns:a16="http://schemas.microsoft.com/office/drawing/2014/main" id="{68012A3C-FBBB-4D80-8CDF-653BB7D61460}"/>
              </a:ext>
            </a:extLst>
          </p:cNvPr>
          <p:cNvSpPr>
            <a:spLocks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5578">
            <a:extLst>
              <a:ext uri="{FF2B5EF4-FFF2-40B4-BE49-F238E27FC236}">
                <a16:creationId xmlns:a16="http://schemas.microsoft.com/office/drawing/2014/main" id="{4E6152B1-8CD4-4A24-B10E-7055EDC53C39}"/>
              </a:ext>
            </a:extLst>
          </p:cNvPr>
          <p:cNvSpPr>
            <a:spLocks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5579">
            <a:extLst>
              <a:ext uri="{FF2B5EF4-FFF2-40B4-BE49-F238E27FC236}">
                <a16:creationId xmlns:a16="http://schemas.microsoft.com/office/drawing/2014/main" id="{165B5673-1BED-47DF-A67F-59CD0FBCDC09}"/>
              </a:ext>
            </a:extLst>
          </p:cNvPr>
          <p:cNvSpPr>
            <a:spLocks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5580">
            <a:extLst>
              <a:ext uri="{FF2B5EF4-FFF2-40B4-BE49-F238E27FC236}">
                <a16:creationId xmlns:a16="http://schemas.microsoft.com/office/drawing/2014/main" id="{548DC7D8-B3C3-4FCB-BD43-E2A0256E00D2}"/>
              </a:ext>
            </a:extLst>
          </p:cNvPr>
          <p:cNvSpPr>
            <a:spLocks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5581">
            <a:extLst>
              <a:ext uri="{FF2B5EF4-FFF2-40B4-BE49-F238E27FC236}">
                <a16:creationId xmlns:a16="http://schemas.microsoft.com/office/drawing/2014/main" id="{8E2BAFBD-1600-4E07-9326-B7F18EDA88E4}"/>
              </a:ext>
            </a:extLst>
          </p:cNvPr>
          <p:cNvSpPr>
            <a:spLocks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5582">
            <a:extLst>
              <a:ext uri="{FF2B5EF4-FFF2-40B4-BE49-F238E27FC236}">
                <a16:creationId xmlns:a16="http://schemas.microsoft.com/office/drawing/2014/main" id="{0044CE03-B08F-4279-B5D5-1A9F4BF3F1A3}"/>
              </a:ext>
            </a:extLst>
          </p:cNvPr>
          <p:cNvSpPr>
            <a:spLocks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5583">
            <a:extLst>
              <a:ext uri="{FF2B5EF4-FFF2-40B4-BE49-F238E27FC236}">
                <a16:creationId xmlns:a16="http://schemas.microsoft.com/office/drawing/2014/main" id="{F2728A2E-1752-4518-9D6D-4CC0D8F6AE4F}"/>
              </a:ext>
            </a:extLst>
          </p:cNvPr>
          <p:cNvSpPr>
            <a:spLocks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5584">
            <a:extLst>
              <a:ext uri="{FF2B5EF4-FFF2-40B4-BE49-F238E27FC236}">
                <a16:creationId xmlns:a16="http://schemas.microsoft.com/office/drawing/2014/main" id="{0787E6F6-A1B0-416B-B8DE-985DBA0640D4}"/>
              </a:ext>
            </a:extLst>
          </p:cNvPr>
          <p:cNvSpPr>
            <a:spLocks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5585">
            <a:extLst>
              <a:ext uri="{FF2B5EF4-FFF2-40B4-BE49-F238E27FC236}">
                <a16:creationId xmlns:a16="http://schemas.microsoft.com/office/drawing/2014/main" id="{018CED4D-446F-463E-850D-B80525D5CEB4}"/>
              </a:ext>
            </a:extLst>
          </p:cNvPr>
          <p:cNvSpPr>
            <a:spLocks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5586">
            <a:extLst>
              <a:ext uri="{FF2B5EF4-FFF2-40B4-BE49-F238E27FC236}">
                <a16:creationId xmlns:a16="http://schemas.microsoft.com/office/drawing/2014/main" id="{DB762A46-8402-47DC-961E-E09D28499887}"/>
              </a:ext>
            </a:extLst>
          </p:cNvPr>
          <p:cNvSpPr>
            <a:spLocks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5587">
            <a:extLst>
              <a:ext uri="{FF2B5EF4-FFF2-40B4-BE49-F238E27FC236}">
                <a16:creationId xmlns:a16="http://schemas.microsoft.com/office/drawing/2014/main" id="{82BACA11-3733-4160-BCE8-23640A1BB577}"/>
              </a:ext>
            </a:extLst>
          </p:cNvPr>
          <p:cNvSpPr>
            <a:spLocks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5588">
            <a:extLst>
              <a:ext uri="{FF2B5EF4-FFF2-40B4-BE49-F238E27FC236}">
                <a16:creationId xmlns:a16="http://schemas.microsoft.com/office/drawing/2014/main" id="{AFAD8610-07AB-4D5A-9876-5AD790031589}"/>
              </a:ext>
            </a:extLst>
          </p:cNvPr>
          <p:cNvSpPr>
            <a:spLocks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5589">
            <a:extLst>
              <a:ext uri="{FF2B5EF4-FFF2-40B4-BE49-F238E27FC236}">
                <a16:creationId xmlns:a16="http://schemas.microsoft.com/office/drawing/2014/main" id="{4E515651-10DE-4B19-BE16-2B272D331761}"/>
              </a:ext>
            </a:extLst>
          </p:cNvPr>
          <p:cNvSpPr>
            <a:spLocks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5590">
            <a:extLst>
              <a:ext uri="{FF2B5EF4-FFF2-40B4-BE49-F238E27FC236}">
                <a16:creationId xmlns:a16="http://schemas.microsoft.com/office/drawing/2014/main" id="{F4762EB6-6554-4BC2-BCB8-3E6FDF9DDB20}"/>
              </a:ext>
            </a:extLst>
          </p:cNvPr>
          <p:cNvSpPr>
            <a:spLocks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5591">
            <a:extLst>
              <a:ext uri="{FF2B5EF4-FFF2-40B4-BE49-F238E27FC236}">
                <a16:creationId xmlns:a16="http://schemas.microsoft.com/office/drawing/2014/main" id="{A217D789-5C64-4A80-879E-ED9D1316056D}"/>
              </a:ext>
            </a:extLst>
          </p:cNvPr>
          <p:cNvSpPr>
            <a:spLocks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5592">
            <a:extLst>
              <a:ext uri="{FF2B5EF4-FFF2-40B4-BE49-F238E27FC236}">
                <a16:creationId xmlns:a16="http://schemas.microsoft.com/office/drawing/2014/main" id="{563CFA14-4DB7-4829-8E5B-FC5DD7FC3BDA}"/>
              </a:ext>
            </a:extLst>
          </p:cNvPr>
          <p:cNvSpPr>
            <a:spLocks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5593">
            <a:extLst>
              <a:ext uri="{FF2B5EF4-FFF2-40B4-BE49-F238E27FC236}">
                <a16:creationId xmlns:a16="http://schemas.microsoft.com/office/drawing/2014/main" id="{C2222CE6-090B-49A6-ABFA-F5EE0B4A7155}"/>
              </a:ext>
            </a:extLst>
          </p:cNvPr>
          <p:cNvSpPr>
            <a:spLocks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5594">
            <a:extLst>
              <a:ext uri="{FF2B5EF4-FFF2-40B4-BE49-F238E27FC236}">
                <a16:creationId xmlns:a16="http://schemas.microsoft.com/office/drawing/2014/main" id="{2205298D-6C04-4925-8A12-8E48D6E23DDB}"/>
              </a:ext>
            </a:extLst>
          </p:cNvPr>
          <p:cNvSpPr>
            <a:spLocks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5595">
            <a:extLst>
              <a:ext uri="{FF2B5EF4-FFF2-40B4-BE49-F238E27FC236}">
                <a16:creationId xmlns:a16="http://schemas.microsoft.com/office/drawing/2014/main" id="{699F7F9A-4902-45C0-8E86-44209CCEED69}"/>
              </a:ext>
            </a:extLst>
          </p:cNvPr>
          <p:cNvSpPr>
            <a:spLocks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5596">
            <a:extLst>
              <a:ext uri="{FF2B5EF4-FFF2-40B4-BE49-F238E27FC236}">
                <a16:creationId xmlns:a16="http://schemas.microsoft.com/office/drawing/2014/main" id="{85B7E80E-8CBD-48F4-B003-19CEEA544C20}"/>
              </a:ext>
            </a:extLst>
          </p:cNvPr>
          <p:cNvSpPr>
            <a:spLocks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5597">
            <a:extLst>
              <a:ext uri="{FF2B5EF4-FFF2-40B4-BE49-F238E27FC236}">
                <a16:creationId xmlns:a16="http://schemas.microsoft.com/office/drawing/2014/main" id="{6A65A2F0-76C3-45C4-9EF4-E6956E155228}"/>
              </a:ext>
            </a:extLst>
          </p:cNvPr>
          <p:cNvSpPr>
            <a:spLocks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5598">
            <a:extLst>
              <a:ext uri="{FF2B5EF4-FFF2-40B4-BE49-F238E27FC236}">
                <a16:creationId xmlns:a16="http://schemas.microsoft.com/office/drawing/2014/main" id="{F8686332-E497-492F-8168-C71B69AF6892}"/>
              </a:ext>
            </a:extLst>
          </p:cNvPr>
          <p:cNvSpPr>
            <a:spLocks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5599">
            <a:extLst>
              <a:ext uri="{FF2B5EF4-FFF2-40B4-BE49-F238E27FC236}">
                <a16:creationId xmlns:a16="http://schemas.microsoft.com/office/drawing/2014/main" id="{77181225-DC54-4CD1-90F1-515F7E547DF5}"/>
              </a:ext>
            </a:extLst>
          </p:cNvPr>
          <p:cNvSpPr>
            <a:spLocks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5600">
            <a:extLst>
              <a:ext uri="{FF2B5EF4-FFF2-40B4-BE49-F238E27FC236}">
                <a16:creationId xmlns:a16="http://schemas.microsoft.com/office/drawing/2014/main" id="{4D60BF1D-2874-4EDC-845C-A944E83E9805}"/>
              </a:ext>
            </a:extLst>
          </p:cNvPr>
          <p:cNvSpPr>
            <a:spLocks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5601">
            <a:extLst>
              <a:ext uri="{FF2B5EF4-FFF2-40B4-BE49-F238E27FC236}">
                <a16:creationId xmlns:a16="http://schemas.microsoft.com/office/drawing/2014/main" id="{CD7E8E4B-AB13-4373-A425-23A5611E1CDF}"/>
              </a:ext>
            </a:extLst>
          </p:cNvPr>
          <p:cNvSpPr>
            <a:spLocks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5602">
            <a:extLst>
              <a:ext uri="{FF2B5EF4-FFF2-40B4-BE49-F238E27FC236}">
                <a16:creationId xmlns:a16="http://schemas.microsoft.com/office/drawing/2014/main" id="{E7AFF38C-4F40-45DF-8BBC-199238A5CF37}"/>
              </a:ext>
            </a:extLst>
          </p:cNvPr>
          <p:cNvSpPr>
            <a:spLocks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5603">
            <a:extLst>
              <a:ext uri="{FF2B5EF4-FFF2-40B4-BE49-F238E27FC236}">
                <a16:creationId xmlns:a16="http://schemas.microsoft.com/office/drawing/2014/main" id="{B491694A-1723-4002-9886-420924D346A1}"/>
              </a:ext>
            </a:extLst>
          </p:cNvPr>
          <p:cNvSpPr>
            <a:spLocks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5604">
            <a:extLst>
              <a:ext uri="{FF2B5EF4-FFF2-40B4-BE49-F238E27FC236}">
                <a16:creationId xmlns:a16="http://schemas.microsoft.com/office/drawing/2014/main" id="{18B3C14D-4E74-46D2-AE92-8FCDC3912FAF}"/>
              </a:ext>
            </a:extLst>
          </p:cNvPr>
          <p:cNvSpPr>
            <a:spLocks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5605">
            <a:extLst>
              <a:ext uri="{FF2B5EF4-FFF2-40B4-BE49-F238E27FC236}">
                <a16:creationId xmlns:a16="http://schemas.microsoft.com/office/drawing/2014/main" id="{1F689978-8199-4B1C-9A4E-BDAD9957C61D}"/>
              </a:ext>
            </a:extLst>
          </p:cNvPr>
          <p:cNvSpPr>
            <a:spLocks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5606">
            <a:extLst>
              <a:ext uri="{FF2B5EF4-FFF2-40B4-BE49-F238E27FC236}">
                <a16:creationId xmlns:a16="http://schemas.microsoft.com/office/drawing/2014/main" id="{0764161E-0C81-4F9F-8A18-BD7C948AA484}"/>
              </a:ext>
            </a:extLst>
          </p:cNvPr>
          <p:cNvSpPr>
            <a:spLocks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5607">
            <a:extLst>
              <a:ext uri="{FF2B5EF4-FFF2-40B4-BE49-F238E27FC236}">
                <a16:creationId xmlns:a16="http://schemas.microsoft.com/office/drawing/2014/main" id="{8C589AA1-3F6D-4272-95FC-EDA716FC7041}"/>
              </a:ext>
            </a:extLst>
          </p:cNvPr>
          <p:cNvSpPr>
            <a:spLocks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5608">
            <a:extLst>
              <a:ext uri="{FF2B5EF4-FFF2-40B4-BE49-F238E27FC236}">
                <a16:creationId xmlns:a16="http://schemas.microsoft.com/office/drawing/2014/main" id="{7E465480-1C9C-4D2E-8682-54B9994E38A9}"/>
              </a:ext>
            </a:extLst>
          </p:cNvPr>
          <p:cNvSpPr>
            <a:spLocks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5609">
            <a:extLst>
              <a:ext uri="{FF2B5EF4-FFF2-40B4-BE49-F238E27FC236}">
                <a16:creationId xmlns:a16="http://schemas.microsoft.com/office/drawing/2014/main" id="{03708EE4-A022-428E-A684-DC58A0D41DFF}"/>
              </a:ext>
            </a:extLst>
          </p:cNvPr>
          <p:cNvSpPr>
            <a:spLocks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5610">
            <a:extLst>
              <a:ext uri="{FF2B5EF4-FFF2-40B4-BE49-F238E27FC236}">
                <a16:creationId xmlns:a16="http://schemas.microsoft.com/office/drawing/2014/main" id="{8FEEFE68-1401-4C6A-BFFD-8F0310E930A3}"/>
              </a:ext>
            </a:extLst>
          </p:cNvPr>
          <p:cNvSpPr>
            <a:spLocks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5611">
            <a:extLst>
              <a:ext uri="{FF2B5EF4-FFF2-40B4-BE49-F238E27FC236}">
                <a16:creationId xmlns:a16="http://schemas.microsoft.com/office/drawing/2014/main" id="{78F9E6F2-CFE4-419C-9427-158B6ECA98CB}"/>
              </a:ext>
            </a:extLst>
          </p:cNvPr>
          <p:cNvSpPr>
            <a:spLocks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5612">
            <a:extLst>
              <a:ext uri="{FF2B5EF4-FFF2-40B4-BE49-F238E27FC236}">
                <a16:creationId xmlns:a16="http://schemas.microsoft.com/office/drawing/2014/main" id="{24C2BC64-9217-4CAE-8C4F-6E61E566F1BA}"/>
              </a:ext>
            </a:extLst>
          </p:cNvPr>
          <p:cNvSpPr>
            <a:spLocks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5613">
            <a:extLst>
              <a:ext uri="{FF2B5EF4-FFF2-40B4-BE49-F238E27FC236}">
                <a16:creationId xmlns:a16="http://schemas.microsoft.com/office/drawing/2014/main" id="{E6A750F4-7784-479A-A950-7DE505E22177}"/>
              </a:ext>
            </a:extLst>
          </p:cNvPr>
          <p:cNvSpPr>
            <a:spLocks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5614">
            <a:extLst>
              <a:ext uri="{FF2B5EF4-FFF2-40B4-BE49-F238E27FC236}">
                <a16:creationId xmlns:a16="http://schemas.microsoft.com/office/drawing/2014/main" id="{432E6B16-144E-46F1-94D4-96D428AE55AA}"/>
              </a:ext>
            </a:extLst>
          </p:cNvPr>
          <p:cNvSpPr>
            <a:spLocks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5615">
            <a:extLst>
              <a:ext uri="{FF2B5EF4-FFF2-40B4-BE49-F238E27FC236}">
                <a16:creationId xmlns:a16="http://schemas.microsoft.com/office/drawing/2014/main" id="{E6B9C2C4-D066-42A1-A7A8-F1881BCA4247}"/>
              </a:ext>
            </a:extLst>
          </p:cNvPr>
          <p:cNvSpPr>
            <a:spLocks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5616">
            <a:extLst>
              <a:ext uri="{FF2B5EF4-FFF2-40B4-BE49-F238E27FC236}">
                <a16:creationId xmlns:a16="http://schemas.microsoft.com/office/drawing/2014/main" id="{AE2EE2FF-4FB4-420D-AC07-8BE200FF58B6}"/>
              </a:ext>
            </a:extLst>
          </p:cNvPr>
          <p:cNvSpPr>
            <a:spLocks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5617">
            <a:extLst>
              <a:ext uri="{FF2B5EF4-FFF2-40B4-BE49-F238E27FC236}">
                <a16:creationId xmlns:a16="http://schemas.microsoft.com/office/drawing/2014/main" id="{1D709354-75A2-4755-8F39-8B90831233F7}"/>
              </a:ext>
            </a:extLst>
          </p:cNvPr>
          <p:cNvSpPr>
            <a:spLocks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5618">
            <a:extLst>
              <a:ext uri="{FF2B5EF4-FFF2-40B4-BE49-F238E27FC236}">
                <a16:creationId xmlns:a16="http://schemas.microsoft.com/office/drawing/2014/main" id="{8C15CDEA-65DE-44A6-BFEF-D3EE8B9E7294}"/>
              </a:ext>
            </a:extLst>
          </p:cNvPr>
          <p:cNvSpPr>
            <a:spLocks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5619">
            <a:extLst>
              <a:ext uri="{FF2B5EF4-FFF2-40B4-BE49-F238E27FC236}">
                <a16:creationId xmlns:a16="http://schemas.microsoft.com/office/drawing/2014/main" id="{A758A18A-0C0F-4415-9BFB-E3D93035EA39}"/>
              </a:ext>
            </a:extLst>
          </p:cNvPr>
          <p:cNvSpPr>
            <a:spLocks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5620">
            <a:extLst>
              <a:ext uri="{FF2B5EF4-FFF2-40B4-BE49-F238E27FC236}">
                <a16:creationId xmlns:a16="http://schemas.microsoft.com/office/drawing/2014/main" id="{7BF481E1-E111-4CB9-BE86-57857379BAB7}"/>
              </a:ext>
            </a:extLst>
          </p:cNvPr>
          <p:cNvSpPr>
            <a:spLocks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5621">
            <a:extLst>
              <a:ext uri="{FF2B5EF4-FFF2-40B4-BE49-F238E27FC236}">
                <a16:creationId xmlns:a16="http://schemas.microsoft.com/office/drawing/2014/main" id="{56272646-D549-44BF-8EDB-FCF1D68B49BC}"/>
              </a:ext>
            </a:extLst>
          </p:cNvPr>
          <p:cNvSpPr>
            <a:spLocks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5622">
            <a:extLst>
              <a:ext uri="{FF2B5EF4-FFF2-40B4-BE49-F238E27FC236}">
                <a16:creationId xmlns:a16="http://schemas.microsoft.com/office/drawing/2014/main" id="{0B54C3EE-7E7D-42FB-85D3-A3D06EF80B31}"/>
              </a:ext>
            </a:extLst>
          </p:cNvPr>
          <p:cNvSpPr>
            <a:spLocks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5623">
            <a:extLst>
              <a:ext uri="{FF2B5EF4-FFF2-40B4-BE49-F238E27FC236}">
                <a16:creationId xmlns:a16="http://schemas.microsoft.com/office/drawing/2014/main" id="{D1E07948-2402-447D-8885-CDD4A9AFD30C}"/>
              </a:ext>
            </a:extLst>
          </p:cNvPr>
          <p:cNvSpPr>
            <a:spLocks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5624">
            <a:extLst>
              <a:ext uri="{FF2B5EF4-FFF2-40B4-BE49-F238E27FC236}">
                <a16:creationId xmlns:a16="http://schemas.microsoft.com/office/drawing/2014/main" id="{6E129A19-04A9-4788-9DE9-A7E9EF70C7C9}"/>
              </a:ext>
            </a:extLst>
          </p:cNvPr>
          <p:cNvSpPr>
            <a:spLocks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5625">
            <a:extLst>
              <a:ext uri="{FF2B5EF4-FFF2-40B4-BE49-F238E27FC236}">
                <a16:creationId xmlns:a16="http://schemas.microsoft.com/office/drawing/2014/main" id="{0BD916D2-1094-47D3-9422-C008954F5DCB}"/>
              </a:ext>
            </a:extLst>
          </p:cNvPr>
          <p:cNvSpPr>
            <a:spLocks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5626">
            <a:extLst>
              <a:ext uri="{FF2B5EF4-FFF2-40B4-BE49-F238E27FC236}">
                <a16:creationId xmlns:a16="http://schemas.microsoft.com/office/drawing/2014/main" id="{2C0CA641-3889-45EE-92FE-E03B572E25F1}"/>
              </a:ext>
            </a:extLst>
          </p:cNvPr>
          <p:cNvSpPr>
            <a:spLocks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5627">
            <a:extLst>
              <a:ext uri="{FF2B5EF4-FFF2-40B4-BE49-F238E27FC236}">
                <a16:creationId xmlns:a16="http://schemas.microsoft.com/office/drawing/2014/main" id="{1AAF0FBD-8E65-454D-ABD3-C4AFE616FF55}"/>
              </a:ext>
            </a:extLst>
          </p:cNvPr>
          <p:cNvSpPr>
            <a:spLocks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5628">
            <a:extLst>
              <a:ext uri="{FF2B5EF4-FFF2-40B4-BE49-F238E27FC236}">
                <a16:creationId xmlns:a16="http://schemas.microsoft.com/office/drawing/2014/main" id="{2CC2E9A2-0BCC-4828-9B1F-877D08FCD36A}"/>
              </a:ext>
            </a:extLst>
          </p:cNvPr>
          <p:cNvSpPr>
            <a:spLocks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5629">
            <a:extLst>
              <a:ext uri="{FF2B5EF4-FFF2-40B4-BE49-F238E27FC236}">
                <a16:creationId xmlns:a16="http://schemas.microsoft.com/office/drawing/2014/main" id="{CD9E8C0C-9854-4993-8BBB-66461DF74481}"/>
              </a:ext>
            </a:extLst>
          </p:cNvPr>
          <p:cNvSpPr>
            <a:spLocks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5630">
            <a:extLst>
              <a:ext uri="{FF2B5EF4-FFF2-40B4-BE49-F238E27FC236}">
                <a16:creationId xmlns:a16="http://schemas.microsoft.com/office/drawing/2014/main" id="{E6151C27-73AC-47DE-80B9-D18D32FAD0EA}"/>
              </a:ext>
            </a:extLst>
          </p:cNvPr>
          <p:cNvSpPr>
            <a:spLocks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5631">
            <a:extLst>
              <a:ext uri="{FF2B5EF4-FFF2-40B4-BE49-F238E27FC236}">
                <a16:creationId xmlns:a16="http://schemas.microsoft.com/office/drawing/2014/main" id="{B60CE224-1576-4F8C-93BB-04DBB09DF8E5}"/>
              </a:ext>
            </a:extLst>
          </p:cNvPr>
          <p:cNvSpPr>
            <a:spLocks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5632">
            <a:extLst>
              <a:ext uri="{FF2B5EF4-FFF2-40B4-BE49-F238E27FC236}">
                <a16:creationId xmlns:a16="http://schemas.microsoft.com/office/drawing/2014/main" id="{1997B25B-3DE4-4980-81F1-29FC1F15E63E}"/>
              </a:ext>
            </a:extLst>
          </p:cNvPr>
          <p:cNvSpPr>
            <a:spLocks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5633">
            <a:extLst>
              <a:ext uri="{FF2B5EF4-FFF2-40B4-BE49-F238E27FC236}">
                <a16:creationId xmlns:a16="http://schemas.microsoft.com/office/drawing/2014/main" id="{4DC3B3FF-470F-46CA-A574-42D88A917CC3}"/>
              </a:ext>
            </a:extLst>
          </p:cNvPr>
          <p:cNvSpPr>
            <a:spLocks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5634">
            <a:extLst>
              <a:ext uri="{FF2B5EF4-FFF2-40B4-BE49-F238E27FC236}">
                <a16:creationId xmlns:a16="http://schemas.microsoft.com/office/drawing/2014/main" id="{BE76BE2B-1FA6-4584-A85A-570DF107E786}"/>
              </a:ext>
            </a:extLst>
          </p:cNvPr>
          <p:cNvSpPr>
            <a:spLocks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5635">
            <a:extLst>
              <a:ext uri="{FF2B5EF4-FFF2-40B4-BE49-F238E27FC236}">
                <a16:creationId xmlns:a16="http://schemas.microsoft.com/office/drawing/2014/main" id="{5048B155-1C2B-4F65-A4D4-51DC8566E171}"/>
              </a:ext>
            </a:extLst>
          </p:cNvPr>
          <p:cNvSpPr>
            <a:spLocks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5636">
            <a:extLst>
              <a:ext uri="{FF2B5EF4-FFF2-40B4-BE49-F238E27FC236}">
                <a16:creationId xmlns:a16="http://schemas.microsoft.com/office/drawing/2014/main" id="{F9F7FAB6-8277-4366-BFCF-A682CB2C4A2F}"/>
              </a:ext>
            </a:extLst>
          </p:cNvPr>
          <p:cNvSpPr>
            <a:spLocks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5637">
            <a:extLst>
              <a:ext uri="{FF2B5EF4-FFF2-40B4-BE49-F238E27FC236}">
                <a16:creationId xmlns:a16="http://schemas.microsoft.com/office/drawing/2014/main" id="{21D09948-1735-4309-AFAD-B71AAD329FB5}"/>
              </a:ext>
            </a:extLst>
          </p:cNvPr>
          <p:cNvSpPr>
            <a:spLocks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5638">
            <a:extLst>
              <a:ext uri="{FF2B5EF4-FFF2-40B4-BE49-F238E27FC236}">
                <a16:creationId xmlns:a16="http://schemas.microsoft.com/office/drawing/2014/main" id="{963F68F6-398E-425B-81A2-B5FD9D660E46}"/>
              </a:ext>
            </a:extLst>
          </p:cNvPr>
          <p:cNvSpPr>
            <a:spLocks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5639">
            <a:extLst>
              <a:ext uri="{FF2B5EF4-FFF2-40B4-BE49-F238E27FC236}">
                <a16:creationId xmlns:a16="http://schemas.microsoft.com/office/drawing/2014/main" id="{919F5175-A06D-4FA2-B2D8-245C7D090D62}"/>
              </a:ext>
            </a:extLst>
          </p:cNvPr>
          <p:cNvSpPr>
            <a:spLocks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5640">
            <a:extLst>
              <a:ext uri="{FF2B5EF4-FFF2-40B4-BE49-F238E27FC236}">
                <a16:creationId xmlns:a16="http://schemas.microsoft.com/office/drawing/2014/main" id="{F566BFE6-43E3-4695-92C2-353BECE7FBC8}"/>
              </a:ext>
            </a:extLst>
          </p:cNvPr>
          <p:cNvSpPr>
            <a:spLocks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5641">
            <a:extLst>
              <a:ext uri="{FF2B5EF4-FFF2-40B4-BE49-F238E27FC236}">
                <a16:creationId xmlns:a16="http://schemas.microsoft.com/office/drawing/2014/main" id="{4E09CBDA-BB65-401E-95BF-EF0A4864D3C2}"/>
              </a:ext>
            </a:extLst>
          </p:cNvPr>
          <p:cNvSpPr>
            <a:spLocks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5642">
            <a:extLst>
              <a:ext uri="{FF2B5EF4-FFF2-40B4-BE49-F238E27FC236}">
                <a16:creationId xmlns:a16="http://schemas.microsoft.com/office/drawing/2014/main" id="{F8658718-D3C0-498B-AD75-0D8B0F674913}"/>
              </a:ext>
            </a:extLst>
          </p:cNvPr>
          <p:cNvSpPr>
            <a:spLocks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5643">
            <a:extLst>
              <a:ext uri="{FF2B5EF4-FFF2-40B4-BE49-F238E27FC236}">
                <a16:creationId xmlns:a16="http://schemas.microsoft.com/office/drawing/2014/main" id="{A82F606A-CD94-4F98-AE01-BB53D9BC5894}"/>
              </a:ext>
            </a:extLst>
          </p:cNvPr>
          <p:cNvSpPr>
            <a:spLocks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5644">
            <a:extLst>
              <a:ext uri="{FF2B5EF4-FFF2-40B4-BE49-F238E27FC236}">
                <a16:creationId xmlns:a16="http://schemas.microsoft.com/office/drawing/2014/main" id="{BE3D4013-6F0E-4FDC-9B7D-7D43888D38D0}"/>
              </a:ext>
            </a:extLst>
          </p:cNvPr>
          <p:cNvSpPr>
            <a:spLocks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5645">
            <a:extLst>
              <a:ext uri="{FF2B5EF4-FFF2-40B4-BE49-F238E27FC236}">
                <a16:creationId xmlns:a16="http://schemas.microsoft.com/office/drawing/2014/main" id="{BE7BD8C8-13F8-4D02-80C6-0031526CD633}"/>
              </a:ext>
            </a:extLst>
          </p:cNvPr>
          <p:cNvSpPr>
            <a:spLocks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5646">
            <a:extLst>
              <a:ext uri="{FF2B5EF4-FFF2-40B4-BE49-F238E27FC236}">
                <a16:creationId xmlns:a16="http://schemas.microsoft.com/office/drawing/2014/main" id="{CDA4A2C4-61D7-4E0A-8784-E81861224E8A}"/>
              </a:ext>
            </a:extLst>
          </p:cNvPr>
          <p:cNvSpPr>
            <a:spLocks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5647">
            <a:extLst>
              <a:ext uri="{FF2B5EF4-FFF2-40B4-BE49-F238E27FC236}">
                <a16:creationId xmlns:a16="http://schemas.microsoft.com/office/drawing/2014/main" id="{83301920-8203-4FB6-ACD9-7FF148D62930}"/>
              </a:ext>
            </a:extLst>
          </p:cNvPr>
          <p:cNvSpPr>
            <a:spLocks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5648">
            <a:extLst>
              <a:ext uri="{FF2B5EF4-FFF2-40B4-BE49-F238E27FC236}">
                <a16:creationId xmlns:a16="http://schemas.microsoft.com/office/drawing/2014/main" id="{A79D6050-6820-4F31-B514-D5EF82074F41}"/>
              </a:ext>
            </a:extLst>
          </p:cNvPr>
          <p:cNvSpPr>
            <a:spLocks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5649">
            <a:extLst>
              <a:ext uri="{FF2B5EF4-FFF2-40B4-BE49-F238E27FC236}">
                <a16:creationId xmlns:a16="http://schemas.microsoft.com/office/drawing/2014/main" id="{AB4DDC26-4F53-4B1A-A346-F376CEEEFEDF}"/>
              </a:ext>
            </a:extLst>
          </p:cNvPr>
          <p:cNvSpPr>
            <a:spLocks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5650">
            <a:extLst>
              <a:ext uri="{FF2B5EF4-FFF2-40B4-BE49-F238E27FC236}">
                <a16:creationId xmlns:a16="http://schemas.microsoft.com/office/drawing/2014/main" id="{24C39EFD-865A-406F-A430-149B7D596E44}"/>
              </a:ext>
            </a:extLst>
          </p:cNvPr>
          <p:cNvSpPr>
            <a:spLocks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5651">
            <a:extLst>
              <a:ext uri="{FF2B5EF4-FFF2-40B4-BE49-F238E27FC236}">
                <a16:creationId xmlns:a16="http://schemas.microsoft.com/office/drawing/2014/main" id="{77D9C9BE-3B49-4ADF-AC2F-7FCA53269CDC}"/>
              </a:ext>
            </a:extLst>
          </p:cNvPr>
          <p:cNvSpPr>
            <a:spLocks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5652">
            <a:extLst>
              <a:ext uri="{FF2B5EF4-FFF2-40B4-BE49-F238E27FC236}">
                <a16:creationId xmlns:a16="http://schemas.microsoft.com/office/drawing/2014/main" id="{DAC17427-8B77-4934-93D0-7999673CF4C3}"/>
              </a:ext>
            </a:extLst>
          </p:cNvPr>
          <p:cNvSpPr>
            <a:spLocks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5653">
            <a:extLst>
              <a:ext uri="{FF2B5EF4-FFF2-40B4-BE49-F238E27FC236}">
                <a16:creationId xmlns:a16="http://schemas.microsoft.com/office/drawing/2014/main" id="{518F52F2-F44C-4380-BEDB-5C7655387BFC}"/>
              </a:ext>
            </a:extLst>
          </p:cNvPr>
          <p:cNvSpPr>
            <a:spLocks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5654">
            <a:extLst>
              <a:ext uri="{FF2B5EF4-FFF2-40B4-BE49-F238E27FC236}">
                <a16:creationId xmlns:a16="http://schemas.microsoft.com/office/drawing/2014/main" id="{97BA893F-3B96-4343-936C-AEAA8B10500C}"/>
              </a:ext>
            </a:extLst>
          </p:cNvPr>
          <p:cNvSpPr>
            <a:spLocks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5655">
            <a:extLst>
              <a:ext uri="{FF2B5EF4-FFF2-40B4-BE49-F238E27FC236}">
                <a16:creationId xmlns:a16="http://schemas.microsoft.com/office/drawing/2014/main" id="{E1DB7232-FA7F-4EEC-9D90-A006DC772C76}"/>
              </a:ext>
            </a:extLst>
          </p:cNvPr>
          <p:cNvSpPr>
            <a:spLocks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5656">
            <a:extLst>
              <a:ext uri="{FF2B5EF4-FFF2-40B4-BE49-F238E27FC236}">
                <a16:creationId xmlns:a16="http://schemas.microsoft.com/office/drawing/2014/main" id="{826CE6A9-8E43-4CBF-85EF-8A77B59D3BCC}"/>
              </a:ext>
            </a:extLst>
          </p:cNvPr>
          <p:cNvSpPr>
            <a:spLocks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5657">
            <a:extLst>
              <a:ext uri="{FF2B5EF4-FFF2-40B4-BE49-F238E27FC236}">
                <a16:creationId xmlns:a16="http://schemas.microsoft.com/office/drawing/2014/main" id="{BF636CC3-8FB6-42DE-BCBB-D01878C87213}"/>
              </a:ext>
            </a:extLst>
          </p:cNvPr>
          <p:cNvSpPr>
            <a:spLocks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5658">
            <a:extLst>
              <a:ext uri="{FF2B5EF4-FFF2-40B4-BE49-F238E27FC236}">
                <a16:creationId xmlns:a16="http://schemas.microsoft.com/office/drawing/2014/main" id="{EF654FAF-A910-4BB0-B8F8-F41D9B61B582}"/>
              </a:ext>
            </a:extLst>
          </p:cNvPr>
          <p:cNvSpPr>
            <a:spLocks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5659">
            <a:extLst>
              <a:ext uri="{FF2B5EF4-FFF2-40B4-BE49-F238E27FC236}">
                <a16:creationId xmlns:a16="http://schemas.microsoft.com/office/drawing/2014/main" id="{BC0D4FC7-6B51-4BEE-996E-F5344275EC20}"/>
              </a:ext>
            </a:extLst>
          </p:cNvPr>
          <p:cNvSpPr>
            <a:spLocks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5660">
            <a:extLst>
              <a:ext uri="{FF2B5EF4-FFF2-40B4-BE49-F238E27FC236}">
                <a16:creationId xmlns:a16="http://schemas.microsoft.com/office/drawing/2014/main" id="{5D1CFD24-B065-4664-8C50-355FCBB79FFD}"/>
              </a:ext>
            </a:extLst>
          </p:cNvPr>
          <p:cNvSpPr>
            <a:spLocks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5661">
            <a:extLst>
              <a:ext uri="{FF2B5EF4-FFF2-40B4-BE49-F238E27FC236}">
                <a16:creationId xmlns:a16="http://schemas.microsoft.com/office/drawing/2014/main" id="{E9C02943-C327-4A1A-A2A3-68467494E865}"/>
              </a:ext>
            </a:extLst>
          </p:cNvPr>
          <p:cNvSpPr>
            <a:spLocks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5662">
            <a:extLst>
              <a:ext uri="{FF2B5EF4-FFF2-40B4-BE49-F238E27FC236}">
                <a16:creationId xmlns:a16="http://schemas.microsoft.com/office/drawing/2014/main" id="{C91FB714-23F9-42E1-BD87-0F173229FAF2}"/>
              </a:ext>
            </a:extLst>
          </p:cNvPr>
          <p:cNvSpPr>
            <a:spLocks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5663">
            <a:extLst>
              <a:ext uri="{FF2B5EF4-FFF2-40B4-BE49-F238E27FC236}">
                <a16:creationId xmlns:a16="http://schemas.microsoft.com/office/drawing/2014/main" id="{20A4E3F9-DD5C-42F5-9B8C-E3D77E527491}"/>
              </a:ext>
            </a:extLst>
          </p:cNvPr>
          <p:cNvSpPr>
            <a:spLocks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5664">
            <a:extLst>
              <a:ext uri="{FF2B5EF4-FFF2-40B4-BE49-F238E27FC236}">
                <a16:creationId xmlns:a16="http://schemas.microsoft.com/office/drawing/2014/main" id="{02FB5BFE-AD03-4CD7-9AE1-ED744FEBA30B}"/>
              </a:ext>
            </a:extLst>
          </p:cNvPr>
          <p:cNvSpPr>
            <a:spLocks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5665">
            <a:extLst>
              <a:ext uri="{FF2B5EF4-FFF2-40B4-BE49-F238E27FC236}">
                <a16:creationId xmlns:a16="http://schemas.microsoft.com/office/drawing/2014/main" id="{25685EE0-0759-48FD-AFA4-B5499BDEED51}"/>
              </a:ext>
            </a:extLst>
          </p:cNvPr>
          <p:cNvSpPr>
            <a:spLocks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5666">
            <a:extLst>
              <a:ext uri="{FF2B5EF4-FFF2-40B4-BE49-F238E27FC236}">
                <a16:creationId xmlns:a16="http://schemas.microsoft.com/office/drawing/2014/main" id="{9918EF97-03D2-46AB-B812-CB7C3D9EBB46}"/>
              </a:ext>
            </a:extLst>
          </p:cNvPr>
          <p:cNvSpPr>
            <a:spLocks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5667">
            <a:extLst>
              <a:ext uri="{FF2B5EF4-FFF2-40B4-BE49-F238E27FC236}">
                <a16:creationId xmlns:a16="http://schemas.microsoft.com/office/drawing/2014/main" id="{1298E36F-02E2-4C6B-A565-7C3431CCE280}"/>
              </a:ext>
            </a:extLst>
          </p:cNvPr>
          <p:cNvSpPr>
            <a:spLocks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5668">
            <a:extLst>
              <a:ext uri="{FF2B5EF4-FFF2-40B4-BE49-F238E27FC236}">
                <a16:creationId xmlns:a16="http://schemas.microsoft.com/office/drawing/2014/main" id="{772805E5-2636-4B18-9495-01331CA809B1}"/>
              </a:ext>
            </a:extLst>
          </p:cNvPr>
          <p:cNvSpPr>
            <a:spLocks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5669">
            <a:extLst>
              <a:ext uri="{FF2B5EF4-FFF2-40B4-BE49-F238E27FC236}">
                <a16:creationId xmlns:a16="http://schemas.microsoft.com/office/drawing/2014/main" id="{511D0269-BCAD-4008-BAFF-766D90ED5FC8}"/>
              </a:ext>
            </a:extLst>
          </p:cNvPr>
          <p:cNvSpPr>
            <a:spLocks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5670">
            <a:extLst>
              <a:ext uri="{FF2B5EF4-FFF2-40B4-BE49-F238E27FC236}">
                <a16:creationId xmlns:a16="http://schemas.microsoft.com/office/drawing/2014/main" id="{79CA828A-BA01-4E93-A666-C73B43B303D5}"/>
              </a:ext>
            </a:extLst>
          </p:cNvPr>
          <p:cNvSpPr>
            <a:spLocks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5671">
            <a:extLst>
              <a:ext uri="{FF2B5EF4-FFF2-40B4-BE49-F238E27FC236}">
                <a16:creationId xmlns:a16="http://schemas.microsoft.com/office/drawing/2014/main" id="{E6290EF4-050F-4EB7-97A7-8DFD6A3430EF}"/>
              </a:ext>
            </a:extLst>
          </p:cNvPr>
          <p:cNvSpPr>
            <a:spLocks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5672">
            <a:extLst>
              <a:ext uri="{FF2B5EF4-FFF2-40B4-BE49-F238E27FC236}">
                <a16:creationId xmlns:a16="http://schemas.microsoft.com/office/drawing/2014/main" id="{A171641C-5B5D-4876-8EFA-2DE28EB04770}"/>
              </a:ext>
            </a:extLst>
          </p:cNvPr>
          <p:cNvSpPr>
            <a:spLocks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5673">
            <a:extLst>
              <a:ext uri="{FF2B5EF4-FFF2-40B4-BE49-F238E27FC236}">
                <a16:creationId xmlns:a16="http://schemas.microsoft.com/office/drawing/2014/main" id="{63687039-F685-4979-A914-6880DC38928A}"/>
              </a:ext>
            </a:extLst>
          </p:cNvPr>
          <p:cNvSpPr>
            <a:spLocks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5674">
            <a:extLst>
              <a:ext uri="{FF2B5EF4-FFF2-40B4-BE49-F238E27FC236}">
                <a16:creationId xmlns:a16="http://schemas.microsoft.com/office/drawing/2014/main" id="{E1F0EBF7-0090-4BE1-AFD9-D08179917F0A}"/>
              </a:ext>
            </a:extLst>
          </p:cNvPr>
          <p:cNvSpPr>
            <a:spLocks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5675">
            <a:extLst>
              <a:ext uri="{FF2B5EF4-FFF2-40B4-BE49-F238E27FC236}">
                <a16:creationId xmlns:a16="http://schemas.microsoft.com/office/drawing/2014/main" id="{42D0FC00-9E5A-4AD5-AFF5-7FEC66227900}"/>
              </a:ext>
            </a:extLst>
          </p:cNvPr>
          <p:cNvSpPr>
            <a:spLocks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5676">
            <a:extLst>
              <a:ext uri="{FF2B5EF4-FFF2-40B4-BE49-F238E27FC236}">
                <a16:creationId xmlns:a16="http://schemas.microsoft.com/office/drawing/2014/main" id="{ED8D3B0B-D629-419E-A632-23C415714A39}"/>
              </a:ext>
            </a:extLst>
          </p:cNvPr>
          <p:cNvSpPr>
            <a:spLocks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5677">
            <a:extLst>
              <a:ext uri="{FF2B5EF4-FFF2-40B4-BE49-F238E27FC236}">
                <a16:creationId xmlns:a16="http://schemas.microsoft.com/office/drawing/2014/main" id="{BCF14A2A-94C7-4B78-96E0-A66E7332E046}"/>
              </a:ext>
            </a:extLst>
          </p:cNvPr>
          <p:cNvSpPr>
            <a:spLocks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5678">
            <a:extLst>
              <a:ext uri="{FF2B5EF4-FFF2-40B4-BE49-F238E27FC236}">
                <a16:creationId xmlns:a16="http://schemas.microsoft.com/office/drawing/2014/main" id="{A53791E6-FE4F-4B01-86E2-B68DA7FD2CA7}"/>
              </a:ext>
            </a:extLst>
          </p:cNvPr>
          <p:cNvSpPr>
            <a:spLocks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5679">
            <a:extLst>
              <a:ext uri="{FF2B5EF4-FFF2-40B4-BE49-F238E27FC236}">
                <a16:creationId xmlns:a16="http://schemas.microsoft.com/office/drawing/2014/main" id="{D46EECD7-DF54-4190-A6AC-109465F2280F}"/>
              </a:ext>
            </a:extLst>
          </p:cNvPr>
          <p:cNvSpPr>
            <a:spLocks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5680">
            <a:extLst>
              <a:ext uri="{FF2B5EF4-FFF2-40B4-BE49-F238E27FC236}">
                <a16:creationId xmlns:a16="http://schemas.microsoft.com/office/drawing/2014/main" id="{045F4E45-BEFE-4742-AC4E-1146FF60CE77}"/>
              </a:ext>
            </a:extLst>
          </p:cNvPr>
          <p:cNvSpPr>
            <a:spLocks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5681">
            <a:extLst>
              <a:ext uri="{FF2B5EF4-FFF2-40B4-BE49-F238E27FC236}">
                <a16:creationId xmlns:a16="http://schemas.microsoft.com/office/drawing/2014/main" id="{EFECB0C4-687B-46CF-930B-9781FB2811A6}"/>
              </a:ext>
            </a:extLst>
          </p:cNvPr>
          <p:cNvSpPr>
            <a:spLocks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5682">
            <a:extLst>
              <a:ext uri="{FF2B5EF4-FFF2-40B4-BE49-F238E27FC236}">
                <a16:creationId xmlns:a16="http://schemas.microsoft.com/office/drawing/2014/main" id="{51ED06E0-A8D1-429E-AE6C-B4056C5F5DD2}"/>
              </a:ext>
            </a:extLst>
          </p:cNvPr>
          <p:cNvSpPr>
            <a:spLocks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5683">
            <a:extLst>
              <a:ext uri="{FF2B5EF4-FFF2-40B4-BE49-F238E27FC236}">
                <a16:creationId xmlns:a16="http://schemas.microsoft.com/office/drawing/2014/main" id="{AD149968-BC62-472A-A918-B8FB3010DEF9}"/>
              </a:ext>
            </a:extLst>
          </p:cNvPr>
          <p:cNvSpPr>
            <a:spLocks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5684">
            <a:extLst>
              <a:ext uri="{FF2B5EF4-FFF2-40B4-BE49-F238E27FC236}">
                <a16:creationId xmlns:a16="http://schemas.microsoft.com/office/drawing/2014/main" id="{BAE82566-9724-4502-9111-179EB3AC25A9}"/>
              </a:ext>
            </a:extLst>
          </p:cNvPr>
          <p:cNvSpPr>
            <a:spLocks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5685">
            <a:extLst>
              <a:ext uri="{FF2B5EF4-FFF2-40B4-BE49-F238E27FC236}">
                <a16:creationId xmlns:a16="http://schemas.microsoft.com/office/drawing/2014/main" id="{F7ED20B0-9531-4AD7-8E81-EC10BCAC2AA6}"/>
              </a:ext>
            </a:extLst>
          </p:cNvPr>
          <p:cNvSpPr>
            <a:spLocks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5686">
            <a:extLst>
              <a:ext uri="{FF2B5EF4-FFF2-40B4-BE49-F238E27FC236}">
                <a16:creationId xmlns:a16="http://schemas.microsoft.com/office/drawing/2014/main" id="{B483E630-26CD-4139-81B1-19A41AE573AA}"/>
              </a:ext>
            </a:extLst>
          </p:cNvPr>
          <p:cNvSpPr>
            <a:spLocks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5687">
            <a:extLst>
              <a:ext uri="{FF2B5EF4-FFF2-40B4-BE49-F238E27FC236}">
                <a16:creationId xmlns:a16="http://schemas.microsoft.com/office/drawing/2014/main" id="{EEFFDC34-FC63-45D9-8DD4-42F254426E24}"/>
              </a:ext>
            </a:extLst>
          </p:cNvPr>
          <p:cNvSpPr>
            <a:spLocks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5688">
            <a:extLst>
              <a:ext uri="{FF2B5EF4-FFF2-40B4-BE49-F238E27FC236}">
                <a16:creationId xmlns:a16="http://schemas.microsoft.com/office/drawing/2014/main" id="{320F6312-49D2-40F8-AB78-614B27201B47}"/>
              </a:ext>
            </a:extLst>
          </p:cNvPr>
          <p:cNvSpPr>
            <a:spLocks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5689">
            <a:extLst>
              <a:ext uri="{FF2B5EF4-FFF2-40B4-BE49-F238E27FC236}">
                <a16:creationId xmlns:a16="http://schemas.microsoft.com/office/drawing/2014/main" id="{64AA9FEA-61EE-4784-9C75-36B9DFC165ED}"/>
              </a:ext>
            </a:extLst>
          </p:cNvPr>
          <p:cNvSpPr>
            <a:spLocks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5690">
            <a:extLst>
              <a:ext uri="{FF2B5EF4-FFF2-40B4-BE49-F238E27FC236}">
                <a16:creationId xmlns:a16="http://schemas.microsoft.com/office/drawing/2014/main" id="{C8D56803-B524-4E4C-A780-6DB848B6C022}"/>
              </a:ext>
            </a:extLst>
          </p:cNvPr>
          <p:cNvSpPr>
            <a:spLocks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5691">
            <a:extLst>
              <a:ext uri="{FF2B5EF4-FFF2-40B4-BE49-F238E27FC236}">
                <a16:creationId xmlns:a16="http://schemas.microsoft.com/office/drawing/2014/main" id="{D1BADA1F-0DC3-4904-9FAA-4DC70F6F45B4}"/>
              </a:ext>
            </a:extLst>
          </p:cNvPr>
          <p:cNvSpPr>
            <a:spLocks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5692">
            <a:extLst>
              <a:ext uri="{FF2B5EF4-FFF2-40B4-BE49-F238E27FC236}">
                <a16:creationId xmlns:a16="http://schemas.microsoft.com/office/drawing/2014/main" id="{1E2A86ED-F7BF-4B84-96A5-56BDA1DC9EA3}"/>
              </a:ext>
            </a:extLst>
          </p:cNvPr>
          <p:cNvSpPr>
            <a:spLocks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5693">
            <a:extLst>
              <a:ext uri="{FF2B5EF4-FFF2-40B4-BE49-F238E27FC236}">
                <a16:creationId xmlns:a16="http://schemas.microsoft.com/office/drawing/2014/main" id="{17E467DB-D796-4345-9253-B5652C470007}"/>
              </a:ext>
            </a:extLst>
          </p:cNvPr>
          <p:cNvSpPr>
            <a:spLocks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5694">
            <a:extLst>
              <a:ext uri="{FF2B5EF4-FFF2-40B4-BE49-F238E27FC236}">
                <a16:creationId xmlns:a16="http://schemas.microsoft.com/office/drawing/2014/main" id="{085F6BFB-B003-4337-9CDB-A3FA5BF1DA3B}"/>
              </a:ext>
            </a:extLst>
          </p:cNvPr>
          <p:cNvSpPr>
            <a:spLocks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5695">
            <a:extLst>
              <a:ext uri="{FF2B5EF4-FFF2-40B4-BE49-F238E27FC236}">
                <a16:creationId xmlns:a16="http://schemas.microsoft.com/office/drawing/2014/main" id="{62F100AD-2957-4AD7-8BE5-5F76AB6E0BF4}"/>
              </a:ext>
            </a:extLst>
          </p:cNvPr>
          <p:cNvSpPr>
            <a:spLocks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5696">
            <a:extLst>
              <a:ext uri="{FF2B5EF4-FFF2-40B4-BE49-F238E27FC236}">
                <a16:creationId xmlns:a16="http://schemas.microsoft.com/office/drawing/2014/main" id="{BA057191-68AC-44FD-8C0B-9EFE15F87D4F}"/>
              </a:ext>
            </a:extLst>
          </p:cNvPr>
          <p:cNvSpPr>
            <a:spLocks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5697">
            <a:extLst>
              <a:ext uri="{FF2B5EF4-FFF2-40B4-BE49-F238E27FC236}">
                <a16:creationId xmlns:a16="http://schemas.microsoft.com/office/drawing/2014/main" id="{FF85B928-AD47-464F-9498-2F268E3B9D10}"/>
              </a:ext>
            </a:extLst>
          </p:cNvPr>
          <p:cNvSpPr>
            <a:spLocks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5698">
            <a:extLst>
              <a:ext uri="{FF2B5EF4-FFF2-40B4-BE49-F238E27FC236}">
                <a16:creationId xmlns:a16="http://schemas.microsoft.com/office/drawing/2014/main" id="{9204DF31-3B9E-43C8-B864-A99A28D2A31A}"/>
              </a:ext>
            </a:extLst>
          </p:cNvPr>
          <p:cNvSpPr>
            <a:spLocks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5699">
            <a:extLst>
              <a:ext uri="{FF2B5EF4-FFF2-40B4-BE49-F238E27FC236}">
                <a16:creationId xmlns:a16="http://schemas.microsoft.com/office/drawing/2014/main" id="{E3E1E213-ED05-4F82-B9AD-F798CC7F9700}"/>
              </a:ext>
            </a:extLst>
          </p:cNvPr>
          <p:cNvSpPr>
            <a:spLocks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5700">
            <a:extLst>
              <a:ext uri="{FF2B5EF4-FFF2-40B4-BE49-F238E27FC236}">
                <a16:creationId xmlns:a16="http://schemas.microsoft.com/office/drawing/2014/main" id="{DA6ED1FD-3973-4DF8-932D-05AB2D006E8E}"/>
              </a:ext>
            </a:extLst>
          </p:cNvPr>
          <p:cNvSpPr>
            <a:spLocks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5701">
            <a:extLst>
              <a:ext uri="{FF2B5EF4-FFF2-40B4-BE49-F238E27FC236}">
                <a16:creationId xmlns:a16="http://schemas.microsoft.com/office/drawing/2014/main" id="{0BF25348-F440-4FB2-9850-916C12665225}"/>
              </a:ext>
            </a:extLst>
          </p:cNvPr>
          <p:cNvSpPr>
            <a:spLocks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5702">
            <a:extLst>
              <a:ext uri="{FF2B5EF4-FFF2-40B4-BE49-F238E27FC236}">
                <a16:creationId xmlns:a16="http://schemas.microsoft.com/office/drawing/2014/main" id="{65FD50BC-8636-4407-B088-4725F223EFB5}"/>
              </a:ext>
            </a:extLst>
          </p:cNvPr>
          <p:cNvSpPr>
            <a:spLocks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5703">
            <a:extLst>
              <a:ext uri="{FF2B5EF4-FFF2-40B4-BE49-F238E27FC236}">
                <a16:creationId xmlns:a16="http://schemas.microsoft.com/office/drawing/2014/main" id="{F6E1ED12-E018-4C75-824A-442D4F6000F3}"/>
              </a:ext>
            </a:extLst>
          </p:cNvPr>
          <p:cNvSpPr>
            <a:spLocks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5704">
            <a:extLst>
              <a:ext uri="{FF2B5EF4-FFF2-40B4-BE49-F238E27FC236}">
                <a16:creationId xmlns:a16="http://schemas.microsoft.com/office/drawing/2014/main" id="{78E5D966-3021-4C78-A121-94B44097E352}"/>
              </a:ext>
            </a:extLst>
          </p:cNvPr>
          <p:cNvSpPr>
            <a:spLocks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5705">
            <a:extLst>
              <a:ext uri="{FF2B5EF4-FFF2-40B4-BE49-F238E27FC236}">
                <a16:creationId xmlns:a16="http://schemas.microsoft.com/office/drawing/2014/main" id="{D6D7B697-92FA-42A8-A08E-20464693B27F}"/>
              </a:ext>
            </a:extLst>
          </p:cNvPr>
          <p:cNvSpPr>
            <a:spLocks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5706">
            <a:extLst>
              <a:ext uri="{FF2B5EF4-FFF2-40B4-BE49-F238E27FC236}">
                <a16:creationId xmlns:a16="http://schemas.microsoft.com/office/drawing/2014/main" id="{1651F808-9547-448A-B946-8A5B9B8B4B1B}"/>
              </a:ext>
            </a:extLst>
          </p:cNvPr>
          <p:cNvSpPr>
            <a:spLocks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5707">
            <a:extLst>
              <a:ext uri="{FF2B5EF4-FFF2-40B4-BE49-F238E27FC236}">
                <a16:creationId xmlns:a16="http://schemas.microsoft.com/office/drawing/2014/main" id="{1A272321-58C5-4724-95D1-D6CAB6B8644C}"/>
              </a:ext>
            </a:extLst>
          </p:cNvPr>
          <p:cNvSpPr>
            <a:spLocks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5708">
            <a:extLst>
              <a:ext uri="{FF2B5EF4-FFF2-40B4-BE49-F238E27FC236}">
                <a16:creationId xmlns:a16="http://schemas.microsoft.com/office/drawing/2014/main" id="{EE06413A-43BB-47E7-9B43-80061E510010}"/>
              </a:ext>
            </a:extLst>
          </p:cNvPr>
          <p:cNvSpPr>
            <a:spLocks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5709">
            <a:extLst>
              <a:ext uri="{FF2B5EF4-FFF2-40B4-BE49-F238E27FC236}">
                <a16:creationId xmlns:a16="http://schemas.microsoft.com/office/drawing/2014/main" id="{26F9FDC2-936E-4DBB-8F29-3FA1A873B75F}"/>
              </a:ext>
            </a:extLst>
          </p:cNvPr>
          <p:cNvSpPr>
            <a:spLocks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5710">
            <a:extLst>
              <a:ext uri="{FF2B5EF4-FFF2-40B4-BE49-F238E27FC236}">
                <a16:creationId xmlns:a16="http://schemas.microsoft.com/office/drawing/2014/main" id="{00EA903A-7596-410D-9BD6-56BDB652322C}"/>
              </a:ext>
            </a:extLst>
          </p:cNvPr>
          <p:cNvSpPr>
            <a:spLocks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5711">
            <a:extLst>
              <a:ext uri="{FF2B5EF4-FFF2-40B4-BE49-F238E27FC236}">
                <a16:creationId xmlns:a16="http://schemas.microsoft.com/office/drawing/2014/main" id="{75422586-9966-44CA-B2A4-B5F8B5849986}"/>
              </a:ext>
            </a:extLst>
          </p:cNvPr>
          <p:cNvSpPr>
            <a:spLocks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5712">
            <a:extLst>
              <a:ext uri="{FF2B5EF4-FFF2-40B4-BE49-F238E27FC236}">
                <a16:creationId xmlns:a16="http://schemas.microsoft.com/office/drawing/2014/main" id="{A37BC4A9-5D84-4560-B9CB-719D0AA999EE}"/>
              </a:ext>
            </a:extLst>
          </p:cNvPr>
          <p:cNvSpPr>
            <a:spLocks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5713">
            <a:extLst>
              <a:ext uri="{FF2B5EF4-FFF2-40B4-BE49-F238E27FC236}">
                <a16:creationId xmlns:a16="http://schemas.microsoft.com/office/drawing/2014/main" id="{365FB85C-DCA9-4865-892B-4E3559D07417}"/>
              </a:ext>
            </a:extLst>
          </p:cNvPr>
          <p:cNvSpPr>
            <a:spLocks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5714">
            <a:extLst>
              <a:ext uri="{FF2B5EF4-FFF2-40B4-BE49-F238E27FC236}">
                <a16:creationId xmlns:a16="http://schemas.microsoft.com/office/drawing/2014/main" id="{B121C35C-DA9C-45EE-91FE-A78AB097BEC3}"/>
              </a:ext>
            </a:extLst>
          </p:cNvPr>
          <p:cNvSpPr>
            <a:spLocks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5715">
            <a:extLst>
              <a:ext uri="{FF2B5EF4-FFF2-40B4-BE49-F238E27FC236}">
                <a16:creationId xmlns:a16="http://schemas.microsoft.com/office/drawing/2014/main" id="{F7AD275B-F9D0-43FC-86FE-C38F4054F26D}"/>
              </a:ext>
            </a:extLst>
          </p:cNvPr>
          <p:cNvSpPr>
            <a:spLocks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5716">
            <a:extLst>
              <a:ext uri="{FF2B5EF4-FFF2-40B4-BE49-F238E27FC236}">
                <a16:creationId xmlns:a16="http://schemas.microsoft.com/office/drawing/2014/main" id="{8BEEDC58-577A-43F8-B3EB-ECC0298BDAE7}"/>
              </a:ext>
            </a:extLst>
          </p:cNvPr>
          <p:cNvSpPr>
            <a:spLocks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5717">
            <a:extLst>
              <a:ext uri="{FF2B5EF4-FFF2-40B4-BE49-F238E27FC236}">
                <a16:creationId xmlns:a16="http://schemas.microsoft.com/office/drawing/2014/main" id="{B906EB94-6E40-43E1-AFAB-DAF8F1EEF8C6}"/>
              </a:ext>
            </a:extLst>
          </p:cNvPr>
          <p:cNvSpPr>
            <a:spLocks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5718">
            <a:extLst>
              <a:ext uri="{FF2B5EF4-FFF2-40B4-BE49-F238E27FC236}">
                <a16:creationId xmlns:a16="http://schemas.microsoft.com/office/drawing/2014/main" id="{1FB88360-C891-442B-BB36-8FCD55A8D560}"/>
              </a:ext>
            </a:extLst>
          </p:cNvPr>
          <p:cNvSpPr>
            <a:spLocks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5719">
            <a:extLst>
              <a:ext uri="{FF2B5EF4-FFF2-40B4-BE49-F238E27FC236}">
                <a16:creationId xmlns:a16="http://schemas.microsoft.com/office/drawing/2014/main" id="{475F5D19-EE23-4AA6-BE9E-EFC79B084914}"/>
              </a:ext>
            </a:extLst>
          </p:cNvPr>
          <p:cNvSpPr>
            <a:spLocks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5720">
            <a:extLst>
              <a:ext uri="{FF2B5EF4-FFF2-40B4-BE49-F238E27FC236}">
                <a16:creationId xmlns:a16="http://schemas.microsoft.com/office/drawing/2014/main" id="{7C1233E9-4C23-48D2-9EEB-A2EEA1375232}"/>
              </a:ext>
            </a:extLst>
          </p:cNvPr>
          <p:cNvSpPr>
            <a:spLocks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5721">
            <a:extLst>
              <a:ext uri="{FF2B5EF4-FFF2-40B4-BE49-F238E27FC236}">
                <a16:creationId xmlns:a16="http://schemas.microsoft.com/office/drawing/2014/main" id="{E99AFCB3-9E06-430F-8F20-CD14B5606FE7}"/>
              </a:ext>
            </a:extLst>
          </p:cNvPr>
          <p:cNvSpPr>
            <a:spLocks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5722">
            <a:extLst>
              <a:ext uri="{FF2B5EF4-FFF2-40B4-BE49-F238E27FC236}">
                <a16:creationId xmlns:a16="http://schemas.microsoft.com/office/drawing/2014/main" id="{B28822DC-7533-4C92-B1D7-066B660E2908}"/>
              </a:ext>
            </a:extLst>
          </p:cNvPr>
          <p:cNvSpPr>
            <a:spLocks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5723">
            <a:extLst>
              <a:ext uri="{FF2B5EF4-FFF2-40B4-BE49-F238E27FC236}">
                <a16:creationId xmlns:a16="http://schemas.microsoft.com/office/drawing/2014/main" id="{839BA10C-1E82-4E17-B35D-83D3AD576FFB}"/>
              </a:ext>
            </a:extLst>
          </p:cNvPr>
          <p:cNvSpPr>
            <a:spLocks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5724">
            <a:extLst>
              <a:ext uri="{FF2B5EF4-FFF2-40B4-BE49-F238E27FC236}">
                <a16:creationId xmlns:a16="http://schemas.microsoft.com/office/drawing/2014/main" id="{17F0C42A-AFC8-429D-9150-6D86ECA5C33C}"/>
              </a:ext>
            </a:extLst>
          </p:cNvPr>
          <p:cNvSpPr>
            <a:spLocks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5725">
            <a:extLst>
              <a:ext uri="{FF2B5EF4-FFF2-40B4-BE49-F238E27FC236}">
                <a16:creationId xmlns:a16="http://schemas.microsoft.com/office/drawing/2014/main" id="{6AEF1C09-5698-4C27-B08A-381B8E95A2A2}"/>
              </a:ext>
            </a:extLst>
          </p:cNvPr>
          <p:cNvSpPr>
            <a:spLocks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5726">
            <a:extLst>
              <a:ext uri="{FF2B5EF4-FFF2-40B4-BE49-F238E27FC236}">
                <a16:creationId xmlns:a16="http://schemas.microsoft.com/office/drawing/2014/main" id="{5BAE8F41-63F8-472B-B87E-A60FF483AF5F}"/>
              </a:ext>
            </a:extLst>
          </p:cNvPr>
          <p:cNvSpPr>
            <a:spLocks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5727">
            <a:extLst>
              <a:ext uri="{FF2B5EF4-FFF2-40B4-BE49-F238E27FC236}">
                <a16:creationId xmlns:a16="http://schemas.microsoft.com/office/drawing/2014/main" id="{B0C8CF59-8236-4C41-B6D5-2A09B4C063BC}"/>
              </a:ext>
            </a:extLst>
          </p:cNvPr>
          <p:cNvSpPr>
            <a:spLocks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5728">
            <a:extLst>
              <a:ext uri="{FF2B5EF4-FFF2-40B4-BE49-F238E27FC236}">
                <a16:creationId xmlns:a16="http://schemas.microsoft.com/office/drawing/2014/main" id="{0FFF43E9-A88D-48DC-928D-96233934A0D1}"/>
              </a:ext>
            </a:extLst>
          </p:cNvPr>
          <p:cNvSpPr>
            <a:spLocks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5729">
            <a:extLst>
              <a:ext uri="{FF2B5EF4-FFF2-40B4-BE49-F238E27FC236}">
                <a16:creationId xmlns:a16="http://schemas.microsoft.com/office/drawing/2014/main" id="{456CC139-42D2-45C9-BBBC-B2C50BD57ABB}"/>
              </a:ext>
            </a:extLst>
          </p:cNvPr>
          <p:cNvSpPr>
            <a:spLocks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5730">
            <a:extLst>
              <a:ext uri="{FF2B5EF4-FFF2-40B4-BE49-F238E27FC236}">
                <a16:creationId xmlns:a16="http://schemas.microsoft.com/office/drawing/2014/main" id="{A10A7D47-94F9-4B41-840D-6E06EDAE5A30}"/>
              </a:ext>
            </a:extLst>
          </p:cNvPr>
          <p:cNvSpPr>
            <a:spLocks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5731">
            <a:extLst>
              <a:ext uri="{FF2B5EF4-FFF2-40B4-BE49-F238E27FC236}">
                <a16:creationId xmlns:a16="http://schemas.microsoft.com/office/drawing/2014/main" id="{8BC94789-D849-4CDF-9A1D-D24E768554AA}"/>
              </a:ext>
            </a:extLst>
          </p:cNvPr>
          <p:cNvSpPr>
            <a:spLocks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5732">
            <a:extLst>
              <a:ext uri="{FF2B5EF4-FFF2-40B4-BE49-F238E27FC236}">
                <a16:creationId xmlns:a16="http://schemas.microsoft.com/office/drawing/2014/main" id="{E2ED1DB3-B537-46D1-B072-130C8EA6D167}"/>
              </a:ext>
            </a:extLst>
          </p:cNvPr>
          <p:cNvSpPr>
            <a:spLocks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5733">
            <a:extLst>
              <a:ext uri="{FF2B5EF4-FFF2-40B4-BE49-F238E27FC236}">
                <a16:creationId xmlns:a16="http://schemas.microsoft.com/office/drawing/2014/main" id="{C2DBF415-D55A-4974-9CBC-DD2DADDBC194}"/>
              </a:ext>
            </a:extLst>
          </p:cNvPr>
          <p:cNvSpPr>
            <a:spLocks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5734">
            <a:extLst>
              <a:ext uri="{FF2B5EF4-FFF2-40B4-BE49-F238E27FC236}">
                <a16:creationId xmlns:a16="http://schemas.microsoft.com/office/drawing/2014/main" id="{78808B5E-C06E-4C43-B17D-05B6C3DF4A46}"/>
              </a:ext>
            </a:extLst>
          </p:cNvPr>
          <p:cNvSpPr>
            <a:spLocks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5735">
            <a:extLst>
              <a:ext uri="{FF2B5EF4-FFF2-40B4-BE49-F238E27FC236}">
                <a16:creationId xmlns:a16="http://schemas.microsoft.com/office/drawing/2014/main" id="{8EFD289B-8ACD-4FD4-A057-8EFC1733F974}"/>
              </a:ext>
            </a:extLst>
          </p:cNvPr>
          <p:cNvSpPr>
            <a:spLocks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5736">
            <a:extLst>
              <a:ext uri="{FF2B5EF4-FFF2-40B4-BE49-F238E27FC236}">
                <a16:creationId xmlns:a16="http://schemas.microsoft.com/office/drawing/2014/main" id="{75736A8B-9E24-42BB-80B9-F263FE58A74F}"/>
              </a:ext>
            </a:extLst>
          </p:cNvPr>
          <p:cNvSpPr>
            <a:spLocks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5737">
            <a:extLst>
              <a:ext uri="{FF2B5EF4-FFF2-40B4-BE49-F238E27FC236}">
                <a16:creationId xmlns:a16="http://schemas.microsoft.com/office/drawing/2014/main" id="{14672E5E-2B10-411E-9504-F033C1681CEC}"/>
              </a:ext>
            </a:extLst>
          </p:cNvPr>
          <p:cNvSpPr>
            <a:spLocks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5738">
            <a:extLst>
              <a:ext uri="{FF2B5EF4-FFF2-40B4-BE49-F238E27FC236}">
                <a16:creationId xmlns:a16="http://schemas.microsoft.com/office/drawing/2014/main" id="{912FA138-FA41-45F5-A803-67B341A16409}"/>
              </a:ext>
            </a:extLst>
          </p:cNvPr>
          <p:cNvSpPr>
            <a:spLocks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5739">
            <a:extLst>
              <a:ext uri="{FF2B5EF4-FFF2-40B4-BE49-F238E27FC236}">
                <a16:creationId xmlns:a16="http://schemas.microsoft.com/office/drawing/2014/main" id="{04C4541F-61B5-4036-AB4D-D50074E33B41}"/>
              </a:ext>
            </a:extLst>
          </p:cNvPr>
          <p:cNvSpPr>
            <a:spLocks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5740">
            <a:extLst>
              <a:ext uri="{FF2B5EF4-FFF2-40B4-BE49-F238E27FC236}">
                <a16:creationId xmlns:a16="http://schemas.microsoft.com/office/drawing/2014/main" id="{B0448916-3781-48AB-8477-3118BC491B9D}"/>
              </a:ext>
            </a:extLst>
          </p:cNvPr>
          <p:cNvSpPr>
            <a:spLocks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5741">
            <a:extLst>
              <a:ext uri="{FF2B5EF4-FFF2-40B4-BE49-F238E27FC236}">
                <a16:creationId xmlns:a16="http://schemas.microsoft.com/office/drawing/2014/main" id="{4A020C65-4128-44CC-A8EA-2F21BB6AFAC1}"/>
              </a:ext>
            </a:extLst>
          </p:cNvPr>
          <p:cNvSpPr>
            <a:spLocks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5742">
            <a:extLst>
              <a:ext uri="{FF2B5EF4-FFF2-40B4-BE49-F238E27FC236}">
                <a16:creationId xmlns:a16="http://schemas.microsoft.com/office/drawing/2014/main" id="{ED001C84-B6C6-4CC6-9BDD-D5A71A975B94}"/>
              </a:ext>
            </a:extLst>
          </p:cNvPr>
          <p:cNvSpPr>
            <a:spLocks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5743">
            <a:extLst>
              <a:ext uri="{FF2B5EF4-FFF2-40B4-BE49-F238E27FC236}">
                <a16:creationId xmlns:a16="http://schemas.microsoft.com/office/drawing/2014/main" id="{8DFF6EC9-AC06-459A-910E-1B77EAA2A395}"/>
              </a:ext>
            </a:extLst>
          </p:cNvPr>
          <p:cNvSpPr>
            <a:spLocks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5744">
            <a:extLst>
              <a:ext uri="{FF2B5EF4-FFF2-40B4-BE49-F238E27FC236}">
                <a16:creationId xmlns:a16="http://schemas.microsoft.com/office/drawing/2014/main" id="{659F1F35-ADA8-4EE2-A789-621C63F868C3}"/>
              </a:ext>
            </a:extLst>
          </p:cNvPr>
          <p:cNvSpPr>
            <a:spLocks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5745">
            <a:extLst>
              <a:ext uri="{FF2B5EF4-FFF2-40B4-BE49-F238E27FC236}">
                <a16:creationId xmlns:a16="http://schemas.microsoft.com/office/drawing/2014/main" id="{94D50891-AF87-41B6-A8B6-2BFEF9A2C773}"/>
              </a:ext>
            </a:extLst>
          </p:cNvPr>
          <p:cNvSpPr>
            <a:spLocks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5746">
            <a:extLst>
              <a:ext uri="{FF2B5EF4-FFF2-40B4-BE49-F238E27FC236}">
                <a16:creationId xmlns:a16="http://schemas.microsoft.com/office/drawing/2014/main" id="{80A50F7D-0BE2-430A-939B-302793EDB65D}"/>
              </a:ext>
            </a:extLst>
          </p:cNvPr>
          <p:cNvSpPr>
            <a:spLocks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5747">
            <a:extLst>
              <a:ext uri="{FF2B5EF4-FFF2-40B4-BE49-F238E27FC236}">
                <a16:creationId xmlns:a16="http://schemas.microsoft.com/office/drawing/2014/main" id="{8E567605-C3BB-4FFE-B124-912AD28315E9}"/>
              </a:ext>
            </a:extLst>
          </p:cNvPr>
          <p:cNvSpPr>
            <a:spLocks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5748">
            <a:extLst>
              <a:ext uri="{FF2B5EF4-FFF2-40B4-BE49-F238E27FC236}">
                <a16:creationId xmlns:a16="http://schemas.microsoft.com/office/drawing/2014/main" id="{3E6A78C6-C773-44D0-A357-902F14DD2CF0}"/>
              </a:ext>
            </a:extLst>
          </p:cNvPr>
          <p:cNvSpPr>
            <a:spLocks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5749">
            <a:extLst>
              <a:ext uri="{FF2B5EF4-FFF2-40B4-BE49-F238E27FC236}">
                <a16:creationId xmlns:a16="http://schemas.microsoft.com/office/drawing/2014/main" id="{672F4062-4C06-45CE-AA83-D8E4F89EF9AE}"/>
              </a:ext>
            </a:extLst>
          </p:cNvPr>
          <p:cNvSpPr>
            <a:spLocks/>
          </p:cNvSpPr>
          <p:nvPr/>
        </p:nvSpPr>
        <p:spPr>
          <a:xfrm>
            <a:off x="79027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5750">
            <a:extLst>
              <a:ext uri="{FF2B5EF4-FFF2-40B4-BE49-F238E27FC236}">
                <a16:creationId xmlns:a16="http://schemas.microsoft.com/office/drawing/2014/main" id="{2195DCFF-AE98-46A6-B115-13C19DAB4CCD}"/>
              </a:ext>
            </a:extLst>
          </p:cNvPr>
          <p:cNvSpPr>
            <a:spLocks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5751">
            <a:extLst>
              <a:ext uri="{FF2B5EF4-FFF2-40B4-BE49-F238E27FC236}">
                <a16:creationId xmlns:a16="http://schemas.microsoft.com/office/drawing/2014/main" id="{28E89A0D-0E11-43F1-B44E-FC6ACC24C149}"/>
              </a:ext>
            </a:extLst>
          </p:cNvPr>
          <p:cNvSpPr>
            <a:spLocks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5752">
            <a:extLst>
              <a:ext uri="{FF2B5EF4-FFF2-40B4-BE49-F238E27FC236}">
                <a16:creationId xmlns:a16="http://schemas.microsoft.com/office/drawing/2014/main" id="{327DAD4D-CB3F-41EA-B905-79AFC6593F55}"/>
              </a:ext>
            </a:extLst>
          </p:cNvPr>
          <p:cNvSpPr>
            <a:spLocks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5753">
            <a:extLst>
              <a:ext uri="{FF2B5EF4-FFF2-40B4-BE49-F238E27FC236}">
                <a16:creationId xmlns:a16="http://schemas.microsoft.com/office/drawing/2014/main" id="{713EBE5A-C988-48E9-9C17-880BD74B6F16}"/>
              </a:ext>
            </a:extLst>
          </p:cNvPr>
          <p:cNvSpPr>
            <a:spLocks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5754">
            <a:extLst>
              <a:ext uri="{FF2B5EF4-FFF2-40B4-BE49-F238E27FC236}">
                <a16:creationId xmlns:a16="http://schemas.microsoft.com/office/drawing/2014/main" id="{4DDA5EF4-2E98-44F8-AB0B-08001F8DF572}"/>
              </a:ext>
            </a:extLst>
          </p:cNvPr>
          <p:cNvSpPr>
            <a:spLocks/>
          </p:cNvSpPr>
          <p:nvPr/>
        </p:nvSpPr>
        <p:spPr>
          <a:xfrm>
            <a:off x="7956791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5755">
            <a:extLst>
              <a:ext uri="{FF2B5EF4-FFF2-40B4-BE49-F238E27FC236}">
                <a16:creationId xmlns:a16="http://schemas.microsoft.com/office/drawing/2014/main" id="{BC40E6A8-68F5-4225-9476-50E3B245EDA4}"/>
              </a:ext>
            </a:extLst>
          </p:cNvPr>
          <p:cNvSpPr>
            <a:spLocks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5756">
            <a:extLst>
              <a:ext uri="{FF2B5EF4-FFF2-40B4-BE49-F238E27FC236}">
                <a16:creationId xmlns:a16="http://schemas.microsoft.com/office/drawing/2014/main" id="{E598AD4D-65C1-4583-B48C-597FC69A2AE8}"/>
              </a:ext>
            </a:extLst>
          </p:cNvPr>
          <p:cNvSpPr>
            <a:spLocks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5757">
            <a:extLst>
              <a:ext uri="{FF2B5EF4-FFF2-40B4-BE49-F238E27FC236}">
                <a16:creationId xmlns:a16="http://schemas.microsoft.com/office/drawing/2014/main" id="{E2AE97B8-E28B-4549-ACBA-811F2EA7631E}"/>
              </a:ext>
            </a:extLst>
          </p:cNvPr>
          <p:cNvSpPr>
            <a:spLocks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5758">
            <a:extLst>
              <a:ext uri="{FF2B5EF4-FFF2-40B4-BE49-F238E27FC236}">
                <a16:creationId xmlns:a16="http://schemas.microsoft.com/office/drawing/2014/main" id="{7E993395-4F5F-4DAB-9D3A-163EE93DA067}"/>
              </a:ext>
            </a:extLst>
          </p:cNvPr>
          <p:cNvSpPr>
            <a:spLocks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5759">
            <a:extLst>
              <a:ext uri="{FF2B5EF4-FFF2-40B4-BE49-F238E27FC236}">
                <a16:creationId xmlns:a16="http://schemas.microsoft.com/office/drawing/2014/main" id="{7C148E89-A754-4A5F-B6DF-711813BE16DD}"/>
              </a:ext>
            </a:extLst>
          </p:cNvPr>
          <p:cNvSpPr>
            <a:spLocks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5760">
            <a:extLst>
              <a:ext uri="{FF2B5EF4-FFF2-40B4-BE49-F238E27FC236}">
                <a16:creationId xmlns:a16="http://schemas.microsoft.com/office/drawing/2014/main" id="{93F8C30B-1A1F-4259-BA89-D84F23CD1189}"/>
              </a:ext>
            </a:extLst>
          </p:cNvPr>
          <p:cNvSpPr>
            <a:spLocks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5761">
            <a:extLst>
              <a:ext uri="{FF2B5EF4-FFF2-40B4-BE49-F238E27FC236}">
                <a16:creationId xmlns:a16="http://schemas.microsoft.com/office/drawing/2014/main" id="{11C7747A-DF8B-4060-B4C8-B2A79EF24BF4}"/>
              </a:ext>
            </a:extLst>
          </p:cNvPr>
          <p:cNvSpPr>
            <a:spLocks/>
          </p:cNvSpPr>
          <p:nvPr/>
        </p:nvSpPr>
        <p:spPr>
          <a:xfrm>
            <a:off x="7876067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5762">
            <a:extLst>
              <a:ext uri="{FF2B5EF4-FFF2-40B4-BE49-F238E27FC236}">
                <a16:creationId xmlns:a16="http://schemas.microsoft.com/office/drawing/2014/main" id="{161E572B-C4A5-4161-BDE7-B9017A5CDE73}"/>
              </a:ext>
            </a:extLst>
          </p:cNvPr>
          <p:cNvSpPr>
            <a:spLocks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5763">
            <a:extLst>
              <a:ext uri="{FF2B5EF4-FFF2-40B4-BE49-F238E27FC236}">
                <a16:creationId xmlns:a16="http://schemas.microsoft.com/office/drawing/2014/main" id="{AA4969A7-72DC-46CF-9726-CFE2A1A0EF43}"/>
              </a:ext>
            </a:extLst>
          </p:cNvPr>
          <p:cNvSpPr>
            <a:spLocks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5764">
            <a:extLst>
              <a:ext uri="{FF2B5EF4-FFF2-40B4-BE49-F238E27FC236}">
                <a16:creationId xmlns:a16="http://schemas.microsoft.com/office/drawing/2014/main" id="{5FBB3138-D4AC-497E-81D9-503D6B1B0FE9}"/>
              </a:ext>
            </a:extLst>
          </p:cNvPr>
          <p:cNvSpPr>
            <a:spLocks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5765">
            <a:extLst>
              <a:ext uri="{FF2B5EF4-FFF2-40B4-BE49-F238E27FC236}">
                <a16:creationId xmlns:a16="http://schemas.microsoft.com/office/drawing/2014/main" id="{ED5FECE8-336C-4C65-92C1-CB3692004160}"/>
              </a:ext>
            </a:extLst>
          </p:cNvPr>
          <p:cNvSpPr>
            <a:spLocks/>
          </p:cNvSpPr>
          <p:nvPr/>
        </p:nvSpPr>
        <p:spPr>
          <a:xfrm>
            <a:off x="79120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5766">
            <a:extLst>
              <a:ext uri="{FF2B5EF4-FFF2-40B4-BE49-F238E27FC236}">
                <a16:creationId xmlns:a16="http://schemas.microsoft.com/office/drawing/2014/main" id="{660144C3-6C34-4952-A7D5-D2DA49DAAC4C}"/>
              </a:ext>
            </a:extLst>
          </p:cNvPr>
          <p:cNvSpPr>
            <a:spLocks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5767">
            <a:extLst>
              <a:ext uri="{FF2B5EF4-FFF2-40B4-BE49-F238E27FC236}">
                <a16:creationId xmlns:a16="http://schemas.microsoft.com/office/drawing/2014/main" id="{05061B76-813A-47E4-A688-A36A530CF060}"/>
              </a:ext>
            </a:extLst>
          </p:cNvPr>
          <p:cNvSpPr>
            <a:spLocks/>
          </p:cNvSpPr>
          <p:nvPr/>
        </p:nvSpPr>
        <p:spPr>
          <a:xfrm>
            <a:off x="800812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5768">
            <a:extLst>
              <a:ext uri="{FF2B5EF4-FFF2-40B4-BE49-F238E27FC236}">
                <a16:creationId xmlns:a16="http://schemas.microsoft.com/office/drawing/2014/main" id="{DDA9F985-760C-4E10-A079-CC03DBDB6586}"/>
              </a:ext>
            </a:extLst>
          </p:cNvPr>
          <p:cNvSpPr>
            <a:spLocks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5769">
            <a:extLst>
              <a:ext uri="{FF2B5EF4-FFF2-40B4-BE49-F238E27FC236}">
                <a16:creationId xmlns:a16="http://schemas.microsoft.com/office/drawing/2014/main" id="{07CA8BB6-4E63-44DD-BF05-90E0272078E6}"/>
              </a:ext>
            </a:extLst>
          </p:cNvPr>
          <p:cNvSpPr>
            <a:spLocks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5770">
            <a:extLst>
              <a:ext uri="{FF2B5EF4-FFF2-40B4-BE49-F238E27FC236}">
                <a16:creationId xmlns:a16="http://schemas.microsoft.com/office/drawing/2014/main" id="{F9B00D53-EAD0-4E0E-BE24-97DB25429923}"/>
              </a:ext>
            </a:extLst>
          </p:cNvPr>
          <p:cNvSpPr>
            <a:spLocks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5771">
            <a:extLst>
              <a:ext uri="{FF2B5EF4-FFF2-40B4-BE49-F238E27FC236}">
                <a16:creationId xmlns:a16="http://schemas.microsoft.com/office/drawing/2014/main" id="{17CC93A7-28EA-4498-849C-E0D3257ECE71}"/>
              </a:ext>
            </a:extLst>
          </p:cNvPr>
          <p:cNvSpPr>
            <a:spLocks/>
          </p:cNvSpPr>
          <p:nvPr/>
        </p:nvSpPr>
        <p:spPr>
          <a:xfrm>
            <a:off x="7860781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5772">
            <a:extLst>
              <a:ext uri="{FF2B5EF4-FFF2-40B4-BE49-F238E27FC236}">
                <a16:creationId xmlns:a16="http://schemas.microsoft.com/office/drawing/2014/main" id="{825DD201-1EF3-4053-84CF-EF015ADE91A1}"/>
              </a:ext>
            </a:extLst>
          </p:cNvPr>
          <p:cNvSpPr>
            <a:spLocks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5773">
            <a:extLst>
              <a:ext uri="{FF2B5EF4-FFF2-40B4-BE49-F238E27FC236}">
                <a16:creationId xmlns:a16="http://schemas.microsoft.com/office/drawing/2014/main" id="{2B9897CF-5504-4C2A-ACED-227AB1771708}"/>
              </a:ext>
            </a:extLst>
          </p:cNvPr>
          <p:cNvSpPr>
            <a:spLocks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5774">
            <a:extLst>
              <a:ext uri="{FF2B5EF4-FFF2-40B4-BE49-F238E27FC236}">
                <a16:creationId xmlns:a16="http://schemas.microsoft.com/office/drawing/2014/main" id="{213F3A66-1114-4AEE-87DA-272EAFF0FE4A}"/>
              </a:ext>
            </a:extLst>
          </p:cNvPr>
          <p:cNvSpPr>
            <a:spLocks/>
          </p:cNvSpPr>
          <p:nvPr/>
        </p:nvSpPr>
        <p:spPr>
          <a:xfrm>
            <a:off x="792766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5775">
            <a:extLst>
              <a:ext uri="{FF2B5EF4-FFF2-40B4-BE49-F238E27FC236}">
                <a16:creationId xmlns:a16="http://schemas.microsoft.com/office/drawing/2014/main" id="{017DDDB4-6BD3-409C-B237-0E892A794570}"/>
              </a:ext>
            </a:extLst>
          </p:cNvPr>
          <p:cNvSpPr>
            <a:spLocks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5776">
            <a:extLst>
              <a:ext uri="{FF2B5EF4-FFF2-40B4-BE49-F238E27FC236}">
                <a16:creationId xmlns:a16="http://schemas.microsoft.com/office/drawing/2014/main" id="{D9694B56-C960-411F-8D4C-228FA72CA82F}"/>
              </a:ext>
            </a:extLst>
          </p:cNvPr>
          <p:cNvSpPr>
            <a:spLocks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5777">
            <a:extLst>
              <a:ext uri="{FF2B5EF4-FFF2-40B4-BE49-F238E27FC236}">
                <a16:creationId xmlns:a16="http://schemas.microsoft.com/office/drawing/2014/main" id="{8945E31C-EABE-4502-836A-A8A309D3D233}"/>
              </a:ext>
            </a:extLst>
          </p:cNvPr>
          <p:cNvSpPr>
            <a:spLocks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5778">
            <a:extLst>
              <a:ext uri="{FF2B5EF4-FFF2-40B4-BE49-F238E27FC236}">
                <a16:creationId xmlns:a16="http://schemas.microsoft.com/office/drawing/2014/main" id="{0A7A3469-7165-4B7D-AA1E-158E7D912879}"/>
              </a:ext>
            </a:extLst>
          </p:cNvPr>
          <p:cNvSpPr>
            <a:spLocks/>
          </p:cNvSpPr>
          <p:nvPr/>
        </p:nvSpPr>
        <p:spPr>
          <a:xfrm>
            <a:off x="7917045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5779">
            <a:extLst>
              <a:ext uri="{FF2B5EF4-FFF2-40B4-BE49-F238E27FC236}">
                <a16:creationId xmlns:a16="http://schemas.microsoft.com/office/drawing/2014/main" id="{12BB1CA7-93C8-4263-A5D2-D68842444719}"/>
              </a:ext>
            </a:extLst>
          </p:cNvPr>
          <p:cNvSpPr>
            <a:spLocks/>
          </p:cNvSpPr>
          <p:nvPr/>
        </p:nvSpPr>
        <p:spPr>
          <a:xfrm>
            <a:off x="77939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5780">
            <a:extLst>
              <a:ext uri="{FF2B5EF4-FFF2-40B4-BE49-F238E27FC236}">
                <a16:creationId xmlns:a16="http://schemas.microsoft.com/office/drawing/2014/main" id="{A6E8CC1C-FC5E-4678-86AD-25801A19D490}"/>
              </a:ext>
            </a:extLst>
          </p:cNvPr>
          <p:cNvSpPr>
            <a:spLocks/>
          </p:cNvSpPr>
          <p:nvPr/>
        </p:nvSpPr>
        <p:spPr>
          <a:xfrm>
            <a:off x="780056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5781">
            <a:extLst>
              <a:ext uri="{FF2B5EF4-FFF2-40B4-BE49-F238E27FC236}">
                <a16:creationId xmlns:a16="http://schemas.microsoft.com/office/drawing/2014/main" id="{D66150C2-076B-4991-9DCC-3EE29D1CB861}"/>
              </a:ext>
            </a:extLst>
          </p:cNvPr>
          <p:cNvSpPr>
            <a:spLocks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5782">
            <a:extLst>
              <a:ext uri="{FF2B5EF4-FFF2-40B4-BE49-F238E27FC236}">
                <a16:creationId xmlns:a16="http://schemas.microsoft.com/office/drawing/2014/main" id="{A43C3041-4AE8-423D-A91D-882F62D7CAD6}"/>
              </a:ext>
            </a:extLst>
          </p:cNvPr>
          <p:cNvSpPr>
            <a:spLocks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5783">
            <a:extLst>
              <a:ext uri="{FF2B5EF4-FFF2-40B4-BE49-F238E27FC236}">
                <a16:creationId xmlns:a16="http://schemas.microsoft.com/office/drawing/2014/main" id="{7D6FD8F1-6BB5-482C-ABF7-E26FE10CB27A}"/>
              </a:ext>
            </a:extLst>
          </p:cNvPr>
          <p:cNvSpPr>
            <a:spLocks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5784">
            <a:extLst>
              <a:ext uri="{FF2B5EF4-FFF2-40B4-BE49-F238E27FC236}">
                <a16:creationId xmlns:a16="http://schemas.microsoft.com/office/drawing/2014/main" id="{FD11F103-9D08-4A5B-AF3E-0898AEF8F5DD}"/>
              </a:ext>
            </a:extLst>
          </p:cNvPr>
          <p:cNvSpPr>
            <a:spLocks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5785">
            <a:extLst>
              <a:ext uri="{FF2B5EF4-FFF2-40B4-BE49-F238E27FC236}">
                <a16:creationId xmlns:a16="http://schemas.microsoft.com/office/drawing/2014/main" id="{DE3CC17E-A338-4AE7-AB58-D05671498480}"/>
              </a:ext>
            </a:extLst>
          </p:cNvPr>
          <p:cNvSpPr>
            <a:spLocks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5786">
            <a:extLst>
              <a:ext uri="{FF2B5EF4-FFF2-40B4-BE49-F238E27FC236}">
                <a16:creationId xmlns:a16="http://schemas.microsoft.com/office/drawing/2014/main" id="{377D785F-D855-4C9B-B5DA-1D6EDD5A1F87}"/>
              </a:ext>
            </a:extLst>
          </p:cNvPr>
          <p:cNvSpPr>
            <a:spLocks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5787">
            <a:extLst>
              <a:ext uri="{FF2B5EF4-FFF2-40B4-BE49-F238E27FC236}">
                <a16:creationId xmlns:a16="http://schemas.microsoft.com/office/drawing/2014/main" id="{0FFC9579-A119-4C1A-98D8-4464BADAB778}"/>
              </a:ext>
            </a:extLst>
          </p:cNvPr>
          <p:cNvSpPr>
            <a:spLocks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5788">
            <a:extLst>
              <a:ext uri="{FF2B5EF4-FFF2-40B4-BE49-F238E27FC236}">
                <a16:creationId xmlns:a16="http://schemas.microsoft.com/office/drawing/2014/main" id="{3F66A26D-766A-4CED-AF10-4D9843EEDF88}"/>
              </a:ext>
            </a:extLst>
          </p:cNvPr>
          <p:cNvSpPr>
            <a:spLocks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5789">
            <a:extLst>
              <a:ext uri="{FF2B5EF4-FFF2-40B4-BE49-F238E27FC236}">
                <a16:creationId xmlns:a16="http://schemas.microsoft.com/office/drawing/2014/main" id="{3A336A67-9363-4C9A-B402-00545BF61F1F}"/>
              </a:ext>
            </a:extLst>
          </p:cNvPr>
          <p:cNvSpPr>
            <a:spLocks/>
          </p:cNvSpPr>
          <p:nvPr/>
        </p:nvSpPr>
        <p:spPr>
          <a:xfrm>
            <a:off x="790053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5790">
            <a:extLst>
              <a:ext uri="{FF2B5EF4-FFF2-40B4-BE49-F238E27FC236}">
                <a16:creationId xmlns:a16="http://schemas.microsoft.com/office/drawing/2014/main" id="{C10C55EB-4411-4DCE-8B9C-BF561558E41D}"/>
              </a:ext>
            </a:extLst>
          </p:cNvPr>
          <p:cNvSpPr>
            <a:spLocks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5791">
            <a:extLst>
              <a:ext uri="{FF2B5EF4-FFF2-40B4-BE49-F238E27FC236}">
                <a16:creationId xmlns:a16="http://schemas.microsoft.com/office/drawing/2014/main" id="{F95A1AB1-3B4E-4C9B-83F9-A5E6BFCC8D12}"/>
              </a:ext>
            </a:extLst>
          </p:cNvPr>
          <p:cNvSpPr>
            <a:spLocks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5792">
            <a:extLst>
              <a:ext uri="{FF2B5EF4-FFF2-40B4-BE49-F238E27FC236}">
                <a16:creationId xmlns:a16="http://schemas.microsoft.com/office/drawing/2014/main" id="{E13D6245-EA7B-4B3C-A497-533D26F299E5}"/>
              </a:ext>
            </a:extLst>
          </p:cNvPr>
          <p:cNvSpPr>
            <a:spLocks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5793">
            <a:extLst>
              <a:ext uri="{FF2B5EF4-FFF2-40B4-BE49-F238E27FC236}">
                <a16:creationId xmlns:a16="http://schemas.microsoft.com/office/drawing/2014/main" id="{139A4377-BC8D-4700-B246-1B06F5285E15}"/>
              </a:ext>
            </a:extLst>
          </p:cNvPr>
          <p:cNvSpPr>
            <a:spLocks/>
          </p:cNvSpPr>
          <p:nvPr/>
        </p:nvSpPr>
        <p:spPr>
          <a:xfrm>
            <a:off x="780892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5794">
            <a:extLst>
              <a:ext uri="{FF2B5EF4-FFF2-40B4-BE49-F238E27FC236}">
                <a16:creationId xmlns:a16="http://schemas.microsoft.com/office/drawing/2014/main" id="{4C03F986-DCE6-4655-A853-EE66677F7BD4}"/>
              </a:ext>
            </a:extLst>
          </p:cNvPr>
          <p:cNvSpPr>
            <a:spLocks/>
          </p:cNvSpPr>
          <p:nvPr/>
        </p:nvSpPr>
        <p:spPr>
          <a:xfrm>
            <a:off x="780739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5795">
            <a:extLst>
              <a:ext uri="{FF2B5EF4-FFF2-40B4-BE49-F238E27FC236}">
                <a16:creationId xmlns:a16="http://schemas.microsoft.com/office/drawing/2014/main" id="{436F90D3-8775-44A5-817B-5E541A1FE0AB}"/>
              </a:ext>
            </a:extLst>
          </p:cNvPr>
          <p:cNvSpPr>
            <a:spLocks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5796">
            <a:extLst>
              <a:ext uri="{FF2B5EF4-FFF2-40B4-BE49-F238E27FC236}">
                <a16:creationId xmlns:a16="http://schemas.microsoft.com/office/drawing/2014/main" id="{3D90BBD5-6A22-4ADC-8E77-FB81A4504D9E}"/>
              </a:ext>
            </a:extLst>
          </p:cNvPr>
          <p:cNvSpPr>
            <a:spLocks/>
          </p:cNvSpPr>
          <p:nvPr/>
        </p:nvSpPr>
        <p:spPr>
          <a:xfrm>
            <a:off x="7919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5797">
            <a:extLst>
              <a:ext uri="{FF2B5EF4-FFF2-40B4-BE49-F238E27FC236}">
                <a16:creationId xmlns:a16="http://schemas.microsoft.com/office/drawing/2014/main" id="{153A71E3-B845-4955-BA86-5EB1EF3A6E36}"/>
              </a:ext>
            </a:extLst>
          </p:cNvPr>
          <p:cNvSpPr>
            <a:spLocks/>
          </p:cNvSpPr>
          <p:nvPr/>
        </p:nvSpPr>
        <p:spPr>
          <a:xfrm>
            <a:off x="788038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5798">
            <a:extLst>
              <a:ext uri="{FF2B5EF4-FFF2-40B4-BE49-F238E27FC236}">
                <a16:creationId xmlns:a16="http://schemas.microsoft.com/office/drawing/2014/main" id="{1F9A442B-E93E-4371-ABD4-5BA75131EC37}"/>
              </a:ext>
            </a:extLst>
          </p:cNvPr>
          <p:cNvSpPr>
            <a:spLocks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5799">
            <a:extLst>
              <a:ext uri="{FF2B5EF4-FFF2-40B4-BE49-F238E27FC236}">
                <a16:creationId xmlns:a16="http://schemas.microsoft.com/office/drawing/2014/main" id="{B2F22F4A-82AE-4774-A3F3-9206C7AD6864}"/>
              </a:ext>
            </a:extLst>
          </p:cNvPr>
          <p:cNvSpPr>
            <a:spLocks/>
          </p:cNvSpPr>
          <p:nvPr/>
        </p:nvSpPr>
        <p:spPr>
          <a:xfrm>
            <a:off x="797510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5800">
            <a:extLst>
              <a:ext uri="{FF2B5EF4-FFF2-40B4-BE49-F238E27FC236}">
                <a16:creationId xmlns:a16="http://schemas.microsoft.com/office/drawing/2014/main" id="{30AFF3DF-DE69-4261-BF8B-C58A8173A183}"/>
              </a:ext>
            </a:extLst>
          </p:cNvPr>
          <p:cNvSpPr>
            <a:spLocks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5801">
            <a:extLst>
              <a:ext uri="{FF2B5EF4-FFF2-40B4-BE49-F238E27FC236}">
                <a16:creationId xmlns:a16="http://schemas.microsoft.com/office/drawing/2014/main" id="{AEFD0FE3-B7A7-46C5-84CC-3624DF9ECD2F}"/>
              </a:ext>
            </a:extLst>
          </p:cNvPr>
          <p:cNvSpPr>
            <a:spLocks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5802">
            <a:extLst>
              <a:ext uri="{FF2B5EF4-FFF2-40B4-BE49-F238E27FC236}">
                <a16:creationId xmlns:a16="http://schemas.microsoft.com/office/drawing/2014/main" id="{A2D1B50A-81CB-4E45-8F16-95213FB73702}"/>
              </a:ext>
            </a:extLst>
          </p:cNvPr>
          <p:cNvSpPr>
            <a:spLocks/>
          </p:cNvSpPr>
          <p:nvPr/>
        </p:nvSpPr>
        <p:spPr>
          <a:xfrm>
            <a:off x="7841294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5803">
            <a:extLst>
              <a:ext uri="{FF2B5EF4-FFF2-40B4-BE49-F238E27FC236}">
                <a16:creationId xmlns:a16="http://schemas.microsoft.com/office/drawing/2014/main" id="{237C731C-E72E-4026-9CBE-B596AB08A476}"/>
              </a:ext>
            </a:extLst>
          </p:cNvPr>
          <p:cNvSpPr>
            <a:spLocks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5804">
            <a:extLst>
              <a:ext uri="{FF2B5EF4-FFF2-40B4-BE49-F238E27FC236}">
                <a16:creationId xmlns:a16="http://schemas.microsoft.com/office/drawing/2014/main" id="{FE9C32AF-4BB6-42C4-9ADE-930C9147E25B}"/>
              </a:ext>
            </a:extLst>
          </p:cNvPr>
          <p:cNvSpPr>
            <a:spLocks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5805">
            <a:extLst>
              <a:ext uri="{FF2B5EF4-FFF2-40B4-BE49-F238E27FC236}">
                <a16:creationId xmlns:a16="http://schemas.microsoft.com/office/drawing/2014/main" id="{988D2E7F-38DD-4D30-B72F-2B54D5B39CA0}"/>
              </a:ext>
            </a:extLst>
          </p:cNvPr>
          <p:cNvSpPr>
            <a:spLocks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5806">
            <a:extLst>
              <a:ext uri="{FF2B5EF4-FFF2-40B4-BE49-F238E27FC236}">
                <a16:creationId xmlns:a16="http://schemas.microsoft.com/office/drawing/2014/main" id="{80E294D7-B6AC-49F7-891D-46812628D842}"/>
              </a:ext>
            </a:extLst>
          </p:cNvPr>
          <p:cNvSpPr>
            <a:spLocks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5807">
            <a:extLst>
              <a:ext uri="{FF2B5EF4-FFF2-40B4-BE49-F238E27FC236}">
                <a16:creationId xmlns:a16="http://schemas.microsoft.com/office/drawing/2014/main" id="{8AFC95F2-3B8B-4307-874B-594F7D576918}"/>
              </a:ext>
            </a:extLst>
          </p:cNvPr>
          <p:cNvSpPr>
            <a:spLocks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5808">
            <a:extLst>
              <a:ext uri="{FF2B5EF4-FFF2-40B4-BE49-F238E27FC236}">
                <a16:creationId xmlns:a16="http://schemas.microsoft.com/office/drawing/2014/main" id="{1C625456-9205-43C7-A330-1D15138C6586}"/>
              </a:ext>
            </a:extLst>
          </p:cNvPr>
          <p:cNvSpPr>
            <a:spLocks/>
          </p:cNvSpPr>
          <p:nvPr/>
        </p:nvSpPr>
        <p:spPr>
          <a:xfrm>
            <a:off x="7916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5809">
            <a:extLst>
              <a:ext uri="{FF2B5EF4-FFF2-40B4-BE49-F238E27FC236}">
                <a16:creationId xmlns:a16="http://schemas.microsoft.com/office/drawing/2014/main" id="{CA334D59-7BD9-4705-B38F-8AE71D012223}"/>
              </a:ext>
            </a:extLst>
          </p:cNvPr>
          <p:cNvSpPr>
            <a:spLocks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5810">
            <a:extLst>
              <a:ext uri="{FF2B5EF4-FFF2-40B4-BE49-F238E27FC236}">
                <a16:creationId xmlns:a16="http://schemas.microsoft.com/office/drawing/2014/main" id="{515D0131-4F08-4FAB-AE8C-5D19AEE49DB8}"/>
              </a:ext>
            </a:extLst>
          </p:cNvPr>
          <p:cNvSpPr>
            <a:spLocks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5811">
            <a:extLst>
              <a:ext uri="{FF2B5EF4-FFF2-40B4-BE49-F238E27FC236}">
                <a16:creationId xmlns:a16="http://schemas.microsoft.com/office/drawing/2014/main" id="{1AA8E3A3-69F5-4CAA-B002-592C95D79F9E}"/>
              </a:ext>
            </a:extLst>
          </p:cNvPr>
          <p:cNvSpPr>
            <a:spLocks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5812">
            <a:extLst>
              <a:ext uri="{FF2B5EF4-FFF2-40B4-BE49-F238E27FC236}">
                <a16:creationId xmlns:a16="http://schemas.microsoft.com/office/drawing/2014/main" id="{765AE77A-E7D8-42A7-B200-A7D36FC82395}"/>
              </a:ext>
            </a:extLst>
          </p:cNvPr>
          <p:cNvSpPr>
            <a:spLocks/>
          </p:cNvSpPr>
          <p:nvPr/>
        </p:nvSpPr>
        <p:spPr>
          <a:xfrm>
            <a:off x="7834301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5813">
            <a:extLst>
              <a:ext uri="{FF2B5EF4-FFF2-40B4-BE49-F238E27FC236}">
                <a16:creationId xmlns:a16="http://schemas.microsoft.com/office/drawing/2014/main" id="{292580E5-7021-4E56-87D7-AD4CC796D3DB}"/>
              </a:ext>
            </a:extLst>
          </p:cNvPr>
          <p:cNvSpPr>
            <a:spLocks/>
          </p:cNvSpPr>
          <p:nvPr/>
        </p:nvSpPr>
        <p:spPr>
          <a:xfrm>
            <a:off x="794283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5814">
            <a:extLst>
              <a:ext uri="{FF2B5EF4-FFF2-40B4-BE49-F238E27FC236}">
                <a16:creationId xmlns:a16="http://schemas.microsoft.com/office/drawing/2014/main" id="{246C3863-42B0-409D-8DF0-0DACF390BC4E}"/>
              </a:ext>
            </a:extLst>
          </p:cNvPr>
          <p:cNvSpPr>
            <a:spLocks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5815">
            <a:extLst>
              <a:ext uri="{FF2B5EF4-FFF2-40B4-BE49-F238E27FC236}">
                <a16:creationId xmlns:a16="http://schemas.microsoft.com/office/drawing/2014/main" id="{118B3E4D-0EFE-4EBE-94B9-D1E8B7A56BE9}"/>
              </a:ext>
            </a:extLst>
          </p:cNvPr>
          <p:cNvSpPr>
            <a:spLocks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5816">
            <a:extLst>
              <a:ext uri="{FF2B5EF4-FFF2-40B4-BE49-F238E27FC236}">
                <a16:creationId xmlns:a16="http://schemas.microsoft.com/office/drawing/2014/main" id="{86C6DFBA-C592-4137-93C2-09E0419EE4CF}"/>
              </a:ext>
            </a:extLst>
          </p:cNvPr>
          <p:cNvSpPr>
            <a:spLocks/>
          </p:cNvSpPr>
          <p:nvPr/>
        </p:nvSpPr>
        <p:spPr>
          <a:xfrm>
            <a:off x="779103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5817">
            <a:extLst>
              <a:ext uri="{FF2B5EF4-FFF2-40B4-BE49-F238E27FC236}">
                <a16:creationId xmlns:a16="http://schemas.microsoft.com/office/drawing/2014/main" id="{6E82109E-259D-4F4A-BFD6-C7520567E819}"/>
              </a:ext>
            </a:extLst>
          </p:cNvPr>
          <p:cNvSpPr>
            <a:spLocks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5818">
            <a:extLst>
              <a:ext uri="{FF2B5EF4-FFF2-40B4-BE49-F238E27FC236}">
                <a16:creationId xmlns:a16="http://schemas.microsoft.com/office/drawing/2014/main" id="{EE98D654-DD8B-48BE-A47D-87B6A3C18EB9}"/>
              </a:ext>
            </a:extLst>
          </p:cNvPr>
          <p:cNvSpPr>
            <a:spLocks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5819">
            <a:extLst>
              <a:ext uri="{FF2B5EF4-FFF2-40B4-BE49-F238E27FC236}">
                <a16:creationId xmlns:a16="http://schemas.microsoft.com/office/drawing/2014/main" id="{0EE09705-D706-4EDB-958F-52C16D47A26E}"/>
              </a:ext>
            </a:extLst>
          </p:cNvPr>
          <p:cNvSpPr>
            <a:spLocks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5820">
            <a:extLst>
              <a:ext uri="{FF2B5EF4-FFF2-40B4-BE49-F238E27FC236}">
                <a16:creationId xmlns:a16="http://schemas.microsoft.com/office/drawing/2014/main" id="{77528A78-FD4E-4FB8-A256-946060F96983}"/>
              </a:ext>
            </a:extLst>
          </p:cNvPr>
          <p:cNvSpPr>
            <a:spLocks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5821">
            <a:extLst>
              <a:ext uri="{FF2B5EF4-FFF2-40B4-BE49-F238E27FC236}">
                <a16:creationId xmlns:a16="http://schemas.microsoft.com/office/drawing/2014/main" id="{FEB39F5A-54C8-47E0-A668-27C52986CC7A}"/>
              </a:ext>
            </a:extLst>
          </p:cNvPr>
          <p:cNvSpPr>
            <a:spLocks/>
          </p:cNvSpPr>
          <p:nvPr/>
        </p:nvSpPr>
        <p:spPr>
          <a:xfrm>
            <a:off x="78163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5822">
            <a:extLst>
              <a:ext uri="{FF2B5EF4-FFF2-40B4-BE49-F238E27FC236}">
                <a16:creationId xmlns:a16="http://schemas.microsoft.com/office/drawing/2014/main" id="{51FCE5B7-A044-4D83-A9B9-8449FFC24D09}"/>
              </a:ext>
            </a:extLst>
          </p:cNvPr>
          <p:cNvSpPr>
            <a:spLocks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5823">
            <a:extLst>
              <a:ext uri="{FF2B5EF4-FFF2-40B4-BE49-F238E27FC236}">
                <a16:creationId xmlns:a16="http://schemas.microsoft.com/office/drawing/2014/main" id="{4057327B-2536-43C6-AD7E-D108A6EA93C8}"/>
              </a:ext>
            </a:extLst>
          </p:cNvPr>
          <p:cNvSpPr>
            <a:spLocks/>
          </p:cNvSpPr>
          <p:nvPr/>
        </p:nvSpPr>
        <p:spPr>
          <a:xfrm>
            <a:off x="7964121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5824">
            <a:extLst>
              <a:ext uri="{FF2B5EF4-FFF2-40B4-BE49-F238E27FC236}">
                <a16:creationId xmlns:a16="http://schemas.microsoft.com/office/drawing/2014/main" id="{324AA169-10BE-4FED-B518-08F8D364EE44}"/>
              </a:ext>
            </a:extLst>
          </p:cNvPr>
          <p:cNvSpPr>
            <a:spLocks/>
          </p:cNvSpPr>
          <p:nvPr/>
        </p:nvSpPr>
        <p:spPr>
          <a:xfrm>
            <a:off x="781677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5825">
            <a:extLst>
              <a:ext uri="{FF2B5EF4-FFF2-40B4-BE49-F238E27FC236}">
                <a16:creationId xmlns:a16="http://schemas.microsoft.com/office/drawing/2014/main" id="{3AAE9FAE-DE97-4B93-B6E1-C28DB7B598CE}"/>
              </a:ext>
            </a:extLst>
          </p:cNvPr>
          <p:cNvSpPr>
            <a:spLocks/>
          </p:cNvSpPr>
          <p:nvPr/>
        </p:nvSpPr>
        <p:spPr>
          <a:xfrm>
            <a:off x="7852052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5826">
            <a:extLst>
              <a:ext uri="{FF2B5EF4-FFF2-40B4-BE49-F238E27FC236}">
                <a16:creationId xmlns:a16="http://schemas.microsoft.com/office/drawing/2014/main" id="{2EEBC43C-1E50-433D-A8FD-35E6B874B117}"/>
              </a:ext>
            </a:extLst>
          </p:cNvPr>
          <p:cNvSpPr>
            <a:spLocks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5827">
            <a:extLst>
              <a:ext uri="{FF2B5EF4-FFF2-40B4-BE49-F238E27FC236}">
                <a16:creationId xmlns:a16="http://schemas.microsoft.com/office/drawing/2014/main" id="{F5E4DF5D-5FD6-43C9-BE6A-42248713306A}"/>
              </a:ext>
            </a:extLst>
          </p:cNvPr>
          <p:cNvSpPr>
            <a:spLocks/>
          </p:cNvSpPr>
          <p:nvPr/>
        </p:nvSpPr>
        <p:spPr>
          <a:xfrm>
            <a:off x="7873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5828">
            <a:extLst>
              <a:ext uri="{FF2B5EF4-FFF2-40B4-BE49-F238E27FC236}">
                <a16:creationId xmlns:a16="http://schemas.microsoft.com/office/drawing/2014/main" id="{3E2B3DE4-4BDF-4C8D-BABE-24750D2631CB}"/>
              </a:ext>
            </a:extLst>
          </p:cNvPr>
          <p:cNvSpPr>
            <a:spLocks/>
          </p:cNvSpPr>
          <p:nvPr/>
        </p:nvSpPr>
        <p:spPr>
          <a:xfrm>
            <a:off x="7868801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5829">
            <a:extLst>
              <a:ext uri="{FF2B5EF4-FFF2-40B4-BE49-F238E27FC236}">
                <a16:creationId xmlns:a16="http://schemas.microsoft.com/office/drawing/2014/main" id="{9CC88ACB-352D-49E6-9A25-8D2DE62512D6}"/>
              </a:ext>
            </a:extLst>
          </p:cNvPr>
          <p:cNvSpPr>
            <a:spLocks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5830">
            <a:extLst>
              <a:ext uri="{FF2B5EF4-FFF2-40B4-BE49-F238E27FC236}">
                <a16:creationId xmlns:a16="http://schemas.microsoft.com/office/drawing/2014/main" id="{A9E11E4B-D551-4934-937D-32777CAF916D}"/>
              </a:ext>
            </a:extLst>
          </p:cNvPr>
          <p:cNvSpPr>
            <a:spLocks/>
          </p:cNvSpPr>
          <p:nvPr/>
        </p:nvSpPr>
        <p:spPr>
          <a:xfrm>
            <a:off x="800644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5831">
            <a:extLst>
              <a:ext uri="{FF2B5EF4-FFF2-40B4-BE49-F238E27FC236}">
                <a16:creationId xmlns:a16="http://schemas.microsoft.com/office/drawing/2014/main" id="{69A53329-8D83-4B25-A0C4-0FA0355160B1}"/>
              </a:ext>
            </a:extLst>
          </p:cNvPr>
          <p:cNvSpPr>
            <a:spLocks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5832">
            <a:extLst>
              <a:ext uri="{FF2B5EF4-FFF2-40B4-BE49-F238E27FC236}">
                <a16:creationId xmlns:a16="http://schemas.microsoft.com/office/drawing/2014/main" id="{3528C0A7-469B-4467-BC74-8D66183C88A5}"/>
              </a:ext>
            </a:extLst>
          </p:cNvPr>
          <p:cNvSpPr>
            <a:spLocks/>
          </p:cNvSpPr>
          <p:nvPr/>
        </p:nvSpPr>
        <p:spPr>
          <a:xfrm>
            <a:off x="7872986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5833">
            <a:extLst>
              <a:ext uri="{FF2B5EF4-FFF2-40B4-BE49-F238E27FC236}">
                <a16:creationId xmlns:a16="http://schemas.microsoft.com/office/drawing/2014/main" id="{02D56D1A-702D-455E-A4A7-4221163BBDFC}"/>
              </a:ext>
            </a:extLst>
          </p:cNvPr>
          <p:cNvSpPr>
            <a:spLocks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5834">
            <a:extLst>
              <a:ext uri="{FF2B5EF4-FFF2-40B4-BE49-F238E27FC236}">
                <a16:creationId xmlns:a16="http://schemas.microsoft.com/office/drawing/2014/main" id="{A82159D5-099B-4F39-A4FD-E8675DDE33E4}"/>
              </a:ext>
            </a:extLst>
          </p:cNvPr>
          <p:cNvSpPr>
            <a:spLocks/>
          </p:cNvSpPr>
          <p:nvPr/>
        </p:nvSpPr>
        <p:spPr>
          <a:xfrm>
            <a:off x="7935314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5835">
            <a:extLst>
              <a:ext uri="{FF2B5EF4-FFF2-40B4-BE49-F238E27FC236}">
                <a16:creationId xmlns:a16="http://schemas.microsoft.com/office/drawing/2014/main" id="{C5B105D6-8769-46DF-8526-4C280B19AA6C}"/>
              </a:ext>
            </a:extLst>
          </p:cNvPr>
          <p:cNvSpPr>
            <a:spLocks/>
          </p:cNvSpPr>
          <p:nvPr/>
        </p:nvSpPr>
        <p:spPr>
          <a:xfrm>
            <a:off x="7881683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5836">
            <a:extLst>
              <a:ext uri="{FF2B5EF4-FFF2-40B4-BE49-F238E27FC236}">
                <a16:creationId xmlns:a16="http://schemas.microsoft.com/office/drawing/2014/main" id="{B14B2F7A-8ED6-43D7-AD57-C183FC9C97EC}"/>
              </a:ext>
            </a:extLst>
          </p:cNvPr>
          <p:cNvSpPr>
            <a:spLocks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5837">
            <a:extLst>
              <a:ext uri="{FF2B5EF4-FFF2-40B4-BE49-F238E27FC236}">
                <a16:creationId xmlns:a16="http://schemas.microsoft.com/office/drawing/2014/main" id="{308EBC1F-7B0F-43DE-9843-241A1285BE08}"/>
              </a:ext>
            </a:extLst>
          </p:cNvPr>
          <p:cNvSpPr>
            <a:spLocks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5838">
            <a:extLst>
              <a:ext uri="{FF2B5EF4-FFF2-40B4-BE49-F238E27FC236}">
                <a16:creationId xmlns:a16="http://schemas.microsoft.com/office/drawing/2014/main" id="{486EB607-C316-497A-AE5D-CABE13D1B097}"/>
              </a:ext>
            </a:extLst>
          </p:cNvPr>
          <p:cNvSpPr>
            <a:spLocks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5839">
            <a:extLst>
              <a:ext uri="{FF2B5EF4-FFF2-40B4-BE49-F238E27FC236}">
                <a16:creationId xmlns:a16="http://schemas.microsoft.com/office/drawing/2014/main" id="{43111745-49B1-45C8-9AA9-D3DBAA38ACDA}"/>
              </a:ext>
            </a:extLst>
          </p:cNvPr>
          <p:cNvSpPr>
            <a:spLocks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5840">
            <a:extLst>
              <a:ext uri="{FF2B5EF4-FFF2-40B4-BE49-F238E27FC236}">
                <a16:creationId xmlns:a16="http://schemas.microsoft.com/office/drawing/2014/main" id="{80E7B34C-906A-4044-9641-9A677FDDD41C}"/>
              </a:ext>
            </a:extLst>
          </p:cNvPr>
          <p:cNvSpPr>
            <a:spLocks/>
          </p:cNvSpPr>
          <p:nvPr/>
        </p:nvSpPr>
        <p:spPr>
          <a:xfrm>
            <a:off x="788717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5841">
            <a:extLst>
              <a:ext uri="{FF2B5EF4-FFF2-40B4-BE49-F238E27FC236}">
                <a16:creationId xmlns:a16="http://schemas.microsoft.com/office/drawing/2014/main" id="{0CF6B881-0DE6-4229-AC3E-BD5A46ABF6D5}"/>
              </a:ext>
            </a:extLst>
          </p:cNvPr>
          <p:cNvSpPr>
            <a:spLocks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5842">
            <a:extLst>
              <a:ext uri="{FF2B5EF4-FFF2-40B4-BE49-F238E27FC236}">
                <a16:creationId xmlns:a16="http://schemas.microsoft.com/office/drawing/2014/main" id="{013B49A8-7488-40CC-A89E-B832F2B0B284}"/>
              </a:ext>
            </a:extLst>
          </p:cNvPr>
          <p:cNvSpPr>
            <a:spLocks/>
          </p:cNvSpPr>
          <p:nvPr/>
        </p:nvSpPr>
        <p:spPr>
          <a:xfrm>
            <a:off x="780680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5843">
            <a:extLst>
              <a:ext uri="{FF2B5EF4-FFF2-40B4-BE49-F238E27FC236}">
                <a16:creationId xmlns:a16="http://schemas.microsoft.com/office/drawing/2014/main" id="{1CC3DB73-63B9-47EA-9291-3FAE40648289}"/>
              </a:ext>
            </a:extLst>
          </p:cNvPr>
          <p:cNvSpPr>
            <a:spLocks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5844">
            <a:extLst>
              <a:ext uri="{FF2B5EF4-FFF2-40B4-BE49-F238E27FC236}">
                <a16:creationId xmlns:a16="http://schemas.microsoft.com/office/drawing/2014/main" id="{8FD56F25-576B-461C-A48F-D407FAB328F6}"/>
              </a:ext>
            </a:extLst>
          </p:cNvPr>
          <p:cNvSpPr>
            <a:spLocks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5845">
            <a:extLst>
              <a:ext uri="{FF2B5EF4-FFF2-40B4-BE49-F238E27FC236}">
                <a16:creationId xmlns:a16="http://schemas.microsoft.com/office/drawing/2014/main" id="{EB64F8DF-C366-4400-817E-BDC815E1EE4A}"/>
              </a:ext>
            </a:extLst>
          </p:cNvPr>
          <p:cNvSpPr>
            <a:spLocks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5846">
            <a:extLst>
              <a:ext uri="{FF2B5EF4-FFF2-40B4-BE49-F238E27FC236}">
                <a16:creationId xmlns:a16="http://schemas.microsoft.com/office/drawing/2014/main" id="{13DBBE2E-7B76-42C1-9492-E890971C277A}"/>
              </a:ext>
            </a:extLst>
          </p:cNvPr>
          <p:cNvSpPr>
            <a:spLocks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5847">
            <a:extLst>
              <a:ext uri="{FF2B5EF4-FFF2-40B4-BE49-F238E27FC236}">
                <a16:creationId xmlns:a16="http://schemas.microsoft.com/office/drawing/2014/main" id="{A8C1C8B2-3EDB-4635-A9C9-77766C0997CF}"/>
              </a:ext>
            </a:extLst>
          </p:cNvPr>
          <p:cNvSpPr>
            <a:spLocks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5848">
            <a:extLst>
              <a:ext uri="{FF2B5EF4-FFF2-40B4-BE49-F238E27FC236}">
                <a16:creationId xmlns:a16="http://schemas.microsoft.com/office/drawing/2014/main" id="{A2894E0B-C915-4D22-8426-0F108535C22B}"/>
              </a:ext>
            </a:extLst>
          </p:cNvPr>
          <p:cNvSpPr>
            <a:spLocks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5849">
            <a:extLst>
              <a:ext uri="{FF2B5EF4-FFF2-40B4-BE49-F238E27FC236}">
                <a16:creationId xmlns:a16="http://schemas.microsoft.com/office/drawing/2014/main" id="{58699CC0-B961-4C4A-B23A-83BA3404140F}"/>
              </a:ext>
            </a:extLst>
          </p:cNvPr>
          <p:cNvSpPr>
            <a:spLocks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5850">
            <a:extLst>
              <a:ext uri="{FF2B5EF4-FFF2-40B4-BE49-F238E27FC236}">
                <a16:creationId xmlns:a16="http://schemas.microsoft.com/office/drawing/2014/main" id="{6584E72C-A48C-4BF3-BDED-19C6BBA24EF6}"/>
              </a:ext>
            </a:extLst>
          </p:cNvPr>
          <p:cNvSpPr>
            <a:spLocks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5851">
            <a:extLst>
              <a:ext uri="{FF2B5EF4-FFF2-40B4-BE49-F238E27FC236}">
                <a16:creationId xmlns:a16="http://schemas.microsoft.com/office/drawing/2014/main" id="{293D2736-A5E4-4894-A726-89F7A51AFB62}"/>
              </a:ext>
            </a:extLst>
          </p:cNvPr>
          <p:cNvSpPr>
            <a:spLocks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5852">
            <a:extLst>
              <a:ext uri="{FF2B5EF4-FFF2-40B4-BE49-F238E27FC236}">
                <a16:creationId xmlns:a16="http://schemas.microsoft.com/office/drawing/2014/main" id="{D36859CF-4BE6-4006-893C-C5CBBEF01647}"/>
              </a:ext>
            </a:extLst>
          </p:cNvPr>
          <p:cNvSpPr>
            <a:spLocks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5853">
            <a:extLst>
              <a:ext uri="{FF2B5EF4-FFF2-40B4-BE49-F238E27FC236}">
                <a16:creationId xmlns:a16="http://schemas.microsoft.com/office/drawing/2014/main" id="{5A5122BF-9C48-433A-8335-648A52757D78}"/>
              </a:ext>
            </a:extLst>
          </p:cNvPr>
          <p:cNvSpPr>
            <a:spLocks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5854">
            <a:extLst>
              <a:ext uri="{FF2B5EF4-FFF2-40B4-BE49-F238E27FC236}">
                <a16:creationId xmlns:a16="http://schemas.microsoft.com/office/drawing/2014/main" id="{E1C88513-15CC-49C5-9049-2F077BC579FC}"/>
              </a:ext>
            </a:extLst>
          </p:cNvPr>
          <p:cNvSpPr>
            <a:spLocks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5855">
            <a:extLst>
              <a:ext uri="{FF2B5EF4-FFF2-40B4-BE49-F238E27FC236}">
                <a16:creationId xmlns:a16="http://schemas.microsoft.com/office/drawing/2014/main" id="{9D9E9AC8-17BA-47C4-9E5B-1824C9B4EC40}"/>
              </a:ext>
            </a:extLst>
          </p:cNvPr>
          <p:cNvSpPr>
            <a:spLocks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5856">
            <a:extLst>
              <a:ext uri="{FF2B5EF4-FFF2-40B4-BE49-F238E27FC236}">
                <a16:creationId xmlns:a16="http://schemas.microsoft.com/office/drawing/2014/main" id="{2E771D65-54F4-4C31-A952-44DCF8BD49C0}"/>
              </a:ext>
            </a:extLst>
          </p:cNvPr>
          <p:cNvSpPr>
            <a:spLocks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5857">
            <a:extLst>
              <a:ext uri="{FF2B5EF4-FFF2-40B4-BE49-F238E27FC236}">
                <a16:creationId xmlns:a16="http://schemas.microsoft.com/office/drawing/2014/main" id="{73C2AF01-FFD9-49CC-9820-D2A89AD5F898}"/>
              </a:ext>
            </a:extLst>
          </p:cNvPr>
          <p:cNvSpPr>
            <a:spLocks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5858">
            <a:extLst>
              <a:ext uri="{FF2B5EF4-FFF2-40B4-BE49-F238E27FC236}">
                <a16:creationId xmlns:a16="http://schemas.microsoft.com/office/drawing/2014/main" id="{95DE5CA5-2C77-4F71-87D1-AD217C58ECF5}"/>
              </a:ext>
            </a:extLst>
          </p:cNvPr>
          <p:cNvSpPr>
            <a:spLocks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5859">
            <a:extLst>
              <a:ext uri="{FF2B5EF4-FFF2-40B4-BE49-F238E27FC236}">
                <a16:creationId xmlns:a16="http://schemas.microsoft.com/office/drawing/2014/main" id="{1AA694BC-05FD-4D9B-873E-45A80ECA3349}"/>
              </a:ext>
            </a:extLst>
          </p:cNvPr>
          <p:cNvSpPr>
            <a:spLocks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5860">
            <a:extLst>
              <a:ext uri="{FF2B5EF4-FFF2-40B4-BE49-F238E27FC236}">
                <a16:creationId xmlns:a16="http://schemas.microsoft.com/office/drawing/2014/main" id="{5B5CEB89-FDBF-4E3B-A224-0F1F8B6C87B1}"/>
              </a:ext>
            </a:extLst>
          </p:cNvPr>
          <p:cNvSpPr>
            <a:spLocks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5861">
            <a:extLst>
              <a:ext uri="{FF2B5EF4-FFF2-40B4-BE49-F238E27FC236}">
                <a16:creationId xmlns:a16="http://schemas.microsoft.com/office/drawing/2014/main" id="{A78E32CE-34DA-44CB-96B4-F84CD2863158}"/>
              </a:ext>
            </a:extLst>
          </p:cNvPr>
          <p:cNvSpPr>
            <a:spLocks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5862">
            <a:extLst>
              <a:ext uri="{FF2B5EF4-FFF2-40B4-BE49-F238E27FC236}">
                <a16:creationId xmlns:a16="http://schemas.microsoft.com/office/drawing/2014/main" id="{9E46C689-6221-4988-9376-903A91362004}"/>
              </a:ext>
            </a:extLst>
          </p:cNvPr>
          <p:cNvSpPr>
            <a:spLocks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5863">
            <a:extLst>
              <a:ext uri="{FF2B5EF4-FFF2-40B4-BE49-F238E27FC236}">
                <a16:creationId xmlns:a16="http://schemas.microsoft.com/office/drawing/2014/main" id="{CCB44663-0EB2-4085-96A8-DA47CC69B4A9}"/>
              </a:ext>
            </a:extLst>
          </p:cNvPr>
          <p:cNvSpPr>
            <a:spLocks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5864">
            <a:extLst>
              <a:ext uri="{FF2B5EF4-FFF2-40B4-BE49-F238E27FC236}">
                <a16:creationId xmlns:a16="http://schemas.microsoft.com/office/drawing/2014/main" id="{B325D7E3-E2D2-43E1-95AD-50434BA2ABF0}"/>
              </a:ext>
            </a:extLst>
          </p:cNvPr>
          <p:cNvSpPr>
            <a:spLocks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5865">
            <a:extLst>
              <a:ext uri="{FF2B5EF4-FFF2-40B4-BE49-F238E27FC236}">
                <a16:creationId xmlns:a16="http://schemas.microsoft.com/office/drawing/2014/main" id="{F1074366-5784-44C8-A97B-B947B51EF9E1}"/>
              </a:ext>
            </a:extLst>
          </p:cNvPr>
          <p:cNvSpPr>
            <a:spLocks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5866">
            <a:extLst>
              <a:ext uri="{FF2B5EF4-FFF2-40B4-BE49-F238E27FC236}">
                <a16:creationId xmlns:a16="http://schemas.microsoft.com/office/drawing/2014/main" id="{399913D4-ADB4-44E8-ACFC-4A84918A035D}"/>
              </a:ext>
            </a:extLst>
          </p:cNvPr>
          <p:cNvSpPr>
            <a:spLocks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5867">
            <a:extLst>
              <a:ext uri="{FF2B5EF4-FFF2-40B4-BE49-F238E27FC236}">
                <a16:creationId xmlns:a16="http://schemas.microsoft.com/office/drawing/2014/main" id="{FDF5E9B7-ED88-45F0-A14E-4C8DA2C0017A}"/>
              </a:ext>
            </a:extLst>
          </p:cNvPr>
          <p:cNvSpPr>
            <a:spLocks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5868">
            <a:extLst>
              <a:ext uri="{FF2B5EF4-FFF2-40B4-BE49-F238E27FC236}">
                <a16:creationId xmlns:a16="http://schemas.microsoft.com/office/drawing/2014/main" id="{7F823516-FA7F-4F6A-A7B8-8038C54DCB05}"/>
              </a:ext>
            </a:extLst>
          </p:cNvPr>
          <p:cNvSpPr>
            <a:spLocks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5869">
            <a:extLst>
              <a:ext uri="{FF2B5EF4-FFF2-40B4-BE49-F238E27FC236}">
                <a16:creationId xmlns:a16="http://schemas.microsoft.com/office/drawing/2014/main" id="{99535A0C-5FB1-46D2-8C54-1456B52A9A09}"/>
              </a:ext>
            </a:extLst>
          </p:cNvPr>
          <p:cNvSpPr>
            <a:spLocks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5870">
            <a:extLst>
              <a:ext uri="{FF2B5EF4-FFF2-40B4-BE49-F238E27FC236}">
                <a16:creationId xmlns:a16="http://schemas.microsoft.com/office/drawing/2014/main" id="{20EADC3A-E42D-4D19-AF6D-38B596A2996C}"/>
              </a:ext>
            </a:extLst>
          </p:cNvPr>
          <p:cNvSpPr>
            <a:spLocks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5871">
            <a:extLst>
              <a:ext uri="{FF2B5EF4-FFF2-40B4-BE49-F238E27FC236}">
                <a16:creationId xmlns:a16="http://schemas.microsoft.com/office/drawing/2014/main" id="{8933882F-291C-4589-9F90-6DB2087615C2}"/>
              </a:ext>
            </a:extLst>
          </p:cNvPr>
          <p:cNvSpPr>
            <a:spLocks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5872">
            <a:extLst>
              <a:ext uri="{FF2B5EF4-FFF2-40B4-BE49-F238E27FC236}">
                <a16:creationId xmlns:a16="http://schemas.microsoft.com/office/drawing/2014/main" id="{76ACAB55-DDD8-4CAE-ACAC-C7BC312F66BF}"/>
              </a:ext>
            </a:extLst>
          </p:cNvPr>
          <p:cNvSpPr>
            <a:spLocks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5873">
            <a:extLst>
              <a:ext uri="{FF2B5EF4-FFF2-40B4-BE49-F238E27FC236}">
                <a16:creationId xmlns:a16="http://schemas.microsoft.com/office/drawing/2014/main" id="{8CC50385-BBB7-4945-BA0F-1BB6F8032376}"/>
              </a:ext>
            </a:extLst>
          </p:cNvPr>
          <p:cNvSpPr>
            <a:spLocks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5874">
            <a:extLst>
              <a:ext uri="{FF2B5EF4-FFF2-40B4-BE49-F238E27FC236}">
                <a16:creationId xmlns:a16="http://schemas.microsoft.com/office/drawing/2014/main" id="{9ACA5C48-C2C1-42F1-8BEC-A268C5155EEA}"/>
              </a:ext>
            </a:extLst>
          </p:cNvPr>
          <p:cNvSpPr>
            <a:spLocks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5875">
            <a:extLst>
              <a:ext uri="{FF2B5EF4-FFF2-40B4-BE49-F238E27FC236}">
                <a16:creationId xmlns:a16="http://schemas.microsoft.com/office/drawing/2014/main" id="{26221292-65F3-43CE-8F3D-4F0CD9C0BA74}"/>
              </a:ext>
            </a:extLst>
          </p:cNvPr>
          <p:cNvSpPr>
            <a:spLocks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5876">
            <a:extLst>
              <a:ext uri="{FF2B5EF4-FFF2-40B4-BE49-F238E27FC236}">
                <a16:creationId xmlns:a16="http://schemas.microsoft.com/office/drawing/2014/main" id="{ECB5697E-FD88-4D18-B23C-85DA7C307B22}"/>
              </a:ext>
            </a:extLst>
          </p:cNvPr>
          <p:cNvSpPr>
            <a:spLocks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5877">
            <a:extLst>
              <a:ext uri="{FF2B5EF4-FFF2-40B4-BE49-F238E27FC236}">
                <a16:creationId xmlns:a16="http://schemas.microsoft.com/office/drawing/2014/main" id="{A0E56221-2EF0-4024-86CF-7B67FE5CEA1F}"/>
              </a:ext>
            </a:extLst>
          </p:cNvPr>
          <p:cNvSpPr>
            <a:spLocks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5878">
            <a:extLst>
              <a:ext uri="{FF2B5EF4-FFF2-40B4-BE49-F238E27FC236}">
                <a16:creationId xmlns:a16="http://schemas.microsoft.com/office/drawing/2014/main" id="{F19EBEB0-2AE8-4486-9E04-3919DD5B2AF5}"/>
              </a:ext>
            </a:extLst>
          </p:cNvPr>
          <p:cNvSpPr>
            <a:spLocks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5879">
            <a:extLst>
              <a:ext uri="{FF2B5EF4-FFF2-40B4-BE49-F238E27FC236}">
                <a16:creationId xmlns:a16="http://schemas.microsoft.com/office/drawing/2014/main" id="{AD033801-E3DE-4469-85CF-47A843319229}"/>
              </a:ext>
            </a:extLst>
          </p:cNvPr>
          <p:cNvSpPr>
            <a:spLocks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5880">
            <a:extLst>
              <a:ext uri="{FF2B5EF4-FFF2-40B4-BE49-F238E27FC236}">
                <a16:creationId xmlns:a16="http://schemas.microsoft.com/office/drawing/2014/main" id="{6613D3E1-ED87-4C87-91A8-FEA10BC7E865}"/>
              </a:ext>
            </a:extLst>
          </p:cNvPr>
          <p:cNvSpPr>
            <a:spLocks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5881">
            <a:extLst>
              <a:ext uri="{FF2B5EF4-FFF2-40B4-BE49-F238E27FC236}">
                <a16:creationId xmlns:a16="http://schemas.microsoft.com/office/drawing/2014/main" id="{A1C482E9-48F8-466F-BB3D-D267FCBEDD79}"/>
              </a:ext>
            </a:extLst>
          </p:cNvPr>
          <p:cNvSpPr>
            <a:spLocks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5882">
            <a:extLst>
              <a:ext uri="{FF2B5EF4-FFF2-40B4-BE49-F238E27FC236}">
                <a16:creationId xmlns:a16="http://schemas.microsoft.com/office/drawing/2014/main" id="{B4851BC3-8605-4968-8F48-6C34B1B20D7F}"/>
              </a:ext>
            </a:extLst>
          </p:cNvPr>
          <p:cNvSpPr>
            <a:spLocks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5883">
            <a:extLst>
              <a:ext uri="{FF2B5EF4-FFF2-40B4-BE49-F238E27FC236}">
                <a16:creationId xmlns:a16="http://schemas.microsoft.com/office/drawing/2014/main" id="{A8A75E68-F54A-49C5-BDBA-88AABDC51A93}"/>
              </a:ext>
            </a:extLst>
          </p:cNvPr>
          <p:cNvSpPr>
            <a:spLocks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5884">
            <a:extLst>
              <a:ext uri="{FF2B5EF4-FFF2-40B4-BE49-F238E27FC236}">
                <a16:creationId xmlns:a16="http://schemas.microsoft.com/office/drawing/2014/main" id="{5088CEDE-B93F-4BB7-A539-A59E6E07E691}"/>
              </a:ext>
            </a:extLst>
          </p:cNvPr>
          <p:cNvSpPr>
            <a:spLocks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5885">
            <a:extLst>
              <a:ext uri="{FF2B5EF4-FFF2-40B4-BE49-F238E27FC236}">
                <a16:creationId xmlns:a16="http://schemas.microsoft.com/office/drawing/2014/main" id="{AE94F31D-6010-4EAC-BF87-78D3B50AB5AF}"/>
              </a:ext>
            </a:extLst>
          </p:cNvPr>
          <p:cNvSpPr>
            <a:spLocks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5886">
            <a:extLst>
              <a:ext uri="{FF2B5EF4-FFF2-40B4-BE49-F238E27FC236}">
                <a16:creationId xmlns:a16="http://schemas.microsoft.com/office/drawing/2014/main" id="{9CBC4CFB-0AE2-46E1-96E2-9D99CE2A4831}"/>
              </a:ext>
            </a:extLst>
          </p:cNvPr>
          <p:cNvSpPr>
            <a:spLocks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5887">
            <a:extLst>
              <a:ext uri="{FF2B5EF4-FFF2-40B4-BE49-F238E27FC236}">
                <a16:creationId xmlns:a16="http://schemas.microsoft.com/office/drawing/2014/main" id="{93E48638-00FE-4A3C-8131-91350491C1F3}"/>
              </a:ext>
            </a:extLst>
          </p:cNvPr>
          <p:cNvSpPr>
            <a:spLocks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5888">
            <a:extLst>
              <a:ext uri="{FF2B5EF4-FFF2-40B4-BE49-F238E27FC236}">
                <a16:creationId xmlns:a16="http://schemas.microsoft.com/office/drawing/2014/main" id="{849D8F84-F2E5-4D12-99DB-2C3774AD67C3}"/>
              </a:ext>
            </a:extLst>
          </p:cNvPr>
          <p:cNvSpPr>
            <a:spLocks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5889">
            <a:extLst>
              <a:ext uri="{FF2B5EF4-FFF2-40B4-BE49-F238E27FC236}">
                <a16:creationId xmlns:a16="http://schemas.microsoft.com/office/drawing/2014/main" id="{B368612C-DA69-4CE0-AF2F-180646706EA6}"/>
              </a:ext>
            </a:extLst>
          </p:cNvPr>
          <p:cNvSpPr>
            <a:spLocks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5890">
            <a:extLst>
              <a:ext uri="{FF2B5EF4-FFF2-40B4-BE49-F238E27FC236}">
                <a16:creationId xmlns:a16="http://schemas.microsoft.com/office/drawing/2014/main" id="{2BDCDC9A-EA8E-40EA-8A14-2943A474846B}"/>
              </a:ext>
            </a:extLst>
          </p:cNvPr>
          <p:cNvSpPr>
            <a:spLocks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5891">
            <a:extLst>
              <a:ext uri="{FF2B5EF4-FFF2-40B4-BE49-F238E27FC236}">
                <a16:creationId xmlns:a16="http://schemas.microsoft.com/office/drawing/2014/main" id="{BA440BFE-29CE-489A-801F-59E0AA4779B6}"/>
              </a:ext>
            </a:extLst>
          </p:cNvPr>
          <p:cNvSpPr>
            <a:spLocks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5892">
            <a:extLst>
              <a:ext uri="{FF2B5EF4-FFF2-40B4-BE49-F238E27FC236}">
                <a16:creationId xmlns:a16="http://schemas.microsoft.com/office/drawing/2014/main" id="{3021C809-DD90-46EF-9F57-F7B6AD546FE4}"/>
              </a:ext>
            </a:extLst>
          </p:cNvPr>
          <p:cNvSpPr>
            <a:spLocks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5893">
            <a:extLst>
              <a:ext uri="{FF2B5EF4-FFF2-40B4-BE49-F238E27FC236}">
                <a16:creationId xmlns:a16="http://schemas.microsoft.com/office/drawing/2014/main" id="{9BBEAEDE-AB3E-4588-BB86-D8E2B403594D}"/>
              </a:ext>
            </a:extLst>
          </p:cNvPr>
          <p:cNvSpPr>
            <a:spLocks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5894">
            <a:extLst>
              <a:ext uri="{FF2B5EF4-FFF2-40B4-BE49-F238E27FC236}">
                <a16:creationId xmlns:a16="http://schemas.microsoft.com/office/drawing/2014/main" id="{040E0B7A-154B-4B4C-A21D-4288ED5ED756}"/>
              </a:ext>
            </a:extLst>
          </p:cNvPr>
          <p:cNvSpPr>
            <a:spLocks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5895">
            <a:extLst>
              <a:ext uri="{FF2B5EF4-FFF2-40B4-BE49-F238E27FC236}">
                <a16:creationId xmlns:a16="http://schemas.microsoft.com/office/drawing/2014/main" id="{AE0A4926-D8C8-47A9-9A8B-8EE406AD7765}"/>
              </a:ext>
            </a:extLst>
          </p:cNvPr>
          <p:cNvSpPr>
            <a:spLocks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5896">
            <a:extLst>
              <a:ext uri="{FF2B5EF4-FFF2-40B4-BE49-F238E27FC236}">
                <a16:creationId xmlns:a16="http://schemas.microsoft.com/office/drawing/2014/main" id="{7A81F47A-FAE7-422E-96DF-82ED55C8157A}"/>
              </a:ext>
            </a:extLst>
          </p:cNvPr>
          <p:cNvSpPr>
            <a:spLocks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5897">
            <a:extLst>
              <a:ext uri="{FF2B5EF4-FFF2-40B4-BE49-F238E27FC236}">
                <a16:creationId xmlns:a16="http://schemas.microsoft.com/office/drawing/2014/main" id="{48402370-245B-4B8A-AE25-8A8730829507}"/>
              </a:ext>
            </a:extLst>
          </p:cNvPr>
          <p:cNvSpPr>
            <a:spLocks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5898">
            <a:extLst>
              <a:ext uri="{FF2B5EF4-FFF2-40B4-BE49-F238E27FC236}">
                <a16:creationId xmlns:a16="http://schemas.microsoft.com/office/drawing/2014/main" id="{377288BA-C123-4948-B089-3D6C3D4386AE}"/>
              </a:ext>
            </a:extLst>
          </p:cNvPr>
          <p:cNvSpPr>
            <a:spLocks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5899">
            <a:extLst>
              <a:ext uri="{FF2B5EF4-FFF2-40B4-BE49-F238E27FC236}">
                <a16:creationId xmlns:a16="http://schemas.microsoft.com/office/drawing/2014/main" id="{757A36B1-A8F8-4779-A95A-17EA0BD14816}"/>
              </a:ext>
            </a:extLst>
          </p:cNvPr>
          <p:cNvSpPr>
            <a:spLocks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5900">
            <a:extLst>
              <a:ext uri="{FF2B5EF4-FFF2-40B4-BE49-F238E27FC236}">
                <a16:creationId xmlns:a16="http://schemas.microsoft.com/office/drawing/2014/main" id="{014FF296-2D6D-40AF-B5A4-4920BE03F164}"/>
              </a:ext>
            </a:extLst>
          </p:cNvPr>
          <p:cNvSpPr>
            <a:spLocks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5901">
            <a:extLst>
              <a:ext uri="{FF2B5EF4-FFF2-40B4-BE49-F238E27FC236}">
                <a16:creationId xmlns:a16="http://schemas.microsoft.com/office/drawing/2014/main" id="{B7FE90F3-5F0B-401F-8B05-85DC16B35750}"/>
              </a:ext>
            </a:extLst>
          </p:cNvPr>
          <p:cNvSpPr>
            <a:spLocks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5902">
            <a:extLst>
              <a:ext uri="{FF2B5EF4-FFF2-40B4-BE49-F238E27FC236}">
                <a16:creationId xmlns:a16="http://schemas.microsoft.com/office/drawing/2014/main" id="{9DEE3340-CC35-4252-8D4C-463A5FCB5546}"/>
              </a:ext>
            </a:extLst>
          </p:cNvPr>
          <p:cNvSpPr>
            <a:spLocks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5903">
            <a:extLst>
              <a:ext uri="{FF2B5EF4-FFF2-40B4-BE49-F238E27FC236}">
                <a16:creationId xmlns:a16="http://schemas.microsoft.com/office/drawing/2014/main" id="{D30958E4-997B-4A89-8C22-8C994FCC588E}"/>
              </a:ext>
            </a:extLst>
          </p:cNvPr>
          <p:cNvSpPr>
            <a:spLocks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5904">
            <a:extLst>
              <a:ext uri="{FF2B5EF4-FFF2-40B4-BE49-F238E27FC236}">
                <a16:creationId xmlns:a16="http://schemas.microsoft.com/office/drawing/2014/main" id="{935BD6CD-2B8C-4B2B-B804-5448F651F85A}"/>
              </a:ext>
            </a:extLst>
          </p:cNvPr>
          <p:cNvSpPr>
            <a:spLocks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5905">
            <a:extLst>
              <a:ext uri="{FF2B5EF4-FFF2-40B4-BE49-F238E27FC236}">
                <a16:creationId xmlns:a16="http://schemas.microsoft.com/office/drawing/2014/main" id="{F2CF4DC9-6EFA-4488-8D44-4354E7050F0F}"/>
              </a:ext>
            </a:extLst>
          </p:cNvPr>
          <p:cNvSpPr>
            <a:spLocks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5906">
            <a:extLst>
              <a:ext uri="{FF2B5EF4-FFF2-40B4-BE49-F238E27FC236}">
                <a16:creationId xmlns:a16="http://schemas.microsoft.com/office/drawing/2014/main" id="{1E17932F-16DC-4B40-B167-F5C2CEB39F2D}"/>
              </a:ext>
            </a:extLst>
          </p:cNvPr>
          <p:cNvSpPr>
            <a:spLocks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5907">
            <a:extLst>
              <a:ext uri="{FF2B5EF4-FFF2-40B4-BE49-F238E27FC236}">
                <a16:creationId xmlns:a16="http://schemas.microsoft.com/office/drawing/2014/main" id="{16E96BFE-A8AF-459A-BA33-89A9E0BAF93C}"/>
              </a:ext>
            </a:extLst>
          </p:cNvPr>
          <p:cNvSpPr>
            <a:spLocks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5908">
            <a:extLst>
              <a:ext uri="{FF2B5EF4-FFF2-40B4-BE49-F238E27FC236}">
                <a16:creationId xmlns:a16="http://schemas.microsoft.com/office/drawing/2014/main" id="{D98597BA-A4E3-45BB-AB31-02DCE736F5FC}"/>
              </a:ext>
            </a:extLst>
          </p:cNvPr>
          <p:cNvSpPr>
            <a:spLocks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5909">
            <a:extLst>
              <a:ext uri="{FF2B5EF4-FFF2-40B4-BE49-F238E27FC236}">
                <a16:creationId xmlns:a16="http://schemas.microsoft.com/office/drawing/2014/main" id="{37C1E264-8439-48C9-8286-05C07B927679}"/>
              </a:ext>
            </a:extLst>
          </p:cNvPr>
          <p:cNvSpPr>
            <a:spLocks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5910">
            <a:extLst>
              <a:ext uri="{FF2B5EF4-FFF2-40B4-BE49-F238E27FC236}">
                <a16:creationId xmlns:a16="http://schemas.microsoft.com/office/drawing/2014/main" id="{17B87557-194A-4181-8D00-3841875B512C}"/>
              </a:ext>
            </a:extLst>
          </p:cNvPr>
          <p:cNvSpPr>
            <a:spLocks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5911">
            <a:extLst>
              <a:ext uri="{FF2B5EF4-FFF2-40B4-BE49-F238E27FC236}">
                <a16:creationId xmlns:a16="http://schemas.microsoft.com/office/drawing/2014/main" id="{48095DFC-5462-4F13-8390-B92A338217B8}"/>
              </a:ext>
            </a:extLst>
          </p:cNvPr>
          <p:cNvSpPr>
            <a:spLocks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5912">
            <a:extLst>
              <a:ext uri="{FF2B5EF4-FFF2-40B4-BE49-F238E27FC236}">
                <a16:creationId xmlns:a16="http://schemas.microsoft.com/office/drawing/2014/main" id="{A4F91FD8-9FA1-4256-83AD-D3B0A6E9074F}"/>
              </a:ext>
            </a:extLst>
          </p:cNvPr>
          <p:cNvSpPr>
            <a:spLocks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5913">
            <a:extLst>
              <a:ext uri="{FF2B5EF4-FFF2-40B4-BE49-F238E27FC236}">
                <a16:creationId xmlns:a16="http://schemas.microsoft.com/office/drawing/2014/main" id="{18B4E8D0-6351-4689-AF7B-7205BD3C0863}"/>
              </a:ext>
            </a:extLst>
          </p:cNvPr>
          <p:cNvSpPr>
            <a:spLocks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5914">
            <a:extLst>
              <a:ext uri="{FF2B5EF4-FFF2-40B4-BE49-F238E27FC236}">
                <a16:creationId xmlns:a16="http://schemas.microsoft.com/office/drawing/2014/main" id="{C0F18F60-3656-41F9-B56F-8CB83258BEEF}"/>
              </a:ext>
            </a:extLst>
          </p:cNvPr>
          <p:cNvSpPr>
            <a:spLocks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5915">
            <a:extLst>
              <a:ext uri="{FF2B5EF4-FFF2-40B4-BE49-F238E27FC236}">
                <a16:creationId xmlns:a16="http://schemas.microsoft.com/office/drawing/2014/main" id="{804D23C3-7EC3-4B5C-B89D-22C132403A26}"/>
              </a:ext>
            </a:extLst>
          </p:cNvPr>
          <p:cNvSpPr>
            <a:spLocks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5916">
            <a:extLst>
              <a:ext uri="{FF2B5EF4-FFF2-40B4-BE49-F238E27FC236}">
                <a16:creationId xmlns:a16="http://schemas.microsoft.com/office/drawing/2014/main" id="{F8B2AD0D-41AB-4AA7-881B-3EFA4904467F}"/>
              </a:ext>
            </a:extLst>
          </p:cNvPr>
          <p:cNvSpPr>
            <a:spLocks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5917">
            <a:extLst>
              <a:ext uri="{FF2B5EF4-FFF2-40B4-BE49-F238E27FC236}">
                <a16:creationId xmlns:a16="http://schemas.microsoft.com/office/drawing/2014/main" id="{53DA75F5-3391-4790-A7F9-C9A3F0C1972A}"/>
              </a:ext>
            </a:extLst>
          </p:cNvPr>
          <p:cNvSpPr>
            <a:spLocks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5918">
            <a:extLst>
              <a:ext uri="{FF2B5EF4-FFF2-40B4-BE49-F238E27FC236}">
                <a16:creationId xmlns:a16="http://schemas.microsoft.com/office/drawing/2014/main" id="{D5C023AC-C431-44DC-B799-6BADF8F32993}"/>
              </a:ext>
            </a:extLst>
          </p:cNvPr>
          <p:cNvSpPr>
            <a:spLocks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5919">
            <a:extLst>
              <a:ext uri="{FF2B5EF4-FFF2-40B4-BE49-F238E27FC236}">
                <a16:creationId xmlns:a16="http://schemas.microsoft.com/office/drawing/2014/main" id="{79E88612-08AD-470E-9B99-5700D472D657}"/>
              </a:ext>
            </a:extLst>
          </p:cNvPr>
          <p:cNvSpPr>
            <a:spLocks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5920">
            <a:extLst>
              <a:ext uri="{FF2B5EF4-FFF2-40B4-BE49-F238E27FC236}">
                <a16:creationId xmlns:a16="http://schemas.microsoft.com/office/drawing/2014/main" id="{853B3973-DD3E-4D11-89AC-E22054E9C5B9}"/>
              </a:ext>
            </a:extLst>
          </p:cNvPr>
          <p:cNvSpPr>
            <a:spLocks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5921">
            <a:extLst>
              <a:ext uri="{FF2B5EF4-FFF2-40B4-BE49-F238E27FC236}">
                <a16:creationId xmlns:a16="http://schemas.microsoft.com/office/drawing/2014/main" id="{15DF352D-181D-4F2A-B6BD-5D784828954E}"/>
              </a:ext>
            </a:extLst>
          </p:cNvPr>
          <p:cNvSpPr>
            <a:spLocks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5922">
            <a:extLst>
              <a:ext uri="{FF2B5EF4-FFF2-40B4-BE49-F238E27FC236}">
                <a16:creationId xmlns:a16="http://schemas.microsoft.com/office/drawing/2014/main" id="{45E669DD-C9E8-4ECC-9B0D-A50B4E353B9B}"/>
              </a:ext>
            </a:extLst>
          </p:cNvPr>
          <p:cNvSpPr>
            <a:spLocks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5923">
            <a:extLst>
              <a:ext uri="{FF2B5EF4-FFF2-40B4-BE49-F238E27FC236}">
                <a16:creationId xmlns:a16="http://schemas.microsoft.com/office/drawing/2014/main" id="{A50889CC-ACBE-4895-8D66-4A0094C19CA7}"/>
              </a:ext>
            </a:extLst>
          </p:cNvPr>
          <p:cNvSpPr>
            <a:spLocks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5924">
            <a:extLst>
              <a:ext uri="{FF2B5EF4-FFF2-40B4-BE49-F238E27FC236}">
                <a16:creationId xmlns:a16="http://schemas.microsoft.com/office/drawing/2014/main" id="{80AD51B1-67F1-45ED-BE49-CA9C7C7C5396}"/>
              </a:ext>
            </a:extLst>
          </p:cNvPr>
          <p:cNvSpPr>
            <a:spLocks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5925">
            <a:extLst>
              <a:ext uri="{FF2B5EF4-FFF2-40B4-BE49-F238E27FC236}">
                <a16:creationId xmlns:a16="http://schemas.microsoft.com/office/drawing/2014/main" id="{7968E16F-916F-4479-AF89-1E3456D04C10}"/>
              </a:ext>
            </a:extLst>
          </p:cNvPr>
          <p:cNvSpPr>
            <a:spLocks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5926">
            <a:extLst>
              <a:ext uri="{FF2B5EF4-FFF2-40B4-BE49-F238E27FC236}">
                <a16:creationId xmlns:a16="http://schemas.microsoft.com/office/drawing/2014/main" id="{D1032EFF-73C9-4D6C-8352-C03DF3E6D283}"/>
              </a:ext>
            </a:extLst>
          </p:cNvPr>
          <p:cNvSpPr>
            <a:spLocks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5927">
            <a:extLst>
              <a:ext uri="{FF2B5EF4-FFF2-40B4-BE49-F238E27FC236}">
                <a16:creationId xmlns:a16="http://schemas.microsoft.com/office/drawing/2014/main" id="{7D542E73-7651-44EF-BDA3-F295A2AD9771}"/>
              </a:ext>
            </a:extLst>
          </p:cNvPr>
          <p:cNvSpPr>
            <a:spLocks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5928">
            <a:extLst>
              <a:ext uri="{FF2B5EF4-FFF2-40B4-BE49-F238E27FC236}">
                <a16:creationId xmlns:a16="http://schemas.microsoft.com/office/drawing/2014/main" id="{41841271-1F58-4EC9-A639-E570FD0CF9A6}"/>
              </a:ext>
            </a:extLst>
          </p:cNvPr>
          <p:cNvSpPr>
            <a:spLocks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5929">
            <a:extLst>
              <a:ext uri="{FF2B5EF4-FFF2-40B4-BE49-F238E27FC236}">
                <a16:creationId xmlns:a16="http://schemas.microsoft.com/office/drawing/2014/main" id="{11E40BAA-5370-4F48-91C7-E454EF7397E6}"/>
              </a:ext>
            </a:extLst>
          </p:cNvPr>
          <p:cNvSpPr>
            <a:spLocks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5930">
            <a:extLst>
              <a:ext uri="{FF2B5EF4-FFF2-40B4-BE49-F238E27FC236}">
                <a16:creationId xmlns:a16="http://schemas.microsoft.com/office/drawing/2014/main" id="{82229347-994B-4CFE-9B2C-DADBA5D2D60C}"/>
              </a:ext>
            </a:extLst>
          </p:cNvPr>
          <p:cNvSpPr>
            <a:spLocks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5931">
            <a:extLst>
              <a:ext uri="{FF2B5EF4-FFF2-40B4-BE49-F238E27FC236}">
                <a16:creationId xmlns:a16="http://schemas.microsoft.com/office/drawing/2014/main" id="{1ABF590D-06E5-4154-B5DB-DB3130AAF3D3}"/>
              </a:ext>
            </a:extLst>
          </p:cNvPr>
          <p:cNvSpPr>
            <a:spLocks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5932">
            <a:extLst>
              <a:ext uri="{FF2B5EF4-FFF2-40B4-BE49-F238E27FC236}">
                <a16:creationId xmlns:a16="http://schemas.microsoft.com/office/drawing/2014/main" id="{816D25B8-BC99-4558-B837-5CF6939CF498}"/>
              </a:ext>
            </a:extLst>
          </p:cNvPr>
          <p:cNvSpPr>
            <a:spLocks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5933">
            <a:extLst>
              <a:ext uri="{FF2B5EF4-FFF2-40B4-BE49-F238E27FC236}">
                <a16:creationId xmlns:a16="http://schemas.microsoft.com/office/drawing/2014/main" id="{86B97F4C-BC61-4203-9105-20C94624C127}"/>
              </a:ext>
            </a:extLst>
          </p:cNvPr>
          <p:cNvSpPr>
            <a:spLocks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5934">
            <a:extLst>
              <a:ext uri="{FF2B5EF4-FFF2-40B4-BE49-F238E27FC236}">
                <a16:creationId xmlns:a16="http://schemas.microsoft.com/office/drawing/2014/main" id="{ACB477F1-F92F-420E-8AC0-BDC31EB3656A}"/>
              </a:ext>
            </a:extLst>
          </p:cNvPr>
          <p:cNvSpPr>
            <a:spLocks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5935">
            <a:extLst>
              <a:ext uri="{FF2B5EF4-FFF2-40B4-BE49-F238E27FC236}">
                <a16:creationId xmlns:a16="http://schemas.microsoft.com/office/drawing/2014/main" id="{B32BB41C-51EB-4889-9396-CF5C16CFA404}"/>
              </a:ext>
            </a:extLst>
          </p:cNvPr>
          <p:cNvSpPr>
            <a:spLocks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5936">
            <a:extLst>
              <a:ext uri="{FF2B5EF4-FFF2-40B4-BE49-F238E27FC236}">
                <a16:creationId xmlns:a16="http://schemas.microsoft.com/office/drawing/2014/main" id="{C79E2EDC-62AB-4FF2-94E6-F16787418D45}"/>
              </a:ext>
            </a:extLst>
          </p:cNvPr>
          <p:cNvSpPr>
            <a:spLocks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5937">
            <a:extLst>
              <a:ext uri="{FF2B5EF4-FFF2-40B4-BE49-F238E27FC236}">
                <a16:creationId xmlns:a16="http://schemas.microsoft.com/office/drawing/2014/main" id="{06E69F27-DA57-479D-95A6-D054334BADC2}"/>
              </a:ext>
            </a:extLst>
          </p:cNvPr>
          <p:cNvSpPr>
            <a:spLocks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5938">
            <a:extLst>
              <a:ext uri="{FF2B5EF4-FFF2-40B4-BE49-F238E27FC236}">
                <a16:creationId xmlns:a16="http://schemas.microsoft.com/office/drawing/2014/main" id="{413FF918-B397-403C-89E4-5EB25E8C8F12}"/>
              </a:ext>
            </a:extLst>
          </p:cNvPr>
          <p:cNvSpPr>
            <a:spLocks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5939">
            <a:extLst>
              <a:ext uri="{FF2B5EF4-FFF2-40B4-BE49-F238E27FC236}">
                <a16:creationId xmlns:a16="http://schemas.microsoft.com/office/drawing/2014/main" id="{356B9D68-CA7F-49DB-A9F9-6F1A97B950E3}"/>
              </a:ext>
            </a:extLst>
          </p:cNvPr>
          <p:cNvSpPr>
            <a:spLocks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5940">
            <a:extLst>
              <a:ext uri="{FF2B5EF4-FFF2-40B4-BE49-F238E27FC236}">
                <a16:creationId xmlns:a16="http://schemas.microsoft.com/office/drawing/2014/main" id="{9A7A7102-0458-4FD9-8FD2-0A0345321434}"/>
              </a:ext>
            </a:extLst>
          </p:cNvPr>
          <p:cNvSpPr>
            <a:spLocks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5941">
            <a:extLst>
              <a:ext uri="{FF2B5EF4-FFF2-40B4-BE49-F238E27FC236}">
                <a16:creationId xmlns:a16="http://schemas.microsoft.com/office/drawing/2014/main" id="{7812E936-B0A1-491F-832D-E89DAFBD18F3}"/>
              </a:ext>
            </a:extLst>
          </p:cNvPr>
          <p:cNvSpPr>
            <a:spLocks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5942">
            <a:extLst>
              <a:ext uri="{FF2B5EF4-FFF2-40B4-BE49-F238E27FC236}">
                <a16:creationId xmlns:a16="http://schemas.microsoft.com/office/drawing/2014/main" id="{D80A097C-2B21-47B5-8F56-448C444061D3}"/>
              </a:ext>
            </a:extLst>
          </p:cNvPr>
          <p:cNvSpPr>
            <a:spLocks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5943">
            <a:extLst>
              <a:ext uri="{FF2B5EF4-FFF2-40B4-BE49-F238E27FC236}">
                <a16:creationId xmlns:a16="http://schemas.microsoft.com/office/drawing/2014/main" id="{3FE57D50-9927-4CC9-A5E7-FD4C95E1818F}"/>
              </a:ext>
            </a:extLst>
          </p:cNvPr>
          <p:cNvSpPr>
            <a:spLocks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5944">
            <a:extLst>
              <a:ext uri="{FF2B5EF4-FFF2-40B4-BE49-F238E27FC236}">
                <a16:creationId xmlns:a16="http://schemas.microsoft.com/office/drawing/2014/main" id="{C6245DF7-611D-4C8C-B45E-179BBBB75586}"/>
              </a:ext>
            </a:extLst>
          </p:cNvPr>
          <p:cNvSpPr>
            <a:spLocks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5945">
            <a:extLst>
              <a:ext uri="{FF2B5EF4-FFF2-40B4-BE49-F238E27FC236}">
                <a16:creationId xmlns:a16="http://schemas.microsoft.com/office/drawing/2014/main" id="{B8C6523A-1E03-49CD-87C7-C357F615D0D8}"/>
              </a:ext>
            </a:extLst>
          </p:cNvPr>
          <p:cNvSpPr>
            <a:spLocks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5946">
            <a:extLst>
              <a:ext uri="{FF2B5EF4-FFF2-40B4-BE49-F238E27FC236}">
                <a16:creationId xmlns:a16="http://schemas.microsoft.com/office/drawing/2014/main" id="{F2107CAE-D18C-49B5-AA2B-25F5AB41F433}"/>
              </a:ext>
            </a:extLst>
          </p:cNvPr>
          <p:cNvSpPr>
            <a:spLocks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5947">
            <a:extLst>
              <a:ext uri="{FF2B5EF4-FFF2-40B4-BE49-F238E27FC236}">
                <a16:creationId xmlns:a16="http://schemas.microsoft.com/office/drawing/2014/main" id="{4C339081-6AAA-41DB-B34A-C0E1F99EE336}"/>
              </a:ext>
            </a:extLst>
          </p:cNvPr>
          <p:cNvSpPr>
            <a:spLocks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5948">
            <a:extLst>
              <a:ext uri="{FF2B5EF4-FFF2-40B4-BE49-F238E27FC236}">
                <a16:creationId xmlns:a16="http://schemas.microsoft.com/office/drawing/2014/main" id="{397767C7-C95D-4273-AEC1-D866E506BDB3}"/>
              </a:ext>
            </a:extLst>
          </p:cNvPr>
          <p:cNvSpPr>
            <a:spLocks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5949">
            <a:extLst>
              <a:ext uri="{FF2B5EF4-FFF2-40B4-BE49-F238E27FC236}">
                <a16:creationId xmlns:a16="http://schemas.microsoft.com/office/drawing/2014/main" id="{54613240-4319-40AA-A3BC-DBB6269814E0}"/>
              </a:ext>
            </a:extLst>
          </p:cNvPr>
          <p:cNvSpPr>
            <a:spLocks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5950">
            <a:extLst>
              <a:ext uri="{FF2B5EF4-FFF2-40B4-BE49-F238E27FC236}">
                <a16:creationId xmlns:a16="http://schemas.microsoft.com/office/drawing/2014/main" id="{3FCFDA0D-9BB9-445F-BB3B-50BB9FD1DB0D}"/>
              </a:ext>
            </a:extLst>
          </p:cNvPr>
          <p:cNvSpPr>
            <a:spLocks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5951">
            <a:extLst>
              <a:ext uri="{FF2B5EF4-FFF2-40B4-BE49-F238E27FC236}">
                <a16:creationId xmlns:a16="http://schemas.microsoft.com/office/drawing/2014/main" id="{7A84DFB8-185C-458C-86D4-03AB607A85AD}"/>
              </a:ext>
            </a:extLst>
          </p:cNvPr>
          <p:cNvSpPr>
            <a:spLocks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5952">
            <a:extLst>
              <a:ext uri="{FF2B5EF4-FFF2-40B4-BE49-F238E27FC236}">
                <a16:creationId xmlns:a16="http://schemas.microsoft.com/office/drawing/2014/main" id="{D70BC096-040B-42D6-92DD-AF9574B6D199}"/>
              </a:ext>
            </a:extLst>
          </p:cNvPr>
          <p:cNvSpPr>
            <a:spLocks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5953">
            <a:extLst>
              <a:ext uri="{FF2B5EF4-FFF2-40B4-BE49-F238E27FC236}">
                <a16:creationId xmlns:a16="http://schemas.microsoft.com/office/drawing/2014/main" id="{EABE0E1E-C757-437E-B067-2D31A02B3FF0}"/>
              </a:ext>
            </a:extLst>
          </p:cNvPr>
          <p:cNvSpPr>
            <a:spLocks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5954">
            <a:extLst>
              <a:ext uri="{FF2B5EF4-FFF2-40B4-BE49-F238E27FC236}">
                <a16:creationId xmlns:a16="http://schemas.microsoft.com/office/drawing/2014/main" id="{9F97AE18-BE53-4482-B960-BD4A4BC65879}"/>
              </a:ext>
            </a:extLst>
          </p:cNvPr>
          <p:cNvSpPr>
            <a:spLocks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5955">
            <a:extLst>
              <a:ext uri="{FF2B5EF4-FFF2-40B4-BE49-F238E27FC236}">
                <a16:creationId xmlns:a16="http://schemas.microsoft.com/office/drawing/2014/main" id="{1684E7F9-8843-46A5-8F4B-674F4E0268DE}"/>
              </a:ext>
            </a:extLst>
          </p:cNvPr>
          <p:cNvSpPr>
            <a:spLocks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5956">
            <a:extLst>
              <a:ext uri="{FF2B5EF4-FFF2-40B4-BE49-F238E27FC236}">
                <a16:creationId xmlns:a16="http://schemas.microsoft.com/office/drawing/2014/main" id="{C259AC96-18CC-40F0-9611-B3E0907B2F30}"/>
              </a:ext>
            </a:extLst>
          </p:cNvPr>
          <p:cNvSpPr>
            <a:spLocks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5957">
            <a:extLst>
              <a:ext uri="{FF2B5EF4-FFF2-40B4-BE49-F238E27FC236}">
                <a16:creationId xmlns:a16="http://schemas.microsoft.com/office/drawing/2014/main" id="{E7148F8E-AA66-402D-9FCE-4D7FE4B3DD6E}"/>
              </a:ext>
            </a:extLst>
          </p:cNvPr>
          <p:cNvSpPr>
            <a:spLocks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5958">
            <a:extLst>
              <a:ext uri="{FF2B5EF4-FFF2-40B4-BE49-F238E27FC236}">
                <a16:creationId xmlns:a16="http://schemas.microsoft.com/office/drawing/2014/main" id="{08121F7C-3B7E-4259-8FBC-F61FDBA19496}"/>
              </a:ext>
            </a:extLst>
          </p:cNvPr>
          <p:cNvSpPr>
            <a:spLocks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5959">
            <a:extLst>
              <a:ext uri="{FF2B5EF4-FFF2-40B4-BE49-F238E27FC236}">
                <a16:creationId xmlns:a16="http://schemas.microsoft.com/office/drawing/2014/main" id="{6AE70395-3BA6-421B-833C-8E2ED39ACE8A}"/>
              </a:ext>
            </a:extLst>
          </p:cNvPr>
          <p:cNvSpPr>
            <a:spLocks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5960">
            <a:extLst>
              <a:ext uri="{FF2B5EF4-FFF2-40B4-BE49-F238E27FC236}">
                <a16:creationId xmlns:a16="http://schemas.microsoft.com/office/drawing/2014/main" id="{CD6BB848-FBC0-4028-9046-6BFFAF7084DB}"/>
              </a:ext>
            </a:extLst>
          </p:cNvPr>
          <p:cNvSpPr>
            <a:spLocks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5961">
            <a:extLst>
              <a:ext uri="{FF2B5EF4-FFF2-40B4-BE49-F238E27FC236}">
                <a16:creationId xmlns:a16="http://schemas.microsoft.com/office/drawing/2014/main" id="{992D9652-A2F0-4C45-995B-C432AA2AE9F1}"/>
              </a:ext>
            </a:extLst>
          </p:cNvPr>
          <p:cNvSpPr>
            <a:spLocks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5962">
            <a:extLst>
              <a:ext uri="{FF2B5EF4-FFF2-40B4-BE49-F238E27FC236}">
                <a16:creationId xmlns:a16="http://schemas.microsoft.com/office/drawing/2014/main" id="{49D41337-3ADD-43E1-A7CF-5898DEB036E4}"/>
              </a:ext>
            </a:extLst>
          </p:cNvPr>
          <p:cNvSpPr>
            <a:spLocks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5963">
            <a:extLst>
              <a:ext uri="{FF2B5EF4-FFF2-40B4-BE49-F238E27FC236}">
                <a16:creationId xmlns:a16="http://schemas.microsoft.com/office/drawing/2014/main" id="{8A5C1628-B212-4BBF-A701-9F2C057B4594}"/>
              </a:ext>
            </a:extLst>
          </p:cNvPr>
          <p:cNvSpPr>
            <a:spLocks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5964">
            <a:extLst>
              <a:ext uri="{FF2B5EF4-FFF2-40B4-BE49-F238E27FC236}">
                <a16:creationId xmlns:a16="http://schemas.microsoft.com/office/drawing/2014/main" id="{4FEFB17E-19A7-4B25-B9BE-5C4DBD0E199B}"/>
              </a:ext>
            </a:extLst>
          </p:cNvPr>
          <p:cNvSpPr>
            <a:spLocks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5965">
            <a:extLst>
              <a:ext uri="{FF2B5EF4-FFF2-40B4-BE49-F238E27FC236}">
                <a16:creationId xmlns:a16="http://schemas.microsoft.com/office/drawing/2014/main" id="{3A8E74CD-BD23-48D0-903C-F73FC69FADFA}"/>
              </a:ext>
            </a:extLst>
          </p:cNvPr>
          <p:cNvSpPr>
            <a:spLocks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5966">
            <a:extLst>
              <a:ext uri="{FF2B5EF4-FFF2-40B4-BE49-F238E27FC236}">
                <a16:creationId xmlns:a16="http://schemas.microsoft.com/office/drawing/2014/main" id="{40EB6B41-A805-460F-BA26-42C52EC4A08F}"/>
              </a:ext>
            </a:extLst>
          </p:cNvPr>
          <p:cNvSpPr>
            <a:spLocks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5967">
            <a:extLst>
              <a:ext uri="{FF2B5EF4-FFF2-40B4-BE49-F238E27FC236}">
                <a16:creationId xmlns:a16="http://schemas.microsoft.com/office/drawing/2014/main" id="{6B497ECF-C9EB-4943-A986-6623975BB040}"/>
              </a:ext>
            </a:extLst>
          </p:cNvPr>
          <p:cNvSpPr>
            <a:spLocks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5968">
            <a:extLst>
              <a:ext uri="{FF2B5EF4-FFF2-40B4-BE49-F238E27FC236}">
                <a16:creationId xmlns:a16="http://schemas.microsoft.com/office/drawing/2014/main" id="{1D30534A-7B39-4EF7-A117-2225415BF427}"/>
              </a:ext>
            </a:extLst>
          </p:cNvPr>
          <p:cNvSpPr>
            <a:spLocks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5969">
            <a:extLst>
              <a:ext uri="{FF2B5EF4-FFF2-40B4-BE49-F238E27FC236}">
                <a16:creationId xmlns:a16="http://schemas.microsoft.com/office/drawing/2014/main" id="{D042B3F8-A95B-48EF-9DC3-5AE0E03D76EA}"/>
              </a:ext>
            </a:extLst>
          </p:cNvPr>
          <p:cNvSpPr>
            <a:spLocks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5970">
            <a:extLst>
              <a:ext uri="{FF2B5EF4-FFF2-40B4-BE49-F238E27FC236}">
                <a16:creationId xmlns:a16="http://schemas.microsoft.com/office/drawing/2014/main" id="{1C7B53CA-9EA4-46B7-8BF5-8187DF87DEA6}"/>
              </a:ext>
            </a:extLst>
          </p:cNvPr>
          <p:cNvSpPr>
            <a:spLocks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5971">
            <a:extLst>
              <a:ext uri="{FF2B5EF4-FFF2-40B4-BE49-F238E27FC236}">
                <a16:creationId xmlns:a16="http://schemas.microsoft.com/office/drawing/2014/main" id="{9FB9D710-1526-4234-BA9A-FB6E362912DD}"/>
              </a:ext>
            </a:extLst>
          </p:cNvPr>
          <p:cNvSpPr>
            <a:spLocks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5972">
            <a:extLst>
              <a:ext uri="{FF2B5EF4-FFF2-40B4-BE49-F238E27FC236}">
                <a16:creationId xmlns:a16="http://schemas.microsoft.com/office/drawing/2014/main" id="{68455477-CA44-4DC3-9663-C12A767733A8}"/>
              </a:ext>
            </a:extLst>
          </p:cNvPr>
          <p:cNvSpPr>
            <a:spLocks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5973">
            <a:extLst>
              <a:ext uri="{FF2B5EF4-FFF2-40B4-BE49-F238E27FC236}">
                <a16:creationId xmlns:a16="http://schemas.microsoft.com/office/drawing/2014/main" id="{7252899E-363C-4B1C-848E-D664054BF126}"/>
              </a:ext>
            </a:extLst>
          </p:cNvPr>
          <p:cNvSpPr>
            <a:spLocks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5974">
            <a:extLst>
              <a:ext uri="{FF2B5EF4-FFF2-40B4-BE49-F238E27FC236}">
                <a16:creationId xmlns:a16="http://schemas.microsoft.com/office/drawing/2014/main" id="{4555C3A9-20F5-44EC-8EA0-D0E0B0B918DC}"/>
              </a:ext>
            </a:extLst>
          </p:cNvPr>
          <p:cNvSpPr>
            <a:spLocks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5975">
            <a:extLst>
              <a:ext uri="{FF2B5EF4-FFF2-40B4-BE49-F238E27FC236}">
                <a16:creationId xmlns:a16="http://schemas.microsoft.com/office/drawing/2014/main" id="{167A3CEB-161D-4BC6-B75C-CBD52EB2659E}"/>
              </a:ext>
            </a:extLst>
          </p:cNvPr>
          <p:cNvSpPr>
            <a:spLocks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5976">
            <a:extLst>
              <a:ext uri="{FF2B5EF4-FFF2-40B4-BE49-F238E27FC236}">
                <a16:creationId xmlns:a16="http://schemas.microsoft.com/office/drawing/2014/main" id="{C9C038B7-344B-4254-9C5C-D4A788ED3DDB}"/>
              </a:ext>
            </a:extLst>
          </p:cNvPr>
          <p:cNvSpPr>
            <a:spLocks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5977">
            <a:extLst>
              <a:ext uri="{FF2B5EF4-FFF2-40B4-BE49-F238E27FC236}">
                <a16:creationId xmlns:a16="http://schemas.microsoft.com/office/drawing/2014/main" id="{70B09D33-3D8D-4166-BA0D-D4387EFD3609}"/>
              </a:ext>
            </a:extLst>
          </p:cNvPr>
          <p:cNvSpPr>
            <a:spLocks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5978">
            <a:extLst>
              <a:ext uri="{FF2B5EF4-FFF2-40B4-BE49-F238E27FC236}">
                <a16:creationId xmlns:a16="http://schemas.microsoft.com/office/drawing/2014/main" id="{49CC6363-FC5D-48AD-BE5F-98CD325E483F}"/>
              </a:ext>
            </a:extLst>
          </p:cNvPr>
          <p:cNvSpPr>
            <a:spLocks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5979">
            <a:extLst>
              <a:ext uri="{FF2B5EF4-FFF2-40B4-BE49-F238E27FC236}">
                <a16:creationId xmlns:a16="http://schemas.microsoft.com/office/drawing/2014/main" id="{7AA99DAE-A91A-4218-B180-A52D04435276}"/>
              </a:ext>
            </a:extLst>
          </p:cNvPr>
          <p:cNvSpPr>
            <a:spLocks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5980">
            <a:extLst>
              <a:ext uri="{FF2B5EF4-FFF2-40B4-BE49-F238E27FC236}">
                <a16:creationId xmlns:a16="http://schemas.microsoft.com/office/drawing/2014/main" id="{2E679842-7E89-4213-96A1-991149C9FC72}"/>
              </a:ext>
            </a:extLst>
          </p:cNvPr>
          <p:cNvSpPr>
            <a:spLocks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5981">
            <a:extLst>
              <a:ext uri="{FF2B5EF4-FFF2-40B4-BE49-F238E27FC236}">
                <a16:creationId xmlns:a16="http://schemas.microsoft.com/office/drawing/2014/main" id="{52D4612E-14A4-4B2D-A308-18E11A45B629}"/>
              </a:ext>
            </a:extLst>
          </p:cNvPr>
          <p:cNvSpPr>
            <a:spLocks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5982">
            <a:extLst>
              <a:ext uri="{FF2B5EF4-FFF2-40B4-BE49-F238E27FC236}">
                <a16:creationId xmlns:a16="http://schemas.microsoft.com/office/drawing/2014/main" id="{C4401397-228B-4418-A7C2-767A90014D10}"/>
              </a:ext>
            </a:extLst>
          </p:cNvPr>
          <p:cNvSpPr>
            <a:spLocks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5983">
            <a:extLst>
              <a:ext uri="{FF2B5EF4-FFF2-40B4-BE49-F238E27FC236}">
                <a16:creationId xmlns:a16="http://schemas.microsoft.com/office/drawing/2014/main" id="{39E11A63-72B7-4428-A48B-055908C624E7}"/>
              </a:ext>
            </a:extLst>
          </p:cNvPr>
          <p:cNvSpPr>
            <a:spLocks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5984">
            <a:extLst>
              <a:ext uri="{FF2B5EF4-FFF2-40B4-BE49-F238E27FC236}">
                <a16:creationId xmlns:a16="http://schemas.microsoft.com/office/drawing/2014/main" id="{D96F6EE3-C034-41F5-A017-2EDF9CCE8559}"/>
              </a:ext>
            </a:extLst>
          </p:cNvPr>
          <p:cNvSpPr>
            <a:spLocks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5985">
            <a:extLst>
              <a:ext uri="{FF2B5EF4-FFF2-40B4-BE49-F238E27FC236}">
                <a16:creationId xmlns:a16="http://schemas.microsoft.com/office/drawing/2014/main" id="{5F552324-1649-4846-9963-AD457EB9611D}"/>
              </a:ext>
            </a:extLst>
          </p:cNvPr>
          <p:cNvSpPr>
            <a:spLocks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5986">
            <a:extLst>
              <a:ext uri="{FF2B5EF4-FFF2-40B4-BE49-F238E27FC236}">
                <a16:creationId xmlns:a16="http://schemas.microsoft.com/office/drawing/2014/main" id="{B7D30DE2-E757-4D3C-8698-C6DD9E2E54AD}"/>
              </a:ext>
            </a:extLst>
          </p:cNvPr>
          <p:cNvSpPr>
            <a:spLocks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5987">
            <a:extLst>
              <a:ext uri="{FF2B5EF4-FFF2-40B4-BE49-F238E27FC236}">
                <a16:creationId xmlns:a16="http://schemas.microsoft.com/office/drawing/2014/main" id="{43DEB114-EBC0-4FC4-93F0-E14286D59E3C}"/>
              </a:ext>
            </a:extLst>
          </p:cNvPr>
          <p:cNvSpPr>
            <a:spLocks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5988">
            <a:extLst>
              <a:ext uri="{FF2B5EF4-FFF2-40B4-BE49-F238E27FC236}">
                <a16:creationId xmlns:a16="http://schemas.microsoft.com/office/drawing/2014/main" id="{BC4837EC-B493-4CF0-B8D8-9038143DE519}"/>
              </a:ext>
            </a:extLst>
          </p:cNvPr>
          <p:cNvSpPr>
            <a:spLocks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5989">
            <a:extLst>
              <a:ext uri="{FF2B5EF4-FFF2-40B4-BE49-F238E27FC236}">
                <a16:creationId xmlns:a16="http://schemas.microsoft.com/office/drawing/2014/main" id="{5ED14997-34F5-4524-A337-7E9E69E878BF}"/>
              </a:ext>
            </a:extLst>
          </p:cNvPr>
          <p:cNvSpPr>
            <a:spLocks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5990">
            <a:extLst>
              <a:ext uri="{FF2B5EF4-FFF2-40B4-BE49-F238E27FC236}">
                <a16:creationId xmlns:a16="http://schemas.microsoft.com/office/drawing/2014/main" id="{473C82D4-A919-423F-99B0-325C95F22080}"/>
              </a:ext>
            </a:extLst>
          </p:cNvPr>
          <p:cNvSpPr>
            <a:spLocks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5991">
            <a:extLst>
              <a:ext uri="{FF2B5EF4-FFF2-40B4-BE49-F238E27FC236}">
                <a16:creationId xmlns:a16="http://schemas.microsoft.com/office/drawing/2014/main" id="{0442EE32-F6FB-470C-B065-0EA39965B095}"/>
              </a:ext>
            </a:extLst>
          </p:cNvPr>
          <p:cNvSpPr>
            <a:spLocks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5992">
            <a:extLst>
              <a:ext uri="{FF2B5EF4-FFF2-40B4-BE49-F238E27FC236}">
                <a16:creationId xmlns:a16="http://schemas.microsoft.com/office/drawing/2014/main" id="{C823C926-0A23-4537-BD5A-1245FFEE7AF2}"/>
              </a:ext>
            </a:extLst>
          </p:cNvPr>
          <p:cNvSpPr>
            <a:spLocks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5993">
            <a:extLst>
              <a:ext uri="{FF2B5EF4-FFF2-40B4-BE49-F238E27FC236}">
                <a16:creationId xmlns:a16="http://schemas.microsoft.com/office/drawing/2014/main" id="{5CDEC404-EC98-4303-852B-F9A82AE61C19}"/>
              </a:ext>
            </a:extLst>
          </p:cNvPr>
          <p:cNvSpPr>
            <a:spLocks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5994">
            <a:extLst>
              <a:ext uri="{FF2B5EF4-FFF2-40B4-BE49-F238E27FC236}">
                <a16:creationId xmlns:a16="http://schemas.microsoft.com/office/drawing/2014/main" id="{F2083DAE-3A52-42FF-8623-C12BF42B7E52}"/>
              </a:ext>
            </a:extLst>
          </p:cNvPr>
          <p:cNvSpPr>
            <a:spLocks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5995">
            <a:extLst>
              <a:ext uri="{FF2B5EF4-FFF2-40B4-BE49-F238E27FC236}">
                <a16:creationId xmlns:a16="http://schemas.microsoft.com/office/drawing/2014/main" id="{1EB4BC7E-1BF4-4218-92F1-CA0634C77A65}"/>
              </a:ext>
            </a:extLst>
          </p:cNvPr>
          <p:cNvSpPr>
            <a:spLocks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5996">
            <a:extLst>
              <a:ext uri="{FF2B5EF4-FFF2-40B4-BE49-F238E27FC236}">
                <a16:creationId xmlns:a16="http://schemas.microsoft.com/office/drawing/2014/main" id="{D1A29B69-8165-4A54-8D2C-24A12FB3BACF}"/>
              </a:ext>
            </a:extLst>
          </p:cNvPr>
          <p:cNvSpPr>
            <a:spLocks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5997">
            <a:extLst>
              <a:ext uri="{FF2B5EF4-FFF2-40B4-BE49-F238E27FC236}">
                <a16:creationId xmlns:a16="http://schemas.microsoft.com/office/drawing/2014/main" id="{4FB80614-439C-4264-9447-78AA6B69C2DA}"/>
              </a:ext>
            </a:extLst>
          </p:cNvPr>
          <p:cNvSpPr>
            <a:spLocks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5998">
            <a:extLst>
              <a:ext uri="{FF2B5EF4-FFF2-40B4-BE49-F238E27FC236}">
                <a16:creationId xmlns:a16="http://schemas.microsoft.com/office/drawing/2014/main" id="{A7F9202A-8BC2-4C91-8164-909288392077}"/>
              </a:ext>
            </a:extLst>
          </p:cNvPr>
          <p:cNvSpPr>
            <a:spLocks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5999">
            <a:extLst>
              <a:ext uri="{FF2B5EF4-FFF2-40B4-BE49-F238E27FC236}">
                <a16:creationId xmlns:a16="http://schemas.microsoft.com/office/drawing/2014/main" id="{B6624DC6-73B7-41E7-95DC-7F559ADD933E}"/>
              </a:ext>
            </a:extLst>
          </p:cNvPr>
          <p:cNvSpPr>
            <a:spLocks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6000">
            <a:extLst>
              <a:ext uri="{FF2B5EF4-FFF2-40B4-BE49-F238E27FC236}">
                <a16:creationId xmlns:a16="http://schemas.microsoft.com/office/drawing/2014/main" id="{45A98951-013F-4861-BB19-6EC1D9483439}"/>
              </a:ext>
            </a:extLst>
          </p:cNvPr>
          <p:cNvSpPr>
            <a:spLocks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6001">
            <a:extLst>
              <a:ext uri="{FF2B5EF4-FFF2-40B4-BE49-F238E27FC236}">
                <a16:creationId xmlns:a16="http://schemas.microsoft.com/office/drawing/2014/main" id="{6E306B9B-E339-495E-BA94-956E30DC09BD}"/>
              </a:ext>
            </a:extLst>
          </p:cNvPr>
          <p:cNvSpPr>
            <a:spLocks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6002">
            <a:extLst>
              <a:ext uri="{FF2B5EF4-FFF2-40B4-BE49-F238E27FC236}">
                <a16:creationId xmlns:a16="http://schemas.microsoft.com/office/drawing/2014/main" id="{1147883B-6DB9-4EA7-A87C-43D079263D6D}"/>
              </a:ext>
            </a:extLst>
          </p:cNvPr>
          <p:cNvSpPr>
            <a:spLocks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6003">
            <a:extLst>
              <a:ext uri="{FF2B5EF4-FFF2-40B4-BE49-F238E27FC236}">
                <a16:creationId xmlns:a16="http://schemas.microsoft.com/office/drawing/2014/main" id="{5BC787CC-508C-4B60-A82E-49F4BE0F856C}"/>
              </a:ext>
            </a:extLst>
          </p:cNvPr>
          <p:cNvSpPr>
            <a:spLocks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6004">
            <a:extLst>
              <a:ext uri="{FF2B5EF4-FFF2-40B4-BE49-F238E27FC236}">
                <a16:creationId xmlns:a16="http://schemas.microsoft.com/office/drawing/2014/main" id="{78684CF3-3C62-41C9-AC2D-12B189312202}"/>
              </a:ext>
            </a:extLst>
          </p:cNvPr>
          <p:cNvSpPr>
            <a:spLocks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6005">
            <a:extLst>
              <a:ext uri="{FF2B5EF4-FFF2-40B4-BE49-F238E27FC236}">
                <a16:creationId xmlns:a16="http://schemas.microsoft.com/office/drawing/2014/main" id="{F65DD9B2-41B6-4FEC-BDF4-B9C25FCE0D1A}"/>
              </a:ext>
            </a:extLst>
          </p:cNvPr>
          <p:cNvSpPr>
            <a:spLocks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6006">
            <a:extLst>
              <a:ext uri="{FF2B5EF4-FFF2-40B4-BE49-F238E27FC236}">
                <a16:creationId xmlns:a16="http://schemas.microsoft.com/office/drawing/2014/main" id="{C83DB009-5292-4A87-A6C2-FC2BDC7E313B}"/>
              </a:ext>
            </a:extLst>
          </p:cNvPr>
          <p:cNvSpPr>
            <a:spLocks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6007">
            <a:extLst>
              <a:ext uri="{FF2B5EF4-FFF2-40B4-BE49-F238E27FC236}">
                <a16:creationId xmlns:a16="http://schemas.microsoft.com/office/drawing/2014/main" id="{A4B408BE-7A2F-4116-B6F5-41491ED1BE87}"/>
              </a:ext>
            </a:extLst>
          </p:cNvPr>
          <p:cNvSpPr>
            <a:spLocks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6008">
            <a:extLst>
              <a:ext uri="{FF2B5EF4-FFF2-40B4-BE49-F238E27FC236}">
                <a16:creationId xmlns:a16="http://schemas.microsoft.com/office/drawing/2014/main" id="{551C5518-7F34-4123-B04D-D3B028AEB89F}"/>
              </a:ext>
            </a:extLst>
          </p:cNvPr>
          <p:cNvSpPr>
            <a:spLocks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6009">
            <a:extLst>
              <a:ext uri="{FF2B5EF4-FFF2-40B4-BE49-F238E27FC236}">
                <a16:creationId xmlns:a16="http://schemas.microsoft.com/office/drawing/2014/main" id="{8D1716A0-F5DC-4B4C-A5F5-192298887740}"/>
              </a:ext>
            </a:extLst>
          </p:cNvPr>
          <p:cNvSpPr>
            <a:spLocks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6010">
            <a:extLst>
              <a:ext uri="{FF2B5EF4-FFF2-40B4-BE49-F238E27FC236}">
                <a16:creationId xmlns:a16="http://schemas.microsoft.com/office/drawing/2014/main" id="{044BF8C2-73B7-49A7-ABF6-3732ACA33CE3}"/>
              </a:ext>
            </a:extLst>
          </p:cNvPr>
          <p:cNvSpPr>
            <a:spLocks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6011">
            <a:extLst>
              <a:ext uri="{FF2B5EF4-FFF2-40B4-BE49-F238E27FC236}">
                <a16:creationId xmlns:a16="http://schemas.microsoft.com/office/drawing/2014/main" id="{AA110AB3-5342-4C9B-8559-510DF2C4069B}"/>
              </a:ext>
            </a:extLst>
          </p:cNvPr>
          <p:cNvSpPr>
            <a:spLocks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6012">
            <a:extLst>
              <a:ext uri="{FF2B5EF4-FFF2-40B4-BE49-F238E27FC236}">
                <a16:creationId xmlns:a16="http://schemas.microsoft.com/office/drawing/2014/main" id="{D6BA8063-C106-4348-B92A-67AC049A0FC1}"/>
              </a:ext>
            </a:extLst>
          </p:cNvPr>
          <p:cNvSpPr>
            <a:spLocks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6013">
            <a:extLst>
              <a:ext uri="{FF2B5EF4-FFF2-40B4-BE49-F238E27FC236}">
                <a16:creationId xmlns:a16="http://schemas.microsoft.com/office/drawing/2014/main" id="{61ABD422-8A79-44FC-B3B1-26A1D42CA04A}"/>
              </a:ext>
            </a:extLst>
          </p:cNvPr>
          <p:cNvSpPr>
            <a:spLocks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6014">
            <a:extLst>
              <a:ext uri="{FF2B5EF4-FFF2-40B4-BE49-F238E27FC236}">
                <a16:creationId xmlns:a16="http://schemas.microsoft.com/office/drawing/2014/main" id="{89891A20-D578-42EC-99AE-DCCECB757D8C}"/>
              </a:ext>
            </a:extLst>
          </p:cNvPr>
          <p:cNvSpPr>
            <a:spLocks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6015">
            <a:extLst>
              <a:ext uri="{FF2B5EF4-FFF2-40B4-BE49-F238E27FC236}">
                <a16:creationId xmlns:a16="http://schemas.microsoft.com/office/drawing/2014/main" id="{39E1ACFE-5462-4F04-B2B7-31BBD618B4A0}"/>
              </a:ext>
            </a:extLst>
          </p:cNvPr>
          <p:cNvSpPr>
            <a:spLocks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6016">
            <a:extLst>
              <a:ext uri="{FF2B5EF4-FFF2-40B4-BE49-F238E27FC236}">
                <a16:creationId xmlns:a16="http://schemas.microsoft.com/office/drawing/2014/main" id="{C1C7D5BE-2E93-48C2-B9FC-44D0BEC12590}"/>
              </a:ext>
            </a:extLst>
          </p:cNvPr>
          <p:cNvSpPr>
            <a:spLocks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6017">
            <a:extLst>
              <a:ext uri="{FF2B5EF4-FFF2-40B4-BE49-F238E27FC236}">
                <a16:creationId xmlns:a16="http://schemas.microsoft.com/office/drawing/2014/main" id="{8F1B6C2B-0230-444D-8A49-A77AA0AEA40B}"/>
              </a:ext>
            </a:extLst>
          </p:cNvPr>
          <p:cNvSpPr>
            <a:spLocks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6018">
            <a:extLst>
              <a:ext uri="{FF2B5EF4-FFF2-40B4-BE49-F238E27FC236}">
                <a16:creationId xmlns:a16="http://schemas.microsoft.com/office/drawing/2014/main" id="{EC4A6ED2-EB75-4C09-89A8-0D467A16A0DF}"/>
              </a:ext>
            </a:extLst>
          </p:cNvPr>
          <p:cNvSpPr>
            <a:spLocks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6019">
            <a:extLst>
              <a:ext uri="{FF2B5EF4-FFF2-40B4-BE49-F238E27FC236}">
                <a16:creationId xmlns:a16="http://schemas.microsoft.com/office/drawing/2014/main" id="{F4C500BA-CF74-47FE-9510-529272081FD3}"/>
              </a:ext>
            </a:extLst>
          </p:cNvPr>
          <p:cNvSpPr>
            <a:spLocks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6020">
            <a:extLst>
              <a:ext uri="{FF2B5EF4-FFF2-40B4-BE49-F238E27FC236}">
                <a16:creationId xmlns:a16="http://schemas.microsoft.com/office/drawing/2014/main" id="{8080A3E3-2A12-4261-BED6-50BE80D35D60}"/>
              </a:ext>
            </a:extLst>
          </p:cNvPr>
          <p:cNvSpPr>
            <a:spLocks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6021">
            <a:extLst>
              <a:ext uri="{FF2B5EF4-FFF2-40B4-BE49-F238E27FC236}">
                <a16:creationId xmlns:a16="http://schemas.microsoft.com/office/drawing/2014/main" id="{50920165-2701-4F50-AD01-7F9B0BFFD497}"/>
              </a:ext>
            </a:extLst>
          </p:cNvPr>
          <p:cNvSpPr>
            <a:spLocks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6022">
            <a:extLst>
              <a:ext uri="{FF2B5EF4-FFF2-40B4-BE49-F238E27FC236}">
                <a16:creationId xmlns:a16="http://schemas.microsoft.com/office/drawing/2014/main" id="{50E79355-4F4A-4108-9C0C-B99C3BD2648A}"/>
              </a:ext>
            </a:extLst>
          </p:cNvPr>
          <p:cNvSpPr>
            <a:spLocks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6023">
            <a:extLst>
              <a:ext uri="{FF2B5EF4-FFF2-40B4-BE49-F238E27FC236}">
                <a16:creationId xmlns:a16="http://schemas.microsoft.com/office/drawing/2014/main" id="{E161A36C-B83F-4DD8-93B0-36727A95FBE2}"/>
              </a:ext>
            </a:extLst>
          </p:cNvPr>
          <p:cNvSpPr>
            <a:spLocks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6024">
            <a:extLst>
              <a:ext uri="{FF2B5EF4-FFF2-40B4-BE49-F238E27FC236}">
                <a16:creationId xmlns:a16="http://schemas.microsoft.com/office/drawing/2014/main" id="{4786186E-D1DB-4A37-84E9-D760A5B84704}"/>
              </a:ext>
            </a:extLst>
          </p:cNvPr>
          <p:cNvSpPr>
            <a:spLocks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6025">
            <a:extLst>
              <a:ext uri="{FF2B5EF4-FFF2-40B4-BE49-F238E27FC236}">
                <a16:creationId xmlns:a16="http://schemas.microsoft.com/office/drawing/2014/main" id="{F03DBCEF-8304-4D28-B37E-2A11752FF135}"/>
              </a:ext>
            </a:extLst>
          </p:cNvPr>
          <p:cNvSpPr>
            <a:spLocks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6026">
            <a:extLst>
              <a:ext uri="{FF2B5EF4-FFF2-40B4-BE49-F238E27FC236}">
                <a16:creationId xmlns:a16="http://schemas.microsoft.com/office/drawing/2014/main" id="{16CFBD77-EB58-4187-9EAE-3031AD90D5A1}"/>
              </a:ext>
            </a:extLst>
          </p:cNvPr>
          <p:cNvSpPr>
            <a:spLocks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6027">
            <a:extLst>
              <a:ext uri="{FF2B5EF4-FFF2-40B4-BE49-F238E27FC236}">
                <a16:creationId xmlns:a16="http://schemas.microsoft.com/office/drawing/2014/main" id="{AB9AC327-F91D-4080-8A9B-242DE2D34E5D}"/>
              </a:ext>
            </a:extLst>
          </p:cNvPr>
          <p:cNvSpPr>
            <a:spLocks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6028">
            <a:extLst>
              <a:ext uri="{FF2B5EF4-FFF2-40B4-BE49-F238E27FC236}">
                <a16:creationId xmlns:a16="http://schemas.microsoft.com/office/drawing/2014/main" id="{3CAB4C10-2E47-486E-BFD8-AE2CC1CBA855}"/>
              </a:ext>
            </a:extLst>
          </p:cNvPr>
          <p:cNvSpPr>
            <a:spLocks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6029">
            <a:extLst>
              <a:ext uri="{FF2B5EF4-FFF2-40B4-BE49-F238E27FC236}">
                <a16:creationId xmlns:a16="http://schemas.microsoft.com/office/drawing/2014/main" id="{4BA0B959-F27F-4A48-BAF7-A212E4E07A44}"/>
              </a:ext>
            </a:extLst>
          </p:cNvPr>
          <p:cNvSpPr>
            <a:spLocks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6030">
            <a:extLst>
              <a:ext uri="{FF2B5EF4-FFF2-40B4-BE49-F238E27FC236}">
                <a16:creationId xmlns:a16="http://schemas.microsoft.com/office/drawing/2014/main" id="{F59DD92A-D272-4D02-AB6E-1FACD84D6E56}"/>
              </a:ext>
            </a:extLst>
          </p:cNvPr>
          <p:cNvSpPr>
            <a:spLocks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6031">
            <a:extLst>
              <a:ext uri="{FF2B5EF4-FFF2-40B4-BE49-F238E27FC236}">
                <a16:creationId xmlns:a16="http://schemas.microsoft.com/office/drawing/2014/main" id="{E40EF763-3476-4E75-90C7-0C85217E450F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6032">
            <a:extLst>
              <a:ext uri="{FF2B5EF4-FFF2-40B4-BE49-F238E27FC236}">
                <a16:creationId xmlns:a16="http://schemas.microsoft.com/office/drawing/2014/main" id="{DCA4DFF5-0E40-4A11-BC53-2EAA07CF1920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6033">
            <a:extLst>
              <a:ext uri="{FF2B5EF4-FFF2-40B4-BE49-F238E27FC236}">
                <a16:creationId xmlns:a16="http://schemas.microsoft.com/office/drawing/2014/main" id="{90640D42-BFEE-41BA-B2AA-1A26576DC1CB}"/>
              </a:ext>
            </a:extLst>
          </p:cNvPr>
          <p:cNvSpPr>
            <a:spLocks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6034">
            <a:extLst>
              <a:ext uri="{FF2B5EF4-FFF2-40B4-BE49-F238E27FC236}">
                <a16:creationId xmlns:a16="http://schemas.microsoft.com/office/drawing/2014/main" id="{84B9B32E-5BA2-4D02-8C7E-AEE0262FF6DA}"/>
              </a:ext>
            </a:extLst>
          </p:cNvPr>
          <p:cNvSpPr>
            <a:spLocks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6035">
            <a:extLst>
              <a:ext uri="{FF2B5EF4-FFF2-40B4-BE49-F238E27FC236}">
                <a16:creationId xmlns:a16="http://schemas.microsoft.com/office/drawing/2014/main" id="{F0B73CCD-3817-4EEC-A104-CDDA3EF5F407}"/>
              </a:ext>
            </a:extLst>
          </p:cNvPr>
          <p:cNvSpPr>
            <a:spLocks/>
          </p:cNvSpPr>
          <p:nvPr/>
        </p:nvSpPr>
        <p:spPr>
          <a:xfrm>
            <a:off x="6006790" y="3154589"/>
            <a:ext cx="191" cy="749077"/>
          </a:xfrm>
          <a:custGeom>
            <a:avLst/>
            <a:gdLst/>
            <a:ahLst/>
            <a:cxnLst/>
            <a:rect l="0" t="0" r="0" b="0"/>
            <a:pathLst>
              <a:path w="191" h="749077">
                <a:moveTo>
                  <a:pt x="0" y="749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6036">
            <a:extLst>
              <a:ext uri="{FF2B5EF4-FFF2-40B4-BE49-F238E27FC236}">
                <a16:creationId xmlns:a16="http://schemas.microsoft.com/office/drawing/2014/main" id="{B1FCF1AC-ECAD-4A5A-BCFB-CDAB1B126CD8}"/>
              </a:ext>
            </a:extLst>
          </p:cNvPr>
          <p:cNvSpPr>
            <a:spLocks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6037">
            <a:extLst>
              <a:ext uri="{FF2B5EF4-FFF2-40B4-BE49-F238E27FC236}">
                <a16:creationId xmlns:a16="http://schemas.microsoft.com/office/drawing/2014/main" id="{8682E6C4-DBC5-402E-A59C-CE9CE040BD82}"/>
              </a:ext>
            </a:extLst>
          </p:cNvPr>
          <p:cNvSpPr>
            <a:spLocks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6038">
            <a:extLst>
              <a:ext uri="{FF2B5EF4-FFF2-40B4-BE49-F238E27FC236}">
                <a16:creationId xmlns:a16="http://schemas.microsoft.com/office/drawing/2014/main" id="{E00C5CC9-109A-4870-BEF8-73F7363EDA4E}"/>
              </a:ext>
            </a:extLst>
          </p:cNvPr>
          <p:cNvSpPr>
            <a:spLocks/>
          </p:cNvSpPr>
          <p:nvPr/>
        </p:nvSpPr>
        <p:spPr>
          <a:xfrm>
            <a:off x="7916694" y="2311878"/>
            <a:ext cx="191" cy="1610875"/>
          </a:xfrm>
          <a:custGeom>
            <a:avLst/>
            <a:gdLst/>
            <a:ahLst/>
            <a:cxnLst/>
            <a:rect l="0" t="0" r="0" b="0"/>
            <a:pathLst>
              <a:path w="191" h="1610875">
                <a:moveTo>
                  <a:pt x="0" y="161087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6039">
            <a:extLst>
              <a:ext uri="{FF2B5EF4-FFF2-40B4-BE49-F238E27FC236}">
                <a16:creationId xmlns:a16="http://schemas.microsoft.com/office/drawing/2014/main" id="{67ACB074-EEFB-4255-A42E-96590413D85C}"/>
              </a:ext>
            </a:extLst>
          </p:cNvPr>
          <p:cNvSpPr>
            <a:spLocks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6040">
            <a:extLst>
              <a:ext uri="{FF2B5EF4-FFF2-40B4-BE49-F238E27FC236}">
                <a16:creationId xmlns:a16="http://schemas.microsoft.com/office/drawing/2014/main" id="{B6C86C59-C452-4D68-A8FE-37A24C292531}"/>
              </a:ext>
            </a:extLst>
          </p:cNvPr>
          <p:cNvSpPr>
            <a:spLocks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6041">
            <a:extLst>
              <a:ext uri="{FF2B5EF4-FFF2-40B4-BE49-F238E27FC236}">
                <a16:creationId xmlns:a16="http://schemas.microsoft.com/office/drawing/2014/main" id="{027BD915-6E1F-484D-B83F-9E9E54EC60F3}"/>
              </a:ext>
            </a:extLst>
          </p:cNvPr>
          <p:cNvSpPr>
            <a:spLocks/>
          </p:cNvSpPr>
          <p:nvPr/>
        </p:nvSpPr>
        <p:spPr>
          <a:xfrm>
            <a:off x="5971322" y="354473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6042">
            <a:extLst>
              <a:ext uri="{FF2B5EF4-FFF2-40B4-BE49-F238E27FC236}">
                <a16:creationId xmlns:a16="http://schemas.microsoft.com/office/drawing/2014/main" id="{6E291A0C-D41B-4286-8AE9-E2F999B4BA0B}"/>
              </a:ext>
            </a:extLst>
          </p:cNvPr>
          <p:cNvSpPr>
            <a:spLocks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6043">
            <a:extLst>
              <a:ext uri="{FF2B5EF4-FFF2-40B4-BE49-F238E27FC236}">
                <a16:creationId xmlns:a16="http://schemas.microsoft.com/office/drawing/2014/main" id="{3192F1CC-94A0-4679-AD21-825996E34050}"/>
              </a:ext>
            </a:extLst>
          </p:cNvPr>
          <p:cNvSpPr>
            <a:spLocks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6044">
            <a:extLst>
              <a:ext uri="{FF2B5EF4-FFF2-40B4-BE49-F238E27FC236}">
                <a16:creationId xmlns:a16="http://schemas.microsoft.com/office/drawing/2014/main" id="{E1117028-DB0C-439E-9FA9-69DEAEE80959}"/>
              </a:ext>
            </a:extLst>
          </p:cNvPr>
          <p:cNvSpPr>
            <a:spLocks/>
          </p:cNvSpPr>
          <p:nvPr/>
        </p:nvSpPr>
        <p:spPr>
          <a:xfrm>
            <a:off x="7881225" y="2894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6045">
            <a:extLst>
              <a:ext uri="{FF2B5EF4-FFF2-40B4-BE49-F238E27FC236}">
                <a16:creationId xmlns:a16="http://schemas.microsoft.com/office/drawing/2014/main" id="{C10935A9-3C16-4AEC-B2D4-9AB7AF7FCE38}"/>
              </a:ext>
            </a:extLst>
          </p:cNvPr>
          <p:cNvSpPr>
            <a:spLocks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6046">
            <a:extLst>
              <a:ext uri="{FF2B5EF4-FFF2-40B4-BE49-F238E27FC236}">
                <a16:creationId xmlns:a16="http://schemas.microsoft.com/office/drawing/2014/main" id="{F9541160-5AD9-40CB-BC52-4006FB7FF734}"/>
              </a:ext>
            </a:extLst>
          </p:cNvPr>
          <p:cNvSpPr>
            <a:spLocks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6047">
            <a:extLst>
              <a:ext uri="{FF2B5EF4-FFF2-40B4-BE49-F238E27FC236}">
                <a16:creationId xmlns:a16="http://schemas.microsoft.com/office/drawing/2014/main" id="{B9FF9190-5E5D-4FA3-B120-599056D069E9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6048">
            <a:extLst>
              <a:ext uri="{FF2B5EF4-FFF2-40B4-BE49-F238E27FC236}">
                <a16:creationId xmlns:a16="http://schemas.microsoft.com/office/drawing/2014/main" id="{FF9F2908-CD42-45E3-BE92-5CA273C223A5}"/>
              </a:ext>
            </a:extLst>
          </p:cNvPr>
          <p:cNvSpPr>
            <a:spLocks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6049">
            <a:extLst>
              <a:ext uri="{FF2B5EF4-FFF2-40B4-BE49-F238E27FC236}">
                <a16:creationId xmlns:a16="http://schemas.microsoft.com/office/drawing/2014/main" id="{BD7A1D82-1AC3-4DD9-A70A-DE8ED13C2666}"/>
              </a:ext>
            </a:extLst>
          </p:cNvPr>
          <p:cNvSpPr>
            <a:spLocks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6050">
            <a:extLst>
              <a:ext uri="{FF2B5EF4-FFF2-40B4-BE49-F238E27FC236}">
                <a16:creationId xmlns:a16="http://schemas.microsoft.com/office/drawing/2014/main" id="{03EA060B-B3FC-4061-885F-3DE5797B1248}"/>
              </a:ext>
            </a:extLst>
          </p:cNvPr>
          <p:cNvSpPr>
            <a:spLocks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6051">
            <a:extLst>
              <a:ext uri="{FF2B5EF4-FFF2-40B4-BE49-F238E27FC236}">
                <a16:creationId xmlns:a16="http://schemas.microsoft.com/office/drawing/2014/main" id="{92172741-DD8F-496D-A5A9-35882A742DC7}"/>
              </a:ext>
            </a:extLst>
          </p:cNvPr>
          <p:cNvSpPr>
            <a:spLocks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6052">
            <a:extLst>
              <a:ext uri="{FF2B5EF4-FFF2-40B4-BE49-F238E27FC236}">
                <a16:creationId xmlns:a16="http://schemas.microsoft.com/office/drawing/2014/main" id="{43C9468C-E583-46BB-8FB7-0F1EFF6903A9}"/>
              </a:ext>
            </a:extLst>
          </p:cNvPr>
          <p:cNvSpPr>
            <a:spLocks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6053">
            <a:extLst>
              <a:ext uri="{FF2B5EF4-FFF2-40B4-BE49-F238E27FC236}">
                <a16:creationId xmlns:a16="http://schemas.microsoft.com/office/drawing/2014/main" id="{1D51A49F-5956-40C4-A20A-197F9336CF4C}"/>
              </a:ext>
            </a:extLst>
          </p:cNvPr>
          <p:cNvSpPr>
            <a:spLocks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6054">
            <a:extLst>
              <a:ext uri="{FF2B5EF4-FFF2-40B4-BE49-F238E27FC236}">
                <a16:creationId xmlns:a16="http://schemas.microsoft.com/office/drawing/2014/main" id="{CC2DAAA1-F5DE-4D61-89C5-5CAA1AA0D822}"/>
              </a:ext>
            </a:extLst>
          </p:cNvPr>
          <p:cNvSpPr>
            <a:spLocks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6055">
            <a:extLst>
              <a:ext uri="{FF2B5EF4-FFF2-40B4-BE49-F238E27FC236}">
                <a16:creationId xmlns:a16="http://schemas.microsoft.com/office/drawing/2014/main" id="{6CEEBE6E-1ECF-40FB-B6CF-3C6731FEECE5}"/>
              </a:ext>
            </a:extLst>
          </p:cNvPr>
          <p:cNvSpPr>
            <a:spLocks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6056">
            <a:extLst>
              <a:ext uri="{FF2B5EF4-FFF2-40B4-BE49-F238E27FC236}">
                <a16:creationId xmlns:a16="http://schemas.microsoft.com/office/drawing/2014/main" id="{48A3A6ED-27DA-47BC-BB50-778F7859F344}"/>
              </a:ext>
            </a:extLst>
          </p:cNvPr>
          <p:cNvSpPr>
            <a:spLocks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6057">
            <a:extLst>
              <a:ext uri="{FF2B5EF4-FFF2-40B4-BE49-F238E27FC236}">
                <a16:creationId xmlns:a16="http://schemas.microsoft.com/office/drawing/2014/main" id="{E8AF4764-D34F-4589-8564-37B396228541}"/>
              </a:ext>
            </a:extLst>
          </p:cNvPr>
          <p:cNvSpPr>
            <a:spLocks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6058">
            <a:extLst>
              <a:ext uri="{FF2B5EF4-FFF2-40B4-BE49-F238E27FC236}">
                <a16:creationId xmlns:a16="http://schemas.microsoft.com/office/drawing/2014/main" id="{91425E86-F8D7-4F25-BAD8-A709441A262E}"/>
              </a:ext>
            </a:extLst>
          </p:cNvPr>
          <p:cNvSpPr>
            <a:spLocks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6059">
            <a:extLst>
              <a:ext uri="{FF2B5EF4-FFF2-40B4-BE49-F238E27FC236}">
                <a16:creationId xmlns:a16="http://schemas.microsoft.com/office/drawing/2014/main" id="{54431E8A-E590-45D1-9747-A58B2CE43FE4}"/>
              </a:ext>
            </a:extLst>
          </p:cNvPr>
          <p:cNvSpPr>
            <a:spLocks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6060">
            <a:extLst>
              <a:ext uri="{FF2B5EF4-FFF2-40B4-BE49-F238E27FC236}">
                <a16:creationId xmlns:a16="http://schemas.microsoft.com/office/drawing/2014/main" id="{64C3872D-C492-4E20-8DAF-1FD403CA389B}"/>
              </a:ext>
            </a:extLst>
          </p:cNvPr>
          <p:cNvSpPr>
            <a:spLocks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6061">
            <a:extLst>
              <a:ext uri="{FF2B5EF4-FFF2-40B4-BE49-F238E27FC236}">
                <a16:creationId xmlns:a16="http://schemas.microsoft.com/office/drawing/2014/main" id="{44A5AF08-24B3-437D-99D7-CE726207BA45}"/>
              </a:ext>
            </a:extLst>
          </p:cNvPr>
          <p:cNvSpPr>
            <a:spLocks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6062">
            <a:extLst>
              <a:ext uri="{FF2B5EF4-FFF2-40B4-BE49-F238E27FC236}">
                <a16:creationId xmlns:a16="http://schemas.microsoft.com/office/drawing/2014/main" id="{9C19E770-F3F9-42E0-BBB5-352BBD994777}"/>
              </a:ext>
            </a:extLst>
          </p:cNvPr>
          <p:cNvSpPr>
            <a:spLocks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6063">
            <a:extLst>
              <a:ext uri="{FF2B5EF4-FFF2-40B4-BE49-F238E27FC236}">
                <a16:creationId xmlns:a16="http://schemas.microsoft.com/office/drawing/2014/main" id="{340FB71C-1CE5-4332-8844-37B236C61767}"/>
              </a:ext>
            </a:extLst>
          </p:cNvPr>
          <p:cNvSpPr>
            <a:spLocks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6064">
            <a:extLst>
              <a:ext uri="{FF2B5EF4-FFF2-40B4-BE49-F238E27FC236}">
                <a16:creationId xmlns:a16="http://schemas.microsoft.com/office/drawing/2014/main" id="{02CC11B4-C6B8-4DA2-A7EE-CDE51CAC5635}"/>
              </a:ext>
            </a:extLst>
          </p:cNvPr>
          <p:cNvSpPr>
            <a:spLocks/>
          </p:cNvSpPr>
          <p:nvPr/>
        </p:nvSpPr>
        <p:spPr>
          <a:xfrm>
            <a:off x="1510368" y="6345745"/>
            <a:ext cx="343041" cy="510032"/>
          </a:xfrm>
          <a:custGeom>
            <a:avLst/>
            <a:gdLst/>
            <a:ahLst/>
            <a:cxnLst/>
            <a:rect l="0" t="0" r="0" b="0"/>
            <a:pathLst>
              <a:path w="343041" h="510032">
                <a:moveTo>
                  <a:pt x="0" y="510032"/>
                </a:moveTo>
                <a:lnTo>
                  <a:pt x="343041" y="510032"/>
                </a:lnTo>
                <a:lnTo>
                  <a:pt x="343041" y="0"/>
                </a:lnTo>
                <a:lnTo>
                  <a:pt x="0" y="0"/>
                </a:lnTo>
                <a:lnTo>
                  <a:pt x="0" y="510032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6065">
            <a:extLst>
              <a:ext uri="{FF2B5EF4-FFF2-40B4-BE49-F238E27FC236}">
                <a16:creationId xmlns:a16="http://schemas.microsoft.com/office/drawing/2014/main" id="{116EB9E1-CFA8-48A3-829E-C3E8CDEB7575}"/>
              </a:ext>
            </a:extLst>
          </p:cNvPr>
          <p:cNvSpPr>
            <a:spLocks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6066">
            <a:extLst>
              <a:ext uri="{FF2B5EF4-FFF2-40B4-BE49-F238E27FC236}">
                <a16:creationId xmlns:a16="http://schemas.microsoft.com/office/drawing/2014/main" id="{81ED9AD9-A08A-4303-8B7C-9DD3AEE12288}"/>
              </a:ext>
            </a:extLst>
          </p:cNvPr>
          <p:cNvSpPr>
            <a:spLocks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6067">
            <a:extLst>
              <a:ext uri="{FF2B5EF4-FFF2-40B4-BE49-F238E27FC236}">
                <a16:creationId xmlns:a16="http://schemas.microsoft.com/office/drawing/2014/main" id="{D7268292-1BAD-4209-AE35-C75D3D1E01D5}"/>
              </a:ext>
            </a:extLst>
          </p:cNvPr>
          <p:cNvSpPr>
            <a:spLocks/>
          </p:cNvSpPr>
          <p:nvPr/>
        </p:nvSpPr>
        <p:spPr>
          <a:xfrm>
            <a:off x="3183738" y="6294786"/>
            <a:ext cx="343041" cy="560991"/>
          </a:xfrm>
          <a:custGeom>
            <a:avLst/>
            <a:gdLst/>
            <a:ahLst/>
            <a:cxnLst/>
            <a:rect l="0" t="0" r="0" b="0"/>
            <a:pathLst>
              <a:path w="343041" h="560991">
                <a:moveTo>
                  <a:pt x="0" y="560991"/>
                </a:moveTo>
                <a:lnTo>
                  <a:pt x="343041" y="560991"/>
                </a:lnTo>
                <a:lnTo>
                  <a:pt x="343041" y="0"/>
                </a:lnTo>
                <a:lnTo>
                  <a:pt x="0" y="0"/>
                </a:lnTo>
                <a:lnTo>
                  <a:pt x="0" y="56099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6068">
            <a:extLst>
              <a:ext uri="{FF2B5EF4-FFF2-40B4-BE49-F238E27FC236}">
                <a16:creationId xmlns:a16="http://schemas.microsoft.com/office/drawing/2014/main" id="{9EF5ADEB-09F5-45CF-9FE1-874150813379}"/>
              </a:ext>
            </a:extLst>
          </p:cNvPr>
          <p:cNvSpPr>
            <a:spLocks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6069">
            <a:extLst>
              <a:ext uri="{FF2B5EF4-FFF2-40B4-BE49-F238E27FC236}">
                <a16:creationId xmlns:a16="http://schemas.microsoft.com/office/drawing/2014/main" id="{8E3E5AE1-276A-4083-9392-4B958D06FAC2}"/>
              </a:ext>
            </a:extLst>
          </p:cNvPr>
          <p:cNvSpPr>
            <a:spLocks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6070">
            <a:extLst>
              <a:ext uri="{FF2B5EF4-FFF2-40B4-BE49-F238E27FC236}">
                <a16:creationId xmlns:a16="http://schemas.microsoft.com/office/drawing/2014/main" id="{0B667045-2F0B-4997-A6AE-83707917DB3A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6071">
            <a:extLst>
              <a:ext uri="{FF2B5EF4-FFF2-40B4-BE49-F238E27FC236}">
                <a16:creationId xmlns:a16="http://schemas.microsoft.com/office/drawing/2014/main" id="{1B233C02-CBAB-4020-AF7F-4FD37992AB16}"/>
              </a:ext>
            </a:extLst>
          </p:cNvPr>
          <p:cNvSpPr>
            <a:spLocks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6072">
            <a:extLst>
              <a:ext uri="{FF2B5EF4-FFF2-40B4-BE49-F238E27FC236}">
                <a16:creationId xmlns:a16="http://schemas.microsoft.com/office/drawing/2014/main" id="{D49D513D-52B3-4CFF-B75F-A9D588D1FE5B}"/>
              </a:ext>
            </a:extLst>
          </p:cNvPr>
          <p:cNvSpPr>
            <a:spLocks/>
          </p:cNvSpPr>
          <p:nvPr/>
        </p:nvSpPr>
        <p:spPr>
          <a:xfrm>
            <a:off x="1681888" y="6257106"/>
            <a:ext cx="191" cy="175444"/>
          </a:xfrm>
          <a:custGeom>
            <a:avLst/>
            <a:gdLst/>
            <a:ahLst/>
            <a:cxnLst/>
            <a:rect l="0" t="0" r="0" b="0"/>
            <a:pathLst>
              <a:path w="191" h="175444">
                <a:moveTo>
                  <a:pt x="0" y="1754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6073">
            <a:extLst>
              <a:ext uri="{FF2B5EF4-FFF2-40B4-BE49-F238E27FC236}">
                <a16:creationId xmlns:a16="http://schemas.microsoft.com/office/drawing/2014/main" id="{A16C2B2E-6D8A-45B1-8CCF-14B17BE32971}"/>
              </a:ext>
            </a:extLst>
          </p:cNvPr>
          <p:cNvSpPr>
            <a:spLocks/>
          </p:cNvSpPr>
          <p:nvPr/>
        </p:nvSpPr>
        <p:spPr>
          <a:xfrm>
            <a:off x="1623320" y="64325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6074">
            <a:extLst>
              <a:ext uri="{FF2B5EF4-FFF2-40B4-BE49-F238E27FC236}">
                <a16:creationId xmlns:a16="http://schemas.microsoft.com/office/drawing/2014/main" id="{8F4552EE-897B-4991-8C3C-963B500EAD3D}"/>
              </a:ext>
            </a:extLst>
          </p:cNvPr>
          <p:cNvSpPr>
            <a:spLocks/>
          </p:cNvSpPr>
          <p:nvPr/>
        </p:nvSpPr>
        <p:spPr>
          <a:xfrm>
            <a:off x="1623320" y="625710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6075">
            <a:extLst>
              <a:ext uri="{FF2B5EF4-FFF2-40B4-BE49-F238E27FC236}">
                <a16:creationId xmlns:a16="http://schemas.microsoft.com/office/drawing/2014/main" id="{29017856-142F-48A4-AE30-F1B6FBD5AD8E}"/>
              </a:ext>
            </a:extLst>
          </p:cNvPr>
          <p:cNvSpPr>
            <a:spLocks/>
          </p:cNvSpPr>
          <p:nvPr/>
        </p:nvSpPr>
        <p:spPr>
          <a:xfrm>
            <a:off x="1568693" y="607635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47" name="data_6076">
            <a:extLst>
              <a:ext uri="{FF2B5EF4-FFF2-40B4-BE49-F238E27FC236}">
                <a16:creationId xmlns:a16="http://schemas.microsoft.com/office/drawing/2014/main" id="{A427CE52-DDC5-4E8D-92E2-B45F28D92DFB}"/>
              </a:ext>
            </a:extLst>
          </p:cNvPr>
          <p:cNvSpPr>
            <a:spLocks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6077">
            <a:extLst>
              <a:ext uri="{FF2B5EF4-FFF2-40B4-BE49-F238E27FC236}">
                <a16:creationId xmlns:a16="http://schemas.microsoft.com/office/drawing/2014/main" id="{76F284C3-5522-419C-80A2-88501026F387}"/>
              </a:ext>
            </a:extLst>
          </p:cNvPr>
          <p:cNvSpPr>
            <a:spLocks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6078">
            <a:extLst>
              <a:ext uri="{FF2B5EF4-FFF2-40B4-BE49-F238E27FC236}">
                <a16:creationId xmlns:a16="http://schemas.microsoft.com/office/drawing/2014/main" id="{5E728700-35E5-4721-A4B2-7A5ED5A48C88}"/>
              </a:ext>
            </a:extLst>
          </p:cNvPr>
          <p:cNvSpPr>
            <a:spLocks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6079">
            <a:extLst>
              <a:ext uri="{FF2B5EF4-FFF2-40B4-BE49-F238E27FC236}">
                <a16:creationId xmlns:a16="http://schemas.microsoft.com/office/drawing/2014/main" id="{D52073ED-ABBB-4C03-8BDC-DCD8A06D7239}"/>
              </a:ext>
            </a:extLst>
          </p:cNvPr>
          <p:cNvSpPr>
            <a:spLocks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6080">
            <a:extLst>
              <a:ext uri="{FF2B5EF4-FFF2-40B4-BE49-F238E27FC236}">
                <a16:creationId xmlns:a16="http://schemas.microsoft.com/office/drawing/2014/main" id="{4649DB7D-865F-4712-8A21-D2575A9418EF}"/>
              </a:ext>
            </a:extLst>
          </p:cNvPr>
          <p:cNvSpPr>
            <a:spLocks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6081">
            <a:extLst>
              <a:ext uri="{FF2B5EF4-FFF2-40B4-BE49-F238E27FC236}">
                <a16:creationId xmlns:a16="http://schemas.microsoft.com/office/drawing/2014/main" id="{700DE089-2721-41B9-AA54-D02D1295D0E8}"/>
              </a:ext>
            </a:extLst>
          </p:cNvPr>
          <p:cNvSpPr>
            <a:spLocks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6082">
            <a:extLst>
              <a:ext uri="{FF2B5EF4-FFF2-40B4-BE49-F238E27FC236}">
                <a16:creationId xmlns:a16="http://schemas.microsoft.com/office/drawing/2014/main" id="{3B3D1689-F0F7-4550-9F33-C7C21901760C}"/>
              </a:ext>
            </a:extLst>
          </p:cNvPr>
          <p:cNvSpPr>
            <a:spLocks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6083">
            <a:extLst>
              <a:ext uri="{FF2B5EF4-FFF2-40B4-BE49-F238E27FC236}">
                <a16:creationId xmlns:a16="http://schemas.microsoft.com/office/drawing/2014/main" id="{B618A664-8328-4987-AB3F-2573A625BBD2}"/>
              </a:ext>
            </a:extLst>
          </p:cNvPr>
          <p:cNvSpPr>
            <a:spLocks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6084">
            <a:extLst>
              <a:ext uri="{FF2B5EF4-FFF2-40B4-BE49-F238E27FC236}">
                <a16:creationId xmlns:a16="http://schemas.microsoft.com/office/drawing/2014/main" id="{37E378AC-D8AE-4A2B-8B93-65340CDA1DE9}"/>
              </a:ext>
            </a:extLst>
          </p:cNvPr>
          <p:cNvSpPr>
            <a:spLocks/>
          </p:cNvSpPr>
          <p:nvPr/>
        </p:nvSpPr>
        <p:spPr>
          <a:xfrm>
            <a:off x="3355258" y="6199615"/>
            <a:ext cx="191" cy="185462"/>
          </a:xfrm>
          <a:custGeom>
            <a:avLst/>
            <a:gdLst/>
            <a:ahLst/>
            <a:cxnLst/>
            <a:rect l="0" t="0" r="0" b="0"/>
            <a:pathLst>
              <a:path w="191" h="185462">
                <a:moveTo>
                  <a:pt x="0" y="18546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6085">
            <a:extLst>
              <a:ext uri="{FF2B5EF4-FFF2-40B4-BE49-F238E27FC236}">
                <a16:creationId xmlns:a16="http://schemas.microsoft.com/office/drawing/2014/main" id="{F0F13285-A567-42AA-8744-732D074BC706}"/>
              </a:ext>
            </a:extLst>
          </p:cNvPr>
          <p:cNvSpPr>
            <a:spLocks/>
          </p:cNvSpPr>
          <p:nvPr/>
        </p:nvSpPr>
        <p:spPr>
          <a:xfrm>
            <a:off x="3296690" y="638507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6086">
            <a:extLst>
              <a:ext uri="{FF2B5EF4-FFF2-40B4-BE49-F238E27FC236}">
                <a16:creationId xmlns:a16="http://schemas.microsoft.com/office/drawing/2014/main" id="{713CC544-AFBA-4E67-A1E4-0CAC3730F76A}"/>
              </a:ext>
            </a:extLst>
          </p:cNvPr>
          <p:cNvSpPr>
            <a:spLocks/>
          </p:cNvSpPr>
          <p:nvPr/>
        </p:nvSpPr>
        <p:spPr>
          <a:xfrm>
            <a:off x="3296690" y="61996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6087">
            <a:extLst>
              <a:ext uri="{FF2B5EF4-FFF2-40B4-BE49-F238E27FC236}">
                <a16:creationId xmlns:a16="http://schemas.microsoft.com/office/drawing/2014/main" id="{E806D68E-74BA-462B-BE80-90B9FFF5F150}"/>
              </a:ext>
            </a:extLst>
          </p:cNvPr>
          <p:cNvSpPr>
            <a:spLocks/>
          </p:cNvSpPr>
          <p:nvPr/>
        </p:nvSpPr>
        <p:spPr>
          <a:xfrm>
            <a:off x="3242063" y="60188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59" name="data_6088">
            <a:extLst>
              <a:ext uri="{FF2B5EF4-FFF2-40B4-BE49-F238E27FC236}">
                <a16:creationId xmlns:a16="http://schemas.microsoft.com/office/drawing/2014/main" id="{8180C1CD-71B4-4D0F-ADB6-CE2C057D8B83}"/>
              </a:ext>
            </a:extLst>
          </p:cNvPr>
          <p:cNvSpPr>
            <a:spLocks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6089">
            <a:extLst>
              <a:ext uri="{FF2B5EF4-FFF2-40B4-BE49-F238E27FC236}">
                <a16:creationId xmlns:a16="http://schemas.microsoft.com/office/drawing/2014/main" id="{5ACFBDA3-884D-4CC7-911B-F2AE61FF65F2}"/>
              </a:ext>
            </a:extLst>
          </p:cNvPr>
          <p:cNvSpPr>
            <a:spLocks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6090">
            <a:extLst>
              <a:ext uri="{FF2B5EF4-FFF2-40B4-BE49-F238E27FC236}">
                <a16:creationId xmlns:a16="http://schemas.microsoft.com/office/drawing/2014/main" id="{A7F24366-7148-40BA-8DAA-7AC659856E51}"/>
              </a:ext>
            </a:extLst>
          </p:cNvPr>
          <p:cNvSpPr>
            <a:spLocks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6091">
            <a:extLst>
              <a:ext uri="{FF2B5EF4-FFF2-40B4-BE49-F238E27FC236}">
                <a16:creationId xmlns:a16="http://schemas.microsoft.com/office/drawing/2014/main" id="{0D853833-E00E-44C3-AFC3-70F0ABDDF4A2}"/>
              </a:ext>
            </a:extLst>
          </p:cNvPr>
          <p:cNvSpPr>
            <a:spLocks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6092">
            <a:extLst>
              <a:ext uri="{FF2B5EF4-FFF2-40B4-BE49-F238E27FC236}">
                <a16:creationId xmlns:a16="http://schemas.microsoft.com/office/drawing/2014/main" id="{745283FA-963D-41ED-91A9-B290808879F0}"/>
              </a:ext>
            </a:extLst>
          </p:cNvPr>
          <p:cNvSpPr>
            <a:spLocks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6093">
            <a:extLst>
              <a:ext uri="{FF2B5EF4-FFF2-40B4-BE49-F238E27FC236}">
                <a16:creationId xmlns:a16="http://schemas.microsoft.com/office/drawing/2014/main" id="{119F253C-F0CA-4E09-9F67-A13CD82AA851}"/>
              </a:ext>
            </a:extLst>
          </p:cNvPr>
          <p:cNvSpPr>
            <a:spLocks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6094">
            <a:extLst>
              <a:ext uri="{FF2B5EF4-FFF2-40B4-BE49-F238E27FC236}">
                <a16:creationId xmlns:a16="http://schemas.microsoft.com/office/drawing/2014/main" id="{10DF22EE-ADD6-47FB-B256-42FA166AFFBC}"/>
              </a:ext>
            </a:extLst>
          </p:cNvPr>
          <p:cNvSpPr>
            <a:spLocks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6095">
            <a:extLst>
              <a:ext uri="{FF2B5EF4-FFF2-40B4-BE49-F238E27FC236}">
                <a16:creationId xmlns:a16="http://schemas.microsoft.com/office/drawing/2014/main" id="{D9E6905C-8774-4D21-A7F9-089530359389}"/>
              </a:ext>
            </a:extLst>
          </p:cNvPr>
          <p:cNvSpPr>
            <a:spLocks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6096">
            <a:extLst>
              <a:ext uri="{FF2B5EF4-FFF2-40B4-BE49-F238E27FC236}">
                <a16:creationId xmlns:a16="http://schemas.microsoft.com/office/drawing/2014/main" id="{F1EF975F-ABD9-425E-A0D3-E474D0E12D63}"/>
              </a:ext>
            </a:extLst>
          </p:cNvPr>
          <p:cNvSpPr>
            <a:spLocks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6097">
            <a:extLst>
              <a:ext uri="{FF2B5EF4-FFF2-40B4-BE49-F238E27FC236}">
                <a16:creationId xmlns:a16="http://schemas.microsoft.com/office/drawing/2014/main" id="{F2C69556-6842-46AB-82AC-39497F39A2E9}"/>
              </a:ext>
            </a:extLst>
          </p:cNvPr>
          <p:cNvSpPr>
            <a:spLocks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6098">
            <a:extLst>
              <a:ext uri="{FF2B5EF4-FFF2-40B4-BE49-F238E27FC236}">
                <a16:creationId xmlns:a16="http://schemas.microsoft.com/office/drawing/2014/main" id="{A54FE5B9-4D1C-463D-818C-9D6491DC8F9B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6099">
            <a:extLst>
              <a:ext uri="{FF2B5EF4-FFF2-40B4-BE49-F238E27FC236}">
                <a16:creationId xmlns:a16="http://schemas.microsoft.com/office/drawing/2014/main" id="{7F3EA663-9101-4188-BC79-874C88EE5709}"/>
              </a:ext>
            </a:extLst>
          </p:cNvPr>
          <p:cNvSpPr>
            <a:spLocks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6100">
            <a:extLst>
              <a:ext uri="{FF2B5EF4-FFF2-40B4-BE49-F238E27FC236}">
                <a16:creationId xmlns:a16="http://schemas.microsoft.com/office/drawing/2014/main" id="{FE1444EA-5C84-4CCA-8788-B1FB21037FE7}"/>
              </a:ext>
            </a:extLst>
          </p:cNvPr>
          <p:cNvSpPr>
            <a:spLocks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6101">
            <a:extLst>
              <a:ext uri="{FF2B5EF4-FFF2-40B4-BE49-F238E27FC236}">
                <a16:creationId xmlns:a16="http://schemas.microsoft.com/office/drawing/2014/main" id="{7F25AAD4-D060-47E8-B0F2-96DAF6055686}"/>
              </a:ext>
            </a:extLst>
          </p:cNvPr>
          <p:cNvSpPr>
            <a:spLocks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6102">
            <a:extLst>
              <a:ext uri="{FF2B5EF4-FFF2-40B4-BE49-F238E27FC236}">
                <a16:creationId xmlns:a16="http://schemas.microsoft.com/office/drawing/2014/main" id="{54353108-0D81-4F23-9806-9EE9EF605987}"/>
              </a:ext>
            </a:extLst>
          </p:cNvPr>
          <p:cNvSpPr>
            <a:spLocks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6103">
            <a:extLst>
              <a:ext uri="{FF2B5EF4-FFF2-40B4-BE49-F238E27FC236}">
                <a16:creationId xmlns:a16="http://schemas.microsoft.com/office/drawing/2014/main" id="{FA557551-F6A8-46FB-8447-7F6A1C0C86FF}"/>
              </a:ext>
            </a:extLst>
          </p:cNvPr>
          <p:cNvSpPr>
            <a:spLocks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6104">
            <a:extLst>
              <a:ext uri="{FF2B5EF4-FFF2-40B4-BE49-F238E27FC236}">
                <a16:creationId xmlns:a16="http://schemas.microsoft.com/office/drawing/2014/main" id="{6C432E0E-7536-4630-8361-AFE40C37F4E7}"/>
              </a:ext>
            </a:extLst>
          </p:cNvPr>
          <p:cNvSpPr>
            <a:spLocks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6105">
            <a:extLst>
              <a:ext uri="{FF2B5EF4-FFF2-40B4-BE49-F238E27FC236}">
                <a16:creationId xmlns:a16="http://schemas.microsoft.com/office/drawing/2014/main" id="{5D7900CC-CB3F-4BE1-893E-F1022C8AC075}"/>
              </a:ext>
            </a:extLst>
          </p:cNvPr>
          <p:cNvSpPr>
            <a:spLocks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6106">
            <a:extLst>
              <a:ext uri="{FF2B5EF4-FFF2-40B4-BE49-F238E27FC236}">
                <a16:creationId xmlns:a16="http://schemas.microsoft.com/office/drawing/2014/main" id="{DB51FBFD-BFCA-4B15-BD8C-F53F28895490}"/>
              </a:ext>
            </a:extLst>
          </p:cNvPr>
          <p:cNvSpPr>
            <a:spLocks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6107">
            <a:extLst>
              <a:ext uri="{FF2B5EF4-FFF2-40B4-BE49-F238E27FC236}">
                <a16:creationId xmlns:a16="http://schemas.microsoft.com/office/drawing/2014/main" id="{368A56B3-3966-4609-8005-0340DB0955BE}"/>
              </a:ext>
            </a:extLst>
          </p:cNvPr>
          <p:cNvSpPr>
            <a:spLocks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6108">
            <a:extLst>
              <a:ext uri="{FF2B5EF4-FFF2-40B4-BE49-F238E27FC236}">
                <a16:creationId xmlns:a16="http://schemas.microsoft.com/office/drawing/2014/main" id="{212C81E8-21DE-433F-85E1-4AEBA1F973D2}"/>
              </a:ext>
            </a:extLst>
          </p:cNvPr>
          <p:cNvSpPr>
            <a:spLocks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6109">
            <a:extLst>
              <a:ext uri="{FF2B5EF4-FFF2-40B4-BE49-F238E27FC236}">
                <a16:creationId xmlns:a16="http://schemas.microsoft.com/office/drawing/2014/main" id="{9A4DB5F5-FF72-46FB-91F6-66FD6FC760FF}"/>
              </a:ext>
            </a:extLst>
          </p:cNvPr>
          <p:cNvSpPr>
            <a:spLocks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6110">
            <a:extLst>
              <a:ext uri="{FF2B5EF4-FFF2-40B4-BE49-F238E27FC236}">
                <a16:creationId xmlns:a16="http://schemas.microsoft.com/office/drawing/2014/main" id="{40E597F6-B769-4C29-8357-6B686A24B21F}"/>
              </a:ext>
            </a:extLst>
          </p:cNvPr>
          <p:cNvSpPr>
            <a:spLocks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6111">
            <a:extLst>
              <a:ext uri="{FF2B5EF4-FFF2-40B4-BE49-F238E27FC236}">
                <a16:creationId xmlns:a16="http://schemas.microsoft.com/office/drawing/2014/main" id="{EB19D386-52A7-4227-BF95-8ACEE1A3864F}"/>
              </a:ext>
            </a:extLst>
          </p:cNvPr>
          <p:cNvSpPr>
            <a:spLocks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6112">
            <a:extLst>
              <a:ext uri="{FF2B5EF4-FFF2-40B4-BE49-F238E27FC236}">
                <a16:creationId xmlns:a16="http://schemas.microsoft.com/office/drawing/2014/main" id="{7CB6C252-1337-4EF5-9FA2-DFBCA7F8DCFA}"/>
              </a:ext>
            </a:extLst>
          </p:cNvPr>
          <p:cNvSpPr>
            <a:spLocks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6113">
            <a:extLst>
              <a:ext uri="{FF2B5EF4-FFF2-40B4-BE49-F238E27FC236}">
                <a16:creationId xmlns:a16="http://schemas.microsoft.com/office/drawing/2014/main" id="{EBB49945-2746-45B5-8927-2572F078E587}"/>
              </a:ext>
            </a:extLst>
          </p:cNvPr>
          <p:cNvSpPr>
            <a:spLocks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6114">
            <a:extLst>
              <a:ext uri="{FF2B5EF4-FFF2-40B4-BE49-F238E27FC236}">
                <a16:creationId xmlns:a16="http://schemas.microsoft.com/office/drawing/2014/main" id="{F3D7EA09-9E7A-4CD3-B3E5-BAA39778C439}"/>
              </a:ext>
            </a:extLst>
          </p:cNvPr>
          <p:cNvSpPr>
            <a:spLocks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6115">
            <a:extLst>
              <a:ext uri="{FF2B5EF4-FFF2-40B4-BE49-F238E27FC236}">
                <a16:creationId xmlns:a16="http://schemas.microsoft.com/office/drawing/2014/main" id="{69C4AEC0-8C37-45E1-9FDD-6EF80F383A2D}"/>
              </a:ext>
            </a:extLst>
          </p:cNvPr>
          <p:cNvSpPr>
            <a:spLocks/>
          </p:cNvSpPr>
          <p:nvPr/>
        </p:nvSpPr>
        <p:spPr>
          <a:xfrm>
            <a:off x="6026125" y="6023000"/>
            <a:ext cx="343041" cy="832778"/>
          </a:xfrm>
          <a:custGeom>
            <a:avLst/>
            <a:gdLst/>
            <a:ahLst/>
            <a:cxnLst/>
            <a:rect l="0" t="0" r="0" b="0"/>
            <a:pathLst>
              <a:path w="343041" h="832778">
                <a:moveTo>
                  <a:pt x="0" y="832778"/>
                </a:moveTo>
                <a:lnTo>
                  <a:pt x="343041" y="832778"/>
                </a:lnTo>
                <a:lnTo>
                  <a:pt x="343041" y="0"/>
                </a:lnTo>
                <a:lnTo>
                  <a:pt x="0" y="0"/>
                </a:lnTo>
                <a:lnTo>
                  <a:pt x="0" y="83277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6116">
            <a:extLst>
              <a:ext uri="{FF2B5EF4-FFF2-40B4-BE49-F238E27FC236}">
                <a16:creationId xmlns:a16="http://schemas.microsoft.com/office/drawing/2014/main" id="{452F09D4-3861-4761-9052-D2CE8A9C59A6}"/>
              </a:ext>
            </a:extLst>
          </p:cNvPr>
          <p:cNvSpPr>
            <a:spLocks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6117">
            <a:extLst>
              <a:ext uri="{FF2B5EF4-FFF2-40B4-BE49-F238E27FC236}">
                <a16:creationId xmlns:a16="http://schemas.microsoft.com/office/drawing/2014/main" id="{7A8FEF13-9F26-403E-81F7-D12F1BE656EE}"/>
              </a:ext>
            </a:extLst>
          </p:cNvPr>
          <p:cNvSpPr>
            <a:spLocks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6118">
            <a:extLst>
              <a:ext uri="{FF2B5EF4-FFF2-40B4-BE49-F238E27FC236}">
                <a16:creationId xmlns:a16="http://schemas.microsoft.com/office/drawing/2014/main" id="{33BD45D4-F03A-4BFD-A1D2-D3C555784997}"/>
              </a:ext>
            </a:extLst>
          </p:cNvPr>
          <p:cNvSpPr>
            <a:spLocks/>
          </p:cNvSpPr>
          <p:nvPr/>
        </p:nvSpPr>
        <p:spPr>
          <a:xfrm>
            <a:off x="7699495" y="5875207"/>
            <a:ext cx="343041" cy="980571"/>
          </a:xfrm>
          <a:custGeom>
            <a:avLst/>
            <a:gdLst/>
            <a:ahLst/>
            <a:cxnLst/>
            <a:rect l="0" t="0" r="0" b="0"/>
            <a:pathLst>
              <a:path w="343041" h="980571">
                <a:moveTo>
                  <a:pt x="0" y="980571"/>
                </a:moveTo>
                <a:lnTo>
                  <a:pt x="343041" y="980571"/>
                </a:lnTo>
                <a:lnTo>
                  <a:pt x="343041" y="0"/>
                </a:lnTo>
                <a:lnTo>
                  <a:pt x="0" y="0"/>
                </a:lnTo>
                <a:lnTo>
                  <a:pt x="0" y="98057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6119">
            <a:extLst>
              <a:ext uri="{FF2B5EF4-FFF2-40B4-BE49-F238E27FC236}">
                <a16:creationId xmlns:a16="http://schemas.microsoft.com/office/drawing/2014/main" id="{D115338E-214E-4BB0-A2AF-4AD23DBDA3C1}"/>
              </a:ext>
            </a:extLst>
          </p:cNvPr>
          <p:cNvSpPr>
            <a:spLocks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6120">
            <a:extLst>
              <a:ext uri="{FF2B5EF4-FFF2-40B4-BE49-F238E27FC236}">
                <a16:creationId xmlns:a16="http://schemas.microsoft.com/office/drawing/2014/main" id="{91382406-D821-496E-828D-1C8688A98479}"/>
              </a:ext>
            </a:extLst>
          </p:cNvPr>
          <p:cNvSpPr>
            <a:spLocks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6121">
            <a:extLst>
              <a:ext uri="{FF2B5EF4-FFF2-40B4-BE49-F238E27FC236}">
                <a16:creationId xmlns:a16="http://schemas.microsoft.com/office/drawing/2014/main" id="{7233C6D4-C802-4EC1-B446-B3DAB73667B6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6122">
            <a:extLst>
              <a:ext uri="{FF2B5EF4-FFF2-40B4-BE49-F238E27FC236}">
                <a16:creationId xmlns:a16="http://schemas.microsoft.com/office/drawing/2014/main" id="{16251030-0EAE-4C01-810D-2088102F5BAD}"/>
              </a:ext>
            </a:extLst>
          </p:cNvPr>
          <p:cNvSpPr>
            <a:spLocks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6123">
            <a:extLst>
              <a:ext uri="{FF2B5EF4-FFF2-40B4-BE49-F238E27FC236}">
                <a16:creationId xmlns:a16="http://schemas.microsoft.com/office/drawing/2014/main" id="{A8007C50-0C19-4A12-AA4A-4FFC9C2FD7CC}"/>
              </a:ext>
            </a:extLst>
          </p:cNvPr>
          <p:cNvSpPr>
            <a:spLocks/>
          </p:cNvSpPr>
          <p:nvPr/>
        </p:nvSpPr>
        <p:spPr>
          <a:xfrm>
            <a:off x="6197645" y="5871756"/>
            <a:ext cx="191" cy="298307"/>
          </a:xfrm>
          <a:custGeom>
            <a:avLst/>
            <a:gdLst/>
            <a:ahLst/>
            <a:cxnLst/>
            <a:rect l="0" t="0" r="0" b="0"/>
            <a:pathLst>
              <a:path w="191" h="298307">
                <a:moveTo>
                  <a:pt x="0" y="29830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6124">
            <a:extLst>
              <a:ext uri="{FF2B5EF4-FFF2-40B4-BE49-F238E27FC236}">
                <a16:creationId xmlns:a16="http://schemas.microsoft.com/office/drawing/2014/main" id="{802619BB-B7F0-4CED-A750-584C1EBC7FC6}"/>
              </a:ext>
            </a:extLst>
          </p:cNvPr>
          <p:cNvSpPr>
            <a:spLocks/>
          </p:cNvSpPr>
          <p:nvPr/>
        </p:nvSpPr>
        <p:spPr>
          <a:xfrm>
            <a:off x="6139077" y="617006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6125">
            <a:extLst>
              <a:ext uri="{FF2B5EF4-FFF2-40B4-BE49-F238E27FC236}">
                <a16:creationId xmlns:a16="http://schemas.microsoft.com/office/drawing/2014/main" id="{5C0A98CB-5D5F-42CF-AFF6-7B8D4B034D35}"/>
              </a:ext>
            </a:extLst>
          </p:cNvPr>
          <p:cNvSpPr>
            <a:spLocks/>
          </p:cNvSpPr>
          <p:nvPr/>
        </p:nvSpPr>
        <p:spPr>
          <a:xfrm>
            <a:off x="6139077" y="587175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6126">
            <a:extLst>
              <a:ext uri="{FF2B5EF4-FFF2-40B4-BE49-F238E27FC236}">
                <a16:creationId xmlns:a16="http://schemas.microsoft.com/office/drawing/2014/main" id="{6E48026E-D3D7-4B1D-89DF-7985D3121E65}"/>
              </a:ext>
            </a:extLst>
          </p:cNvPr>
          <p:cNvSpPr>
            <a:spLocks/>
          </p:cNvSpPr>
          <p:nvPr/>
        </p:nvSpPr>
        <p:spPr>
          <a:xfrm>
            <a:off x="6084450" y="569100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1798" name="data_6127">
            <a:extLst>
              <a:ext uri="{FF2B5EF4-FFF2-40B4-BE49-F238E27FC236}">
                <a16:creationId xmlns:a16="http://schemas.microsoft.com/office/drawing/2014/main" id="{5C408BC7-2656-472C-B985-FB29C50DAADD}"/>
              </a:ext>
            </a:extLst>
          </p:cNvPr>
          <p:cNvSpPr>
            <a:spLocks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6128">
            <a:extLst>
              <a:ext uri="{FF2B5EF4-FFF2-40B4-BE49-F238E27FC236}">
                <a16:creationId xmlns:a16="http://schemas.microsoft.com/office/drawing/2014/main" id="{88E98752-3F1E-4D2F-A019-22C6D46EA0E3}"/>
              </a:ext>
            </a:extLst>
          </p:cNvPr>
          <p:cNvSpPr>
            <a:spLocks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6129">
            <a:extLst>
              <a:ext uri="{FF2B5EF4-FFF2-40B4-BE49-F238E27FC236}">
                <a16:creationId xmlns:a16="http://schemas.microsoft.com/office/drawing/2014/main" id="{633BD703-1AA6-4D17-A825-9F4BF91BEB2B}"/>
              </a:ext>
            </a:extLst>
          </p:cNvPr>
          <p:cNvSpPr>
            <a:spLocks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6130">
            <a:extLst>
              <a:ext uri="{FF2B5EF4-FFF2-40B4-BE49-F238E27FC236}">
                <a16:creationId xmlns:a16="http://schemas.microsoft.com/office/drawing/2014/main" id="{1724E2A2-031E-4F2B-B9C2-BB9B2A3A72CF}"/>
              </a:ext>
            </a:extLst>
          </p:cNvPr>
          <p:cNvSpPr>
            <a:spLocks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6131">
            <a:extLst>
              <a:ext uri="{FF2B5EF4-FFF2-40B4-BE49-F238E27FC236}">
                <a16:creationId xmlns:a16="http://schemas.microsoft.com/office/drawing/2014/main" id="{A522A5A2-BE35-478B-8A9C-6DC7D0DAE3AF}"/>
              </a:ext>
            </a:extLst>
          </p:cNvPr>
          <p:cNvSpPr>
            <a:spLocks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6132">
            <a:extLst>
              <a:ext uri="{FF2B5EF4-FFF2-40B4-BE49-F238E27FC236}">
                <a16:creationId xmlns:a16="http://schemas.microsoft.com/office/drawing/2014/main" id="{FB08BAAC-E0E0-4CCA-A338-058983C214DF}"/>
              </a:ext>
            </a:extLst>
          </p:cNvPr>
          <p:cNvSpPr>
            <a:spLocks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6133">
            <a:extLst>
              <a:ext uri="{FF2B5EF4-FFF2-40B4-BE49-F238E27FC236}">
                <a16:creationId xmlns:a16="http://schemas.microsoft.com/office/drawing/2014/main" id="{C36AEE0E-CBF5-4352-AD01-338985086B42}"/>
              </a:ext>
            </a:extLst>
          </p:cNvPr>
          <p:cNvSpPr>
            <a:spLocks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6134">
            <a:extLst>
              <a:ext uri="{FF2B5EF4-FFF2-40B4-BE49-F238E27FC236}">
                <a16:creationId xmlns:a16="http://schemas.microsoft.com/office/drawing/2014/main" id="{24726EB8-8F53-42A0-AFD0-87127FDF5EB2}"/>
              </a:ext>
            </a:extLst>
          </p:cNvPr>
          <p:cNvSpPr>
            <a:spLocks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6135">
            <a:extLst>
              <a:ext uri="{FF2B5EF4-FFF2-40B4-BE49-F238E27FC236}">
                <a16:creationId xmlns:a16="http://schemas.microsoft.com/office/drawing/2014/main" id="{C8272A2A-30E8-47A0-A95E-1B8BA8A9CE1A}"/>
              </a:ext>
            </a:extLst>
          </p:cNvPr>
          <p:cNvSpPr>
            <a:spLocks/>
          </p:cNvSpPr>
          <p:nvPr/>
        </p:nvSpPr>
        <p:spPr>
          <a:xfrm>
            <a:off x="7871015" y="5722449"/>
            <a:ext cx="191" cy="307792"/>
          </a:xfrm>
          <a:custGeom>
            <a:avLst/>
            <a:gdLst/>
            <a:ahLst/>
            <a:cxnLst/>
            <a:rect l="0" t="0" r="0" b="0"/>
            <a:pathLst>
              <a:path w="191" h="307792">
                <a:moveTo>
                  <a:pt x="0" y="3077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6136">
            <a:extLst>
              <a:ext uri="{FF2B5EF4-FFF2-40B4-BE49-F238E27FC236}">
                <a16:creationId xmlns:a16="http://schemas.microsoft.com/office/drawing/2014/main" id="{6140C95E-8497-4204-ACBF-448D4FD8F0DA}"/>
              </a:ext>
            </a:extLst>
          </p:cNvPr>
          <p:cNvSpPr>
            <a:spLocks/>
          </p:cNvSpPr>
          <p:nvPr/>
        </p:nvSpPr>
        <p:spPr>
          <a:xfrm>
            <a:off x="7812447" y="603024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6137">
            <a:extLst>
              <a:ext uri="{FF2B5EF4-FFF2-40B4-BE49-F238E27FC236}">
                <a16:creationId xmlns:a16="http://schemas.microsoft.com/office/drawing/2014/main" id="{1503E752-BF73-4B96-90A7-9B51D2794BE6}"/>
              </a:ext>
            </a:extLst>
          </p:cNvPr>
          <p:cNvSpPr>
            <a:spLocks/>
          </p:cNvSpPr>
          <p:nvPr/>
        </p:nvSpPr>
        <p:spPr>
          <a:xfrm>
            <a:off x="7812447" y="57224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6138">
            <a:extLst>
              <a:ext uri="{FF2B5EF4-FFF2-40B4-BE49-F238E27FC236}">
                <a16:creationId xmlns:a16="http://schemas.microsoft.com/office/drawing/2014/main" id="{73EC70F1-CB1A-4EE4-91EF-9494E7986BB6}"/>
              </a:ext>
            </a:extLst>
          </p:cNvPr>
          <p:cNvSpPr>
            <a:spLocks/>
          </p:cNvSpPr>
          <p:nvPr/>
        </p:nvSpPr>
        <p:spPr>
          <a:xfrm>
            <a:off x="7757820" y="554170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1810" name="data_6139">
            <a:extLst>
              <a:ext uri="{FF2B5EF4-FFF2-40B4-BE49-F238E27FC236}">
                <a16:creationId xmlns:a16="http://schemas.microsoft.com/office/drawing/2014/main" id="{4BD940B8-9434-45F6-A6CE-6120C1E578DC}"/>
              </a:ext>
            </a:extLst>
          </p:cNvPr>
          <p:cNvSpPr>
            <a:spLocks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6140">
            <a:extLst>
              <a:ext uri="{FF2B5EF4-FFF2-40B4-BE49-F238E27FC236}">
                <a16:creationId xmlns:a16="http://schemas.microsoft.com/office/drawing/2014/main" id="{D019831E-52C1-42B4-A545-C8292A5DD71C}"/>
              </a:ext>
            </a:extLst>
          </p:cNvPr>
          <p:cNvSpPr>
            <a:spLocks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6141">
            <a:extLst>
              <a:ext uri="{FF2B5EF4-FFF2-40B4-BE49-F238E27FC236}">
                <a16:creationId xmlns:a16="http://schemas.microsoft.com/office/drawing/2014/main" id="{5DB61CBA-FCEC-4A8B-B54E-CE5B5C6646B9}"/>
              </a:ext>
            </a:extLst>
          </p:cNvPr>
          <p:cNvSpPr>
            <a:spLocks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6142">
            <a:extLst>
              <a:ext uri="{FF2B5EF4-FFF2-40B4-BE49-F238E27FC236}">
                <a16:creationId xmlns:a16="http://schemas.microsoft.com/office/drawing/2014/main" id="{36860B88-CA02-496F-9A06-CED6509AE5BD}"/>
              </a:ext>
            </a:extLst>
          </p:cNvPr>
          <p:cNvSpPr>
            <a:spLocks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6143">
            <a:extLst>
              <a:ext uri="{FF2B5EF4-FFF2-40B4-BE49-F238E27FC236}">
                <a16:creationId xmlns:a16="http://schemas.microsoft.com/office/drawing/2014/main" id="{9CE5A951-9051-41EB-9465-4FD0521D8014}"/>
              </a:ext>
            </a:extLst>
          </p:cNvPr>
          <p:cNvSpPr>
            <a:spLocks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6144">
            <a:extLst>
              <a:ext uri="{FF2B5EF4-FFF2-40B4-BE49-F238E27FC236}">
                <a16:creationId xmlns:a16="http://schemas.microsoft.com/office/drawing/2014/main" id="{757D42C8-F8F2-4213-8FB0-EFFF13AB9778}"/>
              </a:ext>
            </a:extLst>
          </p:cNvPr>
          <p:cNvSpPr>
            <a:spLocks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6145">
            <a:extLst>
              <a:ext uri="{FF2B5EF4-FFF2-40B4-BE49-F238E27FC236}">
                <a16:creationId xmlns:a16="http://schemas.microsoft.com/office/drawing/2014/main" id="{B30BFB92-48C4-4C6F-A232-2C01D5D0B981}"/>
              </a:ext>
            </a:extLst>
          </p:cNvPr>
          <p:cNvSpPr>
            <a:spLocks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6146">
            <a:extLst>
              <a:ext uri="{FF2B5EF4-FFF2-40B4-BE49-F238E27FC236}">
                <a16:creationId xmlns:a16="http://schemas.microsoft.com/office/drawing/2014/main" id="{09CBE193-FA36-437F-B73A-7D393D1358F0}"/>
              </a:ext>
            </a:extLst>
          </p:cNvPr>
          <p:cNvSpPr>
            <a:spLocks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6147">
            <a:extLst>
              <a:ext uri="{FF2B5EF4-FFF2-40B4-BE49-F238E27FC236}">
                <a16:creationId xmlns:a16="http://schemas.microsoft.com/office/drawing/2014/main" id="{C5770814-ECD4-47B9-A6C1-329B9BCDE4B0}"/>
              </a:ext>
            </a:extLst>
          </p:cNvPr>
          <p:cNvSpPr>
            <a:spLocks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6148">
            <a:extLst>
              <a:ext uri="{FF2B5EF4-FFF2-40B4-BE49-F238E27FC236}">
                <a16:creationId xmlns:a16="http://schemas.microsoft.com/office/drawing/2014/main" id="{EBECBBF9-8E84-4884-9314-FB6CAED32070}"/>
              </a:ext>
            </a:extLst>
          </p:cNvPr>
          <p:cNvSpPr>
            <a:spLocks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6149">
            <a:extLst>
              <a:ext uri="{FF2B5EF4-FFF2-40B4-BE49-F238E27FC236}">
                <a16:creationId xmlns:a16="http://schemas.microsoft.com/office/drawing/2014/main" id="{5460C471-07AE-41BE-9C1F-5EF248B3C868}"/>
              </a:ext>
            </a:extLst>
          </p:cNvPr>
          <p:cNvSpPr>
            <a:spLocks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6150">
            <a:extLst>
              <a:ext uri="{FF2B5EF4-FFF2-40B4-BE49-F238E27FC236}">
                <a16:creationId xmlns:a16="http://schemas.microsoft.com/office/drawing/2014/main" id="{E72FCB81-3428-463C-90BD-6667F85C19BF}"/>
              </a:ext>
            </a:extLst>
          </p:cNvPr>
          <p:cNvSpPr>
            <a:spLocks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6151">
            <a:extLst>
              <a:ext uri="{FF2B5EF4-FFF2-40B4-BE49-F238E27FC236}">
                <a16:creationId xmlns:a16="http://schemas.microsoft.com/office/drawing/2014/main" id="{C517D4E9-7446-4273-8547-1470F8F701DB}"/>
              </a:ext>
            </a:extLst>
          </p:cNvPr>
          <p:cNvSpPr>
            <a:spLocks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6152">
            <a:extLst>
              <a:ext uri="{FF2B5EF4-FFF2-40B4-BE49-F238E27FC236}">
                <a16:creationId xmlns:a16="http://schemas.microsoft.com/office/drawing/2014/main" id="{80ECA535-3532-44FD-915D-31DFFF7E406A}"/>
              </a:ext>
            </a:extLst>
          </p:cNvPr>
          <p:cNvSpPr>
            <a:spLocks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6153">
            <a:extLst>
              <a:ext uri="{FF2B5EF4-FFF2-40B4-BE49-F238E27FC236}">
                <a16:creationId xmlns:a16="http://schemas.microsoft.com/office/drawing/2014/main" id="{7E76CBD1-0D38-4606-8959-6D7C38D32CA1}"/>
              </a:ext>
            </a:extLst>
          </p:cNvPr>
          <p:cNvSpPr>
            <a:spLocks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6154">
            <a:extLst>
              <a:ext uri="{FF2B5EF4-FFF2-40B4-BE49-F238E27FC236}">
                <a16:creationId xmlns:a16="http://schemas.microsoft.com/office/drawing/2014/main" id="{5FD3339D-BB62-43A9-A171-BFF644860785}"/>
              </a:ext>
            </a:extLst>
          </p:cNvPr>
          <p:cNvSpPr>
            <a:spLocks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38913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6155">
            <a:extLst>
              <a:ext uri="{FF2B5EF4-FFF2-40B4-BE49-F238E27FC236}">
                <a16:creationId xmlns:a16="http://schemas.microsoft.com/office/drawing/2014/main" id="{4657437B-C88C-4751-8B5B-5A0D549930A4}"/>
              </a:ext>
            </a:extLst>
          </p:cNvPr>
          <p:cNvSpPr>
            <a:spLocks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6156">
            <a:extLst>
              <a:ext uri="{FF2B5EF4-FFF2-40B4-BE49-F238E27FC236}">
                <a16:creationId xmlns:a16="http://schemas.microsoft.com/office/drawing/2014/main" id="{3398C852-1704-4B2E-8742-D2070622ACC9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6157">
            <a:extLst>
              <a:ext uri="{FF2B5EF4-FFF2-40B4-BE49-F238E27FC236}">
                <a16:creationId xmlns:a16="http://schemas.microsoft.com/office/drawing/2014/main" id="{47800763-4AE6-4141-AA7A-DA95B9D66014}"/>
              </a:ext>
            </a:extLst>
          </p:cNvPr>
          <p:cNvSpPr>
            <a:spLocks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6158">
            <a:extLst>
              <a:ext uri="{FF2B5EF4-FFF2-40B4-BE49-F238E27FC236}">
                <a16:creationId xmlns:a16="http://schemas.microsoft.com/office/drawing/2014/main" id="{87A2E0C3-DCC2-4F97-BA7F-1EF41515A9CB}"/>
              </a:ext>
            </a:extLst>
          </p:cNvPr>
          <p:cNvSpPr>
            <a:spLocks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6159">
            <a:extLst>
              <a:ext uri="{FF2B5EF4-FFF2-40B4-BE49-F238E27FC236}">
                <a16:creationId xmlns:a16="http://schemas.microsoft.com/office/drawing/2014/main" id="{5FAD5D48-1253-4284-9129-FB616369A25F}"/>
              </a:ext>
            </a:extLst>
          </p:cNvPr>
          <p:cNvSpPr>
            <a:spLocks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6160">
            <a:extLst>
              <a:ext uri="{FF2B5EF4-FFF2-40B4-BE49-F238E27FC236}">
                <a16:creationId xmlns:a16="http://schemas.microsoft.com/office/drawing/2014/main" id="{08A809FC-CFE2-45A8-A5DC-0D1951DC3D28}"/>
              </a:ext>
            </a:extLst>
          </p:cNvPr>
          <p:cNvSpPr>
            <a:spLocks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161">
            <a:extLst>
              <a:ext uri="{FF2B5EF4-FFF2-40B4-BE49-F238E27FC236}">
                <a16:creationId xmlns:a16="http://schemas.microsoft.com/office/drawing/2014/main" id="{C65B9063-6510-402C-8A2E-BFF1BF0D4242}"/>
              </a:ext>
            </a:extLst>
          </p:cNvPr>
          <p:cNvSpPr>
            <a:spLocks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6162">
            <a:extLst>
              <a:ext uri="{FF2B5EF4-FFF2-40B4-BE49-F238E27FC236}">
                <a16:creationId xmlns:a16="http://schemas.microsoft.com/office/drawing/2014/main" id="{223C1290-6D61-4460-AC85-17DA9E4E8850}"/>
              </a:ext>
            </a:extLst>
          </p:cNvPr>
          <p:cNvSpPr>
            <a:spLocks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6163">
            <a:extLst>
              <a:ext uri="{FF2B5EF4-FFF2-40B4-BE49-F238E27FC236}">
                <a16:creationId xmlns:a16="http://schemas.microsoft.com/office/drawing/2014/main" id="{E1A9EC7F-09FE-4FCB-BB01-8401D6E0BE45}"/>
              </a:ext>
            </a:extLst>
          </p:cNvPr>
          <p:cNvSpPr>
            <a:spLocks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6164">
            <a:extLst>
              <a:ext uri="{FF2B5EF4-FFF2-40B4-BE49-F238E27FC236}">
                <a16:creationId xmlns:a16="http://schemas.microsoft.com/office/drawing/2014/main" id="{71C33188-2ADB-428D-A9D9-CF07AAD4F9CE}"/>
              </a:ext>
            </a:extLst>
          </p:cNvPr>
          <p:cNvSpPr>
            <a:spLocks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6165">
            <a:extLst>
              <a:ext uri="{FF2B5EF4-FFF2-40B4-BE49-F238E27FC236}">
                <a16:creationId xmlns:a16="http://schemas.microsoft.com/office/drawing/2014/main" id="{3C91D7AE-9C71-46DD-A90B-B538DDF5DEE2}"/>
              </a:ext>
            </a:extLst>
          </p:cNvPr>
          <p:cNvSpPr>
            <a:spLocks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6166">
            <a:extLst>
              <a:ext uri="{FF2B5EF4-FFF2-40B4-BE49-F238E27FC236}">
                <a16:creationId xmlns:a16="http://schemas.microsoft.com/office/drawing/2014/main" id="{682C9225-45FC-4C6D-B986-427D824799A9}"/>
              </a:ext>
            </a:extLst>
          </p:cNvPr>
          <p:cNvSpPr>
            <a:spLocks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6167">
            <a:extLst>
              <a:ext uri="{FF2B5EF4-FFF2-40B4-BE49-F238E27FC236}">
                <a16:creationId xmlns:a16="http://schemas.microsoft.com/office/drawing/2014/main" id="{22DB9A14-2603-40DE-B31B-EFEC98AA6218}"/>
              </a:ext>
            </a:extLst>
          </p:cNvPr>
          <p:cNvSpPr>
            <a:spLocks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6168">
            <a:extLst>
              <a:ext uri="{FF2B5EF4-FFF2-40B4-BE49-F238E27FC236}">
                <a16:creationId xmlns:a16="http://schemas.microsoft.com/office/drawing/2014/main" id="{CF149B75-AA84-4855-ADF5-42D5D2FFF3C3}"/>
              </a:ext>
            </a:extLst>
          </p:cNvPr>
          <p:cNvSpPr>
            <a:spLocks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6169">
            <a:extLst>
              <a:ext uri="{FF2B5EF4-FFF2-40B4-BE49-F238E27FC236}">
                <a16:creationId xmlns:a16="http://schemas.microsoft.com/office/drawing/2014/main" id="{3E07D9ED-B81C-469D-90CB-10416DD1CB70}"/>
              </a:ext>
            </a:extLst>
          </p:cNvPr>
          <p:cNvSpPr>
            <a:spLocks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6170">
            <a:extLst>
              <a:ext uri="{FF2B5EF4-FFF2-40B4-BE49-F238E27FC236}">
                <a16:creationId xmlns:a16="http://schemas.microsoft.com/office/drawing/2014/main" id="{BCC156A3-F7C7-4205-BD2D-2D6AF5399ACA}"/>
              </a:ext>
            </a:extLst>
          </p:cNvPr>
          <p:cNvSpPr>
            <a:spLocks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6171">
            <a:extLst>
              <a:ext uri="{FF2B5EF4-FFF2-40B4-BE49-F238E27FC236}">
                <a16:creationId xmlns:a16="http://schemas.microsoft.com/office/drawing/2014/main" id="{695E916A-185E-41D9-A616-687252692C07}"/>
              </a:ext>
            </a:extLst>
          </p:cNvPr>
          <p:cNvSpPr>
            <a:spLocks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6172">
            <a:extLst>
              <a:ext uri="{FF2B5EF4-FFF2-40B4-BE49-F238E27FC236}">
                <a16:creationId xmlns:a16="http://schemas.microsoft.com/office/drawing/2014/main" id="{A4BC5937-AA29-4023-8241-EBDD54715EAE}"/>
              </a:ext>
            </a:extLst>
          </p:cNvPr>
          <p:cNvSpPr>
            <a:spLocks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6173">
            <a:extLst>
              <a:ext uri="{FF2B5EF4-FFF2-40B4-BE49-F238E27FC236}">
                <a16:creationId xmlns:a16="http://schemas.microsoft.com/office/drawing/2014/main" id="{31059B17-21D6-45B1-BB03-79939A2BB15D}"/>
              </a:ext>
            </a:extLst>
          </p:cNvPr>
          <p:cNvSpPr>
            <a:spLocks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6174">
            <a:extLst>
              <a:ext uri="{FF2B5EF4-FFF2-40B4-BE49-F238E27FC236}">
                <a16:creationId xmlns:a16="http://schemas.microsoft.com/office/drawing/2014/main" id="{37CD57B5-5A6A-4627-849A-B0F816C66765}"/>
              </a:ext>
            </a:extLst>
          </p:cNvPr>
          <p:cNvSpPr>
            <a:spLocks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6175">
            <a:extLst>
              <a:ext uri="{FF2B5EF4-FFF2-40B4-BE49-F238E27FC236}">
                <a16:creationId xmlns:a16="http://schemas.microsoft.com/office/drawing/2014/main" id="{195737C2-BC5A-4841-8DEA-24E8ABFABF9A}"/>
              </a:ext>
            </a:extLst>
          </p:cNvPr>
          <p:cNvSpPr>
            <a:spLocks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6176">
            <a:extLst>
              <a:ext uri="{FF2B5EF4-FFF2-40B4-BE49-F238E27FC236}">
                <a16:creationId xmlns:a16="http://schemas.microsoft.com/office/drawing/2014/main" id="{F387575E-F120-44F7-B5EB-8AF66A0FD69A}"/>
              </a:ext>
            </a:extLst>
          </p:cNvPr>
          <p:cNvSpPr>
            <a:spLocks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6177">
            <a:extLst>
              <a:ext uri="{FF2B5EF4-FFF2-40B4-BE49-F238E27FC236}">
                <a16:creationId xmlns:a16="http://schemas.microsoft.com/office/drawing/2014/main" id="{828B29BB-5601-4A08-A502-81749A2A9570}"/>
              </a:ext>
            </a:extLst>
          </p:cNvPr>
          <p:cNvSpPr>
            <a:spLocks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6178">
            <a:extLst>
              <a:ext uri="{FF2B5EF4-FFF2-40B4-BE49-F238E27FC236}">
                <a16:creationId xmlns:a16="http://schemas.microsoft.com/office/drawing/2014/main" id="{4751468A-5B31-4520-8C05-5E93880107C9}"/>
              </a:ext>
            </a:extLst>
          </p:cNvPr>
          <p:cNvSpPr>
            <a:spLocks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6179">
            <a:extLst>
              <a:ext uri="{FF2B5EF4-FFF2-40B4-BE49-F238E27FC236}">
                <a16:creationId xmlns:a16="http://schemas.microsoft.com/office/drawing/2014/main" id="{80DAFE5B-A13E-4F3E-8EE4-35FF47D33BF8}"/>
              </a:ext>
            </a:extLst>
          </p:cNvPr>
          <p:cNvSpPr>
            <a:spLocks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6180">
            <a:extLst>
              <a:ext uri="{FF2B5EF4-FFF2-40B4-BE49-F238E27FC236}">
                <a16:creationId xmlns:a16="http://schemas.microsoft.com/office/drawing/2014/main" id="{B290A8B6-40FE-4B24-B77E-2AAA65F8FBB2}"/>
              </a:ext>
            </a:extLst>
          </p:cNvPr>
          <p:cNvSpPr>
            <a:spLocks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6181">
            <a:extLst>
              <a:ext uri="{FF2B5EF4-FFF2-40B4-BE49-F238E27FC236}">
                <a16:creationId xmlns:a16="http://schemas.microsoft.com/office/drawing/2014/main" id="{2C01845D-983C-4C11-ADD3-2BFC51811FD7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6182">
            <a:extLst>
              <a:ext uri="{FF2B5EF4-FFF2-40B4-BE49-F238E27FC236}">
                <a16:creationId xmlns:a16="http://schemas.microsoft.com/office/drawing/2014/main" id="{C4843432-3D3E-4F68-AFB9-16668A709A32}"/>
              </a:ext>
            </a:extLst>
          </p:cNvPr>
          <p:cNvSpPr>
            <a:spLocks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6183">
            <a:extLst>
              <a:ext uri="{FF2B5EF4-FFF2-40B4-BE49-F238E27FC236}">
                <a16:creationId xmlns:a16="http://schemas.microsoft.com/office/drawing/2014/main" id="{A2056341-7EFE-4283-BF4E-BD2B292AB3F0}"/>
              </a:ext>
            </a:extLst>
          </p:cNvPr>
          <p:cNvSpPr>
            <a:spLocks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6184">
            <a:extLst>
              <a:ext uri="{FF2B5EF4-FFF2-40B4-BE49-F238E27FC236}">
                <a16:creationId xmlns:a16="http://schemas.microsoft.com/office/drawing/2014/main" id="{37F038C1-FBC5-470A-A24B-B32A5171BBC0}"/>
              </a:ext>
            </a:extLst>
          </p:cNvPr>
          <p:cNvSpPr>
            <a:spLocks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6185">
            <a:extLst>
              <a:ext uri="{FF2B5EF4-FFF2-40B4-BE49-F238E27FC236}">
                <a16:creationId xmlns:a16="http://schemas.microsoft.com/office/drawing/2014/main" id="{7E88939D-197D-4E7B-98E0-67D40AB632D7}"/>
              </a:ext>
            </a:extLst>
          </p:cNvPr>
          <p:cNvSpPr>
            <a:spLocks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6186">
            <a:extLst>
              <a:ext uri="{FF2B5EF4-FFF2-40B4-BE49-F238E27FC236}">
                <a16:creationId xmlns:a16="http://schemas.microsoft.com/office/drawing/2014/main" id="{3AEA367A-0857-43F6-B91C-18F311495232}"/>
              </a:ext>
            </a:extLst>
          </p:cNvPr>
          <p:cNvSpPr>
            <a:spLocks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6187">
            <a:extLst>
              <a:ext uri="{FF2B5EF4-FFF2-40B4-BE49-F238E27FC236}">
                <a16:creationId xmlns:a16="http://schemas.microsoft.com/office/drawing/2014/main" id="{A7E6D31F-B6C4-4872-BB81-517BD063B1C2}"/>
              </a:ext>
            </a:extLst>
          </p:cNvPr>
          <p:cNvSpPr>
            <a:spLocks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6188">
            <a:extLst>
              <a:ext uri="{FF2B5EF4-FFF2-40B4-BE49-F238E27FC236}">
                <a16:creationId xmlns:a16="http://schemas.microsoft.com/office/drawing/2014/main" id="{A4B20B40-6FAC-4A55-B7F8-9470538873FF}"/>
              </a:ext>
            </a:extLst>
          </p:cNvPr>
          <p:cNvSpPr>
            <a:spLocks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6189">
            <a:extLst>
              <a:ext uri="{FF2B5EF4-FFF2-40B4-BE49-F238E27FC236}">
                <a16:creationId xmlns:a16="http://schemas.microsoft.com/office/drawing/2014/main" id="{760DDA7C-BFB1-419D-B5AC-D9E3CBA0B60D}"/>
              </a:ext>
            </a:extLst>
          </p:cNvPr>
          <p:cNvSpPr>
            <a:spLocks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6190">
            <a:extLst>
              <a:ext uri="{FF2B5EF4-FFF2-40B4-BE49-F238E27FC236}">
                <a16:creationId xmlns:a16="http://schemas.microsoft.com/office/drawing/2014/main" id="{913C9855-C643-4913-92EF-238FB4531DDF}"/>
              </a:ext>
            </a:extLst>
          </p:cNvPr>
          <p:cNvSpPr>
            <a:spLocks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6191">
            <a:extLst>
              <a:ext uri="{FF2B5EF4-FFF2-40B4-BE49-F238E27FC236}">
                <a16:creationId xmlns:a16="http://schemas.microsoft.com/office/drawing/2014/main" id="{E6926696-2725-4E94-A36F-5C33279348C6}"/>
              </a:ext>
            </a:extLst>
          </p:cNvPr>
          <p:cNvSpPr>
            <a:spLocks/>
          </p:cNvSpPr>
          <p:nvPr/>
        </p:nvSpPr>
        <p:spPr>
          <a:xfrm>
            <a:off x="1731169" y="5172972"/>
            <a:ext cx="706664" cy="247071"/>
          </a:xfrm>
          <a:custGeom>
            <a:avLst/>
            <a:gdLst/>
            <a:ahLst/>
            <a:cxnLst/>
            <a:rect l="0" t="0" r="0" b="0"/>
            <a:pathLst>
              <a:path w="706664" h="247071">
                <a:moveTo>
                  <a:pt x="0" y="247071"/>
                </a:moveTo>
                <a:lnTo>
                  <a:pt x="706664" y="247071"/>
                </a:lnTo>
                <a:lnTo>
                  <a:pt x="706664" y="0"/>
                </a:lnTo>
                <a:lnTo>
                  <a:pt x="0" y="0"/>
                </a:lnTo>
                <a:lnTo>
                  <a:pt x="0" y="24707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6192">
            <a:extLst>
              <a:ext uri="{FF2B5EF4-FFF2-40B4-BE49-F238E27FC236}">
                <a16:creationId xmlns:a16="http://schemas.microsoft.com/office/drawing/2014/main" id="{FDE298C0-39F0-4096-9551-0501D33BE402}"/>
              </a:ext>
            </a:extLst>
          </p:cNvPr>
          <p:cNvSpPr>
            <a:spLocks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6193">
            <a:extLst>
              <a:ext uri="{FF2B5EF4-FFF2-40B4-BE49-F238E27FC236}">
                <a16:creationId xmlns:a16="http://schemas.microsoft.com/office/drawing/2014/main" id="{40C8FA30-041A-4EB9-9406-1F4BBCBE33EF}"/>
              </a:ext>
            </a:extLst>
          </p:cNvPr>
          <p:cNvSpPr>
            <a:spLocks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6194">
            <a:extLst>
              <a:ext uri="{FF2B5EF4-FFF2-40B4-BE49-F238E27FC236}">
                <a16:creationId xmlns:a16="http://schemas.microsoft.com/office/drawing/2014/main" id="{01E81C64-0B2F-4963-AA0E-B788D5D8BF21}"/>
              </a:ext>
            </a:extLst>
          </p:cNvPr>
          <p:cNvSpPr>
            <a:spLocks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6195">
            <a:extLst>
              <a:ext uri="{FF2B5EF4-FFF2-40B4-BE49-F238E27FC236}">
                <a16:creationId xmlns:a16="http://schemas.microsoft.com/office/drawing/2014/main" id="{0FB1C5DB-7D0A-4B96-8900-79F5B93D5B90}"/>
              </a:ext>
            </a:extLst>
          </p:cNvPr>
          <p:cNvSpPr>
            <a:spLocks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6196">
            <a:extLst>
              <a:ext uri="{FF2B5EF4-FFF2-40B4-BE49-F238E27FC236}">
                <a16:creationId xmlns:a16="http://schemas.microsoft.com/office/drawing/2014/main" id="{74CEE7D4-B7DE-4DC9-9B57-FE9AFA0041AC}"/>
              </a:ext>
            </a:extLst>
          </p:cNvPr>
          <p:cNvSpPr>
            <a:spLocks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6197">
            <a:extLst>
              <a:ext uri="{FF2B5EF4-FFF2-40B4-BE49-F238E27FC236}">
                <a16:creationId xmlns:a16="http://schemas.microsoft.com/office/drawing/2014/main" id="{4674E9A8-DB25-4133-8F20-673D8FE76341}"/>
              </a:ext>
            </a:extLst>
          </p:cNvPr>
          <p:cNvSpPr>
            <a:spLocks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6198">
            <a:extLst>
              <a:ext uri="{FF2B5EF4-FFF2-40B4-BE49-F238E27FC236}">
                <a16:creationId xmlns:a16="http://schemas.microsoft.com/office/drawing/2014/main" id="{61EF1051-EC78-416D-B9E5-F2B7540C85FE}"/>
              </a:ext>
            </a:extLst>
          </p:cNvPr>
          <p:cNvSpPr>
            <a:spLocks/>
          </p:cNvSpPr>
          <p:nvPr/>
        </p:nvSpPr>
        <p:spPr>
          <a:xfrm>
            <a:off x="1884340" y="4813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6199">
            <a:extLst>
              <a:ext uri="{FF2B5EF4-FFF2-40B4-BE49-F238E27FC236}">
                <a16:creationId xmlns:a16="http://schemas.microsoft.com/office/drawing/2014/main" id="{9138F0D0-DD03-4D19-9AA1-ABFFB5FAAE45}"/>
              </a:ext>
            </a:extLst>
          </p:cNvPr>
          <p:cNvSpPr>
            <a:spLocks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6200">
            <a:extLst>
              <a:ext uri="{FF2B5EF4-FFF2-40B4-BE49-F238E27FC236}">
                <a16:creationId xmlns:a16="http://schemas.microsoft.com/office/drawing/2014/main" id="{A9FEA957-06D0-44F5-BEFF-25F2564E2EA4}"/>
              </a:ext>
            </a:extLst>
          </p:cNvPr>
          <p:cNvSpPr>
            <a:spLocks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6201">
            <a:extLst>
              <a:ext uri="{FF2B5EF4-FFF2-40B4-BE49-F238E27FC236}">
                <a16:creationId xmlns:a16="http://schemas.microsoft.com/office/drawing/2014/main" id="{E2BD172C-CD9E-4341-8A39-14711116CDA2}"/>
              </a:ext>
            </a:extLst>
          </p:cNvPr>
          <p:cNvSpPr>
            <a:spLocks/>
          </p:cNvSpPr>
          <p:nvPr/>
        </p:nvSpPr>
        <p:spPr>
          <a:xfrm>
            <a:off x="204245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6202">
            <a:extLst>
              <a:ext uri="{FF2B5EF4-FFF2-40B4-BE49-F238E27FC236}">
                <a16:creationId xmlns:a16="http://schemas.microsoft.com/office/drawing/2014/main" id="{0A3F3602-F0A0-40E6-A6E1-A7EFEE1DA478}"/>
              </a:ext>
            </a:extLst>
          </p:cNvPr>
          <p:cNvSpPr>
            <a:spLocks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6203">
            <a:extLst>
              <a:ext uri="{FF2B5EF4-FFF2-40B4-BE49-F238E27FC236}">
                <a16:creationId xmlns:a16="http://schemas.microsoft.com/office/drawing/2014/main" id="{D1A535E1-536C-45B5-A466-B6C8557DA8EA}"/>
              </a:ext>
            </a:extLst>
          </p:cNvPr>
          <p:cNvSpPr>
            <a:spLocks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6204">
            <a:extLst>
              <a:ext uri="{FF2B5EF4-FFF2-40B4-BE49-F238E27FC236}">
                <a16:creationId xmlns:a16="http://schemas.microsoft.com/office/drawing/2014/main" id="{3820A989-C88B-4362-9953-CDBC2D7EF249}"/>
              </a:ext>
            </a:extLst>
          </p:cNvPr>
          <p:cNvSpPr>
            <a:spLocks/>
          </p:cNvSpPr>
          <p:nvPr/>
        </p:nvSpPr>
        <p:spPr>
          <a:xfrm>
            <a:off x="1988751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6205">
            <a:extLst>
              <a:ext uri="{FF2B5EF4-FFF2-40B4-BE49-F238E27FC236}">
                <a16:creationId xmlns:a16="http://schemas.microsoft.com/office/drawing/2014/main" id="{065CC5A5-ACDA-40E1-BF3A-1F1049CE4DBD}"/>
              </a:ext>
            </a:extLst>
          </p:cNvPr>
          <p:cNvSpPr>
            <a:spLocks/>
          </p:cNvSpPr>
          <p:nvPr/>
        </p:nvSpPr>
        <p:spPr>
          <a:xfrm>
            <a:off x="2060170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6206">
            <a:extLst>
              <a:ext uri="{FF2B5EF4-FFF2-40B4-BE49-F238E27FC236}">
                <a16:creationId xmlns:a16="http://schemas.microsoft.com/office/drawing/2014/main" id="{F00D20A5-B9D2-4045-B33C-254C36AEB564}"/>
              </a:ext>
            </a:extLst>
          </p:cNvPr>
          <p:cNvSpPr>
            <a:spLocks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6207">
            <a:extLst>
              <a:ext uri="{FF2B5EF4-FFF2-40B4-BE49-F238E27FC236}">
                <a16:creationId xmlns:a16="http://schemas.microsoft.com/office/drawing/2014/main" id="{86E83037-7F97-459C-AACF-011D26CE2C0D}"/>
              </a:ext>
            </a:extLst>
          </p:cNvPr>
          <p:cNvSpPr>
            <a:spLocks/>
          </p:cNvSpPr>
          <p:nvPr/>
        </p:nvSpPr>
        <p:spPr>
          <a:xfrm>
            <a:off x="2081079" y="53819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6208">
            <a:extLst>
              <a:ext uri="{FF2B5EF4-FFF2-40B4-BE49-F238E27FC236}">
                <a16:creationId xmlns:a16="http://schemas.microsoft.com/office/drawing/2014/main" id="{28BC1930-EF9F-40EB-91C1-720EBB41D491}"/>
              </a:ext>
            </a:extLst>
          </p:cNvPr>
          <p:cNvSpPr>
            <a:spLocks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6209">
            <a:extLst>
              <a:ext uri="{FF2B5EF4-FFF2-40B4-BE49-F238E27FC236}">
                <a16:creationId xmlns:a16="http://schemas.microsoft.com/office/drawing/2014/main" id="{CB6E7DB7-6916-4B69-9382-8DD2F5FF6B00}"/>
              </a:ext>
            </a:extLst>
          </p:cNvPr>
          <p:cNvSpPr>
            <a:spLocks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6210">
            <a:extLst>
              <a:ext uri="{FF2B5EF4-FFF2-40B4-BE49-F238E27FC236}">
                <a16:creationId xmlns:a16="http://schemas.microsoft.com/office/drawing/2014/main" id="{CCCC1D20-E847-49EA-A38A-5B9BBC30B1F2}"/>
              </a:ext>
            </a:extLst>
          </p:cNvPr>
          <p:cNvSpPr>
            <a:spLocks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6211">
            <a:extLst>
              <a:ext uri="{FF2B5EF4-FFF2-40B4-BE49-F238E27FC236}">
                <a16:creationId xmlns:a16="http://schemas.microsoft.com/office/drawing/2014/main" id="{ECDE403C-2940-4C74-8430-FB86FF88B580}"/>
              </a:ext>
            </a:extLst>
          </p:cNvPr>
          <p:cNvSpPr>
            <a:spLocks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6212">
            <a:extLst>
              <a:ext uri="{FF2B5EF4-FFF2-40B4-BE49-F238E27FC236}">
                <a16:creationId xmlns:a16="http://schemas.microsoft.com/office/drawing/2014/main" id="{C31D5968-E494-426A-AB05-C3CD8DCA8345}"/>
              </a:ext>
            </a:extLst>
          </p:cNvPr>
          <p:cNvSpPr>
            <a:spLocks/>
          </p:cNvSpPr>
          <p:nvPr/>
        </p:nvSpPr>
        <p:spPr>
          <a:xfrm>
            <a:off x="2235860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6213">
            <a:extLst>
              <a:ext uri="{FF2B5EF4-FFF2-40B4-BE49-F238E27FC236}">
                <a16:creationId xmlns:a16="http://schemas.microsoft.com/office/drawing/2014/main" id="{D7F0A4D0-CF0A-43DC-A470-955445B4D1C7}"/>
              </a:ext>
            </a:extLst>
          </p:cNvPr>
          <p:cNvSpPr>
            <a:spLocks/>
          </p:cNvSpPr>
          <p:nvPr/>
        </p:nvSpPr>
        <p:spPr>
          <a:xfrm>
            <a:off x="2287158" y="5110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6214">
            <a:extLst>
              <a:ext uri="{FF2B5EF4-FFF2-40B4-BE49-F238E27FC236}">
                <a16:creationId xmlns:a16="http://schemas.microsoft.com/office/drawing/2014/main" id="{11D06398-D351-41F6-9659-48B0E604D7E0}"/>
              </a:ext>
            </a:extLst>
          </p:cNvPr>
          <p:cNvSpPr>
            <a:spLocks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215">
            <a:extLst>
              <a:ext uri="{FF2B5EF4-FFF2-40B4-BE49-F238E27FC236}">
                <a16:creationId xmlns:a16="http://schemas.microsoft.com/office/drawing/2014/main" id="{15ED31EA-6535-4DB2-AFA9-9DF0EC7D5FA7}"/>
              </a:ext>
            </a:extLst>
          </p:cNvPr>
          <p:cNvSpPr>
            <a:spLocks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216">
            <a:extLst>
              <a:ext uri="{FF2B5EF4-FFF2-40B4-BE49-F238E27FC236}">
                <a16:creationId xmlns:a16="http://schemas.microsoft.com/office/drawing/2014/main" id="{977EABD6-641D-4160-9B4C-A746A0985969}"/>
              </a:ext>
            </a:extLst>
          </p:cNvPr>
          <p:cNvSpPr>
            <a:spLocks/>
          </p:cNvSpPr>
          <p:nvPr/>
        </p:nvSpPr>
        <p:spPr>
          <a:xfrm>
            <a:off x="2208158" y="47512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17">
            <a:extLst>
              <a:ext uri="{FF2B5EF4-FFF2-40B4-BE49-F238E27FC236}">
                <a16:creationId xmlns:a16="http://schemas.microsoft.com/office/drawing/2014/main" id="{B856DE4C-8E01-42EC-B84F-10830E7A7E60}"/>
              </a:ext>
            </a:extLst>
          </p:cNvPr>
          <p:cNvSpPr>
            <a:spLocks/>
          </p:cNvSpPr>
          <p:nvPr/>
        </p:nvSpPr>
        <p:spPr>
          <a:xfrm>
            <a:off x="1815723" y="4849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218">
            <a:extLst>
              <a:ext uri="{FF2B5EF4-FFF2-40B4-BE49-F238E27FC236}">
                <a16:creationId xmlns:a16="http://schemas.microsoft.com/office/drawing/2014/main" id="{10C98A53-5CDC-41BC-A4F3-E18DB4CBCC81}"/>
              </a:ext>
            </a:extLst>
          </p:cNvPr>
          <p:cNvSpPr>
            <a:spLocks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219">
            <a:extLst>
              <a:ext uri="{FF2B5EF4-FFF2-40B4-BE49-F238E27FC236}">
                <a16:creationId xmlns:a16="http://schemas.microsoft.com/office/drawing/2014/main" id="{8684BE41-AD9B-4FBE-9E38-5ABFD8E731F7}"/>
              </a:ext>
            </a:extLst>
          </p:cNvPr>
          <p:cNvSpPr>
            <a:spLocks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220">
            <a:extLst>
              <a:ext uri="{FF2B5EF4-FFF2-40B4-BE49-F238E27FC236}">
                <a16:creationId xmlns:a16="http://schemas.microsoft.com/office/drawing/2014/main" id="{51039265-DC06-4AF1-A28C-4664F54B5571}"/>
              </a:ext>
            </a:extLst>
          </p:cNvPr>
          <p:cNvSpPr>
            <a:spLocks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221">
            <a:extLst>
              <a:ext uri="{FF2B5EF4-FFF2-40B4-BE49-F238E27FC236}">
                <a16:creationId xmlns:a16="http://schemas.microsoft.com/office/drawing/2014/main" id="{3CC53CCC-CDD9-4106-95B8-1013B9A823BC}"/>
              </a:ext>
            </a:extLst>
          </p:cNvPr>
          <p:cNvSpPr>
            <a:spLocks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222">
            <a:extLst>
              <a:ext uri="{FF2B5EF4-FFF2-40B4-BE49-F238E27FC236}">
                <a16:creationId xmlns:a16="http://schemas.microsoft.com/office/drawing/2014/main" id="{85DA9322-5457-4FD7-9696-ABBA9C31711B}"/>
              </a:ext>
            </a:extLst>
          </p:cNvPr>
          <p:cNvSpPr>
            <a:spLocks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223">
            <a:extLst>
              <a:ext uri="{FF2B5EF4-FFF2-40B4-BE49-F238E27FC236}">
                <a16:creationId xmlns:a16="http://schemas.microsoft.com/office/drawing/2014/main" id="{883DAC77-F8AF-415C-BCEF-B437E1CA2FDD}"/>
              </a:ext>
            </a:extLst>
          </p:cNvPr>
          <p:cNvSpPr>
            <a:spLocks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224">
            <a:extLst>
              <a:ext uri="{FF2B5EF4-FFF2-40B4-BE49-F238E27FC236}">
                <a16:creationId xmlns:a16="http://schemas.microsoft.com/office/drawing/2014/main" id="{1A3C51AB-73B9-4A57-8B53-E2964D196C00}"/>
              </a:ext>
            </a:extLst>
          </p:cNvPr>
          <p:cNvSpPr>
            <a:spLocks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6225">
            <a:extLst>
              <a:ext uri="{FF2B5EF4-FFF2-40B4-BE49-F238E27FC236}">
                <a16:creationId xmlns:a16="http://schemas.microsoft.com/office/drawing/2014/main" id="{924468AA-35EC-412C-83C6-07F70A5340C3}"/>
              </a:ext>
            </a:extLst>
          </p:cNvPr>
          <p:cNvSpPr>
            <a:spLocks/>
          </p:cNvSpPr>
          <p:nvPr/>
        </p:nvSpPr>
        <p:spPr>
          <a:xfrm>
            <a:off x="2115919" y="5245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6226">
            <a:extLst>
              <a:ext uri="{FF2B5EF4-FFF2-40B4-BE49-F238E27FC236}">
                <a16:creationId xmlns:a16="http://schemas.microsoft.com/office/drawing/2014/main" id="{C5D8057A-09BD-4660-8230-EE94F2C59BF1}"/>
              </a:ext>
            </a:extLst>
          </p:cNvPr>
          <p:cNvSpPr>
            <a:spLocks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6227">
            <a:extLst>
              <a:ext uri="{FF2B5EF4-FFF2-40B4-BE49-F238E27FC236}">
                <a16:creationId xmlns:a16="http://schemas.microsoft.com/office/drawing/2014/main" id="{FBBD2697-D7EA-495D-8308-FB91CAD0C946}"/>
              </a:ext>
            </a:extLst>
          </p:cNvPr>
          <p:cNvSpPr>
            <a:spLocks/>
          </p:cNvSpPr>
          <p:nvPr/>
        </p:nvSpPr>
        <p:spPr>
          <a:xfrm>
            <a:off x="2171261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6228">
            <a:extLst>
              <a:ext uri="{FF2B5EF4-FFF2-40B4-BE49-F238E27FC236}">
                <a16:creationId xmlns:a16="http://schemas.microsoft.com/office/drawing/2014/main" id="{36FC184F-A7CF-461C-A8C4-8924353155F5}"/>
              </a:ext>
            </a:extLst>
          </p:cNvPr>
          <p:cNvSpPr>
            <a:spLocks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6229">
            <a:extLst>
              <a:ext uri="{FF2B5EF4-FFF2-40B4-BE49-F238E27FC236}">
                <a16:creationId xmlns:a16="http://schemas.microsoft.com/office/drawing/2014/main" id="{1D2B7C29-2549-44BF-8B05-E9B546274F07}"/>
              </a:ext>
            </a:extLst>
          </p:cNvPr>
          <p:cNvSpPr>
            <a:spLocks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6230">
            <a:extLst>
              <a:ext uri="{FF2B5EF4-FFF2-40B4-BE49-F238E27FC236}">
                <a16:creationId xmlns:a16="http://schemas.microsoft.com/office/drawing/2014/main" id="{D6BA244D-9747-4F5A-A829-81F61962620B}"/>
              </a:ext>
            </a:extLst>
          </p:cNvPr>
          <p:cNvSpPr>
            <a:spLocks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6231">
            <a:extLst>
              <a:ext uri="{FF2B5EF4-FFF2-40B4-BE49-F238E27FC236}">
                <a16:creationId xmlns:a16="http://schemas.microsoft.com/office/drawing/2014/main" id="{4C70FAD8-1AA0-4CB0-AE8B-5C6F3D250952}"/>
              </a:ext>
            </a:extLst>
          </p:cNvPr>
          <p:cNvSpPr>
            <a:spLocks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6232">
            <a:extLst>
              <a:ext uri="{FF2B5EF4-FFF2-40B4-BE49-F238E27FC236}">
                <a16:creationId xmlns:a16="http://schemas.microsoft.com/office/drawing/2014/main" id="{4F88204E-2D3D-44A5-A7CE-718122C8099B}"/>
              </a:ext>
            </a:extLst>
          </p:cNvPr>
          <p:cNvSpPr>
            <a:spLocks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6233">
            <a:extLst>
              <a:ext uri="{FF2B5EF4-FFF2-40B4-BE49-F238E27FC236}">
                <a16:creationId xmlns:a16="http://schemas.microsoft.com/office/drawing/2014/main" id="{5F82B60F-FA22-42C7-BCFF-A6D289AA4710}"/>
              </a:ext>
            </a:extLst>
          </p:cNvPr>
          <p:cNvSpPr>
            <a:spLocks/>
          </p:cNvSpPr>
          <p:nvPr/>
        </p:nvSpPr>
        <p:spPr>
          <a:xfrm>
            <a:off x="1837084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6234">
            <a:extLst>
              <a:ext uri="{FF2B5EF4-FFF2-40B4-BE49-F238E27FC236}">
                <a16:creationId xmlns:a16="http://schemas.microsoft.com/office/drawing/2014/main" id="{7198BFE3-6B69-44B2-9F34-279CC6A614C2}"/>
              </a:ext>
            </a:extLst>
          </p:cNvPr>
          <p:cNvSpPr>
            <a:spLocks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6235">
            <a:extLst>
              <a:ext uri="{FF2B5EF4-FFF2-40B4-BE49-F238E27FC236}">
                <a16:creationId xmlns:a16="http://schemas.microsoft.com/office/drawing/2014/main" id="{81C58DB1-3C2B-402D-992F-B76CC0043C04}"/>
              </a:ext>
            </a:extLst>
          </p:cNvPr>
          <p:cNvSpPr>
            <a:spLocks/>
          </p:cNvSpPr>
          <p:nvPr/>
        </p:nvSpPr>
        <p:spPr>
          <a:xfrm>
            <a:off x="1968023" y="5164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6236">
            <a:extLst>
              <a:ext uri="{FF2B5EF4-FFF2-40B4-BE49-F238E27FC236}">
                <a16:creationId xmlns:a16="http://schemas.microsoft.com/office/drawing/2014/main" id="{343EEB07-C4B6-43DA-9CE1-CB127255C673}"/>
              </a:ext>
            </a:extLst>
          </p:cNvPr>
          <p:cNvSpPr>
            <a:spLocks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6237">
            <a:extLst>
              <a:ext uri="{FF2B5EF4-FFF2-40B4-BE49-F238E27FC236}">
                <a16:creationId xmlns:a16="http://schemas.microsoft.com/office/drawing/2014/main" id="{198D6B7B-0C3F-44B9-A7AC-0F7FC979DF2C}"/>
              </a:ext>
            </a:extLst>
          </p:cNvPr>
          <p:cNvSpPr>
            <a:spLocks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6238">
            <a:extLst>
              <a:ext uri="{FF2B5EF4-FFF2-40B4-BE49-F238E27FC236}">
                <a16:creationId xmlns:a16="http://schemas.microsoft.com/office/drawing/2014/main" id="{1C53ADD6-8FDE-4D6C-86D4-AE003F2AD8C7}"/>
              </a:ext>
            </a:extLst>
          </p:cNvPr>
          <p:cNvSpPr>
            <a:spLocks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6239">
            <a:extLst>
              <a:ext uri="{FF2B5EF4-FFF2-40B4-BE49-F238E27FC236}">
                <a16:creationId xmlns:a16="http://schemas.microsoft.com/office/drawing/2014/main" id="{988A5587-FEF9-4326-9EA0-3E6874F0A1CA}"/>
              </a:ext>
            </a:extLst>
          </p:cNvPr>
          <p:cNvSpPr>
            <a:spLocks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6240">
            <a:extLst>
              <a:ext uri="{FF2B5EF4-FFF2-40B4-BE49-F238E27FC236}">
                <a16:creationId xmlns:a16="http://schemas.microsoft.com/office/drawing/2014/main" id="{AAF2ED8E-8F47-49FB-A547-E48733CCD1BD}"/>
              </a:ext>
            </a:extLst>
          </p:cNvPr>
          <p:cNvSpPr>
            <a:spLocks/>
          </p:cNvSpPr>
          <p:nvPr/>
        </p:nvSpPr>
        <p:spPr>
          <a:xfrm>
            <a:off x="1841453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6241">
            <a:extLst>
              <a:ext uri="{FF2B5EF4-FFF2-40B4-BE49-F238E27FC236}">
                <a16:creationId xmlns:a16="http://schemas.microsoft.com/office/drawing/2014/main" id="{DDBAB39A-B551-407B-82FE-F1B0875692EA}"/>
              </a:ext>
            </a:extLst>
          </p:cNvPr>
          <p:cNvSpPr>
            <a:spLocks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6242">
            <a:extLst>
              <a:ext uri="{FF2B5EF4-FFF2-40B4-BE49-F238E27FC236}">
                <a16:creationId xmlns:a16="http://schemas.microsoft.com/office/drawing/2014/main" id="{44651727-A9BD-44C6-88AD-2BCC5E3B5788}"/>
              </a:ext>
            </a:extLst>
          </p:cNvPr>
          <p:cNvSpPr>
            <a:spLocks/>
          </p:cNvSpPr>
          <p:nvPr/>
        </p:nvSpPr>
        <p:spPr>
          <a:xfrm>
            <a:off x="21720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6243">
            <a:extLst>
              <a:ext uri="{FF2B5EF4-FFF2-40B4-BE49-F238E27FC236}">
                <a16:creationId xmlns:a16="http://schemas.microsoft.com/office/drawing/2014/main" id="{A8652116-2BED-4899-ABB7-481B243606D3}"/>
              </a:ext>
            </a:extLst>
          </p:cNvPr>
          <p:cNvSpPr>
            <a:spLocks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6244">
            <a:extLst>
              <a:ext uri="{FF2B5EF4-FFF2-40B4-BE49-F238E27FC236}">
                <a16:creationId xmlns:a16="http://schemas.microsoft.com/office/drawing/2014/main" id="{C66E53D0-B8D2-4227-A848-56B63EE6F790}"/>
              </a:ext>
            </a:extLst>
          </p:cNvPr>
          <p:cNvSpPr>
            <a:spLocks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6245">
            <a:extLst>
              <a:ext uri="{FF2B5EF4-FFF2-40B4-BE49-F238E27FC236}">
                <a16:creationId xmlns:a16="http://schemas.microsoft.com/office/drawing/2014/main" id="{5EBABD98-6D79-4039-9C74-E5B12C3E517D}"/>
              </a:ext>
            </a:extLst>
          </p:cNvPr>
          <p:cNvSpPr>
            <a:spLocks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6246">
            <a:extLst>
              <a:ext uri="{FF2B5EF4-FFF2-40B4-BE49-F238E27FC236}">
                <a16:creationId xmlns:a16="http://schemas.microsoft.com/office/drawing/2014/main" id="{94BB5B34-79CE-4D4F-984D-6BCC305292B8}"/>
              </a:ext>
            </a:extLst>
          </p:cNvPr>
          <p:cNvSpPr>
            <a:spLocks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6247">
            <a:extLst>
              <a:ext uri="{FF2B5EF4-FFF2-40B4-BE49-F238E27FC236}">
                <a16:creationId xmlns:a16="http://schemas.microsoft.com/office/drawing/2014/main" id="{5E688836-59A1-419B-B1F3-4C1367E5EDB5}"/>
              </a:ext>
            </a:extLst>
          </p:cNvPr>
          <p:cNvSpPr>
            <a:spLocks/>
          </p:cNvSpPr>
          <p:nvPr/>
        </p:nvSpPr>
        <p:spPr>
          <a:xfrm>
            <a:off x="1890322" y="5126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6248">
            <a:extLst>
              <a:ext uri="{FF2B5EF4-FFF2-40B4-BE49-F238E27FC236}">
                <a16:creationId xmlns:a16="http://schemas.microsoft.com/office/drawing/2014/main" id="{024C9E18-CE94-4020-8789-212B205F10D3}"/>
              </a:ext>
            </a:extLst>
          </p:cNvPr>
          <p:cNvSpPr>
            <a:spLocks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6249">
            <a:extLst>
              <a:ext uri="{FF2B5EF4-FFF2-40B4-BE49-F238E27FC236}">
                <a16:creationId xmlns:a16="http://schemas.microsoft.com/office/drawing/2014/main" id="{5CE4DFF1-5071-4DC3-81BC-231F560E80DB}"/>
              </a:ext>
            </a:extLst>
          </p:cNvPr>
          <p:cNvSpPr>
            <a:spLocks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6250">
            <a:extLst>
              <a:ext uri="{FF2B5EF4-FFF2-40B4-BE49-F238E27FC236}">
                <a16:creationId xmlns:a16="http://schemas.microsoft.com/office/drawing/2014/main" id="{31C02CF4-6F2F-49FC-BBC5-F014673AD7F6}"/>
              </a:ext>
            </a:extLst>
          </p:cNvPr>
          <p:cNvSpPr>
            <a:spLocks/>
          </p:cNvSpPr>
          <p:nvPr/>
        </p:nvSpPr>
        <p:spPr>
          <a:xfrm>
            <a:off x="2290009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6251">
            <a:extLst>
              <a:ext uri="{FF2B5EF4-FFF2-40B4-BE49-F238E27FC236}">
                <a16:creationId xmlns:a16="http://schemas.microsoft.com/office/drawing/2014/main" id="{8D364F36-84B3-48E5-B3DB-1DFF32704A61}"/>
              </a:ext>
            </a:extLst>
          </p:cNvPr>
          <p:cNvSpPr>
            <a:spLocks/>
          </p:cNvSpPr>
          <p:nvPr/>
        </p:nvSpPr>
        <p:spPr>
          <a:xfrm>
            <a:off x="211656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6252">
            <a:extLst>
              <a:ext uri="{FF2B5EF4-FFF2-40B4-BE49-F238E27FC236}">
                <a16:creationId xmlns:a16="http://schemas.microsoft.com/office/drawing/2014/main" id="{794202DD-104B-47B6-BE6A-6BB726F74350}"/>
              </a:ext>
            </a:extLst>
          </p:cNvPr>
          <p:cNvSpPr>
            <a:spLocks/>
          </p:cNvSpPr>
          <p:nvPr/>
        </p:nvSpPr>
        <p:spPr>
          <a:xfrm>
            <a:off x="1922397" y="5381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6253">
            <a:extLst>
              <a:ext uri="{FF2B5EF4-FFF2-40B4-BE49-F238E27FC236}">
                <a16:creationId xmlns:a16="http://schemas.microsoft.com/office/drawing/2014/main" id="{5787263C-D70D-4085-8468-627AAD6AA8B7}"/>
              </a:ext>
            </a:extLst>
          </p:cNvPr>
          <p:cNvSpPr>
            <a:spLocks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6254">
            <a:extLst>
              <a:ext uri="{FF2B5EF4-FFF2-40B4-BE49-F238E27FC236}">
                <a16:creationId xmlns:a16="http://schemas.microsoft.com/office/drawing/2014/main" id="{13A75245-F274-4215-83CC-CBE939FD0E95}"/>
              </a:ext>
            </a:extLst>
          </p:cNvPr>
          <p:cNvSpPr>
            <a:spLocks/>
          </p:cNvSpPr>
          <p:nvPr/>
        </p:nvSpPr>
        <p:spPr>
          <a:xfrm>
            <a:off x="20971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6255">
            <a:extLst>
              <a:ext uri="{FF2B5EF4-FFF2-40B4-BE49-F238E27FC236}">
                <a16:creationId xmlns:a16="http://schemas.microsoft.com/office/drawing/2014/main" id="{42D541EA-E22F-4012-BECB-B51EDCC89E92}"/>
              </a:ext>
            </a:extLst>
          </p:cNvPr>
          <p:cNvSpPr>
            <a:spLocks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6256">
            <a:extLst>
              <a:ext uri="{FF2B5EF4-FFF2-40B4-BE49-F238E27FC236}">
                <a16:creationId xmlns:a16="http://schemas.microsoft.com/office/drawing/2014/main" id="{D2ED6B1A-1CFA-4FA8-886A-83E6285ED2D7}"/>
              </a:ext>
            </a:extLst>
          </p:cNvPr>
          <p:cNvSpPr>
            <a:spLocks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6257">
            <a:extLst>
              <a:ext uri="{FF2B5EF4-FFF2-40B4-BE49-F238E27FC236}">
                <a16:creationId xmlns:a16="http://schemas.microsoft.com/office/drawing/2014/main" id="{E08E0DAF-0DFF-4260-9DDB-026377475FC7}"/>
              </a:ext>
            </a:extLst>
          </p:cNvPr>
          <p:cNvSpPr>
            <a:spLocks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6258">
            <a:extLst>
              <a:ext uri="{FF2B5EF4-FFF2-40B4-BE49-F238E27FC236}">
                <a16:creationId xmlns:a16="http://schemas.microsoft.com/office/drawing/2014/main" id="{D1ADFCEC-BE35-4D52-85E7-3C8D4CE9A6E1}"/>
              </a:ext>
            </a:extLst>
          </p:cNvPr>
          <p:cNvSpPr>
            <a:spLocks/>
          </p:cNvSpPr>
          <p:nvPr/>
        </p:nvSpPr>
        <p:spPr>
          <a:xfrm>
            <a:off x="192778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6259">
            <a:extLst>
              <a:ext uri="{FF2B5EF4-FFF2-40B4-BE49-F238E27FC236}">
                <a16:creationId xmlns:a16="http://schemas.microsoft.com/office/drawing/2014/main" id="{38327309-9E31-4574-B4A7-B10B40AF3CB8}"/>
              </a:ext>
            </a:extLst>
          </p:cNvPr>
          <p:cNvSpPr>
            <a:spLocks/>
          </p:cNvSpPr>
          <p:nvPr/>
        </p:nvSpPr>
        <p:spPr>
          <a:xfrm>
            <a:off x="2224177" y="5266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6260">
            <a:extLst>
              <a:ext uri="{FF2B5EF4-FFF2-40B4-BE49-F238E27FC236}">
                <a16:creationId xmlns:a16="http://schemas.microsoft.com/office/drawing/2014/main" id="{4F2DEEBA-7CB9-4971-BB2E-A4D283B861B3}"/>
              </a:ext>
            </a:extLst>
          </p:cNvPr>
          <p:cNvSpPr>
            <a:spLocks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6261">
            <a:extLst>
              <a:ext uri="{FF2B5EF4-FFF2-40B4-BE49-F238E27FC236}">
                <a16:creationId xmlns:a16="http://schemas.microsoft.com/office/drawing/2014/main" id="{999855DD-0138-462E-A9A5-42943FFBB956}"/>
              </a:ext>
            </a:extLst>
          </p:cNvPr>
          <p:cNvSpPr>
            <a:spLocks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6262">
            <a:extLst>
              <a:ext uri="{FF2B5EF4-FFF2-40B4-BE49-F238E27FC236}">
                <a16:creationId xmlns:a16="http://schemas.microsoft.com/office/drawing/2014/main" id="{CFAD461C-05AD-4AD9-8258-E3C1A3D355E3}"/>
              </a:ext>
            </a:extLst>
          </p:cNvPr>
          <p:cNvSpPr>
            <a:spLocks/>
          </p:cNvSpPr>
          <p:nvPr/>
        </p:nvSpPr>
        <p:spPr>
          <a:xfrm>
            <a:off x="2065772" y="5046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6263">
            <a:extLst>
              <a:ext uri="{FF2B5EF4-FFF2-40B4-BE49-F238E27FC236}">
                <a16:creationId xmlns:a16="http://schemas.microsoft.com/office/drawing/2014/main" id="{BD959CAA-5C36-4B60-926D-9D0B390F29A7}"/>
              </a:ext>
            </a:extLst>
          </p:cNvPr>
          <p:cNvSpPr>
            <a:spLocks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6264">
            <a:extLst>
              <a:ext uri="{FF2B5EF4-FFF2-40B4-BE49-F238E27FC236}">
                <a16:creationId xmlns:a16="http://schemas.microsoft.com/office/drawing/2014/main" id="{24652B8A-2707-4041-BCC9-2AB3943DB712}"/>
              </a:ext>
            </a:extLst>
          </p:cNvPr>
          <p:cNvSpPr>
            <a:spLocks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6265">
            <a:extLst>
              <a:ext uri="{FF2B5EF4-FFF2-40B4-BE49-F238E27FC236}">
                <a16:creationId xmlns:a16="http://schemas.microsoft.com/office/drawing/2014/main" id="{B4DF42A2-0CAB-4887-A1F9-A4A8D1350EB6}"/>
              </a:ext>
            </a:extLst>
          </p:cNvPr>
          <p:cNvSpPr>
            <a:spLocks/>
          </p:cNvSpPr>
          <p:nvPr/>
        </p:nvSpPr>
        <p:spPr>
          <a:xfrm>
            <a:off x="231965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6266">
            <a:extLst>
              <a:ext uri="{FF2B5EF4-FFF2-40B4-BE49-F238E27FC236}">
                <a16:creationId xmlns:a16="http://schemas.microsoft.com/office/drawing/2014/main" id="{DC653CBB-6F3F-4692-B6D8-0F3280C18079}"/>
              </a:ext>
            </a:extLst>
          </p:cNvPr>
          <p:cNvSpPr>
            <a:spLocks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6267">
            <a:extLst>
              <a:ext uri="{FF2B5EF4-FFF2-40B4-BE49-F238E27FC236}">
                <a16:creationId xmlns:a16="http://schemas.microsoft.com/office/drawing/2014/main" id="{F2EC48F5-3757-48D2-929F-ECA47FFC978B}"/>
              </a:ext>
            </a:extLst>
          </p:cNvPr>
          <p:cNvSpPr>
            <a:spLocks/>
          </p:cNvSpPr>
          <p:nvPr/>
        </p:nvSpPr>
        <p:spPr>
          <a:xfrm>
            <a:off x="2300778" y="5300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6268">
            <a:extLst>
              <a:ext uri="{FF2B5EF4-FFF2-40B4-BE49-F238E27FC236}">
                <a16:creationId xmlns:a16="http://schemas.microsoft.com/office/drawing/2014/main" id="{6CD69365-DAC5-467A-9FB1-AEB47B295D65}"/>
              </a:ext>
            </a:extLst>
          </p:cNvPr>
          <p:cNvSpPr>
            <a:spLocks/>
          </p:cNvSpPr>
          <p:nvPr/>
        </p:nvSpPr>
        <p:spPr>
          <a:xfrm>
            <a:off x="2003369" y="523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6269">
            <a:extLst>
              <a:ext uri="{FF2B5EF4-FFF2-40B4-BE49-F238E27FC236}">
                <a16:creationId xmlns:a16="http://schemas.microsoft.com/office/drawing/2014/main" id="{6B7121AD-5BD2-44D7-AC52-A2E90CD6BADC}"/>
              </a:ext>
            </a:extLst>
          </p:cNvPr>
          <p:cNvSpPr>
            <a:spLocks/>
          </p:cNvSpPr>
          <p:nvPr/>
        </p:nvSpPr>
        <p:spPr>
          <a:xfrm>
            <a:off x="2284694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6270">
            <a:extLst>
              <a:ext uri="{FF2B5EF4-FFF2-40B4-BE49-F238E27FC236}">
                <a16:creationId xmlns:a16="http://schemas.microsoft.com/office/drawing/2014/main" id="{FC0840AB-0497-4D73-9FBA-F708227EF60D}"/>
              </a:ext>
            </a:extLst>
          </p:cNvPr>
          <p:cNvSpPr>
            <a:spLocks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6271">
            <a:extLst>
              <a:ext uri="{FF2B5EF4-FFF2-40B4-BE49-F238E27FC236}">
                <a16:creationId xmlns:a16="http://schemas.microsoft.com/office/drawing/2014/main" id="{61FC49FF-DEBE-4919-AE27-0097AEA37303}"/>
              </a:ext>
            </a:extLst>
          </p:cNvPr>
          <p:cNvSpPr>
            <a:spLocks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6272">
            <a:extLst>
              <a:ext uri="{FF2B5EF4-FFF2-40B4-BE49-F238E27FC236}">
                <a16:creationId xmlns:a16="http://schemas.microsoft.com/office/drawing/2014/main" id="{296D296C-7A10-4A54-AFD0-60C77FE22C98}"/>
              </a:ext>
            </a:extLst>
          </p:cNvPr>
          <p:cNvSpPr>
            <a:spLocks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6273">
            <a:extLst>
              <a:ext uri="{FF2B5EF4-FFF2-40B4-BE49-F238E27FC236}">
                <a16:creationId xmlns:a16="http://schemas.microsoft.com/office/drawing/2014/main" id="{8F4D8E15-7004-4390-AE98-8AD20C203BD3}"/>
              </a:ext>
            </a:extLst>
          </p:cNvPr>
          <p:cNvSpPr>
            <a:spLocks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6274">
            <a:extLst>
              <a:ext uri="{FF2B5EF4-FFF2-40B4-BE49-F238E27FC236}">
                <a16:creationId xmlns:a16="http://schemas.microsoft.com/office/drawing/2014/main" id="{FC1313A7-A16D-4CAD-9713-04578694CACE}"/>
              </a:ext>
            </a:extLst>
          </p:cNvPr>
          <p:cNvSpPr>
            <a:spLocks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6275">
            <a:extLst>
              <a:ext uri="{FF2B5EF4-FFF2-40B4-BE49-F238E27FC236}">
                <a16:creationId xmlns:a16="http://schemas.microsoft.com/office/drawing/2014/main" id="{B16021DF-2C4A-4BA5-99A6-D0CE6B775B99}"/>
              </a:ext>
            </a:extLst>
          </p:cNvPr>
          <p:cNvSpPr>
            <a:spLocks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6276">
            <a:extLst>
              <a:ext uri="{FF2B5EF4-FFF2-40B4-BE49-F238E27FC236}">
                <a16:creationId xmlns:a16="http://schemas.microsoft.com/office/drawing/2014/main" id="{A2FF73F4-88AB-4E2E-B2A6-5BB2650133BE}"/>
              </a:ext>
            </a:extLst>
          </p:cNvPr>
          <p:cNvSpPr>
            <a:spLocks/>
          </p:cNvSpPr>
          <p:nvPr/>
        </p:nvSpPr>
        <p:spPr>
          <a:xfrm>
            <a:off x="1836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6277">
            <a:extLst>
              <a:ext uri="{FF2B5EF4-FFF2-40B4-BE49-F238E27FC236}">
                <a16:creationId xmlns:a16="http://schemas.microsoft.com/office/drawing/2014/main" id="{20A21432-7DA7-4A52-A8D5-EBDDD3976FD7}"/>
              </a:ext>
            </a:extLst>
          </p:cNvPr>
          <p:cNvSpPr>
            <a:spLocks/>
          </p:cNvSpPr>
          <p:nvPr/>
        </p:nvSpPr>
        <p:spPr>
          <a:xfrm>
            <a:off x="212128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6278">
            <a:extLst>
              <a:ext uri="{FF2B5EF4-FFF2-40B4-BE49-F238E27FC236}">
                <a16:creationId xmlns:a16="http://schemas.microsoft.com/office/drawing/2014/main" id="{AA7B8E37-17DF-41BF-A595-3F2339442FAD}"/>
              </a:ext>
            </a:extLst>
          </p:cNvPr>
          <p:cNvSpPr>
            <a:spLocks/>
          </p:cNvSpPr>
          <p:nvPr/>
        </p:nvSpPr>
        <p:spPr>
          <a:xfrm>
            <a:off x="223923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6279">
            <a:extLst>
              <a:ext uri="{FF2B5EF4-FFF2-40B4-BE49-F238E27FC236}">
                <a16:creationId xmlns:a16="http://schemas.microsoft.com/office/drawing/2014/main" id="{D8D58EC9-AD4C-435C-B067-C1F5509A4A70}"/>
              </a:ext>
            </a:extLst>
          </p:cNvPr>
          <p:cNvSpPr>
            <a:spLocks/>
          </p:cNvSpPr>
          <p:nvPr/>
        </p:nvSpPr>
        <p:spPr>
          <a:xfrm>
            <a:off x="199218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6280">
            <a:extLst>
              <a:ext uri="{FF2B5EF4-FFF2-40B4-BE49-F238E27FC236}">
                <a16:creationId xmlns:a16="http://schemas.microsoft.com/office/drawing/2014/main" id="{5793BEC0-148A-44E6-8806-89886ECED619}"/>
              </a:ext>
            </a:extLst>
          </p:cNvPr>
          <p:cNvSpPr>
            <a:spLocks/>
          </p:cNvSpPr>
          <p:nvPr/>
        </p:nvSpPr>
        <p:spPr>
          <a:xfrm>
            <a:off x="187265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6281">
            <a:extLst>
              <a:ext uri="{FF2B5EF4-FFF2-40B4-BE49-F238E27FC236}">
                <a16:creationId xmlns:a16="http://schemas.microsoft.com/office/drawing/2014/main" id="{A7F1C9E5-FEAC-4B6A-916C-9F94E1D18A58}"/>
              </a:ext>
            </a:extLst>
          </p:cNvPr>
          <p:cNvSpPr>
            <a:spLocks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6282">
            <a:extLst>
              <a:ext uri="{FF2B5EF4-FFF2-40B4-BE49-F238E27FC236}">
                <a16:creationId xmlns:a16="http://schemas.microsoft.com/office/drawing/2014/main" id="{2F656F93-CCDF-401E-BC53-5518E382E9B7}"/>
              </a:ext>
            </a:extLst>
          </p:cNvPr>
          <p:cNvSpPr>
            <a:spLocks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6283">
            <a:extLst>
              <a:ext uri="{FF2B5EF4-FFF2-40B4-BE49-F238E27FC236}">
                <a16:creationId xmlns:a16="http://schemas.microsoft.com/office/drawing/2014/main" id="{CD2AFC3E-BB7C-4096-B337-BFF93F69FD7B}"/>
              </a:ext>
            </a:extLst>
          </p:cNvPr>
          <p:cNvSpPr>
            <a:spLocks/>
          </p:cNvSpPr>
          <p:nvPr/>
        </p:nvSpPr>
        <p:spPr>
          <a:xfrm>
            <a:off x="2315677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6284">
            <a:extLst>
              <a:ext uri="{FF2B5EF4-FFF2-40B4-BE49-F238E27FC236}">
                <a16:creationId xmlns:a16="http://schemas.microsoft.com/office/drawing/2014/main" id="{30B171C8-E6B8-4A73-9B43-824F8BB62ACD}"/>
              </a:ext>
            </a:extLst>
          </p:cNvPr>
          <p:cNvSpPr>
            <a:spLocks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6285">
            <a:extLst>
              <a:ext uri="{FF2B5EF4-FFF2-40B4-BE49-F238E27FC236}">
                <a16:creationId xmlns:a16="http://schemas.microsoft.com/office/drawing/2014/main" id="{74555C04-3DCE-4167-BCCF-CB93F5C49AC3}"/>
              </a:ext>
            </a:extLst>
          </p:cNvPr>
          <p:cNvSpPr>
            <a:spLocks/>
          </p:cNvSpPr>
          <p:nvPr/>
        </p:nvSpPr>
        <p:spPr>
          <a:xfrm>
            <a:off x="21155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6286">
            <a:extLst>
              <a:ext uri="{FF2B5EF4-FFF2-40B4-BE49-F238E27FC236}">
                <a16:creationId xmlns:a16="http://schemas.microsoft.com/office/drawing/2014/main" id="{28D54246-29D9-4725-BDE4-7F6531FEA62A}"/>
              </a:ext>
            </a:extLst>
          </p:cNvPr>
          <p:cNvSpPr>
            <a:spLocks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6287">
            <a:extLst>
              <a:ext uri="{FF2B5EF4-FFF2-40B4-BE49-F238E27FC236}">
                <a16:creationId xmlns:a16="http://schemas.microsoft.com/office/drawing/2014/main" id="{570AF6F9-3C28-48BE-99FE-A601A0883FBD}"/>
              </a:ext>
            </a:extLst>
          </p:cNvPr>
          <p:cNvSpPr>
            <a:spLocks/>
          </p:cNvSpPr>
          <p:nvPr/>
        </p:nvSpPr>
        <p:spPr>
          <a:xfrm>
            <a:off x="1987732" y="530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6288">
            <a:extLst>
              <a:ext uri="{FF2B5EF4-FFF2-40B4-BE49-F238E27FC236}">
                <a16:creationId xmlns:a16="http://schemas.microsoft.com/office/drawing/2014/main" id="{85C7B6AA-5A4F-4D44-960B-D8D3F6B6D4FF}"/>
              </a:ext>
            </a:extLst>
          </p:cNvPr>
          <p:cNvSpPr>
            <a:spLocks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6289">
            <a:extLst>
              <a:ext uri="{FF2B5EF4-FFF2-40B4-BE49-F238E27FC236}">
                <a16:creationId xmlns:a16="http://schemas.microsoft.com/office/drawing/2014/main" id="{6EF2A8DC-F2CF-4DDF-BE27-47214249E35D}"/>
              </a:ext>
            </a:extLst>
          </p:cNvPr>
          <p:cNvSpPr>
            <a:spLocks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6290">
            <a:extLst>
              <a:ext uri="{FF2B5EF4-FFF2-40B4-BE49-F238E27FC236}">
                <a16:creationId xmlns:a16="http://schemas.microsoft.com/office/drawing/2014/main" id="{F270C907-08C1-435C-BED8-CE907F1F024B}"/>
              </a:ext>
            </a:extLst>
          </p:cNvPr>
          <p:cNvSpPr>
            <a:spLocks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6291">
            <a:extLst>
              <a:ext uri="{FF2B5EF4-FFF2-40B4-BE49-F238E27FC236}">
                <a16:creationId xmlns:a16="http://schemas.microsoft.com/office/drawing/2014/main" id="{3DCA04E8-C342-4674-9C48-DBDEF00F66A0}"/>
              </a:ext>
            </a:extLst>
          </p:cNvPr>
          <p:cNvSpPr>
            <a:spLocks/>
          </p:cNvSpPr>
          <p:nvPr/>
        </p:nvSpPr>
        <p:spPr>
          <a:xfrm>
            <a:off x="201992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6292">
            <a:extLst>
              <a:ext uri="{FF2B5EF4-FFF2-40B4-BE49-F238E27FC236}">
                <a16:creationId xmlns:a16="http://schemas.microsoft.com/office/drawing/2014/main" id="{8B8A7B59-3234-4159-924B-E2372A003720}"/>
              </a:ext>
            </a:extLst>
          </p:cNvPr>
          <p:cNvSpPr>
            <a:spLocks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6293">
            <a:extLst>
              <a:ext uri="{FF2B5EF4-FFF2-40B4-BE49-F238E27FC236}">
                <a16:creationId xmlns:a16="http://schemas.microsoft.com/office/drawing/2014/main" id="{1FF3E637-CE77-47F3-ABFE-F570439D2FC6}"/>
              </a:ext>
            </a:extLst>
          </p:cNvPr>
          <p:cNvSpPr>
            <a:spLocks/>
          </p:cNvSpPr>
          <p:nvPr/>
        </p:nvSpPr>
        <p:spPr>
          <a:xfrm>
            <a:off x="1939656" y="52514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6294">
            <a:extLst>
              <a:ext uri="{FF2B5EF4-FFF2-40B4-BE49-F238E27FC236}">
                <a16:creationId xmlns:a16="http://schemas.microsoft.com/office/drawing/2014/main" id="{BA52B64C-C899-4992-B7BA-40A0A3C358A9}"/>
              </a:ext>
            </a:extLst>
          </p:cNvPr>
          <p:cNvSpPr>
            <a:spLocks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6295">
            <a:extLst>
              <a:ext uri="{FF2B5EF4-FFF2-40B4-BE49-F238E27FC236}">
                <a16:creationId xmlns:a16="http://schemas.microsoft.com/office/drawing/2014/main" id="{00370B20-682C-4EC3-853B-0DCF3B2FE483}"/>
              </a:ext>
            </a:extLst>
          </p:cNvPr>
          <p:cNvSpPr>
            <a:spLocks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6296">
            <a:extLst>
              <a:ext uri="{FF2B5EF4-FFF2-40B4-BE49-F238E27FC236}">
                <a16:creationId xmlns:a16="http://schemas.microsoft.com/office/drawing/2014/main" id="{52C6C729-FE16-4DAD-8F5C-10266D0667EC}"/>
              </a:ext>
            </a:extLst>
          </p:cNvPr>
          <p:cNvSpPr>
            <a:spLocks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6297">
            <a:extLst>
              <a:ext uri="{FF2B5EF4-FFF2-40B4-BE49-F238E27FC236}">
                <a16:creationId xmlns:a16="http://schemas.microsoft.com/office/drawing/2014/main" id="{89C9129C-FE9F-4541-BBBD-BC0B5F28DBFA}"/>
              </a:ext>
            </a:extLst>
          </p:cNvPr>
          <p:cNvSpPr>
            <a:spLocks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6298">
            <a:extLst>
              <a:ext uri="{FF2B5EF4-FFF2-40B4-BE49-F238E27FC236}">
                <a16:creationId xmlns:a16="http://schemas.microsoft.com/office/drawing/2014/main" id="{749C53DD-C4EF-4CC1-8048-4CC9E7A22727}"/>
              </a:ext>
            </a:extLst>
          </p:cNvPr>
          <p:cNvSpPr>
            <a:spLocks/>
          </p:cNvSpPr>
          <p:nvPr/>
        </p:nvSpPr>
        <p:spPr>
          <a:xfrm>
            <a:off x="2007008" y="5079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6299">
            <a:extLst>
              <a:ext uri="{FF2B5EF4-FFF2-40B4-BE49-F238E27FC236}">
                <a16:creationId xmlns:a16="http://schemas.microsoft.com/office/drawing/2014/main" id="{79DA5C6D-C8F3-41F3-8911-87E10BC653EA}"/>
              </a:ext>
            </a:extLst>
          </p:cNvPr>
          <p:cNvSpPr>
            <a:spLocks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6300">
            <a:extLst>
              <a:ext uri="{FF2B5EF4-FFF2-40B4-BE49-F238E27FC236}">
                <a16:creationId xmlns:a16="http://schemas.microsoft.com/office/drawing/2014/main" id="{A92DFE12-814C-42A7-95A9-E5D1617AAD3A}"/>
              </a:ext>
            </a:extLst>
          </p:cNvPr>
          <p:cNvSpPr>
            <a:spLocks/>
          </p:cNvSpPr>
          <p:nvPr/>
        </p:nvSpPr>
        <p:spPr>
          <a:xfrm>
            <a:off x="1906360" y="4960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6301">
            <a:extLst>
              <a:ext uri="{FF2B5EF4-FFF2-40B4-BE49-F238E27FC236}">
                <a16:creationId xmlns:a16="http://schemas.microsoft.com/office/drawing/2014/main" id="{C7F4BA6E-22BA-4488-99A2-60BB7D085628}"/>
              </a:ext>
            </a:extLst>
          </p:cNvPr>
          <p:cNvSpPr>
            <a:spLocks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6302">
            <a:extLst>
              <a:ext uri="{FF2B5EF4-FFF2-40B4-BE49-F238E27FC236}">
                <a16:creationId xmlns:a16="http://schemas.microsoft.com/office/drawing/2014/main" id="{30B5727F-329A-423D-BE3D-C839AFC0FBDF}"/>
              </a:ext>
            </a:extLst>
          </p:cNvPr>
          <p:cNvSpPr>
            <a:spLocks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6303">
            <a:extLst>
              <a:ext uri="{FF2B5EF4-FFF2-40B4-BE49-F238E27FC236}">
                <a16:creationId xmlns:a16="http://schemas.microsoft.com/office/drawing/2014/main" id="{F507C345-E5A1-42EA-868F-D1E800A81CA7}"/>
              </a:ext>
            </a:extLst>
          </p:cNvPr>
          <p:cNvSpPr>
            <a:spLocks/>
          </p:cNvSpPr>
          <p:nvPr/>
        </p:nvSpPr>
        <p:spPr>
          <a:xfrm>
            <a:off x="18489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6304">
            <a:extLst>
              <a:ext uri="{FF2B5EF4-FFF2-40B4-BE49-F238E27FC236}">
                <a16:creationId xmlns:a16="http://schemas.microsoft.com/office/drawing/2014/main" id="{6AEAF567-51D3-44F7-B7F3-EEE626C05B29}"/>
              </a:ext>
            </a:extLst>
          </p:cNvPr>
          <p:cNvSpPr>
            <a:spLocks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6305">
            <a:extLst>
              <a:ext uri="{FF2B5EF4-FFF2-40B4-BE49-F238E27FC236}">
                <a16:creationId xmlns:a16="http://schemas.microsoft.com/office/drawing/2014/main" id="{7245AFC2-EB3A-44DA-B6A3-B32267E27AB4}"/>
              </a:ext>
            </a:extLst>
          </p:cNvPr>
          <p:cNvSpPr>
            <a:spLocks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6306">
            <a:extLst>
              <a:ext uri="{FF2B5EF4-FFF2-40B4-BE49-F238E27FC236}">
                <a16:creationId xmlns:a16="http://schemas.microsoft.com/office/drawing/2014/main" id="{D0A05D48-223B-41D6-95F1-831B7A0A5FDA}"/>
              </a:ext>
            </a:extLst>
          </p:cNvPr>
          <p:cNvSpPr>
            <a:spLocks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6307">
            <a:extLst>
              <a:ext uri="{FF2B5EF4-FFF2-40B4-BE49-F238E27FC236}">
                <a16:creationId xmlns:a16="http://schemas.microsoft.com/office/drawing/2014/main" id="{A66A3877-75ED-4779-AF1D-0AF3DE65997C}"/>
              </a:ext>
            </a:extLst>
          </p:cNvPr>
          <p:cNvSpPr>
            <a:spLocks/>
          </p:cNvSpPr>
          <p:nvPr/>
        </p:nvSpPr>
        <p:spPr>
          <a:xfrm>
            <a:off x="2186803" y="495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6308">
            <a:extLst>
              <a:ext uri="{FF2B5EF4-FFF2-40B4-BE49-F238E27FC236}">
                <a16:creationId xmlns:a16="http://schemas.microsoft.com/office/drawing/2014/main" id="{80291730-D7D7-4ECE-8DFC-C1357F062154}"/>
              </a:ext>
            </a:extLst>
          </p:cNvPr>
          <p:cNvSpPr>
            <a:spLocks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6309">
            <a:extLst>
              <a:ext uri="{FF2B5EF4-FFF2-40B4-BE49-F238E27FC236}">
                <a16:creationId xmlns:a16="http://schemas.microsoft.com/office/drawing/2014/main" id="{4AFD9AF1-0E96-4581-96F1-840E229FE25F}"/>
              </a:ext>
            </a:extLst>
          </p:cNvPr>
          <p:cNvSpPr>
            <a:spLocks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6310">
            <a:extLst>
              <a:ext uri="{FF2B5EF4-FFF2-40B4-BE49-F238E27FC236}">
                <a16:creationId xmlns:a16="http://schemas.microsoft.com/office/drawing/2014/main" id="{4B40436F-B8FC-44FB-9815-D69846B60B8C}"/>
              </a:ext>
            </a:extLst>
          </p:cNvPr>
          <p:cNvSpPr>
            <a:spLocks/>
          </p:cNvSpPr>
          <p:nvPr/>
        </p:nvSpPr>
        <p:spPr>
          <a:xfrm>
            <a:off x="2277153" y="5327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6311">
            <a:extLst>
              <a:ext uri="{FF2B5EF4-FFF2-40B4-BE49-F238E27FC236}">
                <a16:creationId xmlns:a16="http://schemas.microsoft.com/office/drawing/2014/main" id="{A43587E6-0B0D-4311-9A54-01F20C4589A7}"/>
              </a:ext>
            </a:extLst>
          </p:cNvPr>
          <p:cNvSpPr>
            <a:spLocks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6312">
            <a:extLst>
              <a:ext uri="{FF2B5EF4-FFF2-40B4-BE49-F238E27FC236}">
                <a16:creationId xmlns:a16="http://schemas.microsoft.com/office/drawing/2014/main" id="{83C612C4-F8D3-4CA0-AA1E-CA415D0E7CE3}"/>
              </a:ext>
            </a:extLst>
          </p:cNvPr>
          <p:cNvSpPr>
            <a:spLocks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6313">
            <a:extLst>
              <a:ext uri="{FF2B5EF4-FFF2-40B4-BE49-F238E27FC236}">
                <a16:creationId xmlns:a16="http://schemas.microsoft.com/office/drawing/2014/main" id="{008D63B5-4368-49F8-A7BD-5D4B62C7577F}"/>
              </a:ext>
            </a:extLst>
          </p:cNvPr>
          <p:cNvSpPr>
            <a:spLocks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6314">
            <a:extLst>
              <a:ext uri="{FF2B5EF4-FFF2-40B4-BE49-F238E27FC236}">
                <a16:creationId xmlns:a16="http://schemas.microsoft.com/office/drawing/2014/main" id="{8CECB34E-1B41-491A-B2DE-776F7BC190CC}"/>
              </a:ext>
            </a:extLst>
          </p:cNvPr>
          <p:cNvSpPr>
            <a:spLocks/>
          </p:cNvSpPr>
          <p:nvPr/>
        </p:nvSpPr>
        <p:spPr>
          <a:xfrm>
            <a:off x="2066605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6315">
            <a:extLst>
              <a:ext uri="{FF2B5EF4-FFF2-40B4-BE49-F238E27FC236}">
                <a16:creationId xmlns:a16="http://schemas.microsoft.com/office/drawing/2014/main" id="{DA15D516-FBBC-4CF6-B44D-50C0BB4C252B}"/>
              </a:ext>
            </a:extLst>
          </p:cNvPr>
          <p:cNvSpPr>
            <a:spLocks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6316">
            <a:extLst>
              <a:ext uri="{FF2B5EF4-FFF2-40B4-BE49-F238E27FC236}">
                <a16:creationId xmlns:a16="http://schemas.microsoft.com/office/drawing/2014/main" id="{089BB048-ED99-458F-95AC-AA5B1C726187}"/>
              </a:ext>
            </a:extLst>
          </p:cNvPr>
          <p:cNvSpPr>
            <a:spLocks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6317">
            <a:extLst>
              <a:ext uri="{FF2B5EF4-FFF2-40B4-BE49-F238E27FC236}">
                <a16:creationId xmlns:a16="http://schemas.microsoft.com/office/drawing/2014/main" id="{814298BD-83A4-4AE3-9D91-2DDD5592E86E}"/>
              </a:ext>
            </a:extLst>
          </p:cNvPr>
          <p:cNvSpPr>
            <a:spLocks/>
          </p:cNvSpPr>
          <p:nvPr/>
        </p:nvSpPr>
        <p:spPr>
          <a:xfrm>
            <a:off x="2094367" y="52598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6318">
            <a:extLst>
              <a:ext uri="{FF2B5EF4-FFF2-40B4-BE49-F238E27FC236}">
                <a16:creationId xmlns:a16="http://schemas.microsoft.com/office/drawing/2014/main" id="{788415F3-55EE-4E03-9F8C-A22CAC589074}"/>
              </a:ext>
            </a:extLst>
          </p:cNvPr>
          <p:cNvSpPr>
            <a:spLocks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6319">
            <a:extLst>
              <a:ext uri="{FF2B5EF4-FFF2-40B4-BE49-F238E27FC236}">
                <a16:creationId xmlns:a16="http://schemas.microsoft.com/office/drawing/2014/main" id="{F901B0EF-EBAD-485A-B8DB-4B0449350D39}"/>
              </a:ext>
            </a:extLst>
          </p:cNvPr>
          <p:cNvSpPr>
            <a:spLocks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6320">
            <a:extLst>
              <a:ext uri="{FF2B5EF4-FFF2-40B4-BE49-F238E27FC236}">
                <a16:creationId xmlns:a16="http://schemas.microsoft.com/office/drawing/2014/main" id="{80D3594F-BAFB-4A6D-87CE-0BE1FE5197C9}"/>
              </a:ext>
            </a:extLst>
          </p:cNvPr>
          <p:cNvSpPr>
            <a:spLocks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6321">
            <a:extLst>
              <a:ext uri="{FF2B5EF4-FFF2-40B4-BE49-F238E27FC236}">
                <a16:creationId xmlns:a16="http://schemas.microsoft.com/office/drawing/2014/main" id="{C37BF6EF-7736-4F81-B145-C6F167CFAC4E}"/>
              </a:ext>
            </a:extLst>
          </p:cNvPr>
          <p:cNvSpPr>
            <a:spLocks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6322">
            <a:extLst>
              <a:ext uri="{FF2B5EF4-FFF2-40B4-BE49-F238E27FC236}">
                <a16:creationId xmlns:a16="http://schemas.microsoft.com/office/drawing/2014/main" id="{EF1D94E6-E92F-46E0-9870-BACE133CB0E7}"/>
              </a:ext>
            </a:extLst>
          </p:cNvPr>
          <p:cNvSpPr>
            <a:spLocks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6323">
            <a:extLst>
              <a:ext uri="{FF2B5EF4-FFF2-40B4-BE49-F238E27FC236}">
                <a16:creationId xmlns:a16="http://schemas.microsoft.com/office/drawing/2014/main" id="{4D368909-9EAC-4341-999E-82862452E302}"/>
              </a:ext>
            </a:extLst>
          </p:cNvPr>
          <p:cNvSpPr>
            <a:spLocks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6324">
            <a:extLst>
              <a:ext uri="{FF2B5EF4-FFF2-40B4-BE49-F238E27FC236}">
                <a16:creationId xmlns:a16="http://schemas.microsoft.com/office/drawing/2014/main" id="{5628F77A-8092-4E6C-B89B-7341CC7E8AFE}"/>
              </a:ext>
            </a:extLst>
          </p:cNvPr>
          <p:cNvSpPr>
            <a:spLocks/>
          </p:cNvSpPr>
          <p:nvPr/>
        </p:nvSpPr>
        <p:spPr>
          <a:xfrm>
            <a:off x="1847547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6325">
            <a:extLst>
              <a:ext uri="{FF2B5EF4-FFF2-40B4-BE49-F238E27FC236}">
                <a16:creationId xmlns:a16="http://schemas.microsoft.com/office/drawing/2014/main" id="{81447B86-85CC-4DEE-99C1-F465B998F6B8}"/>
              </a:ext>
            </a:extLst>
          </p:cNvPr>
          <p:cNvSpPr>
            <a:spLocks/>
          </p:cNvSpPr>
          <p:nvPr/>
        </p:nvSpPr>
        <p:spPr>
          <a:xfrm>
            <a:off x="212216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6326">
            <a:extLst>
              <a:ext uri="{FF2B5EF4-FFF2-40B4-BE49-F238E27FC236}">
                <a16:creationId xmlns:a16="http://schemas.microsoft.com/office/drawing/2014/main" id="{500F6BC6-75E3-4FC0-A37E-BB4884CC18BA}"/>
              </a:ext>
            </a:extLst>
          </p:cNvPr>
          <p:cNvSpPr>
            <a:spLocks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6327">
            <a:extLst>
              <a:ext uri="{FF2B5EF4-FFF2-40B4-BE49-F238E27FC236}">
                <a16:creationId xmlns:a16="http://schemas.microsoft.com/office/drawing/2014/main" id="{E8522DC1-4E97-4A3E-9A42-3761843E539F}"/>
              </a:ext>
            </a:extLst>
          </p:cNvPr>
          <p:cNvSpPr>
            <a:spLocks/>
          </p:cNvSpPr>
          <p:nvPr/>
        </p:nvSpPr>
        <p:spPr>
          <a:xfrm>
            <a:off x="18112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6328">
            <a:extLst>
              <a:ext uri="{FF2B5EF4-FFF2-40B4-BE49-F238E27FC236}">
                <a16:creationId xmlns:a16="http://schemas.microsoft.com/office/drawing/2014/main" id="{090DD357-B7B7-4D91-A106-D9A66FE7A596}"/>
              </a:ext>
            </a:extLst>
          </p:cNvPr>
          <p:cNvSpPr>
            <a:spLocks/>
          </p:cNvSpPr>
          <p:nvPr/>
        </p:nvSpPr>
        <p:spPr>
          <a:xfrm>
            <a:off x="2309658" y="48473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6329">
            <a:extLst>
              <a:ext uri="{FF2B5EF4-FFF2-40B4-BE49-F238E27FC236}">
                <a16:creationId xmlns:a16="http://schemas.microsoft.com/office/drawing/2014/main" id="{563AE789-A92D-41A4-88F4-59CD2CF4219D}"/>
              </a:ext>
            </a:extLst>
          </p:cNvPr>
          <p:cNvSpPr>
            <a:spLocks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6330">
            <a:extLst>
              <a:ext uri="{FF2B5EF4-FFF2-40B4-BE49-F238E27FC236}">
                <a16:creationId xmlns:a16="http://schemas.microsoft.com/office/drawing/2014/main" id="{4D4A341C-9393-47DD-B245-157CA29B97A4}"/>
              </a:ext>
            </a:extLst>
          </p:cNvPr>
          <p:cNvSpPr>
            <a:spLocks/>
          </p:cNvSpPr>
          <p:nvPr/>
        </p:nvSpPr>
        <p:spPr>
          <a:xfrm>
            <a:off x="230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6331">
            <a:extLst>
              <a:ext uri="{FF2B5EF4-FFF2-40B4-BE49-F238E27FC236}">
                <a16:creationId xmlns:a16="http://schemas.microsoft.com/office/drawing/2014/main" id="{7B57541E-491D-42E3-83C5-4F23FC56B987}"/>
              </a:ext>
            </a:extLst>
          </p:cNvPr>
          <p:cNvSpPr>
            <a:spLocks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6332">
            <a:extLst>
              <a:ext uri="{FF2B5EF4-FFF2-40B4-BE49-F238E27FC236}">
                <a16:creationId xmlns:a16="http://schemas.microsoft.com/office/drawing/2014/main" id="{52D379F0-67DD-451E-8811-95B7F4CB398C}"/>
              </a:ext>
            </a:extLst>
          </p:cNvPr>
          <p:cNvSpPr>
            <a:spLocks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6333">
            <a:extLst>
              <a:ext uri="{FF2B5EF4-FFF2-40B4-BE49-F238E27FC236}">
                <a16:creationId xmlns:a16="http://schemas.microsoft.com/office/drawing/2014/main" id="{3C01C9E3-417D-486B-B975-D01F98C63233}"/>
              </a:ext>
            </a:extLst>
          </p:cNvPr>
          <p:cNvSpPr>
            <a:spLocks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6334">
            <a:extLst>
              <a:ext uri="{FF2B5EF4-FFF2-40B4-BE49-F238E27FC236}">
                <a16:creationId xmlns:a16="http://schemas.microsoft.com/office/drawing/2014/main" id="{A5553D85-AC95-4448-A3DB-ABD13944B32A}"/>
              </a:ext>
            </a:extLst>
          </p:cNvPr>
          <p:cNvSpPr>
            <a:spLocks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6335">
            <a:extLst>
              <a:ext uri="{FF2B5EF4-FFF2-40B4-BE49-F238E27FC236}">
                <a16:creationId xmlns:a16="http://schemas.microsoft.com/office/drawing/2014/main" id="{AC164413-CF11-4999-B4B3-F2B2F0CA9914}"/>
              </a:ext>
            </a:extLst>
          </p:cNvPr>
          <p:cNvSpPr>
            <a:spLocks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6336">
            <a:extLst>
              <a:ext uri="{FF2B5EF4-FFF2-40B4-BE49-F238E27FC236}">
                <a16:creationId xmlns:a16="http://schemas.microsoft.com/office/drawing/2014/main" id="{5B1F574A-98A5-4DAA-ACF2-B1F343C2F188}"/>
              </a:ext>
            </a:extLst>
          </p:cNvPr>
          <p:cNvSpPr>
            <a:spLocks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6337">
            <a:extLst>
              <a:ext uri="{FF2B5EF4-FFF2-40B4-BE49-F238E27FC236}">
                <a16:creationId xmlns:a16="http://schemas.microsoft.com/office/drawing/2014/main" id="{6687E321-F717-4421-802F-24575D3D3809}"/>
              </a:ext>
            </a:extLst>
          </p:cNvPr>
          <p:cNvSpPr>
            <a:spLocks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6338">
            <a:extLst>
              <a:ext uri="{FF2B5EF4-FFF2-40B4-BE49-F238E27FC236}">
                <a16:creationId xmlns:a16="http://schemas.microsoft.com/office/drawing/2014/main" id="{0304FD92-FFC4-4607-89F8-55EBBB81A7F1}"/>
              </a:ext>
            </a:extLst>
          </p:cNvPr>
          <p:cNvSpPr>
            <a:spLocks/>
          </p:cNvSpPr>
          <p:nvPr/>
        </p:nvSpPr>
        <p:spPr>
          <a:xfrm>
            <a:off x="2148740" y="5320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6339">
            <a:extLst>
              <a:ext uri="{FF2B5EF4-FFF2-40B4-BE49-F238E27FC236}">
                <a16:creationId xmlns:a16="http://schemas.microsoft.com/office/drawing/2014/main" id="{D71AB4C0-2F95-47C7-96C2-1A8E24BD4C55}"/>
              </a:ext>
            </a:extLst>
          </p:cNvPr>
          <p:cNvSpPr>
            <a:spLocks/>
          </p:cNvSpPr>
          <p:nvPr/>
        </p:nvSpPr>
        <p:spPr>
          <a:xfrm>
            <a:off x="2053366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6340">
            <a:extLst>
              <a:ext uri="{FF2B5EF4-FFF2-40B4-BE49-F238E27FC236}">
                <a16:creationId xmlns:a16="http://schemas.microsoft.com/office/drawing/2014/main" id="{3D11F989-2ABF-491C-900E-33542B64D61F}"/>
              </a:ext>
            </a:extLst>
          </p:cNvPr>
          <p:cNvSpPr>
            <a:spLocks/>
          </p:cNvSpPr>
          <p:nvPr/>
        </p:nvSpPr>
        <p:spPr>
          <a:xfrm>
            <a:off x="2061469" y="51274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6341">
            <a:extLst>
              <a:ext uri="{FF2B5EF4-FFF2-40B4-BE49-F238E27FC236}">
                <a16:creationId xmlns:a16="http://schemas.microsoft.com/office/drawing/2014/main" id="{DB6455A3-F73A-47D7-911C-42CDB764A268}"/>
              </a:ext>
            </a:extLst>
          </p:cNvPr>
          <p:cNvSpPr>
            <a:spLocks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6342">
            <a:extLst>
              <a:ext uri="{FF2B5EF4-FFF2-40B4-BE49-F238E27FC236}">
                <a16:creationId xmlns:a16="http://schemas.microsoft.com/office/drawing/2014/main" id="{722F39D8-0A41-4DE5-A1CA-12F367FB7C11}"/>
              </a:ext>
            </a:extLst>
          </p:cNvPr>
          <p:cNvSpPr>
            <a:spLocks/>
          </p:cNvSpPr>
          <p:nvPr/>
        </p:nvSpPr>
        <p:spPr>
          <a:xfrm>
            <a:off x="2274890" y="5326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6343">
            <a:extLst>
              <a:ext uri="{FF2B5EF4-FFF2-40B4-BE49-F238E27FC236}">
                <a16:creationId xmlns:a16="http://schemas.microsoft.com/office/drawing/2014/main" id="{9D27B6EE-D464-4310-BD28-24E012ECDBC9}"/>
              </a:ext>
            </a:extLst>
          </p:cNvPr>
          <p:cNvSpPr>
            <a:spLocks/>
          </p:cNvSpPr>
          <p:nvPr/>
        </p:nvSpPr>
        <p:spPr>
          <a:xfrm>
            <a:off x="1981329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6344">
            <a:extLst>
              <a:ext uri="{FF2B5EF4-FFF2-40B4-BE49-F238E27FC236}">
                <a16:creationId xmlns:a16="http://schemas.microsoft.com/office/drawing/2014/main" id="{C4688102-4277-4939-9D3B-607769443052}"/>
              </a:ext>
            </a:extLst>
          </p:cNvPr>
          <p:cNvSpPr>
            <a:spLocks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6345">
            <a:extLst>
              <a:ext uri="{FF2B5EF4-FFF2-40B4-BE49-F238E27FC236}">
                <a16:creationId xmlns:a16="http://schemas.microsoft.com/office/drawing/2014/main" id="{B0E3A98C-3136-4633-A272-2FF896E0A802}"/>
              </a:ext>
            </a:extLst>
          </p:cNvPr>
          <p:cNvSpPr>
            <a:spLocks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6346">
            <a:extLst>
              <a:ext uri="{FF2B5EF4-FFF2-40B4-BE49-F238E27FC236}">
                <a16:creationId xmlns:a16="http://schemas.microsoft.com/office/drawing/2014/main" id="{3B65CAB8-7E90-4489-AAD5-49AEAFC77F43}"/>
              </a:ext>
            </a:extLst>
          </p:cNvPr>
          <p:cNvSpPr>
            <a:spLocks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6347">
            <a:extLst>
              <a:ext uri="{FF2B5EF4-FFF2-40B4-BE49-F238E27FC236}">
                <a16:creationId xmlns:a16="http://schemas.microsoft.com/office/drawing/2014/main" id="{DFB3B6CC-E64B-41F3-BCB2-D571B82A6DC1}"/>
              </a:ext>
            </a:extLst>
          </p:cNvPr>
          <p:cNvSpPr>
            <a:spLocks/>
          </p:cNvSpPr>
          <p:nvPr/>
        </p:nvSpPr>
        <p:spPr>
          <a:xfrm>
            <a:off x="21508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6348">
            <a:extLst>
              <a:ext uri="{FF2B5EF4-FFF2-40B4-BE49-F238E27FC236}">
                <a16:creationId xmlns:a16="http://schemas.microsoft.com/office/drawing/2014/main" id="{B1529EE9-749E-49D6-A868-38FBD5D7E2AB}"/>
              </a:ext>
            </a:extLst>
          </p:cNvPr>
          <p:cNvSpPr>
            <a:spLocks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6349">
            <a:extLst>
              <a:ext uri="{FF2B5EF4-FFF2-40B4-BE49-F238E27FC236}">
                <a16:creationId xmlns:a16="http://schemas.microsoft.com/office/drawing/2014/main" id="{581F93B4-FF83-478B-B07F-A820167E4BC3}"/>
              </a:ext>
            </a:extLst>
          </p:cNvPr>
          <p:cNvSpPr>
            <a:spLocks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6350">
            <a:extLst>
              <a:ext uri="{FF2B5EF4-FFF2-40B4-BE49-F238E27FC236}">
                <a16:creationId xmlns:a16="http://schemas.microsoft.com/office/drawing/2014/main" id="{03DFE019-CA36-4118-8D7C-83356D5F732B}"/>
              </a:ext>
            </a:extLst>
          </p:cNvPr>
          <p:cNvSpPr>
            <a:spLocks/>
          </p:cNvSpPr>
          <p:nvPr/>
        </p:nvSpPr>
        <p:spPr>
          <a:xfrm>
            <a:off x="2137967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6351">
            <a:extLst>
              <a:ext uri="{FF2B5EF4-FFF2-40B4-BE49-F238E27FC236}">
                <a16:creationId xmlns:a16="http://schemas.microsoft.com/office/drawing/2014/main" id="{EC5AA8CD-184E-446A-A2A2-455CC03D329C}"/>
              </a:ext>
            </a:extLst>
          </p:cNvPr>
          <p:cNvSpPr>
            <a:spLocks/>
          </p:cNvSpPr>
          <p:nvPr/>
        </p:nvSpPr>
        <p:spPr>
          <a:xfrm>
            <a:off x="201326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6352">
            <a:extLst>
              <a:ext uri="{FF2B5EF4-FFF2-40B4-BE49-F238E27FC236}">
                <a16:creationId xmlns:a16="http://schemas.microsoft.com/office/drawing/2014/main" id="{2D7C4C12-76E1-41C2-BC12-C5037F924531}"/>
              </a:ext>
            </a:extLst>
          </p:cNvPr>
          <p:cNvSpPr>
            <a:spLocks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6353">
            <a:extLst>
              <a:ext uri="{FF2B5EF4-FFF2-40B4-BE49-F238E27FC236}">
                <a16:creationId xmlns:a16="http://schemas.microsoft.com/office/drawing/2014/main" id="{0D877C8F-E12B-408D-9E26-049FE17CB61A}"/>
              </a:ext>
            </a:extLst>
          </p:cNvPr>
          <p:cNvSpPr>
            <a:spLocks/>
          </p:cNvSpPr>
          <p:nvPr/>
        </p:nvSpPr>
        <p:spPr>
          <a:xfrm>
            <a:off x="2273261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6354">
            <a:extLst>
              <a:ext uri="{FF2B5EF4-FFF2-40B4-BE49-F238E27FC236}">
                <a16:creationId xmlns:a16="http://schemas.microsoft.com/office/drawing/2014/main" id="{475B4CD7-40F0-484F-ACCF-34D7E01ED3AA}"/>
              </a:ext>
            </a:extLst>
          </p:cNvPr>
          <p:cNvSpPr>
            <a:spLocks/>
          </p:cNvSpPr>
          <p:nvPr/>
        </p:nvSpPr>
        <p:spPr>
          <a:xfrm>
            <a:off x="19013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6355">
            <a:extLst>
              <a:ext uri="{FF2B5EF4-FFF2-40B4-BE49-F238E27FC236}">
                <a16:creationId xmlns:a16="http://schemas.microsoft.com/office/drawing/2014/main" id="{22CFE08E-AE9F-4733-86E2-704BEC46CCE4}"/>
              </a:ext>
            </a:extLst>
          </p:cNvPr>
          <p:cNvSpPr>
            <a:spLocks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6356">
            <a:extLst>
              <a:ext uri="{FF2B5EF4-FFF2-40B4-BE49-F238E27FC236}">
                <a16:creationId xmlns:a16="http://schemas.microsoft.com/office/drawing/2014/main" id="{6E5CEA9B-5C6D-484A-B7C7-FDE02E4527CA}"/>
              </a:ext>
            </a:extLst>
          </p:cNvPr>
          <p:cNvSpPr>
            <a:spLocks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6357">
            <a:extLst>
              <a:ext uri="{FF2B5EF4-FFF2-40B4-BE49-F238E27FC236}">
                <a16:creationId xmlns:a16="http://schemas.microsoft.com/office/drawing/2014/main" id="{A9E368E8-BA7A-4397-9263-BA41EB20BA31}"/>
              </a:ext>
            </a:extLst>
          </p:cNvPr>
          <p:cNvSpPr>
            <a:spLocks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6358">
            <a:extLst>
              <a:ext uri="{FF2B5EF4-FFF2-40B4-BE49-F238E27FC236}">
                <a16:creationId xmlns:a16="http://schemas.microsoft.com/office/drawing/2014/main" id="{FBFCF1FE-F0E9-48DB-B142-57E638FC43A4}"/>
              </a:ext>
            </a:extLst>
          </p:cNvPr>
          <p:cNvSpPr>
            <a:spLocks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6359">
            <a:extLst>
              <a:ext uri="{FF2B5EF4-FFF2-40B4-BE49-F238E27FC236}">
                <a16:creationId xmlns:a16="http://schemas.microsoft.com/office/drawing/2014/main" id="{5782A446-3B6A-4DA8-8075-C71B11AA3060}"/>
              </a:ext>
            </a:extLst>
          </p:cNvPr>
          <p:cNvSpPr>
            <a:spLocks/>
          </p:cNvSpPr>
          <p:nvPr/>
        </p:nvSpPr>
        <p:spPr>
          <a:xfrm>
            <a:off x="2022717" y="4834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6360">
            <a:extLst>
              <a:ext uri="{FF2B5EF4-FFF2-40B4-BE49-F238E27FC236}">
                <a16:creationId xmlns:a16="http://schemas.microsoft.com/office/drawing/2014/main" id="{FF1016F9-DE44-43B2-8B6E-638D0CD33CFF}"/>
              </a:ext>
            </a:extLst>
          </p:cNvPr>
          <p:cNvSpPr>
            <a:spLocks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6361">
            <a:extLst>
              <a:ext uri="{FF2B5EF4-FFF2-40B4-BE49-F238E27FC236}">
                <a16:creationId xmlns:a16="http://schemas.microsoft.com/office/drawing/2014/main" id="{91DE4EA6-8429-4CEA-AE4C-F9CEA1DFB1C4}"/>
              </a:ext>
            </a:extLst>
          </p:cNvPr>
          <p:cNvSpPr>
            <a:spLocks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6362">
            <a:extLst>
              <a:ext uri="{FF2B5EF4-FFF2-40B4-BE49-F238E27FC236}">
                <a16:creationId xmlns:a16="http://schemas.microsoft.com/office/drawing/2014/main" id="{6D97C80A-7DF5-42DB-AA92-CD1C74C1BEC8}"/>
              </a:ext>
            </a:extLst>
          </p:cNvPr>
          <p:cNvSpPr>
            <a:spLocks/>
          </p:cNvSpPr>
          <p:nvPr/>
        </p:nvSpPr>
        <p:spPr>
          <a:xfrm>
            <a:off x="2200966" y="5335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6363">
            <a:extLst>
              <a:ext uri="{FF2B5EF4-FFF2-40B4-BE49-F238E27FC236}">
                <a16:creationId xmlns:a16="http://schemas.microsoft.com/office/drawing/2014/main" id="{B8E23CB1-4B4C-4393-B6E5-D7CD696151B3}"/>
              </a:ext>
            </a:extLst>
          </p:cNvPr>
          <p:cNvSpPr>
            <a:spLocks/>
          </p:cNvSpPr>
          <p:nvPr/>
        </p:nvSpPr>
        <p:spPr>
          <a:xfrm>
            <a:off x="2007806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6364">
            <a:extLst>
              <a:ext uri="{FF2B5EF4-FFF2-40B4-BE49-F238E27FC236}">
                <a16:creationId xmlns:a16="http://schemas.microsoft.com/office/drawing/2014/main" id="{09E8D686-8DA2-4861-A285-C688AB99C204}"/>
              </a:ext>
            </a:extLst>
          </p:cNvPr>
          <p:cNvSpPr>
            <a:spLocks/>
          </p:cNvSpPr>
          <p:nvPr/>
        </p:nvSpPr>
        <p:spPr>
          <a:xfrm>
            <a:off x="22553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6365">
            <a:extLst>
              <a:ext uri="{FF2B5EF4-FFF2-40B4-BE49-F238E27FC236}">
                <a16:creationId xmlns:a16="http://schemas.microsoft.com/office/drawing/2014/main" id="{CC4ED9ED-76D6-4DAD-9DE1-A49A1B66F6BF}"/>
              </a:ext>
            </a:extLst>
          </p:cNvPr>
          <p:cNvSpPr>
            <a:spLocks/>
          </p:cNvSpPr>
          <p:nvPr/>
        </p:nvSpPr>
        <p:spPr>
          <a:xfrm>
            <a:off x="1963694" y="5384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6366">
            <a:extLst>
              <a:ext uri="{FF2B5EF4-FFF2-40B4-BE49-F238E27FC236}">
                <a16:creationId xmlns:a16="http://schemas.microsoft.com/office/drawing/2014/main" id="{A2883E52-564C-4065-81FF-A85BACC0D752}"/>
              </a:ext>
            </a:extLst>
          </p:cNvPr>
          <p:cNvSpPr>
            <a:spLocks/>
          </p:cNvSpPr>
          <p:nvPr/>
        </p:nvSpPr>
        <p:spPr>
          <a:xfrm>
            <a:off x="185904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6367">
            <a:extLst>
              <a:ext uri="{FF2B5EF4-FFF2-40B4-BE49-F238E27FC236}">
                <a16:creationId xmlns:a16="http://schemas.microsoft.com/office/drawing/2014/main" id="{EDBE2891-EACB-4829-93A1-43E28F74F76A}"/>
              </a:ext>
            </a:extLst>
          </p:cNvPr>
          <p:cNvSpPr>
            <a:spLocks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6368">
            <a:extLst>
              <a:ext uri="{FF2B5EF4-FFF2-40B4-BE49-F238E27FC236}">
                <a16:creationId xmlns:a16="http://schemas.microsoft.com/office/drawing/2014/main" id="{9BEF104F-6673-4298-A3B9-7ECD1E838EB7}"/>
              </a:ext>
            </a:extLst>
          </p:cNvPr>
          <p:cNvSpPr>
            <a:spLocks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6369">
            <a:extLst>
              <a:ext uri="{FF2B5EF4-FFF2-40B4-BE49-F238E27FC236}">
                <a16:creationId xmlns:a16="http://schemas.microsoft.com/office/drawing/2014/main" id="{8C1A8625-F63D-4B1E-9E86-73FB921F45AD}"/>
              </a:ext>
            </a:extLst>
          </p:cNvPr>
          <p:cNvSpPr>
            <a:spLocks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6370">
            <a:extLst>
              <a:ext uri="{FF2B5EF4-FFF2-40B4-BE49-F238E27FC236}">
                <a16:creationId xmlns:a16="http://schemas.microsoft.com/office/drawing/2014/main" id="{56427E44-B549-4819-B4B1-18005F94FAA6}"/>
              </a:ext>
            </a:extLst>
          </p:cNvPr>
          <p:cNvSpPr>
            <a:spLocks/>
          </p:cNvSpPr>
          <p:nvPr/>
        </p:nvSpPr>
        <p:spPr>
          <a:xfrm>
            <a:off x="2257166" y="5334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6371">
            <a:extLst>
              <a:ext uri="{FF2B5EF4-FFF2-40B4-BE49-F238E27FC236}">
                <a16:creationId xmlns:a16="http://schemas.microsoft.com/office/drawing/2014/main" id="{87B50AB3-C73B-4E0F-8E53-3A70B3E0DBD9}"/>
              </a:ext>
            </a:extLst>
          </p:cNvPr>
          <p:cNvSpPr>
            <a:spLocks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6372">
            <a:extLst>
              <a:ext uri="{FF2B5EF4-FFF2-40B4-BE49-F238E27FC236}">
                <a16:creationId xmlns:a16="http://schemas.microsoft.com/office/drawing/2014/main" id="{514E1310-D3AA-4767-AEEC-F746C56BF10C}"/>
              </a:ext>
            </a:extLst>
          </p:cNvPr>
          <p:cNvSpPr>
            <a:spLocks/>
          </p:cNvSpPr>
          <p:nvPr/>
        </p:nvSpPr>
        <p:spPr>
          <a:xfrm>
            <a:off x="2077906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6373">
            <a:extLst>
              <a:ext uri="{FF2B5EF4-FFF2-40B4-BE49-F238E27FC236}">
                <a16:creationId xmlns:a16="http://schemas.microsoft.com/office/drawing/2014/main" id="{F0429D08-A60A-43DF-ACC0-E0CDA2056F4D}"/>
              </a:ext>
            </a:extLst>
          </p:cNvPr>
          <p:cNvSpPr>
            <a:spLocks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6374">
            <a:extLst>
              <a:ext uri="{FF2B5EF4-FFF2-40B4-BE49-F238E27FC236}">
                <a16:creationId xmlns:a16="http://schemas.microsoft.com/office/drawing/2014/main" id="{4BC5C1D6-C578-4F5D-9026-3D52535A8C8D}"/>
              </a:ext>
            </a:extLst>
          </p:cNvPr>
          <p:cNvSpPr>
            <a:spLocks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6375">
            <a:extLst>
              <a:ext uri="{FF2B5EF4-FFF2-40B4-BE49-F238E27FC236}">
                <a16:creationId xmlns:a16="http://schemas.microsoft.com/office/drawing/2014/main" id="{D2C27DA0-5B28-41C8-BD5F-9CB83BCB49FB}"/>
              </a:ext>
            </a:extLst>
          </p:cNvPr>
          <p:cNvSpPr>
            <a:spLocks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6376">
            <a:extLst>
              <a:ext uri="{FF2B5EF4-FFF2-40B4-BE49-F238E27FC236}">
                <a16:creationId xmlns:a16="http://schemas.microsoft.com/office/drawing/2014/main" id="{CBAEA25C-86EC-4EA7-A3DC-31817167869A}"/>
              </a:ext>
            </a:extLst>
          </p:cNvPr>
          <p:cNvSpPr>
            <a:spLocks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6377">
            <a:extLst>
              <a:ext uri="{FF2B5EF4-FFF2-40B4-BE49-F238E27FC236}">
                <a16:creationId xmlns:a16="http://schemas.microsoft.com/office/drawing/2014/main" id="{F1A6CCD9-5CCF-46A5-8C65-EFBEEFEE8213}"/>
              </a:ext>
            </a:extLst>
          </p:cNvPr>
          <p:cNvSpPr>
            <a:spLocks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6378">
            <a:extLst>
              <a:ext uri="{FF2B5EF4-FFF2-40B4-BE49-F238E27FC236}">
                <a16:creationId xmlns:a16="http://schemas.microsoft.com/office/drawing/2014/main" id="{1A1D120D-CF17-46CB-83D0-727D7263102F}"/>
              </a:ext>
            </a:extLst>
          </p:cNvPr>
          <p:cNvSpPr>
            <a:spLocks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6379">
            <a:extLst>
              <a:ext uri="{FF2B5EF4-FFF2-40B4-BE49-F238E27FC236}">
                <a16:creationId xmlns:a16="http://schemas.microsoft.com/office/drawing/2014/main" id="{836B01A0-D17E-44A5-8EDD-F1DEA80272F3}"/>
              </a:ext>
            </a:extLst>
          </p:cNvPr>
          <p:cNvSpPr>
            <a:spLocks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6380">
            <a:extLst>
              <a:ext uri="{FF2B5EF4-FFF2-40B4-BE49-F238E27FC236}">
                <a16:creationId xmlns:a16="http://schemas.microsoft.com/office/drawing/2014/main" id="{D38358E9-BD59-4101-881B-8E74FBBD817D}"/>
              </a:ext>
            </a:extLst>
          </p:cNvPr>
          <p:cNvSpPr>
            <a:spLocks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6381">
            <a:extLst>
              <a:ext uri="{FF2B5EF4-FFF2-40B4-BE49-F238E27FC236}">
                <a16:creationId xmlns:a16="http://schemas.microsoft.com/office/drawing/2014/main" id="{96D1F682-1709-4213-8974-C03656C203B5}"/>
              </a:ext>
            </a:extLst>
          </p:cNvPr>
          <p:cNvSpPr>
            <a:spLocks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6382">
            <a:extLst>
              <a:ext uri="{FF2B5EF4-FFF2-40B4-BE49-F238E27FC236}">
                <a16:creationId xmlns:a16="http://schemas.microsoft.com/office/drawing/2014/main" id="{42F294FC-CF65-4468-A8FB-BC6AA7F0BCBB}"/>
              </a:ext>
            </a:extLst>
          </p:cNvPr>
          <p:cNvSpPr>
            <a:spLocks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6383">
            <a:extLst>
              <a:ext uri="{FF2B5EF4-FFF2-40B4-BE49-F238E27FC236}">
                <a16:creationId xmlns:a16="http://schemas.microsoft.com/office/drawing/2014/main" id="{E40D5DA2-E671-4691-BFD7-67099EEBE00D}"/>
              </a:ext>
            </a:extLst>
          </p:cNvPr>
          <p:cNvSpPr>
            <a:spLocks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6384">
            <a:extLst>
              <a:ext uri="{FF2B5EF4-FFF2-40B4-BE49-F238E27FC236}">
                <a16:creationId xmlns:a16="http://schemas.microsoft.com/office/drawing/2014/main" id="{5E5100B2-2E3C-47B3-89B4-23F278C4A77A}"/>
              </a:ext>
            </a:extLst>
          </p:cNvPr>
          <p:cNvSpPr>
            <a:spLocks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6385">
            <a:extLst>
              <a:ext uri="{FF2B5EF4-FFF2-40B4-BE49-F238E27FC236}">
                <a16:creationId xmlns:a16="http://schemas.microsoft.com/office/drawing/2014/main" id="{63DC6297-C90C-487A-A269-2D479299B731}"/>
              </a:ext>
            </a:extLst>
          </p:cNvPr>
          <p:cNvSpPr>
            <a:spLocks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6386">
            <a:extLst>
              <a:ext uri="{FF2B5EF4-FFF2-40B4-BE49-F238E27FC236}">
                <a16:creationId xmlns:a16="http://schemas.microsoft.com/office/drawing/2014/main" id="{9AD8E5B7-0881-414E-97EE-BF6DF0C75A82}"/>
              </a:ext>
            </a:extLst>
          </p:cNvPr>
          <p:cNvSpPr>
            <a:spLocks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6387">
            <a:extLst>
              <a:ext uri="{FF2B5EF4-FFF2-40B4-BE49-F238E27FC236}">
                <a16:creationId xmlns:a16="http://schemas.microsoft.com/office/drawing/2014/main" id="{3F5D7DBD-5C3B-4E84-A116-216B1F32EBEC}"/>
              </a:ext>
            </a:extLst>
          </p:cNvPr>
          <p:cNvSpPr>
            <a:spLocks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6388">
            <a:extLst>
              <a:ext uri="{FF2B5EF4-FFF2-40B4-BE49-F238E27FC236}">
                <a16:creationId xmlns:a16="http://schemas.microsoft.com/office/drawing/2014/main" id="{0AFC235A-6473-4B39-AA9F-C7B53AFE6A67}"/>
              </a:ext>
            </a:extLst>
          </p:cNvPr>
          <p:cNvSpPr>
            <a:spLocks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6389">
            <a:extLst>
              <a:ext uri="{FF2B5EF4-FFF2-40B4-BE49-F238E27FC236}">
                <a16:creationId xmlns:a16="http://schemas.microsoft.com/office/drawing/2014/main" id="{0FEAE5D0-8719-4113-B555-821AEF9652A1}"/>
              </a:ext>
            </a:extLst>
          </p:cNvPr>
          <p:cNvSpPr>
            <a:spLocks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6390">
            <a:extLst>
              <a:ext uri="{FF2B5EF4-FFF2-40B4-BE49-F238E27FC236}">
                <a16:creationId xmlns:a16="http://schemas.microsoft.com/office/drawing/2014/main" id="{2A1F3CF9-98CE-4B04-B302-3D92D7CDD386}"/>
              </a:ext>
            </a:extLst>
          </p:cNvPr>
          <p:cNvSpPr>
            <a:spLocks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6391">
            <a:extLst>
              <a:ext uri="{FF2B5EF4-FFF2-40B4-BE49-F238E27FC236}">
                <a16:creationId xmlns:a16="http://schemas.microsoft.com/office/drawing/2014/main" id="{2E40F629-D179-4685-919C-B83D1E7A2382}"/>
              </a:ext>
            </a:extLst>
          </p:cNvPr>
          <p:cNvSpPr>
            <a:spLocks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6392">
            <a:extLst>
              <a:ext uri="{FF2B5EF4-FFF2-40B4-BE49-F238E27FC236}">
                <a16:creationId xmlns:a16="http://schemas.microsoft.com/office/drawing/2014/main" id="{1DB47E81-3F7F-440E-8C83-95BD7AF3FD44}"/>
              </a:ext>
            </a:extLst>
          </p:cNvPr>
          <p:cNvSpPr>
            <a:spLocks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6393">
            <a:extLst>
              <a:ext uri="{FF2B5EF4-FFF2-40B4-BE49-F238E27FC236}">
                <a16:creationId xmlns:a16="http://schemas.microsoft.com/office/drawing/2014/main" id="{6DA65E75-1DD4-4B33-92E5-F129DE5AE173}"/>
              </a:ext>
            </a:extLst>
          </p:cNvPr>
          <p:cNvSpPr>
            <a:spLocks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6394">
            <a:extLst>
              <a:ext uri="{FF2B5EF4-FFF2-40B4-BE49-F238E27FC236}">
                <a16:creationId xmlns:a16="http://schemas.microsoft.com/office/drawing/2014/main" id="{2DF0D7BB-E2E1-488C-A791-2A31ABFFFC2D}"/>
              </a:ext>
            </a:extLst>
          </p:cNvPr>
          <p:cNvSpPr>
            <a:spLocks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6395">
            <a:extLst>
              <a:ext uri="{FF2B5EF4-FFF2-40B4-BE49-F238E27FC236}">
                <a16:creationId xmlns:a16="http://schemas.microsoft.com/office/drawing/2014/main" id="{A1506688-A947-498A-908B-ECF0A38B67DC}"/>
              </a:ext>
            </a:extLst>
          </p:cNvPr>
          <p:cNvSpPr>
            <a:spLocks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6396">
            <a:extLst>
              <a:ext uri="{FF2B5EF4-FFF2-40B4-BE49-F238E27FC236}">
                <a16:creationId xmlns:a16="http://schemas.microsoft.com/office/drawing/2014/main" id="{D0FC65B6-0BDA-4BE8-BB61-E5B93B2C871E}"/>
              </a:ext>
            </a:extLst>
          </p:cNvPr>
          <p:cNvSpPr>
            <a:spLocks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6397">
            <a:extLst>
              <a:ext uri="{FF2B5EF4-FFF2-40B4-BE49-F238E27FC236}">
                <a16:creationId xmlns:a16="http://schemas.microsoft.com/office/drawing/2014/main" id="{5BED083E-AF92-42FB-9978-9DA631C2DAA6}"/>
              </a:ext>
            </a:extLst>
          </p:cNvPr>
          <p:cNvSpPr>
            <a:spLocks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6398">
            <a:extLst>
              <a:ext uri="{FF2B5EF4-FFF2-40B4-BE49-F238E27FC236}">
                <a16:creationId xmlns:a16="http://schemas.microsoft.com/office/drawing/2014/main" id="{8CB719A8-D682-4942-9A76-CEF4D3ED9F89}"/>
              </a:ext>
            </a:extLst>
          </p:cNvPr>
          <p:cNvSpPr>
            <a:spLocks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6399">
            <a:extLst>
              <a:ext uri="{FF2B5EF4-FFF2-40B4-BE49-F238E27FC236}">
                <a16:creationId xmlns:a16="http://schemas.microsoft.com/office/drawing/2014/main" id="{541F6149-79E8-4913-BD20-E748F8F8BECA}"/>
              </a:ext>
            </a:extLst>
          </p:cNvPr>
          <p:cNvSpPr>
            <a:spLocks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6400">
            <a:extLst>
              <a:ext uri="{FF2B5EF4-FFF2-40B4-BE49-F238E27FC236}">
                <a16:creationId xmlns:a16="http://schemas.microsoft.com/office/drawing/2014/main" id="{2F7EC09E-CDFF-4EFA-888B-2779BCF4CD09}"/>
              </a:ext>
            </a:extLst>
          </p:cNvPr>
          <p:cNvSpPr>
            <a:spLocks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6401">
            <a:extLst>
              <a:ext uri="{FF2B5EF4-FFF2-40B4-BE49-F238E27FC236}">
                <a16:creationId xmlns:a16="http://schemas.microsoft.com/office/drawing/2014/main" id="{8F3FE2A3-DC5C-4814-BC57-0CDC62013117}"/>
              </a:ext>
            </a:extLst>
          </p:cNvPr>
          <p:cNvSpPr>
            <a:spLocks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6402">
            <a:extLst>
              <a:ext uri="{FF2B5EF4-FFF2-40B4-BE49-F238E27FC236}">
                <a16:creationId xmlns:a16="http://schemas.microsoft.com/office/drawing/2014/main" id="{E43B6808-F33A-4A75-AA12-DE0B4A216CBF}"/>
              </a:ext>
            </a:extLst>
          </p:cNvPr>
          <p:cNvSpPr>
            <a:spLocks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6403">
            <a:extLst>
              <a:ext uri="{FF2B5EF4-FFF2-40B4-BE49-F238E27FC236}">
                <a16:creationId xmlns:a16="http://schemas.microsoft.com/office/drawing/2014/main" id="{3FB09039-5B18-4BC6-AD2F-DAFBC221D951}"/>
              </a:ext>
            </a:extLst>
          </p:cNvPr>
          <p:cNvSpPr>
            <a:spLocks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6404">
            <a:extLst>
              <a:ext uri="{FF2B5EF4-FFF2-40B4-BE49-F238E27FC236}">
                <a16:creationId xmlns:a16="http://schemas.microsoft.com/office/drawing/2014/main" id="{37481F83-7C6C-47C1-BBF5-88DDB6BF3F0B}"/>
              </a:ext>
            </a:extLst>
          </p:cNvPr>
          <p:cNvSpPr>
            <a:spLocks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6405">
            <a:extLst>
              <a:ext uri="{FF2B5EF4-FFF2-40B4-BE49-F238E27FC236}">
                <a16:creationId xmlns:a16="http://schemas.microsoft.com/office/drawing/2014/main" id="{A4BF3827-7981-41E5-AD79-C067D403E72F}"/>
              </a:ext>
            </a:extLst>
          </p:cNvPr>
          <p:cNvSpPr>
            <a:spLocks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6406">
            <a:extLst>
              <a:ext uri="{FF2B5EF4-FFF2-40B4-BE49-F238E27FC236}">
                <a16:creationId xmlns:a16="http://schemas.microsoft.com/office/drawing/2014/main" id="{945E3344-13A6-4D02-B745-B7A688AB2349}"/>
              </a:ext>
            </a:extLst>
          </p:cNvPr>
          <p:cNvSpPr>
            <a:spLocks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6407">
            <a:extLst>
              <a:ext uri="{FF2B5EF4-FFF2-40B4-BE49-F238E27FC236}">
                <a16:creationId xmlns:a16="http://schemas.microsoft.com/office/drawing/2014/main" id="{2703A7AD-2E96-431D-B288-BF5485B3ECC9}"/>
              </a:ext>
            </a:extLst>
          </p:cNvPr>
          <p:cNvSpPr>
            <a:spLocks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6408">
            <a:extLst>
              <a:ext uri="{FF2B5EF4-FFF2-40B4-BE49-F238E27FC236}">
                <a16:creationId xmlns:a16="http://schemas.microsoft.com/office/drawing/2014/main" id="{1B09C60C-151D-47D9-8B14-0B6DA9F04AB9}"/>
              </a:ext>
            </a:extLst>
          </p:cNvPr>
          <p:cNvSpPr>
            <a:spLocks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6409">
            <a:extLst>
              <a:ext uri="{FF2B5EF4-FFF2-40B4-BE49-F238E27FC236}">
                <a16:creationId xmlns:a16="http://schemas.microsoft.com/office/drawing/2014/main" id="{32F9E66D-60DC-48C3-8C68-671C0EDC1BD9}"/>
              </a:ext>
            </a:extLst>
          </p:cNvPr>
          <p:cNvSpPr>
            <a:spLocks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6410">
            <a:extLst>
              <a:ext uri="{FF2B5EF4-FFF2-40B4-BE49-F238E27FC236}">
                <a16:creationId xmlns:a16="http://schemas.microsoft.com/office/drawing/2014/main" id="{B70B491C-DD9F-49D1-8533-28CFC281310C}"/>
              </a:ext>
            </a:extLst>
          </p:cNvPr>
          <p:cNvSpPr>
            <a:spLocks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6411">
            <a:extLst>
              <a:ext uri="{FF2B5EF4-FFF2-40B4-BE49-F238E27FC236}">
                <a16:creationId xmlns:a16="http://schemas.microsoft.com/office/drawing/2014/main" id="{8A1CC13C-CCF1-4758-BABF-1043182FDDCE}"/>
              </a:ext>
            </a:extLst>
          </p:cNvPr>
          <p:cNvSpPr>
            <a:spLocks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6412">
            <a:extLst>
              <a:ext uri="{FF2B5EF4-FFF2-40B4-BE49-F238E27FC236}">
                <a16:creationId xmlns:a16="http://schemas.microsoft.com/office/drawing/2014/main" id="{F55C7485-DDCA-437F-8D9B-AE1A73B4BB44}"/>
              </a:ext>
            </a:extLst>
          </p:cNvPr>
          <p:cNvSpPr>
            <a:spLocks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6413">
            <a:extLst>
              <a:ext uri="{FF2B5EF4-FFF2-40B4-BE49-F238E27FC236}">
                <a16:creationId xmlns:a16="http://schemas.microsoft.com/office/drawing/2014/main" id="{948296A9-70ED-4F7F-A9F6-BB79E8D3E405}"/>
              </a:ext>
            </a:extLst>
          </p:cNvPr>
          <p:cNvSpPr>
            <a:spLocks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6414">
            <a:extLst>
              <a:ext uri="{FF2B5EF4-FFF2-40B4-BE49-F238E27FC236}">
                <a16:creationId xmlns:a16="http://schemas.microsoft.com/office/drawing/2014/main" id="{96060EE0-8392-4D88-835C-DA72FB97D5A2}"/>
              </a:ext>
            </a:extLst>
          </p:cNvPr>
          <p:cNvSpPr>
            <a:spLocks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6415">
            <a:extLst>
              <a:ext uri="{FF2B5EF4-FFF2-40B4-BE49-F238E27FC236}">
                <a16:creationId xmlns:a16="http://schemas.microsoft.com/office/drawing/2014/main" id="{A085658C-22E8-4757-A0EC-A22410F2A50B}"/>
              </a:ext>
            </a:extLst>
          </p:cNvPr>
          <p:cNvSpPr>
            <a:spLocks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6416">
            <a:extLst>
              <a:ext uri="{FF2B5EF4-FFF2-40B4-BE49-F238E27FC236}">
                <a16:creationId xmlns:a16="http://schemas.microsoft.com/office/drawing/2014/main" id="{3EB08CAB-9746-467F-A341-D678BBA71559}"/>
              </a:ext>
            </a:extLst>
          </p:cNvPr>
          <p:cNvSpPr>
            <a:spLocks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6417">
            <a:extLst>
              <a:ext uri="{FF2B5EF4-FFF2-40B4-BE49-F238E27FC236}">
                <a16:creationId xmlns:a16="http://schemas.microsoft.com/office/drawing/2014/main" id="{60003ED7-585E-43CF-820C-503AE196265F}"/>
              </a:ext>
            </a:extLst>
          </p:cNvPr>
          <p:cNvSpPr>
            <a:spLocks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6418">
            <a:extLst>
              <a:ext uri="{FF2B5EF4-FFF2-40B4-BE49-F238E27FC236}">
                <a16:creationId xmlns:a16="http://schemas.microsoft.com/office/drawing/2014/main" id="{83837269-2E22-413F-B310-F131994416EA}"/>
              </a:ext>
            </a:extLst>
          </p:cNvPr>
          <p:cNvSpPr>
            <a:spLocks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6419">
            <a:extLst>
              <a:ext uri="{FF2B5EF4-FFF2-40B4-BE49-F238E27FC236}">
                <a16:creationId xmlns:a16="http://schemas.microsoft.com/office/drawing/2014/main" id="{4E10C33A-5D91-4076-846D-27771E9D5230}"/>
              </a:ext>
            </a:extLst>
          </p:cNvPr>
          <p:cNvSpPr>
            <a:spLocks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6420">
            <a:extLst>
              <a:ext uri="{FF2B5EF4-FFF2-40B4-BE49-F238E27FC236}">
                <a16:creationId xmlns:a16="http://schemas.microsoft.com/office/drawing/2014/main" id="{88E73183-1E46-4C58-82CC-58B773FEEF1A}"/>
              </a:ext>
            </a:extLst>
          </p:cNvPr>
          <p:cNvSpPr>
            <a:spLocks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6421">
            <a:extLst>
              <a:ext uri="{FF2B5EF4-FFF2-40B4-BE49-F238E27FC236}">
                <a16:creationId xmlns:a16="http://schemas.microsoft.com/office/drawing/2014/main" id="{E579B673-9436-42D8-98DB-A1A1420D533F}"/>
              </a:ext>
            </a:extLst>
          </p:cNvPr>
          <p:cNvSpPr>
            <a:spLocks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6422">
            <a:extLst>
              <a:ext uri="{FF2B5EF4-FFF2-40B4-BE49-F238E27FC236}">
                <a16:creationId xmlns:a16="http://schemas.microsoft.com/office/drawing/2014/main" id="{423A539A-AFEA-445D-A16F-EB19A7985E1B}"/>
              </a:ext>
            </a:extLst>
          </p:cNvPr>
          <p:cNvSpPr>
            <a:spLocks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6423">
            <a:extLst>
              <a:ext uri="{FF2B5EF4-FFF2-40B4-BE49-F238E27FC236}">
                <a16:creationId xmlns:a16="http://schemas.microsoft.com/office/drawing/2014/main" id="{8BA45BDC-7158-4D2E-AA5F-A8BF07213C0D}"/>
              </a:ext>
            </a:extLst>
          </p:cNvPr>
          <p:cNvSpPr>
            <a:spLocks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6424">
            <a:extLst>
              <a:ext uri="{FF2B5EF4-FFF2-40B4-BE49-F238E27FC236}">
                <a16:creationId xmlns:a16="http://schemas.microsoft.com/office/drawing/2014/main" id="{B050CCCB-66A2-49FE-A567-F99C977B282B}"/>
              </a:ext>
            </a:extLst>
          </p:cNvPr>
          <p:cNvSpPr>
            <a:spLocks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6425">
            <a:extLst>
              <a:ext uri="{FF2B5EF4-FFF2-40B4-BE49-F238E27FC236}">
                <a16:creationId xmlns:a16="http://schemas.microsoft.com/office/drawing/2014/main" id="{7F32A802-92B0-4074-BFF0-4CB6E37F6B28}"/>
              </a:ext>
            </a:extLst>
          </p:cNvPr>
          <p:cNvSpPr>
            <a:spLocks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6426">
            <a:extLst>
              <a:ext uri="{FF2B5EF4-FFF2-40B4-BE49-F238E27FC236}">
                <a16:creationId xmlns:a16="http://schemas.microsoft.com/office/drawing/2014/main" id="{CFC88F96-800F-428A-916B-99406C2F0A3A}"/>
              </a:ext>
            </a:extLst>
          </p:cNvPr>
          <p:cNvSpPr>
            <a:spLocks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6427">
            <a:extLst>
              <a:ext uri="{FF2B5EF4-FFF2-40B4-BE49-F238E27FC236}">
                <a16:creationId xmlns:a16="http://schemas.microsoft.com/office/drawing/2014/main" id="{A1AA09F2-DBB6-4EEF-BC5B-3D352A72794D}"/>
              </a:ext>
            </a:extLst>
          </p:cNvPr>
          <p:cNvSpPr>
            <a:spLocks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6428">
            <a:extLst>
              <a:ext uri="{FF2B5EF4-FFF2-40B4-BE49-F238E27FC236}">
                <a16:creationId xmlns:a16="http://schemas.microsoft.com/office/drawing/2014/main" id="{6E269F1E-A376-430F-BC1F-278A2136AE99}"/>
              </a:ext>
            </a:extLst>
          </p:cNvPr>
          <p:cNvSpPr>
            <a:spLocks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6429">
            <a:extLst>
              <a:ext uri="{FF2B5EF4-FFF2-40B4-BE49-F238E27FC236}">
                <a16:creationId xmlns:a16="http://schemas.microsoft.com/office/drawing/2014/main" id="{C6A59D5B-F63C-4AF9-830F-5053CBFB0D29}"/>
              </a:ext>
            </a:extLst>
          </p:cNvPr>
          <p:cNvSpPr>
            <a:spLocks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6430">
            <a:extLst>
              <a:ext uri="{FF2B5EF4-FFF2-40B4-BE49-F238E27FC236}">
                <a16:creationId xmlns:a16="http://schemas.microsoft.com/office/drawing/2014/main" id="{54C05E5B-950D-473F-B792-98785D8EF003}"/>
              </a:ext>
            </a:extLst>
          </p:cNvPr>
          <p:cNvSpPr>
            <a:spLocks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6431">
            <a:extLst>
              <a:ext uri="{FF2B5EF4-FFF2-40B4-BE49-F238E27FC236}">
                <a16:creationId xmlns:a16="http://schemas.microsoft.com/office/drawing/2014/main" id="{BE17355D-50C9-4BC5-AAD3-96F0E099D53C}"/>
              </a:ext>
            </a:extLst>
          </p:cNvPr>
          <p:cNvSpPr>
            <a:spLocks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6432">
            <a:extLst>
              <a:ext uri="{FF2B5EF4-FFF2-40B4-BE49-F238E27FC236}">
                <a16:creationId xmlns:a16="http://schemas.microsoft.com/office/drawing/2014/main" id="{A884B6D2-0356-49D5-B3D9-DC3E478A4A30}"/>
              </a:ext>
            </a:extLst>
          </p:cNvPr>
          <p:cNvSpPr>
            <a:spLocks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6433">
            <a:extLst>
              <a:ext uri="{FF2B5EF4-FFF2-40B4-BE49-F238E27FC236}">
                <a16:creationId xmlns:a16="http://schemas.microsoft.com/office/drawing/2014/main" id="{363D14CF-0890-4D17-AAA1-BFA805B53274}"/>
              </a:ext>
            </a:extLst>
          </p:cNvPr>
          <p:cNvSpPr>
            <a:spLocks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6434">
            <a:extLst>
              <a:ext uri="{FF2B5EF4-FFF2-40B4-BE49-F238E27FC236}">
                <a16:creationId xmlns:a16="http://schemas.microsoft.com/office/drawing/2014/main" id="{F2466010-9278-4BF6-9FF3-A4383D76FD54}"/>
              </a:ext>
            </a:extLst>
          </p:cNvPr>
          <p:cNvSpPr>
            <a:spLocks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6435">
            <a:extLst>
              <a:ext uri="{FF2B5EF4-FFF2-40B4-BE49-F238E27FC236}">
                <a16:creationId xmlns:a16="http://schemas.microsoft.com/office/drawing/2014/main" id="{BF317F84-D071-4542-83CB-E0700366BBEA}"/>
              </a:ext>
            </a:extLst>
          </p:cNvPr>
          <p:cNvSpPr>
            <a:spLocks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6436">
            <a:extLst>
              <a:ext uri="{FF2B5EF4-FFF2-40B4-BE49-F238E27FC236}">
                <a16:creationId xmlns:a16="http://schemas.microsoft.com/office/drawing/2014/main" id="{23F0F0C7-6B24-4BFC-A9EC-0ECBBB9FE121}"/>
              </a:ext>
            </a:extLst>
          </p:cNvPr>
          <p:cNvSpPr>
            <a:spLocks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6437">
            <a:extLst>
              <a:ext uri="{FF2B5EF4-FFF2-40B4-BE49-F238E27FC236}">
                <a16:creationId xmlns:a16="http://schemas.microsoft.com/office/drawing/2014/main" id="{44574340-8F07-4589-9718-D731721A3C15}"/>
              </a:ext>
            </a:extLst>
          </p:cNvPr>
          <p:cNvSpPr>
            <a:spLocks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6438">
            <a:extLst>
              <a:ext uri="{FF2B5EF4-FFF2-40B4-BE49-F238E27FC236}">
                <a16:creationId xmlns:a16="http://schemas.microsoft.com/office/drawing/2014/main" id="{0BC5F274-CC0A-46EE-9A8A-BEBAB4D79322}"/>
              </a:ext>
            </a:extLst>
          </p:cNvPr>
          <p:cNvSpPr>
            <a:spLocks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6439">
            <a:extLst>
              <a:ext uri="{FF2B5EF4-FFF2-40B4-BE49-F238E27FC236}">
                <a16:creationId xmlns:a16="http://schemas.microsoft.com/office/drawing/2014/main" id="{EAFF0BD3-8627-48B6-994E-CA52ADF8D74D}"/>
              </a:ext>
            </a:extLst>
          </p:cNvPr>
          <p:cNvSpPr>
            <a:spLocks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6440">
            <a:extLst>
              <a:ext uri="{FF2B5EF4-FFF2-40B4-BE49-F238E27FC236}">
                <a16:creationId xmlns:a16="http://schemas.microsoft.com/office/drawing/2014/main" id="{E94DE8B5-A956-4A48-A1AF-9165B868243B}"/>
              </a:ext>
            </a:extLst>
          </p:cNvPr>
          <p:cNvSpPr>
            <a:spLocks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6441">
            <a:extLst>
              <a:ext uri="{FF2B5EF4-FFF2-40B4-BE49-F238E27FC236}">
                <a16:creationId xmlns:a16="http://schemas.microsoft.com/office/drawing/2014/main" id="{719F4729-B03D-4CCC-95C7-D67D47BAE274}"/>
              </a:ext>
            </a:extLst>
          </p:cNvPr>
          <p:cNvSpPr>
            <a:spLocks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6442">
            <a:extLst>
              <a:ext uri="{FF2B5EF4-FFF2-40B4-BE49-F238E27FC236}">
                <a16:creationId xmlns:a16="http://schemas.microsoft.com/office/drawing/2014/main" id="{6FE0B350-2885-4D3F-87B6-654764976FE1}"/>
              </a:ext>
            </a:extLst>
          </p:cNvPr>
          <p:cNvSpPr>
            <a:spLocks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6443">
            <a:extLst>
              <a:ext uri="{FF2B5EF4-FFF2-40B4-BE49-F238E27FC236}">
                <a16:creationId xmlns:a16="http://schemas.microsoft.com/office/drawing/2014/main" id="{89DB2D97-2C9F-48F4-872C-B8BAF3F88AA1}"/>
              </a:ext>
            </a:extLst>
          </p:cNvPr>
          <p:cNvSpPr>
            <a:spLocks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6444">
            <a:extLst>
              <a:ext uri="{FF2B5EF4-FFF2-40B4-BE49-F238E27FC236}">
                <a16:creationId xmlns:a16="http://schemas.microsoft.com/office/drawing/2014/main" id="{B146DBA8-2EF0-4F26-84AA-EFE37856BB18}"/>
              </a:ext>
            </a:extLst>
          </p:cNvPr>
          <p:cNvSpPr>
            <a:spLocks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6445">
            <a:extLst>
              <a:ext uri="{FF2B5EF4-FFF2-40B4-BE49-F238E27FC236}">
                <a16:creationId xmlns:a16="http://schemas.microsoft.com/office/drawing/2014/main" id="{05CD7D68-2FF2-4B9B-B0F0-E02BEFAA6F31}"/>
              </a:ext>
            </a:extLst>
          </p:cNvPr>
          <p:cNvSpPr>
            <a:spLocks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6446">
            <a:extLst>
              <a:ext uri="{FF2B5EF4-FFF2-40B4-BE49-F238E27FC236}">
                <a16:creationId xmlns:a16="http://schemas.microsoft.com/office/drawing/2014/main" id="{03E475F3-D53F-42E0-97FB-EAE5483D5294}"/>
              </a:ext>
            </a:extLst>
          </p:cNvPr>
          <p:cNvSpPr>
            <a:spLocks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6447">
            <a:extLst>
              <a:ext uri="{FF2B5EF4-FFF2-40B4-BE49-F238E27FC236}">
                <a16:creationId xmlns:a16="http://schemas.microsoft.com/office/drawing/2014/main" id="{333152B4-D0DD-458D-90FE-7CC9C6D7E6F9}"/>
              </a:ext>
            </a:extLst>
          </p:cNvPr>
          <p:cNvSpPr>
            <a:spLocks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6448">
            <a:extLst>
              <a:ext uri="{FF2B5EF4-FFF2-40B4-BE49-F238E27FC236}">
                <a16:creationId xmlns:a16="http://schemas.microsoft.com/office/drawing/2014/main" id="{FC186DF0-9B9F-46AB-975A-55CED4F6B6BC}"/>
              </a:ext>
            </a:extLst>
          </p:cNvPr>
          <p:cNvSpPr>
            <a:spLocks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6449">
            <a:extLst>
              <a:ext uri="{FF2B5EF4-FFF2-40B4-BE49-F238E27FC236}">
                <a16:creationId xmlns:a16="http://schemas.microsoft.com/office/drawing/2014/main" id="{3E719409-6877-4908-A6CD-00B4BDB9EEB3}"/>
              </a:ext>
            </a:extLst>
          </p:cNvPr>
          <p:cNvSpPr>
            <a:spLocks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6450">
            <a:extLst>
              <a:ext uri="{FF2B5EF4-FFF2-40B4-BE49-F238E27FC236}">
                <a16:creationId xmlns:a16="http://schemas.microsoft.com/office/drawing/2014/main" id="{90247F26-3E14-4E20-9D09-164AF50117A1}"/>
              </a:ext>
            </a:extLst>
          </p:cNvPr>
          <p:cNvSpPr>
            <a:spLocks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6451">
            <a:extLst>
              <a:ext uri="{FF2B5EF4-FFF2-40B4-BE49-F238E27FC236}">
                <a16:creationId xmlns:a16="http://schemas.microsoft.com/office/drawing/2014/main" id="{825337F4-9A95-4A58-A74B-1463287FA6BC}"/>
              </a:ext>
            </a:extLst>
          </p:cNvPr>
          <p:cNvSpPr>
            <a:spLocks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6452">
            <a:extLst>
              <a:ext uri="{FF2B5EF4-FFF2-40B4-BE49-F238E27FC236}">
                <a16:creationId xmlns:a16="http://schemas.microsoft.com/office/drawing/2014/main" id="{99913C9A-3B9A-4965-963B-5C589687B95E}"/>
              </a:ext>
            </a:extLst>
          </p:cNvPr>
          <p:cNvSpPr>
            <a:spLocks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6453">
            <a:extLst>
              <a:ext uri="{FF2B5EF4-FFF2-40B4-BE49-F238E27FC236}">
                <a16:creationId xmlns:a16="http://schemas.microsoft.com/office/drawing/2014/main" id="{3B45BFA9-5ED3-489F-AF98-FCA9BB01CEA4}"/>
              </a:ext>
            </a:extLst>
          </p:cNvPr>
          <p:cNvSpPr>
            <a:spLocks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6454">
            <a:extLst>
              <a:ext uri="{FF2B5EF4-FFF2-40B4-BE49-F238E27FC236}">
                <a16:creationId xmlns:a16="http://schemas.microsoft.com/office/drawing/2014/main" id="{574F1845-6A27-443D-8220-90F73EEACB42}"/>
              </a:ext>
            </a:extLst>
          </p:cNvPr>
          <p:cNvSpPr>
            <a:spLocks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6455">
            <a:extLst>
              <a:ext uri="{FF2B5EF4-FFF2-40B4-BE49-F238E27FC236}">
                <a16:creationId xmlns:a16="http://schemas.microsoft.com/office/drawing/2014/main" id="{7F55800E-6772-46A0-8DCE-0B7B8311B036}"/>
              </a:ext>
            </a:extLst>
          </p:cNvPr>
          <p:cNvSpPr>
            <a:spLocks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6456">
            <a:extLst>
              <a:ext uri="{FF2B5EF4-FFF2-40B4-BE49-F238E27FC236}">
                <a16:creationId xmlns:a16="http://schemas.microsoft.com/office/drawing/2014/main" id="{08715A17-6355-48C2-B34F-486CC7A5B226}"/>
              </a:ext>
            </a:extLst>
          </p:cNvPr>
          <p:cNvSpPr>
            <a:spLocks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6457">
            <a:extLst>
              <a:ext uri="{FF2B5EF4-FFF2-40B4-BE49-F238E27FC236}">
                <a16:creationId xmlns:a16="http://schemas.microsoft.com/office/drawing/2014/main" id="{B9CBD675-7173-4124-89EB-E91B0E335409}"/>
              </a:ext>
            </a:extLst>
          </p:cNvPr>
          <p:cNvSpPr>
            <a:spLocks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6458">
            <a:extLst>
              <a:ext uri="{FF2B5EF4-FFF2-40B4-BE49-F238E27FC236}">
                <a16:creationId xmlns:a16="http://schemas.microsoft.com/office/drawing/2014/main" id="{5F9911DC-9893-4980-98A5-36F321E77FA3}"/>
              </a:ext>
            </a:extLst>
          </p:cNvPr>
          <p:cNvSpPr>
            <a:spLocks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6459">
            <a:extLst>
              <a:ext uri="{FF2B5EF4-FFF2-40B4-BE49-F238E27FC236}">
                <a16:creationId xmlns:a16="http://schemas.microsoft.com/office/drawing/2014/main" id="{0249BC8A-69A6-44AA-A74B-BBA4ECE817FA}"/>
              </a:ext>
            </a:extLst>
          </p:cNvPr>
          <p:cNvSpPr>
            <a:spLocks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6460">
            <a:extLst>
              <a:ext uri="{FF2B5EF4-FFF2-40B4-BE49-F238E27FC236}">
                <a16:creationId xmlns:a16="http://schemas.microsoft.com/office/drawing/2014/main" id="{56C7ACEC-853C-4125-B87B-521C74A4EA6E}"/>
              </a:ext>
            </a:extLst>
          </p:cNvPr>
          <p:cNvSpPr>
            <a:spLocks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6461">
            <a:extLst>
              <a:ext uri="{FF2B5EF4-FFF2-40B4-BE49-F238E27FC236}">
                <a16:creationId xmlns:a16="http://schemas.microsoft.com/office/drawing/2014/main" id="{EB629AEC-C7E0-4ECC-AAC3-722EC4B641E4}"/>
              </a:ext>
            </a:extLst>
          </p:cNvPr>
          <p:cNvSpPr>
            <a:spLocks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6462">
            <a:extLst>
              <a:ext uri="{FF2B5EF4-FFF2-40B4-BE49-F238E27FC236}">
                <a16:creationId xmlns:a16="http://schemas.microsoft.com/office/drawing/2014/main" id="{47863E0D-62A2-4352-8DF5-C3FF90DF15D3}"/>
              </a:ext>
            </a:extLst>
          </p:cNvPr>
          <p:cNvSpPr>
            <a:spLocks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6463">
            <a:extLst>
              <a:ext uri="{FF2B5EF4-FFF2-40B4-BE49-F238E27FC236}">
                <a16:creationId xmlns:a16="http://schemas.microsoft.com/office/drawing/2014/main" id="{E9735F7D-8391-4905-AF35-61AE0BA8FB30}"/>
              </a:ext>
            </a:extLst>
          </p:cNvPr>
          <p:cNvSpPr>
            <a:spLocks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6464">
            <a:extLst>
              <a:ext uri="{FF2B5EF4-FFF2-40B4-BE49-F238E27FC236}">
                <a16:creationId xmlns:a16="http://schemas.microsoft.com/office/drawing/2014/main" id="{35EC1B9D-A7F9-41EB-8129-8C31CBD0689E}"/>
              </a:ext>
            </a:extLst>
          </p:cNvPr>
          <p:cNvSpPr>
            <a:spLocks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6465">
            <a:extLst>
              <a:ext uri="{FF2B5EF4-FFF2-40B4-BE49-F238E27FC236}">
                <a16:creationId xmlns:a16="http://schemas.microsoft.com/office/drawing/2014/main" id="{DC5E4A4C-191B-49DD-9BDA-AD4E0B0ACB63}"/>
              </a:ext>
            </a:extLst>
          </p:cNvPr>
          <p:cNvSpPr>
            <a:spLocks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6466">
            <a:extLst>
              <a:ext uri="{FF2B5EF4-FFF2-40B4-BE49-F238E27FC236}">
                <a16:creationId xmlns:a16="http://schemas.microsoft.com/office/drawing/2014/main" id="{9D7405DE-633C-426B-B10E-9DEA07D3B48F}"/>
              </a:ext>
            </a:extLst>
          </p:cNvPr>
          <p:cNvSpPr>
            <a:spLocks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6467">
            <a:extLst>
              <a:ext uri="{FF2B5EF4-FFF2-40B4-BE49-F238E27FC236}">
                <a16:creationId xmlns:a16="http://schemas.microsoft.com/office/drawing/2014/main" id="{F43FB147-EB1C-4DCA-8224-21C478B801A2}"/>
              </a:ext>
            </a:extLst>
          </p:cNvPr>
          <p:cNvSpPr>
            <a:spLocks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6468">
            <a:extLst>
              <a:ext uri="{FF2B5EF4-FFF2-40B4-BE49-F238E27FC236}">
                <a16:creationId xmlns:a16="http://schemas.microsoft.com/office/drawing/2014/main" id="{1D133C50-3E16-4A39-9160-8CD3994DF84F}"/>
              </a:ext>
            </a:extLst>
          </p:cNvPr>
          <p:cNvSpPr>
            <a:spLocks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6469">
            <a:extLst>
              <a:ext uri="{FF2B5EF4-FFF2-40B4-BE49-F238E27FC236}">
                <a16:creationId xmlns:a16="http://schemas.microsoft.com/office/drawing/2014/main" id="{3F17238A-1CDE-40A5-B733-F9052F20F2D3}"/>
              </a:ext>
            </a:extLst>
          </p:cNvPr>
          <p:cNvSpPr>
            <a:spLocks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6470">
            <a:extLst>
              <a:ext uri="{FF2B5EF4-FFF2-40B4-BE49-F238E27FC236}">
                <a16:creationId xmlns:a16="http://schemas.microsoft.com/office/drawing/2014/main" id="{E6915259-8E48-472F-9FBC-9AA006935D3F}"/>
              </a:ext>
            </a:extLst>
          </p:cNvPr>
          <p:cNvSpPr>
            <a:spLocks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6471">
            <a:extLst>
              <a:ext uri="{FF2B5EF4-FFF2-40B4-BE49-F238E27FC236}">
                <a16:creationId xmlns:a16="http://schemas.microsoft.com/office/drawing/2014/main" id="{3968385D-57BB-4894-8F77-80A365606347}"/>
              </a:ext>
            </a:extLst>
          </p:cNvPr>
          <p:cNvSpPr>
            <a:spLocks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6472">
            <a:extLst>
              <a:ext uri="{FF2B5EF4-FFF2-40B4-BE49-F238E27FC236}">
                <a16:creationId xmlns:a16="http://schemas.microsoft.com/office/drawing/2014/main" id="{FCCA6980-6F11-419B-82D8-9F70776C04F4}"/>
              </a:ext>
            </a:extLst>
          </p:cNvPr>
          <p:cNvSpPr>
            <a:spLocks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6473">
            <a:extLst>
              <a:ext uri="{FF2B5EF4-FFF2-40B4-BE49-F238E27FC236}">
                <a16:creationId xmlns:a16="http://schemas.microsoft.com/office/drawing/2014/main" id="{6898F798-8BB5-48D2-B55D-D80D2ED4CBDC}"/>
              </a:ext>
            </a:extLst>
          </p:cNvPr>
          <p:cNvSpPr>
            <a:spLocks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6474">
            <a:extLst>
              <a:ext uri="{FF2B5EF4-FFF2-40B4-BE49-F238E27FC236}">
                <a16:creationId xmlns:a16="http://schemas.microsoft.com/office/drawing/2014/main" id="{E2461321-C59C-4353-AE0C-2FDD9A4E7FCA}"/>
              </a:ext>
            </a:extLst>
          </p:cNvPr>
          <p:cNvSpPr>
            <a:spLocks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6475">
            <a:extLst>
              <a:ext uri="{FF2B5EF4-FFF2-40B4-BE49-F238E27FC236}">
                <a16:creationId xmlns:a16="http://schemas.microsoft.com/office/drawing/2014/main" id="{1B57FD5F-086F-4EE3-AD37-26A24833C7D7}"/>
              </a:ext>
            </a:extLst>
          </p:cNvPr>
          <p:cNvSpPr>
            <a:spLocks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6476">
            <a:extLst>
              <a:ext uri="{FF2B5EF4-FFF2-40B4-BE49-F238E27FC236}">
                <a16:creationId xmlns:a16="http://schemas.microsoft.com/office/drawing/2014/main" id="{4AD24869-E629-4D9B-B732-BE74B43906BE}"/>
              </a:ext>
            </a:extLst>
          </p:cNvPr>
          <p:cNvSpPr>
            <a:spLocks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6477">
            <a:extLst>
              <a:ext uri="{FF2B5EF4-FFF2-40B4-BE49-F238E27FC236}">
                <a16:creationId xmlns:a16="http://schemas.microsoft.com/office/drawing/2014/main" id="{ECD4C989-2046-4E2D-B8ED-F370C5602694}"/>
              </a:ext>
            </a:extLst>
          </p:cNvPr>
          <p:cNvSpPr>
            <a:spLocks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6478">
            <a:extLst>
              <a:ext uri="{FF2B5EF4-FFF2-40B4-BE49-F238E27FC236}">
                <a16:creationId xmlns:a16="http://schemas.microsoft.com/office/drawing/2014/main" id="{A21EF1A1-D3D9-45FA-A199-5D69AB49FF0C}"/>
              </a:ext>
            </a:extLst>
          </p:cNvPr>
          <p:cNvSpPr>
            <a:spLocks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6479">
            <a:extLst>
              <a:ext uri="{FF2B5EF4-FFF2-40B4-BE49-F238E27FC236}">
                <a16:creationId xmlns:a16="http://schemas.microsoft.com/office/drawing/2014/main" id="{901BA9DC-D97C-4CAF-8850-63DCDC40353D}"/>
              </a:ext>
            </a:extLst>
          </p:cNvPr>
          <p:cNvSpPr>
            <a:spLocks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6480">
            <a:extLst>
              <a:ext uri="{FF2B5EF4-FFF2-40B4-BE49-F238E27FC236}">
                <a16:creationId xmlns:a16="http://schemas.microsoft.com/office/drawing/2014/main" id="{A3F9E2E4-C1AF-4529-847A-206DA5857723}"/>
              </a:ext>
            </a:extLst>
          </p:cNvPr>
          <p:cNvSpPr>
            <a:spLocks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6481">
            <a:extLst>
              <a:ext uri="{FF2B5EF4-FFF2-40B4-BE49-F238E27FC236}">
                <a16:creationId xmlns:a16="http://schemas.microsoft.com/office/drawing/2014/main" id="{1EBC4E14-CB62-4967-AFE5-AA7DC4E8B1CD}"/>
              </a:ext>
            </a:extLst>
          </p:cNvPr>
          <p:cNvSpPr>
            <a:spLocks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6482">
            <a:extLst>
              <a:ext uri="{FF2B5EF4-FFF2-40B4-BE49-F238E27FC236}">
                <a16:creationId xmlns:a16="http://schemas.microsoft.com/office/drawing/2014/main" id="{77FC563F-90AF-4653-9754-BBC4117BF1EC}"/>
              </a:ext>
            </a:extLst>
          </p:cNvPr>
          <p:cNvSpPr>
            <a:spLocks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6483">
            <a:extLst>
              <a:ext uri="{FF2B5EF4-FFF2-40B4-BE49-F238E27FC236}">
                <a16:creationId xmlns:a16="http://schemas.microsoft.com/office/drawing/2014/main" id="{A9B36DE0-90D4-42DD-B75C-589FAD83B912}"/>
              </a:ext>
            </a:extLst>
          </p:cNvPr>
          <p:cNvSpPr>
            <a:spLocks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6484">
            <a:extLst>
              <a:ext uri="{FF2B5EF4-FFF2-40B4-BE49-F238E27FC236}">
                <a16:creationId xmlns:a16="http://schemas.microsoft.com/office/drawing/2014/main" id="{052DBD33-1AC2-4A68-92D8-5A87EB4E258A}"/>
              </a:ext>
            </a:extLst>
          </p:cNvPr>
          <p:cNvSpPr>
            <a:spLocks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6485">
            <a:extLst>
              <a:ext uri="{FF2B5EF4-FFF2-40B4-BE49-F238E27FC236}">
                <a16:creationId xmlns:a16="http://schemas.microsoft.com/office/drawing/2014/main" id="{5AAD0F4B-EEF2-4CDE-AEBD-3A8D64805E7F}"/>
              </a:ext>
            </a:extLst>
          </p:cNvPr>
          <p:cNvSpPr>
            <a:spLocks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6486">
            <a:extLst>
              <a:ext uri="{FF2B5EF4-FFF2-40B4-BE49-F238E27FC236}">
                <a16:creationId xmlns:a16="http://schemas.microsoft.com/office/drawing/2014/main" id="{AEF97077-1BA8-43B3-9DBF-BB530BC74A61}"/>
              </a:ext>
            </a:extLst>
          </p:cNvPr>
          <p:cNvSpPr>
            <a:spLocks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6487">
            <a:extLst>
              <a:ext uri="{FF2B5EF4-FFF2-40B4-BE49-F238E27FC236}">
                <a16:creationId xmlns:a16="http://schemas.microsoft.com/office/drawing/2014/main" id="{D7CDE151-FD48-4330-A029-9A00863A8589}"/>
              </a:ext>
            </a:extLst>
          </p:cNvPr>
          <p:cNvSpPr>
            <a:spLocks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6488">
            <a:extLst>
              <a:ext uri="{FF2B5EF4-FFF2-40B4-BE49-F238E27FC236}">
                <a16:creationId xmlns:a16="http://schemas.microsoft.com/office/drawing/2014/main" id="{E54E019E-3314-464B-988A-2FEE63ED239F}"/>
              </a:ext>
            </a:extLst>
          </p:cNvPr>
          <p:cNvSpPr>
            <a:spLocks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6489">
            <a:extLst>
              <a:ext uri="{FF2B5EF4-FFF2-40B4-BE49-F238E27FC236}">
                <a16:creationId xmlns:a16="http://schemas.microsoft.com/office/drawing/2014/main" id="{BCB56860-322B-49D4-A63C-881138081F72}"/>
              </a:ext>
            </a:extLst>
          </p:cNvPr>
          <p:cNvSpPr>
            <a:spLocks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6490">
            <a:extLst>
              <a:ext uri="{FF2B5EF4-FFF2-40B4-BE49-F238E27FC236}">
                <a16:creationId xmlns:a16="http://schemas.microsoft.com/office/drawing/2014/main" id="{C2D26A86-ECA5-44B8-B216-45D736D23887}"/>
              </a:ext>
            </a:extLst>
          </p:cNvPr>
          <p:cNvSpPr>
            <a:spLocks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6491">
            <a:extLst>
              <a:ext uri="{FF2B5EF4-FFF2-40B4-BE49-F238E27FC236}">
                <a16:creationId xmlns:a16="http://schemas.microsoft.com/office/drawing/2014/main" id="{DD0A6ADB-075F-4872-BA43-A953BBCC165D}"/>
              </a:ext>
            </a:extLst>
          </p:cNvPr>
          <p:cNvSpPr>
            <a:spLocks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6492">
            <a:extLst>
              <a:ext uri="{FF2B5EF4-FFF2-40B4-BE49-F238E27FC236}">
                <a16:creationId xmlns:a16="http://schemas.microsoft.com/office/drawing/2014/main" id="{D6772308-E4C3-4B06-B3F5-D2B1274B378E}"/>
              </a:ext>
            </a:extLst>
          </p:cNvPr>
          <p:cNvSpPr>
            <a:spLocks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6493">
            <a:extLst>
              <a:ext uri="{FF2B5EF4-FFF2-40B4-BE49-F238E27FC236}">
                <a16:creationId xmlns:a16="http://schemas.microsoft.com/office/drawing/2014/main" id="{9B10CD09-7B87-4A04-89DE-3CA3F80440E6}"/>
              </a:ext>
            </a:extLst>
          </p:cNvPr>
          <p:cNvSpPr>
            <a:spLocks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6494">
            <a:extLst>
              <a:ext uri="{FF2B5EF4-FFF2-40B4-BE49-F238E27FC236}">
                <a16:creationId xmlns:a16="http://schemas.microsoft.com/office/drawing/2014/main" id="{FBEDBE4C-5B93-44FE-9989-5D5DE16AED51}"/>
              </a:ext>
            </a:extLst>
          </p:cNvPr>
          <p:cNvSpPr>
            <a:spLocks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6495">
            <a:extLst>
              <a:ext uri="{FF2B5EF4-FFF2-40B4-BE49-F238E27FC236}">
                <a16:creationId xmlns:a16="http://schemas.microsoft.com/office/drawing/2014/main" id="{13844E95-BAF1-4280-B064-319504D27E47}"/>
              </a:ext>
            </a:extLst>
          </p:cNvPr>
          <p:cNvSpPr>
            <a:spLocks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6496">
            <a:extLst>
              <a:ext uri="{FF2B5EF4-FFF2-40B4-BE49-F238E27FC236}">
                <a16:creationId xmlns:a16="http://schemas.microsoft.com/office/drawing/2014/main" id="{299C2D46-D837-4E61-BD51-F60E9A6E881E}"/>
              </a:ext>
            </a:extLst>
          </p:cNvPr>
          <p:cNvSpPr>
            <a:spLocks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6497">
            <a:extLst>
              <a:ext uri="{FF2B5EF4-FFF2-40B4-BE49-F238E27FC236}">
                <a16:creationId xmlns:a16="http://schemas.microsoft.com/office/drawing/2014/main" id="{B36CDBD1-27A1-4A6F-830F-FD1962BB8C0A}"/>
              </a:ext>
            </a:extLst>
          </p:cNvPr>
          <p:cNvSpPr>
            <a:spLocks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6498">
            <a:extLst>
              <a:ext uri="{FF2B5EF4-FFF2-40B4-BE49-F238E27FC236}">
                <a16:creationId xmlns:a16="http://schemas.microsoft.com/office/drawing/2014/main" id="{4971714C-FC00-4C94-960F-6FDA20E4BA7C}"/>
              </a:ext>
            </a:extLst>
          </p:cNvPr>
          <p:cNvSpPr>
            <a:spLocks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6499">
            <a:extLst>
              <a:ext uri="{FF2B5EF4-FFF2-40B4-BE49-F238E27FC236}">
                <a16:creationId xmlns:a16="http://schemas.microsoft.com/office/drawing/2014/main" id="{CC92931C-12FE-4699-8FAA-2197D093969B}"/>
              </a:ext>
            </a:extLst>
          </p:cNvPr>
          <p:cNvSpPr>
            <a:spLocks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6500">
            <a:extLst>
              <a:ext uri="{FF2B5EF4-FFF2-40B4-BE49-F238E27FC236}">
                <a16:creationId xmlns:a16="http://schemas.microsoft.com/office/drawing/2014/main" id="{F4AA9143-3157-444A-9798-7A02CE90E3B9}"/>
              </a:ext>
            </a:extLst>
          </p:cNvPr>
          <p:cNvSpPr>
            <a:spLocks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6501">
            <a:extLst>
              <a:ext uri="{FF2B5EF4-FFF2-40B4-BE49-F238E27FC236}">
                <a16:creationId xmlns:a16="http://schemas.microsoft.com/office/drawing/2014/main" id="{2C9CDB93-B7B3-45B5-BE03-C4E94448EDC6}"/>
              </a:ext>
            </a:extLst>
          </p:cNvPr>
          <p:cNvSpPr>
            <a:spLocks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6502">
            <a:extLst>
              <a:ext uri="{FF2B5EF4-FFF2-40B4-BE49-F238E27FC236}">
                <a16:creationId xmlns:a16="http://schemas.microsoft.com/office/drawing/2014/main" id="{12A07E70-6A04-43B0-8127-25E2871D224D}"/>
              </a:ext>
            </a:extLst>
          </p:cNvPr>
          <p:cNvSpPr>
            <a:spLocks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6503">
            <a:extLst>
              <a:ext uri="{FF2B5EF4-FFF2-40B4-BE49-F238E27FC236}">
                <a16:creationId xmlns:a16="http://schemas.microsoft.com/office/drawing/2014/main" id="{8C34B578-EEE7-414C-822F-7FF957594852}"/>
              </a:ext>
            </a:extLst>
          </p:cNvPr>
          <p:cNvSpPr>
            <a:spLocks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6504">
            <a:extLst>
              <a:ext uri="{FF2B5EF4-FFF2-40B4-BE49-F238E27FC236}">
                <a16:creationId xmlns:a16="http://schemas.microsoft.com/office/drawing/2014/main" id="{C723B47E-E1A6-431F-8A57-E82EAA3A237A}"/>
              </a:ext>
            </a:extLst>
          </p:cNvPr>
          <p:cNvSpPr>
            <a:spLocks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6505">
            <a:extLst>
              <a:ext uri="{FF2B5EF4-FFF2-40B4-BE49-F238E27FC236}">
                <a16:creationId xmlns:a16="http://schemas.microsoft.com/office/drawing/2014/main" id="{35AD4B81-BA6E-4CDB-8A93-6D9A9D7C1F32}"/>
              </a:ext>
            </a:extLst>
          </p:cNvPr>
          <p:cNvSpPr>
            <a:spLocks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6506">
            <a:extLst>
              <a:ext uri="{FF2B5EF4-FFF2-40B4-BE49-F238E27FC236}">
                <a16:creationId xmlns:a16="http://schemas.microsoft.com/office/drawing/2014/main" id="{E79EB1F8-139D-4935-BBA6-58AAFEE0F3F1}"/>
              </a:ext>
            </a:extLst>
          </p:cNvPr>
          <p:cNvSpPr>
            <a:spLocks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6507">
            <a:extLst>
              <a:ext uri="{FF2B5EF4-FFF2-40B4-BE49-F238E27FC236}">
                <a16:creationId xmlns:a16="http://schemas.microsoft.com/office/drawing/2014/main" id="{8AC56A63-7CE4-4AB2-B8E7-6FE456C4CBE3}"/>
              </a:ext>
            </a:extLst>
          </p:cNvPr>
          <p:cNvSpPr>
            <a:spLocks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6508">
            <a:extLst>
              <a:ext uri="{FF2B5EF4-FFF2-40B4-BE49-F238E27FC236}">
                <a16:creationId xmlns:a16="http://schemas.microsoft.com/office/drawing/2014/main" id="{847016A1-34EB-466F-87F1-B1AF5FAFF3D6}"/>
              </a:ext>
            </a:extLst>
          </p:cNvPr>
          <p:cNvSpPr>
            <a:spLocks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6509">
            <a:extLst>
              <a:ext uri="{FF2B5EF4-FFF2-40B4-BE49-F238E27FC236}">
                <a16:creationId xmlns:a16="http://schemas.microsoft.com/office/drawing/2014/main" id="{44EC22F2-00E1-493C-91D5-27452671EE52}"/>
              </a:ext>
            </a:extLst>
          </p:cNvPr>
          <p:cNvSpPr>
            <a:spLocks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6510">
            <a:extLst>
              <a:ext uri="{FF2B5EF4-FFF2-40B4-BE49-F238E27FC236}">
                <a16:creationId xmlns:a16="http://schemas.microsoft.com/office/drawing/2014/main" id="{2DC592D2-85F7-453E-AA3E-DAE2A43BF233}"/>
              </a:ext>
            </a:extLst>
          </p:cNvPr>
          <p:cNvSpPr>
            <a:spLocks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6511">
            <a:extLst>
              <a:ext uri="{FF2B5EF4-FFF2-40B4-BE49-F238E27FC236}">
                <a16:creationId xmlns:a16="http://schemas.microsoft.com/office/drawing/2014/main" id="{5A31E1C8-7022-4F0D-A15D-94058D222792}"/>
              </a:ext>
            </a:extLst>
          </p:cNvPr>
          <p:cNvSpPr>
            <a:spLocks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6512">
            <a:extLst>
              <a:ext uri="{FF2B5EF4-FFF2-40B4-BE49-F238E27FC236}">
                <a16:creationId xmlns:a16="http://schemas.microsoft.com/office/drawing/2014/main" id="{C1E44E0A-EEA5-4F1A-B305-C4A53C02A6E7}"/>
              </a:ext>
            </a:extLst>
          </p:cNvPr>
          <p:cNvSpPr>
            <a:spLocks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6513">
            <a:extLst>
              <a:ext uri="{FF2B5EF4-FFF2-40B4-BE49-F238E27FC236}">
                <a16:creationId xmlns:a16="http://schemas.microsoft.com/office/drawing/2014/main" id="{F9088E07-1B85-44C9-82E8-C53290FC9403}"/>
              </a:ext>
            </a:extLst>
          </p:cNvPr>
          <p:cNvSpPr>
            <a:spLocks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6514">
            <a:extLst>
              <a:ext uri="{FF2B5EF4-FFF2-40B4-BE49-F238E27FC236}">
                <a16:creationId xmlns:a16="http://schemas.microsoft.com/office/drawing/2014/main" id="{13E333E5-BF9F-47AD-AC82-9DA12B553784}"/>
              </a:ext>
            </a:extLst>
          </p:cNvPr>
          <p:cNvSpPr>
            <a:spLocks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6515">
            <a:extLst>
              <a:ext uri="{FF2B5EF4-FFF2-40B4-BE49-F238E27FC236}">
                <a16:creationId xmlns:a16="http://schemas.microsoft.com/office/drawing/2014/main" id="{74E28CDF-4DF5-4A90-9BCB-C0C230C09C05}"/>
              </a:ext>
            </a:extLst>
          </p:cNvPr>
          <p:cNvSpPr>
            <a:spLocks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6516">
            <a:extLst>
              <a:ext uri="{FF2B5EF4-FFF2-40B4-BE49-F238E27FC236}">
                <a16:creationId xmlns:a16="http://schemas.microsoft.com/office/drawing/2014/main" id="{E8992D56-1A20-46D1-BA0E-1080215C5573}"/>
              </a:ext>
            </a:extLst>
          </p:cNvPr>
          <p:cNvSpPr>
            <a:spLocks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6517">
            <a:extLst>
              <a:ext uri="{FF2B5EF4-FFF2-40B4-BE49-F238E27FC236}">
                <a16:creationId xmlns:a16="http://schemas.microsoft.com/office/drawing/2014/main" id="{895AF8DD-92A7-40A3-BD02-B964BCB587CE}"/>
              </a:ext>
            </a:extLst>
          </p:cNvPr>
          <p:cNvSpPr>
            <a:spLocks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6518">
            <a:extLst>
              <a:ext uri="{FF2B5EF4-FFF2-40B4-BE49-F238E27FC236}">
                <a16:creationId xmlns:a16="http://schemas.microsoft.com/office/drawing/2014/main" id="{23179581-37E3-4F82-AE4C-5B106542BD67}"/>
              </a:ext>
            </a:extLst>
          </p:cNvPr>
          <p:cNvSpPr>
            <a:spLocks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6519">
            <a:extLst>
              <a:ext uri="{FF2B5EF4-FFF2-40B4-BE49-F238E27FC236}">
                <a16:creationId xmlns:a16="http://schemas.microsoft.com/office/drawing/2014/main" id="{B1097AD0-01FE-4245-89EE-15E9384DCCE3}"/>
              </a:ext>
            </a:extLst>
          </p:cNvPr>
          <p:cNvSpPr>
            <a:spLocks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6520">
            <a:extLst>
              <a:ext uri="{FF2B5EF4-FFF2-40B4-BE49-F238E27FC236}">
                <a16:creationId xmlns:a16="http://schemas.microsoft.com/office/drawing/2014/main" id="{06CA054F-AC6E-45B4-B880-8E947D8A40B9}"/>
              </a:ext>
            </a:extLst>
          </p:cNvPr>
          <p:cNvSpPr>
            <a:spLocks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6521">
            <a:extLst>
              <a:ext uri="{FF2B5EF4-FFF2-40B4-BE49-F238E27FC236}">
                <a16:creationId xmlns:a16="http://schemas.microsoft.com/office/drawing/2014/main" id="{6D6DC43C-ADC4-4131-AEFD-82A42DB9B9A1}"/>
              </a:ext>
            </a:extLst>
          </p:cNvPr>
          <p:cNvSpPr>
            <a:spLocks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6522">
            <a:extLst>
              <a:ext uri="{FF2B5EF4-FFF2-40B4-BE49-F238E27FC236}">
                <a16:creationId xmlns:a16="http://schemas.microsoft.com/office/drawing/2014/main" id="{8FC4CC4E-0061-46C7-B8C9-944AA55EA272}"/>
              </a:ext>
            </a:extLst>
          </p:cNvPr>
          <p:cNvSpPr>
            <a:spLocks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6523">
            <a:extLst>
              <a:ext uri="{FF2B5EF4-FFF2-40B4-BE49-F238E27FC236}">
                <a16:creationId xmlns:a16="http://schemas.microsoft.com/office/drawing/2014/main" id="{39876D55-15D8-40E4-AA6A-A3C00D79E9FF}"/>
              </a:ext>
            </a:extLst>
          </p:cNvPr>
          <p:cNvSpPr>
            <a:spLocks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6524">
            <a:extLst>
              <a:ext uri="{FF2B5EF4-FFF2-40B4-BE49-F238E27FC236}">
                <a16:creationId xmlns:a16="http://schemas.microsoft.com/office/drawing/2014/main" id="{47318C87-7C59-4A91-94AE-CCA024E67932}"/>
              </a:ext>
            </a:extLst>
          </p:cNvPr>
          <p:cNvSpPr>
            <a:spLocks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6525">
            <a:extLst>
              <a:ext uri="{FF2B5EF4-FFF2-40B4-BE49-F238E27FC236}">
                <a16:creationId xmlns:a16="http://schemas.microsoft.com/office/drawing/2014/main" id="{647D4CCA-46B8-4630-BD48-E482EC382D83}"/>
              </a:ext>
            </a:extLst>
          </p:cNvPr>
          <p:cNvSpPr>
            <a:spLocks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6526">
            <a:extLst>
              <a:ext uri="{FF2B5EF4-FFF2-40B4-BE49-F238E27FC236}">
                <a16:creationId xmlns:a16="http://schemas.microsoft.com/office/drawing/2014/main" id="{3B1FC39C-41B4-405B-A2AA-4C8265CCF384}"/>
              </a:ext>
            </a:extLst>
          </p:cNvPr>
          <p:cNvSpPr>
            <a:spLocks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6527">
            <a:extLst>
              <a:ext uri="{FF2B5EF4-FFF2-40B4-BE49-F238E27FC236}">
                <a16:creationId xmlns:a16="http://schemas.microsoft.com/office/drawing/2014/main" id="{2345A46B-578B-4A8C-B954-A7F17D72F93E}"/>
              </a:ext>
            </a:extLst>
          </p:cNvPr>
          <p:cNvSpPr>
            <a:spLocks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6528">
            <a:extLst>
              <a:ext uri="{FF2B5EF4-FFF2-40B4-BE49-F238E27FC236}">
                <a16:creationId xmlns:a16="http://schemas.microsoft.com/office/drawing/2014/main" id="{48144464-1CC1-46E5-8FD8-885D63A7166D}"/>
              </a:ext>
            </a:extLst>
          </p:cNvPr>
          <p:cNvSpPr>
            <a:spLocks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6529">
            <a:extLst>
              <a:ext uri="{FF2B5EF4-FFF2-40B4-BE49-F238E27FC236}">
                <a16:creationId xmlns:a16="http://schemas.microsoft.com/office/drawing/2014/main" id="{5F59E5EC-7E04-4142-81E3-1A2082E09DB7}"/>
              </a:ext>
            </a:extLst>
          </p:cNvPr>
          <p:cNvSpPr>
            <a:spLocks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6530">
            <a:extLst>
              <a:ext uri="{FF2B5EF4-FFF2-40B4-BE49-F238E27FC236}">
                <a16:creationId xmlns:a16="http://schemas.microsoft.com/office/drawing/2014/main" id="{589761AA-09B6-4C8E-B6F1-74C99C679151}"/>
              </a:ext>
            </a:extLst>
          </p:cNvPr>
          <p:cNvSpPr>
            <a:spLocks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6531">
            <a:extLst>
              <a:ext uri="{FF2B5EF4-FFF2-40B4-BE49-F238E27FC236}">
                <a16:creationId xmlns:a16="http://schemas.microsoft.com/office/drawing/2014/main" id="{FF93C1E6-0B76-4477-AB2B-1A3B10C4F007}"/>
              </a:ext>
            </a:extLst>
          </p:cNvPr>
          <p:cNvSpPr>
            <a:spLocks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6532">
            <a:extLst>
              <a:ext uri="{FF2B5EF4-FFF2-40B4-BE49-F238E27FC236}">
                <a16:creationId xmlns:a16="http://schemas.microsoft.com/office/drawing/2014/main" id="{34551516-6280-48F6-B525-128FBF9192A1}"/>
              </a:ext>
            </a:extLst>
          </p:cNvPr>
          <p:cNvSpPr>
            <a:spLocks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6533">
            <a:extLst>
              <a:ext uri="{FF2B5EF4-FFF2-40B4-BE49-F238E27FC236}">
                <a16:creationId xmlns:a16="http://schemas.microsoft.com/office/drawing/2014/main" id="{7EBA4470-2685-4AB3-BCCB-9609AAA0E672}"/>
              </a:ext>
            </a:extLst>
          </p:cNvPr>
          <p:cNvSpPr>
            <a:spLocks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6534">
            <a:extLst>
              <a:ext uri="{FF2B5EF4-FFF2-40B4-BE49-F238E27FC236}">
                <a16:creationId xmlns:a16="http://schemas.microsoft.com/office/drawing/2014/main" id="{533BEBD4-9C45-453F-9697-6A1B0FEE5987}"/>
              </a:ext>
            </a:extLst>
          </p:cNvPr>
          <p:cNvSpPr>
            <a:spLocks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6535">
            <a:extLst>
              <a:ext uri="{FF2B5EF4-FFF2-40B4-BE49-F238E27FC236}">
                <a16:creationId xmlns:a16="http://schemas.microsoft.com/office/drawing/2014/main" id="{3CFD3C80-303F-40EA-BAC4-905D19E20E66}"/>
              </a:ext>
            </a:extLst>
          </p:cNvPr>
          <p:cNvSpPr>
            <a:spLocks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6536">
            <a:extLst>
              <a:ext uri="{FF2B5EF4-FFF2-40B4-BE49-F238E27FC236}">
                <a16:creationId xmlns:a16="http://schemas.microsoft.com/office/drawing/2014/main" id="{AA6CA51E-6639-489F-B61A-D078C4BFA6F4}"/>
              </a:ext>
            </a:extLst>
          </p:cNvPr>
          <p:cNvSpPr>
            <a:spLocks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6537">
            <a:extLst>
              <a:ext uri="{FF2B5EF4-FFF2-40B4-BE49-F238E27FC236}">
                <a16:creationId xmlns:a16="http://schemas.microsoft.com/office/drawing/2014/main" id="{BC670818-4B4C-4D92-A1DD-E41554FB5949}"/>
              </a:ext>
            </a:extLst>
          </p:cNvPr>
          <p:cNvSpPr>
            <a:spLocks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6538">
            <a:extLst>
              <a:ext uri="{FF2B5EF4-FFF2-40B4-BE49-F238E27FC236}">
                <a16:creationId xmlns:a16="http://schemas.microsoft.com/office/drawing/2014/main" id="{70569670-774D-4B27-AB94-B213C7229EA8}"/>
              </a:ext>
            </a:extLst>
          </p:cNvPr>
          <p:cNvSpPr>
            <a:spLocks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6539">
            <a:extLst>
              <a:ext uri="{FF2B5EF4-FFF2-40B4-BE49-F238E27FC236}">
                <a16:creationId xmlns:a16="http://schemas.microsoft.com/office/drawing/2014/main" id="{012B1ECE-DD24-4615-A219-CCC08A46D557}"/>
              </a:ext>
            </a:extLst>
          </p:cNvPr>
          <p:cNvSpPr>
            <a:spLocks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6540">
            <a:extLst>
              <a:ext uri="{FF2B5EF4-FFF2-40B4-BE49-F238E27FC236}">
                <a16:creationId xmlns:a16="http://schemas.microsoft.com/office/drawing/2014/main" id="{6BFB4BC7-09D5-4BAA-946E-3C5689BFF521}"/>
              </a:ext>
            </a:extLst>
          </p:cNvPr>
          <p:cNvSpPr>
            <a:spLocks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6541">
            <a:extLst>
              <a:ext uri="{FF2B5EF4-FFF2-40B4-BE49-F238E27FC236}">
                <a16:creationId xmlns:a16="http://schemas.microsoft.com/office/drawing/2014/main" id="{BE8B29CE-9FEC-4A32-9572-806F2D979723}"/>
              </a:ext>
            </a:extLst>
          </p:cNvPr>
          <p:cNvSpPr>
            <a:spLocks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6542">
            <a:extLst>
              <a:ext uri="{FF2B5EF4-FFF2-40B4-BE49-F238E27FC236}">
                <a16:creationId xmlns:a16="http://schemas.microsoft.com/office/drawing/2014/main" id="{DA455535-6FDB-4FA9-B50B-A766452ABB39}"/>
              </a:ext>
            </a:extLst>
          </p:cNvPr>
          <p:cNvSpPr>
            <a:spLocks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6543">
            <a:extLst>
              <a:ext uri="{FF2B5EF4-FFF2-40B4-BE49-F238E27FC236}">
                <a16:creationId xmlns:a16="http://schemas.microsoft.com/office/drawing/2014/main" id="{63D7B2ED-FBD8-4F02-980D-531FC78ED8A2}"/>
              </a:ext>
            </a:extLst>
          </p:cNvPr>
          <p:cNvSpPr>
            <a:spLocks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6544">
            <a:extLst>
              <a:ext uri="{FF2B5EF4-FFF2-40B4-BE49-F238E27FC236}">
                <a16:creationId xmlns:a16="http://schemas.microsoft.com/office/drawing/2014/main" id="{C37F1B93-E282-47C9-98AA-5BE074DCEDE6}"/>
              </a:ext>
            </a:extLst>
          </p:cNvPr>
          <p:cNvSpPr>
            <a:spLocks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6545">
            <a:extLst>
              <a:ext uri="{FF2B5EF4-FFF2-40B4-BE49-F238E27FC236}">
                <a16:creationId xmlns:a16="http://schemas.microsoft.com/office/drawing/2014/main" id="{D2815325-B7D5-4EFE-82C5-56BDDC634042}"/>
              </a:ext>
            </a:extLst>
          </p:cNvPr>
          <p:cNvSpPr>
            <a:spLocks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6546">
            <a:extLst>
              <a:ext uri="{FF2B5EF4-FFF2-40B4-BE49-F238E27FC236}">
                <a16:creationId xmlns:a16="http://schemas.microsoft.com/office/drawing/2014/main" id="{4BA2970E-1762-417D-A532-D5C292D5537C}"/>
              </a:ext>
            </a:extLst>
          </p:cNvPr>
          <p:cNvSpPr>
            <a:spLocks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6547">
            <a:extLst>
              <a:ext uri="{FF2B5EF4-FFF2-40B4-BE49-F238E27FC236}">
                <a16:creationId xmlns:a16="http://schemas.microsoft.com/office/drawing/2014/main" id="{3566F1AB-7C03-4EB6-B776-4361D2AD82D0}"/>
              </a:ext>
            </a:extLst>
          </p:cNvPr>
          <p:cNvSpPr>
            <a:spLocks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6548">
            <a:extLst>
              <a:ext uri="{FF2B5EF4-FFF2-40B4-BE49-F238E27FC236}">
                <a16:creationId xmlns:a16="http://schemas.microsoft.com/office/drawing/2014/main" id="{E884D455-D920-4800-A4D0-498FD7BB601C}"/>
              </a:ext>
            </a:extLst>
          </p:cNvPr>
          <p:cNvSpPr>
            <a:spLocks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6549">
            <a:extLst>
              <a:ext uri="{FF2B5EF4-FFF2-40B4-BE49-F238E27FC236}">
                <a16:creationId xmlns:a16="http://schemas.microsoft.com/office/drawing/2014/main" id="{88A7FC93-D7E0-486D-8547-710198A87839}"/>
              </a:ext>
            </a:extLst>
          </p:cNvPr>
          <p:cNvSpPr>
            <a:spLocks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6550">
            <a:extLst>
              <a:ext uri="{FF2B5EF4-FFF2-40B4-BE49-F238E27FC236}">
                <a16:creationId xmlns:a16="http://schemas.microsoft.com/office/drawing/2014/main" id="{A8283219-C600-49AB-ABE7-12332E36D8E7}"/>
              </a:ext>
            </a:extLst>
          </p:cNvPr>
          <p:cNvSpPr>
            <a:spLocks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6551">
            <a:extLst>
              <a:ext uri="{FF2B5EF4-FFF2-40B4-BE49-F238E27FC236}">
                <a16:creationId xmlns:a16="http://schemas.microsoft.com/office/drawing/2014/main" id="{AEA048F5-DD9E-4C0B-A58C-9542891F644D}"/>
              </a:ext>
            </a:extLst>
          </p:cNvPr>
          <p:cNvSpPr>
            <a:spLocks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6552">
            <a:extLst>
              <a:ext uri="{FF2B5EF4-FFF2-40B4-BE49-F238E27FC236}">
                <a16:creationId xmlns:a16="http://schemas.microsoft.com/office/drawing/2014/main" id="{544320F1-9314-43F7-992C-48DD9BF64EC3}"/>
              </a:ext>
            </a:extLst>
          </p:cNvPr>
          <p:cNvSpPr>
            <a:spLocks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6553">
            <a:extLst>
              <a:ext uri="{FF2B5EF4-FFF2-40B4-BE49-F238E27FC236}">
                <a16:creationId xmlns:a16="http://schemas.microsoft.com/office/drawing/2014/main" id="{5940A861-F54A-46A0-B358-1397BD50BA07}"/>
              </a:ext>
            </a:extLst>
          </p:cNvPr>
          <p:cNvSpPr>
            <a:spLocks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6554">
            <a:extLst>
              <a:ext uri="{FF2B5EF4-FFF2-40B4-BE49-F238E27FC236}">
                <a16:creationId xmlns:a16="http://schemas.microsoft.com/office/drawing/2014/main" id="{534B2B0A-7C56-48A1-B897-F44148BCDFE2}"/>
              </a:ext>
            </a:extLst>
          </p:cNvPr>
          <p:cNvSpPr>
            <a:spLocks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6555">
            <a:extLst>
              <a:ext uri="{FF2B5EF4-FFF2-40B4-BE49-F238E27FC236}">
                <a16:creationId xmlns:a16="http://schemas.microsoft.com/office/drawing/2014/main" id="{CB8E4EE4-0293-4AE7-AE44-4307C6242A3A}"/>
              </a:ext>
            </a:extLst>
          </p:cNvPr>
          <p:cNvSpPr>
            <a:spLocks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6556">
            <a:extLst>
              <a:ext uri="{FF2B5EF4-FFF2-40B4-BE49-F238E27FC236}">
                <a16:creationId xmlns:a16="http://schemas.microsoft.com/office/drawing/2014/main" id="{C82E6729-F13A-40A0-95DC-30735331779F}"/>
              </a:ext>
            </a:extLst>
          </p:cNvPr>
          <p:cNvSpPr>
            <a:spLocks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6557">
            <a:extLst>
              <a:ext uri="{FF2B5EF4-FFF2-40B4-BE49-F238E27FC236}">
                <a16:creationId xmlns:a16="http://schemas.microsoft.com/office/drawing/2014/main" id="{AB6772AE-018D-4A4C-AA18-7B266080BAF1}"/>
              </a:ext>
            </a:extLst>
          </p:cNvPr>
          <p:cNvSpPr>
            <a:spLocks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6558">
            <a:extLst>
              <a:ext uri="{FF2B5EF4-FFF2-40B4-BE49-F238E27FC236}">
                <a16:creationId xmlns:a16="http://schemas.microsoft.com/office/drawing/2014/main" id="{F1ADE71C-214C-4C51-A479-BAACA61A36E6}"/>
              </a:ext>
            </a:extLst>
          </p:cNvPr>
          <p:cNvSpPr>
            <a:spLocks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6559">
            <a:extLst>
              <a:ext uri="{FF2B5EF4-FFF2-40B4-BE49-F238E27FC236}">
                <a16:creationId xmlns:a16="http://schemas.microsoft.com/office/drawing/2014/main" id="{6B653AA5-C4A7-4CB3-AD11-BC3D9DFD8329}"/>
              </a:ext>
            </a:extLst>
          </p:cNvPr>
          <p:cNvSpPr>
            <a:spLocks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6560">
            <a:extLst>
              <a:ext uri="{FF2B5EF4-FFF2-40B4-BE49-F238E27FC236}">
                <a16:creationId xmlns:a16="http://schemas.microsoft.com/office/drawing/2014/main" id="{D6AD7E84-95BF-457C-8871-1C16C9166774}"/>
              </a:ext>
            </a:extLst>
          </p:cNvPr>
          <p:cNvSpPr>
            <a:spLocks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6561">
            <a:extLst>
              <a:ext uri="{FF2B5EF4-FFF2-40B4-BE49-F238E27FC236}">
                <a16:creationId xmlns:a16="http://schemas.microsoft.com/office/drawing/2014/main" id="{756B74A2-3495-4EE8-B36A-0CEB0FE6807A}"/>
              </a:ext>
            </a:extLst>
          </p:cNvPr>
          <p:cNvSpPr>
            <a:spLocks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6562">
            <a:extLst>
              <a:ext uri="{FF2B5EF4-FFF2-40B4-BE49-F238E27FC236}">
                <a16:creationId xmlns:a16="http://schemas.microsoft.com/office/drawing/2014/main" id="{30CC6A97-DDAB-4F8D-95EA-1D92BFF53834}"/>
              </a:ext>
            </a:extLst>
          </p:cNvPr>
          <p:cNvSpPr>
            <a:spLocks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6563">
            <a:extLst>
              <a:ext uri="{FF2B5EF4-FFF2-40B4-BE49-F238E27FC236}">
                <a16:creationId xmlns:a16="http://schemas.microsoft.com/office/drawing/2014/main" id="{91DE7A1C-A0F3-4278-B676-ECAC189175A1}"/>
              </a:ext>
            </a:extLst>
          </p:cNvPr>
          <p:cNvSpPr>
            <a:spLocks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6564">
            <a:extLst>
              <a:ext uri="{FF2B5EF4-FFF2-40B4-BE49-F238E27FC236}">
                <a16:creationId xmlns:a16="http://schemas.microsoft.com/office/drawing/2014/main" id="{338D8B21-D348-493D-97C5-F5FCA6F74592}"/>
              </a:ext>
            </a:extLst>
          </p:cNvPr>
          <p:cNvSpPr>
            <a:spLocks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6565">
            <a:extLst>
              <a:ext uri="{FF2B5EF4-FFF2-40B4-BE49-F238E27FC236}">
                <a16:creationId xmlns:a16="http://schemas.microsoft.com/office/drawing/2014/main" id="{38504BD6-E649-4C37-8DA6-F713F37ED021}"/>
              </a:ext>
            </a:extLst>
          </p:cNvPr>
          <p:cNvSpPr>
            <a:spLocks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6566">
            <a:extLst>
              <a:ext uri="{FF2B5EF4-FFF2-40B4-BE49-F238E27FC236}">
                <a16:creationId xmlns:a16="http://schemas.microsoft.com/office/drawing/2014/main" id="{35BEC22A-560A-4406-B452-2FB389A3AA2B}"/>
              </a:ext>
            </a:extLst>
          </p:cNvPr>
          <p:cNvSpPr>
            <a:spLocks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6567">
            <a:extLst>
              <a:ext uri="{FF2B5EF4-FFF2-40B4-BE49-F238E27FC236}">
                <a16:creationId xmlns:a16="http://schemas.microsoft.com/office/drawing/2014/main" id="{05003915-AEB5-465E-AC2A-935723FED788}"/>
              </a:ext>
            </a:extLst>
          </p:cNvPr>
          <p:cNvSpPr>
            <a:spLocks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6568">
            <a:extLst>
              <a:ext uri="{FF2B5EF4-FFF2-40B4-BE49-F238E27FC236}">
                <a16:creationId xmlns:a16="http://schemas.microsoft.com/office/drawing/2014/main" id="{8A882B0F-C67C-415F-B4FC-1593BDAE191B}"/>
              </a:ext>
            </a:extLst>
          </p:cNvPr>
          <p:cNvSpPr>
            <a:spLocks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6569">
            <a:extLst>
              <a:ext uri="{FF2B5EF4-FFF2-40B4-BE49-F238E27FC236}">
                <a16:creationId xmlns:a16="http://schemas.microsoft.com/office/drawing/2014/main" id="{5861E934-B291-4F45-9636-55BFF8E8BB15}"/>
              </a:ext>
            </a:extLst>
          </p:cNvPr>
          <p:cNvSpPr>
            <a:spLocks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6570">
            <a:extLst>
              <a:ext uri="{FF2B5EF4-FFF2-40B4-BE49-F238E27FC236}">
                <a16:creationId xmlns:a16="http://schemas.microsoft.com/office/drawing/2014/main" id="{8F8E180E-8A6A-4F63-A0C3-D7D5FCD068A6}"/>
              </a:ext>
            </a:extLst>
          </p:cNvPr>
          <p:cNvSpPr>
            <a:spLocks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6571">
            <a:extLst>
              <a:ext uri="{FF2B5EF4-FFF2-40B4-BE49-F238E27FC236}">
                <a16:creationId xmlns:a16="http://schemas.microsoft.com/office/drawing/2014/main" id="{4D0E788B-08BD-4BE7-BFD3-5381B7659CFC}"/>
              </a:ext>
            </a:extLst>
          </p:cNvPr>
          <p:cNvSpPr>
            <a:spLocks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6572">
            <a:extLst>
              <a:ext uri="{FF2B5EF4-FFF2-40B4-BE49-F238E27FC236}">
                <a16:creationId xmlns:a16="http://schemas.microsoft.com/office/drawing/2014/main" id="{C2FEA959-42AC-4C31-BAC2-7CCB45AA07D8}"/>
              </a:ext>
            </a:extLst>
          </p:cNvPr>
          <p:cNvSpPr>
            <a:spLocks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6573">
            <a:extLst>
              <a:ext uri="{FF2B5EF4-FFF2-40B4-BE49-F238E27FC236}">
                <a16:creationId xmlns:a16="http://schemas.microsoft.com/office/drawing/2014/main" id="{5ADA7B5E-F8B8-4EEF-A1A9-BC461DC53973}"/>
              </a:ext>
            </a:extLst>
          </p:cNvPr>
          <p:cNvSpPr>
            <a:spLocks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6574">
            <a:extLst>
              <a:ext uri="{FF2B5EF4-FFF2-40B4-BE49-F238E27FC236}">
                <a16:creationId xmlns:a16="http://schemas.microsoft.com/office/drawing/2014/main" id="{8C8B395C-9183-4758-A908-DCDC6F1D2296}"/>
              </a:ext>
            </a:extLst>
          </p:cNvPr>
          <p:cNvSpPr>
            <a:spLocks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6575">
            <a:extLst>
              <a:ext uri="{FF2B5EF4-FFF2-40B4-BE49-F238E27FC236}">
                <a16:creationId xmlns:a16="http://schemas.microsoft.com/office/drawing/2014/main" id="{34CC196C-0F7D-49FF-8FDC-64CF9484BA8A}"/>
              </a:ext>
            </a:extLst>
          </p:cNvPr>
          <p:cNvSpPr>
            <a:spLocks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6576">
            <a:extLst>
              <a:ext uri="{FF2B5EF4-FFF2-40B4-BE49-F238E27FC236}">
                <a16:creationId xmlns:a16="http://schemas.microsoft.com/office/drawing/2014/main" id="{CCC19003-FF45-4771-91CD-C046F5BA40DD}"/>
              </a:ext>
            </a:extLst>
          </p:cNvPr>
          <p:cNvSpPr>
            <a:spLocks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6577">
            <a:extLst>
              <a:ext uri="{FF2B5EF4-FFF2-40B4-BE49-F238E27FC236}">
                <a16:creationId xmlns:a16="http://schemas.microsoft.com/office/drawing/2014/main" id="{EA7AE3A8-3D2F-48DD-A815-BF70985CFF4E}"/>
              </a:ext>
            </a:extLst>
          </p:cNvPr>
          <p:cNvSpPr>
            <a:spLocks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6578">
            <a:extLst>
              <a:ext uri="{FF2B5EF4-FFF2-40B4-BE49-F238E27FC236}">
                <a16:creationId xmlns:a16="http://schemas.microsoft.com/office/drawing/2014/main" id="{6F99439A-4DFD-4858-9E08-5020D64CBFAC}"/>
              </a:ext>
            </a:extLst>
          </p:cNvPr>
          <p:cNvSpPr>
            <a:spLocks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6579">
            <a:extLst>
              <a:ext uri="{FF2B5EF4-FFF2-40B4-BE49-F238E27FC236}">
                <a16:creationId xmlns:a16="http://schemas.microsoft.com/office/drawing/2014/main" id="{88A552EA-7F64-4247-B87C-767DE6AB574F}"/>
              </a:ext>
            </a:extLst>
          </p:cNvPr>
          <p:cNvSpPr>
            <a:spLocks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6580">
            <a:extLst>
              <a:ext uri="{FF2B5EF4-FFF2-40B4-BE49-F238E27FC236}">
                <a16:creationId xmlns:a16="http://schemas.microsoft.com/office/drawing/2014/main" id="{4FCB7353-47B2-4C35-A238-BF3112CE4023}"/>
              </a:ext>
            </a:extLst>
          </p:cNvPr>
          <p:cNvSpPr>
            <a:spLocks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6581">
            <a:extLst>
              <a:ext uri="{FF2B5EF4-FFF2-40B4-BE49-F238E27FC236}">
                <a16:creationId xmlns:a16="http://schemas.microsoft.com/office/drawing/2014/main" id="{E3FB078C-BB0F-485A-A572-1447AA3B8BF5}"/>
              </a:ext>
            </a:extLst>
          </p:cNvPr>
          <p:cNvSpPr>
            <a:spLocks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6582">
            <a:extLst>
              <a:ext uri="{FF2B5EF4-FFF2-40B4-BE49-F238E27FC236}">
                <a16:creationId xmlns:a16="http://schemas.microsoft.com/office/drawing/2014/main" id="{DCDD0F58-8F7D-4286-BC89-ED9AE82D7BCF}"/>
              </a:ext>
            </a:extLst>
          </p:cNvPr>
          <p:cNvSpPr>
            <a:spLocks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6583">
            <a:extLst>
              <a:ext uri="{FF2B5EF4-FFF2-40B4-BE49-F238E27FC236}">
                <a16:creationId xmlns:a16="http://schemas.microsoft.com/office/drawing/2014/main" id="{582574E6-E54F-408C-8019-064B679A5E8D}"/>
              </a:ext>
            </a:extLst>
          </p:cNvPr>
          <p:cNvSpPr>
            <a:spLocks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6584">
            <a:extLst>
              <a:ext uri="{FF2B5EF4-FFF2-40B4-BE49-F238E27FC236}">
                <a16:creationId xmlns:a16="http://schemas.microsoft.com/office/drawing/2014/main" id="{9A88C7F0-0FD3-423C-8EF7-72D57B4B63CB}"/>
              </a:ext>
            </a:extLst>
          </p:cNvPr>
          <p:cNvSpPr>
            <a:spLocks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6585">
            <a:extLst>
              <a:ext uri="{FF2B5EF4-FFF2-40B4-BE49-F238E27FC236}">
                <a16:creationId xmlns:a16="http://schemas.microsoft.com/office/drawing/2014/main" id="{BCF9466E-5C46-49CB-88E6-906662A255EB}"/>
              </a:ext>
            </a:extLst>
          </p:cNvPr>
          <p:cNvSpPr>
            <a:spLocks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6586">
            <a:extLst>
              <a:ext uri="{FF2B5EF4-FFF2-40B4-BE49-F238E27FC236}">
                <a16:creationId xmlns:a16="http://schemas.microsoft.com/office/drawing/2014/main" id="{C6DDD89F-1EC2-4D52-B0B5-70681AFD3E0F}"/>
              </a:ext>
            </a:extLst>
          </p:cNvPr>
          <p:cNvSpPr>
            <a:spLocks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6587">
            <a:extLst>
              <a:ext uri="{FF2B5EF4-FFF2-40B4-BE49-F238E27FC236}">
                <a16:creationId xmlns:a16="http://schemas.microsoft.com/office/drawing/2014/main" id="{45DF7370-4027-4E3A-8FD8-174C7DCA3652}"/>
              </a:ext>
            </a:extLst>
          </p:cNvPr>
          <p:cNvSpPr>
            <a:spLocks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6588">
            <a:extLst>
              <a:ext uri="{FF2B5EF4-FFF2-40B4-BE49-F238E27FC236}">
                <a16:creationId xmlns:a16="http://schemas.microsoft.com/office/drawing/2014/main" id="{FE3EEBE9-AD74-4589-9234-C79BF37CC3E8}"/>
              </a:ext>
            </a:extLst>
          </p:cNvPr>
          <p:cNvSpPr>
            <a:spLocks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6589">
            <a:extLst>
              <a:ext uri="{FF2B5EF4-FFF2-40B4-BE49-F238E27FC236}">
                <a16:creationId xmlns:a16="http://schemas.microsoft.com/office/drawing/2014/main" id="{6EAAD2A9-D709-4E76-9FB5-1D0F684F345F}"/>
              </a:ext>
            </a:extLst>
          </p:cNvPr>
          <p:cNvSpPr>
            <a:spLocks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6590">
            <a:extLst>
              <a:ext uri="{FF2B5EF4-FFF2-40B4-BE49-F238E27FC236}">
                <a16:creationId xmlns:a16="http://schemas.microsoft.com/office/drawing/2014/main" id="{801C8484-D58F-456F-93A2-81F444301060}"/>
              </a:ext>
            </a:extLst>
          </p:cNvPr>
          <p:cNvSpPr>
            <a:spLocks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6591">
            <a:extLst>
              <a:ext uri="{FF2B5EF4-FFF2-40B4-BE49-F238E27FC236}">
                <a16:creationId xmlns:a16="http://schemas.microsoft.com/office/drawing/2014/main" id="{380DEF71-F554-4643-80AB-1D117676D5B2}"/>
              </a:ext>
            </a:extLst>
          </p:cNvPr>
          <p:cNvSpPr>
            <a:spLocks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6592">
            <a:extLst>
              <a:ext uri="{FF2B5EF4-FFF2-40B4-BE49-F238E27FC236}">
                <a16:creationId xmlns:a16="http://schemas.microsoft.com/office/drawing/2014/main" id="{DC0BD115-A1F4-4582-AB7F-0E416FDDF0E8}"/>
              </a:ext>
            </a:extLst>
          </p:cNvPr>
          <p:cNvSpPr>
            <a:spLocks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6593">
            <a:extLst>
              <a:ext uri="{FF2B5EF4-FFF2-40B4-BE49-F238E27FC236}">
                <a16:creationId xmlns:a16="http://schemas.microsoft.com/office/drawing/2014/main" id="{9D2F5B69-F490-4582-A0DD-63436238F2A8}"/>
              </a:ext>
            </a:extLst>
          </p:cNvPr>
          <p:cNvSpPr>
            <a:spLocks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6594">
            <a:extLst>
              <a:ext uri="{FF2B5EF4-FFF2-40B4-BE49-F238E27FC236}">
                <a16:creationId xmlns:a16="http://schemas.microsoft.com/office/drawing/2014/main" id="{D8F3283A-6488-4E25-9E6E-5E21529EBE40}"/>
              </a:ext>
            </a:extLst>
          </p:cNvPr>
          <p:cNvSpPr>
            <a:spLocks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6595">
            <a:extLst>
              <a:ext uri="{FF2B5EF4-FFF2-40B4-BE49-F238E27FC236}">
                <a16:creationId xmlns:a16="http://schemas.microsoft.com/office/drawing/2014/main" id="{834280AB-1E79-4380-98B4-F75B9791C175}"/>
              </a:ext>
            </a:extLst>
          </p:cNvPr>
          <p:cNvSpPr>
            <a:spLocks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6596">
            <a:extLst>
              <a:ext uri="{FF2B5EF4-FFF2-40B4-BE49-F238E27FC236}">
                <a16:creationId xmlns:a16="http://schemas.microsoft.com/office/drawing/2014/main" id="{A1E79CB5-C7F5-4FF8-8E33-BDD3548FCB7A}"/>
              </a:ext>
            </a:extLst>
          </p:cNvPr>
          <p:cNvSpPr>
            <a:spLocks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6597">
            <a:extLst>
              <a:ext uri="{FF2B5EF4-FFF2-40B4-BE49-F238E27FC236}">
                <a16:creationId xmlns:a16="http://schemas.microsoft.com/office/drawing/2014/main" id="{8605D4EA-8F8E-4E2F-B06F-42DDA938C74D}"/>
              </a:ext>
            </a:extLst>
          </p:cNvPr>
          <p:cNvSpPr>
            <a:spLocks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6598">
            <a:extLst>
              <a:ext uri="{FF2B5EF4-FFF2-40B4-BE49-F238E27FC236}">
                <a16:creationId xmlns:a16="http://schemas.microsoft.com/office/drawing/2014/main" id="{41138D27-69BD-4630-A2E2-7F4D4313D282}"/>
              </a:ext>
            </a:extLst>
          </p:cNvPr>
          <p:cNvSpPr>
            <a:spLocks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6599">
            <a:extLst>
              <a:ext uri="{FF2B5EF4-FFF2-40B4-BE49-F238E27FC236}">
                <a16:creationId xmlns:a16="http://schemas.microsoft.com/office/drawing/2014/main" id="{9B787610-A412-47A4-93E8-CB8BCBC07126}"/>
              </a:ext>
            </a:extLst>
          </p:cNvPr>
          <p:cNvSpPr>
            <a:spLocks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6600">
            <a:extLst>
              <a:ext uri="{FF2B5EF4-FFF2-40B4-BE49-F238E27FC236}">
                <a16:creationId xmlns:a16="http://schemas.microsoft.com/office/drawing/2014/main" id="{A2B11786-C78F-49F2-A6C9-AB9A207F8FEE}"/>
              </a:ext>
            </a:extLst>
          </p:cNvPr>
          <p:cNvSpPr>
            <a:spLocks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6601">
            <a:extLst>
              <a:ext uri="{FF2B5EF4-FFF2-40B4-BE49-F238E27FC236}">
                <a16:creationId xmlns:a16="http://schemas.microsoft.com/office/drawing/2014/main" id="{E825FF87-6C7B-4387-96BD-6B253F783870}"/>
              </a:ext>
            </a:extLst>
          </p:cNvPr>
          <p:cNvSpPr>
            <a:spLocks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6602">
            <a:extLst>
              <a:ext uri="{FF2B5EF4-FFF2-40B4-BE49-F238E27FC236}">
                <a16:creationId xmlns:a16="http://schemas.microsoft.com/office/drawing/2014/main" id="{20FC022F-53B5-4EDA-9934-F3ED11C52849}"/>
              </a:ext>
            </a:extLst>
          </p:cNvPr>
          <p:cNvSpPr>
            <a:spLocks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6603">
            <a:extLst>
              <a:ext uri="{FF2B5EF4-FFF2-40B4-BE49-F238E27FC236}">
                <a16:creationId xmlns:a16="http://schemas.microsoft.com/office/drawing/2014/main" id="{43FE58DA-8F77-40B3-A7B8-8152B5FE8529}"/>
              </a:ext>
            </a:extLst>
          </p:cNvPr>
          <p:cNvSpPr>
            <a:spLocks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6604">
            <a:extLst>
              <a:ext uri="{FF2B5EF4-FFF2-40B4-BE49-F238E27FC236}">
                <a16:creationId xmlns:a16="http://schemas.microsoft.com/office/drawing/2014/main" id="{34889D14-F55D-4F3D-957D-5DD5F3D52BF4}"/>
              </a:ext>
            </a:extLst>
          </p:cNvPr>
          <p:cNvSpPr>
            <a:spLocks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6605">
            <a:extLst>
              <a:ext uri="{FF2B5EF4-FFF2-40B4-BE49-F238E27FC236}">
                <a16:creationId xmlns:a16="http://schemas.microsoft.com/office/drawing/2014/main" id="{41178D4E-AD6C-48F7-B752-308319CC044F}"/>
              </a:ext>
            </a:extLst>
          </p:cNvPr>
          <p:cNvSpPr>
            <a:spLocks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6606">
            <a:extLst>
              <a:ext uri="{FF2B5EF4-FFF2-40B4-BE49-F238E27FC236}">
                <a16:creationId xmlns:a16="http://schemas.microsoft.com/office/drawing/2014/main" id="{B0683BB5-9534-4C17-82B7-591738F544A5}"/>
              </a:ext>
            </a:extLst>
          </p:cNvPr>
          <p:cNvSpPr>
            <a:spLocks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6607">
            <a:extLst>
              <a:ext uri="{FF2B5EF4-FFF2-40B4-BE49-F238E27FC236}">
                <a16:creationId xmlns:a16="http://schemas.microsoft.com/office/drawing/2014/main" id="{298379C3-14EB-4C60-BA64-F15A47E59DF8}"/>
              </a:ext>
            </a:extLst>
          </p:cNvPr>
          <p:cNvSpPr>
            <a:spLocks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6608">
            <a:extLst>
              <a:ext uri="{FF2B5EF4-FFF2-40B4-BE49-F238E27FC236}">
                <a16:creationId xmlns:a16="http://schemas.microsoft.com/office/drawing/2014/main" id="{E7EDA1F3-D2AC-42C8-A7BC-457ACA0F3CBA}"/>
              </a:ext>
            </a:extLst>
          </p:cNvPr>
          <p:cNvSpPr>
            <a:spLocks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6609">
            <a:extLst>
              <a:ext uri="{FF2B5EF4-FFF2-40B4-BE49-F238E27FC236}">
                <a16:creationId xmlns:a16="http://schemas.microsoft.com/office/drawing/2014/main" id="{7CDE8FDE-4AEE-4561-8804-88EDAA2D9C73}"/>
              </a:ext>
            </a:extLst>
          </p:cNvPr>
          <p:cNvSpPr>
            <a:spLocks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6610">
            <a:extLst>
              <a:ext uri="{FF2B5EF4-FFF2-40B4-BE49-F238E27FC236}">
                <a16:creationId xmlns:a16="http://schemas.microsoft.com/office/drawing/2014/main" id="{8071A8C7-1B05-4C32-8ACA-BB379EA1CAFF}"/>
              </a:ext>
            </a:extLst>
          </p:cNvPr>
          <p:cNvSpPr>
            <a:spLocks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6611">
            <a:extLst>
              <a:ext uri="{FF2B5EF4-FFF2-40B4-BE49-F238E27FC236}">
                <a16:creationId xmlns:a16="http://schemas.microsoft.com/office/drawing/2014/main" id="{D4C498F3-93CC-4E50-8CF8-C501FFDC1FEB}"/>
              </a:ext>
            </a:extLst>
          </p:cNvPr>
          <p:cNvSpPr>
            <a:spLocks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6612">
            <a:extLst>
              <a:ext uri="{FF2B5EF4-FFF2-40B4-BE49-F238E27FC236}">
                <a16:creationId xmlns:a16="http://schemas.microsoft.com/office/drawing/2014/main" id="{E5404803-47EE-43AE-A22C-720F9E7F7D73}"/>
              </a:ext>
            </a:extLst>
          </p:cNvPr>
          <p:cNvSpPr>
            <a:spLocks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6613">
            <a:extLst>
              <a:ext uri="{FF2B5EF4-FFF2-40B4-BE49-F238E27FC236}">
                <a16:creationId xmlns:a16="http://schemas.microsoft.com/office/drawing/2014/main" id="{1CFC5D60-9A9A-42E6-B40C-8ED9B985DDFE}"/>
              </a:ext>
            </a:extLst>
          </p:cNvPr>
          <p:cNvSpPr>
            <a:spLocks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6614">
            <a:extLst>
              <a:ext uri="{FF2B5EF4-FFF2-40B4-BE49-F238E27FC236}">
                <a16:creationId xmlns:a16="http://schemas.microsoft.com/office/drawing/2014/main" id="{E5587DFA-F382-4A1C-AB3C-C62205C4BC0F}"/>
              </a:ext>
            </a:extLst>
          </p:cNvPr>
          <p:cNvSpPr>
            <a:spLocks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6615">
            <a:extLst>
              <a:ext uri="{FF2B5EF4-FFF2-40B4-BE49-F238E27FC236}">
                <a16:creationId xmlns:a16="http://schemas.microsoft.com/office/drawing/2014/main" id="{26229A35-6AEB-469A-8D49-BBFAF7F42754}"/>
              </a:ext>
            </a:extLst>
          </p:cNvPr>
          <p:cNvSpPr>
            <a:spLocks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6616">
            <a:extLst>
              <a:ext uri="{FF2B5EF4-FFF2-40B4-BE49-F238E27FC236}">
                <a16:creationId xmlns:a16="http://schemas.microsoft.com/office/drawing/2014/main" id="{E1451514-51BD-453B-BD62-CC548611B312}"/>
              </a:ext>
            </a:extLst>
          </p:cNvPr>
          <p:cNvSpPr>
            <a:spLocks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6617">
            <a:extLst>
              <a:ext uri="{FF2B5EF4-FFF2-40B4-BE49-F238E27FC236}">
                <a16:creationId xmlns:a16="http://schemas.microsoft.com/office/drawing/2014/main" id="{95C77321-4E20-4249-BE5F-B2550BEA3137}"/>
              </a:ext>
            </a:extLst>
          </p:cNvPr>
          <p:cNvSpPr>
            <a:spLocks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6618">
            <a:extLst>
              <a:ext uri="{FF2B5EF4-FFF2-40B4-BE49-F238E27FC236}">
                <a16:creationId xmlns:a16="http://schemas.microsoft.com/office/drawing/2014/main" id="{7CC4DCB0-BE50-49B4-B13E-65919A988763}"/>
              </a:ext>
            </a:extLst>
          </p:cNvPr>
          <p:cNvSpPr>
            <a:spLocks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6619">
            <a:extLst>
              <a:ext uri="{FF2B5EF4-FFF2-40B4-BE49-F238E27FC236}">
                <a16:creationId xmlns:a16="http://schemas.microsoft.com/office/drawing/2014/main" id="{57E5B2AC-BA74-491A-B0EB-4C4CDD270253}"/>
              </a:ext>
            </a:extLst>
          </p:cNvPr>
          <p:cNvSpPr>
            <a:spLocks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6620">
            <a:extLst>
              <a:ext uri="{FF2B5EF4-FFF2-40B4-BE49-F238E27FC236}">
                <a16:creationId xmlns:a16="http://schemas.microsoft.com/office/drawing/2014/main" id="{DE4D9121-8F39-4641-A65F-B4B723DBF7E4}"/>
              </a:ext>
            </a:extLst>
          </p:cNvPr>
          <p:cNvSpPr>
            <a:spLocks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6621">
            <a:extLst>
              <a:ext uri="{FF2B5EF4-FFF2-40B4-BE49-F238E27FC236}">
                <a16:creationId xmlns:a16="http://schemas.microsoft.com/office/drawing/2014/main" id="{3A1A2AA4-9068-42A1-AB72-D42303D8F011}"/>
              </a:ext>
            </a:extLst>
          </p:cNvPr>
          <p:cNvSpPr>
            <a:spLocks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6622">
            <a:extLst>
              <a:ext uri="{FF2B5EF4-FFF2-40B4-BE49-F238E27FC236}">
                <a16:creationId xmlns:a16="http://schemas.microsoft.com/office/drawing/2014/main" id="{CEBC2415-8401-492C-A4EE-96B3B2DBD37C}"/>
              </a:ext>
            </a:extLst>
          </p:cNvPr>
          <p:cNvSpPr>
            <a:spLocks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6623">
            <a:extLst>
              <a:ext uri="{FF2B5EF4-FFF2-40B4-BE49-F238E27FC236}">
                <a16:creationId xmlns:a16="http://schemas.microsoft.com/office/drawing/2014/main" id="{90B00776-7406-4998-8EAA-22FDFA69F428}"/>
              </a:ext>
            </a:extLst>
          </p:cNvPr>
          <p:cNvSpPr>
            <a:spLocks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6624">
            <a:extLst>
              <a:ext uri="{FF2B5EF4-FFF2-40B4-BE49-F238E27FC236}">
                <a16:creationId xmlns:a16="http://schemas.microsoft.com/office/drawing/2014/main" id="{B9207036-71D7-4D95-8FBF-D0CD37992E8D}"/>
              </a:ext>
            </a:extLst>
          </p:cNvPr>
          <p:cNvSpPr>
            <a:spLocks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6625">
            <a:extLst>
              <a:ext uri="{FF2B5EF4-FFF2-40B4-BE49-F238E27FC236}">
                <a16:creationId xmlns:a16="http://schemas.microsoft.com/office/drawing/2014/main" id="{7AB1AF67-C30D-4C87-A250-33FD0023719A}"/>
              </a:ext>
            </a:extLst>
          </p:cNvPr>
          <p:cNvSpPr>
            <a:spLocks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6626">
            <a:extLst>
              <a:ext uri="{FF2B5EF4-FFF2-40B4-BE49-F238E27FC236}">
                <a16:creationId xmlns:a16="http://schemas.microsoft.com/office/drawing/2014/main" id="{D51BBB67-950B-4D42-98E9-099515B8954C}"/>
              </a:ext>
            </a:extLst>
          </p:cNvPr>
          <p:cNvSpPr>
            <a:spLocks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6627">
            <a:extLst>
              <a:ext uri="{FF2B5EF4-FFF2-40B4-BE49-F238E27FC236}">
                <a16:creationId xmlns:a16="http://schemas.microsoft.com/office/drawing/2014/main" id="{840231C8-B09C-4E13-937F-ACF12EABBC9B}"/>
              </a:ext>
            </a:extLst>
          </p:cNvPr>
          <p:cNvSpPr>
            <a:spLocks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6628">
            <a:extLst>
              <a:ext uri="{FF2B5EF4-FFF2-40B4-BE49-F238E27FC236}">
                <a16:creationId xmlns:a16="http://schemas.microsoft.com/office/drawing/2014/main" id="{0532BA79-CD39-45A6-8E2A-1C6B56D3B88D}"/>
              </a:ext>
            </a:extLst>
          </p:cNvPr>
          <p:cNvSpPr>
            <a:spLocks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6629">
            <a:extLst>
              <a:ext uri="{FF2B5EF4-FFF2-40B4-BE49-F238E27FC236}">
                <a16:creationId xmlns:a16="http://schemas.microsoft.com/office/drawing/2014/main" id="{ED66295F-0288-4A72-A70A-73D72273F66A}"/>
              </a:ext>
            </a:extLst>
          </p:cNvPr>
          <p:cNvSpPr>
            <a:spLocks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6630">
            <a:extLst>
              <a:ext uri="{FF2B5EF4-FFF2-40B4-BE49-F238E27FC236}">
                <a16:creationId xmlns:a16="http://schemas.microsoft.com/office/drawing/2014/main" id="{96D19B08-3A1E-4449-85BE-53C24DED30EB}"/>
              </a:ext>
            </a:extLst>
          </p:cNvPr>
          <p:cNvSpPr>
            <a:spLocks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6631">
            <a:extLst>
              <a:ext uri="{FF2B5EF4-FFF2-40B4-BE49-F238E27FC236}">
                <a16:creationId xmlns:a16="http://schemas.microsoft.com/office/drawing/2014/main" id="{D52E3454-D544-40A6-82CF-3133CE883C00}"/>
              </a:ext>
            </a:extLst>
          </p:cNvPr>
          <p:cNvSpPr>
            <a:spLocks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6632">
            <a:extLst>
              <a:ext uri="{FF2B5EF4-FFF2-40B4-BE49-F238E27FC236}">
                <a16:creationId xmlns:a16="http://schemas.microsoft.com/office/drawing/2014/main" id="{8CA29576-07C2-4E80-9476-C2FEE61D0D72}"/>
              </a:ext>
            </a:extLst>
          </p:cNvPr>
          <p:cNvSpPr>
            <a:spLocks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6633">
            <a:extLst>
              <a:ext uri="{FF2B5EF4-FFF2-40B4-BE49-F238E27FC236}">
                <a16:creationId xmlns:a16="http://schemas.microsoft.com/office/drawing/2014/main" id="{F69CE9F7-40F7-4601-A641-DA9B376E76AA}"/>
              </a:ext>
            </a:extLst>
          </p:cNvPr>
          <p:cNvSpPr>
            <a:spLocks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6634">
            <a:extLst>
              <a:ext uri="{FF2B5EF4-FFF2-40B4-BE49-F238E27FC236}">
                <a16:creationId xmlns:a16="http://schemas.microsoft.com/office/drawing/2014/main" id="{92D2B5C8-6195-4AA9-B1FE-85C4EB4A01C4}"/>
              </a:ext>
            </a:extLst>
          </p:cNvPr>
          <p:cNvSpPr>
            <a:spLocks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6635">
            <a:extLst>
              <a:ext uri="{FF2B5EF4-FFF2-40B4-BE49-F238E27FC236}">
                <a16:creationId xmlns:a16="http://schemas.microsoft.com/office/drawing/2014/main" id="{1298454A-C41E-4527-B277-433C7CDD6988}"/>
              </a:ext>
            </a:extLst>
          </p:cNvPr>
          <p:cNvSpPr>
            <a:spLocks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6636">
            <a:extLst>
              <a:ext uri="{FF2B5EF4-FFF2-40B4-BE49-F238E27FC236}">
                <a16:creationId xmlns:a16="http://schemas.microsoft.com/office/drawing/2014/main" id="{AF1F2078-89E0-4F06-BBD1-EAA4C05243D0}"/>
              </a:ext>
            </a:extLst>
          </p:cNvPr>
          <p:cNvSpPr>
            <a:spLocks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6637">
            <a:extLst>
              <a:ext uri="{FF2B5EF4-FFF2-40B4-BE49-F238E27FC236}">
                <a16:creationId xmlns:a16="http://schemas.microsoft.com/office/drawing/2014/main" id="{7F5FF749-BE20-4460-B205-57425C6D3B39}"/>
              </a:ext>
            </a:extLst>
          </p:cNvPr>
          <p:cNvSpPr>
            <a:spLocks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6638">
            <a:extLst>
              <a:ext uri="{FF2B5EF4-FFF2-40B4-BE49-F238E27FC236}">
                <a16:creationId xmlns:a16="http://schemas.microsoft.com/office/drawing/2014/main" id="{50E9475F-BAF5-4DD1-9FAC-0D040444CAE7}"/>
              </a:ext>
            </a:extLst>
          </p:cNvPr>
          <p:cNvSpPr>
            <a:spLocks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6639">
            <a:extLst>
              <a:ext uri="{FF2B5EF4-FFF2-40B4-BE49-F238E27FC236}">
                <a16:creationId xmlns:a16="http://schemas.microsoft.com/office/drawing/2014/main" id="{7662AB6A-C742-4AC2-97EF-E4AFCBD6D26D}"/>
              </a:ext>
            </a:extLst>
          </p:cNvPr>
          <p:cNvSpPr>
            <a:spLocks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6640">
            <a:extLst>
              <a:ext uri="{FF2B5EF4-FFF2-40B4-BE49-F238E27FC236}">
                <a16:creationId xmlns:a16="http://schemas.microsoft.com/office/drawing/2014/main" id="{5999399E-D552-4D52-8125-89B350CAFFAD}"/>
              </a:ext>
            </a:extLst>
          </p:cNvPr>
          <p:cNvSpPr>
            <a:spLocks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6641">
            <a:extLst>
              <a:ext uri="{FF2B5EF4-FFF2-40B4-BE49-F238E27FC236}">
                <a16:creationId xmlns:a16="http://schemas.microsoft.com/office/drawing/2014/main" id="{7C8294B3-BF7C-4D3D-AA14-43651EC40B62}"/>
              </a:ext>
            </a:extLst>
          </p:cNvPr>
          <p:cNvSpPr>
            <a:spLocks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6642">
            <a:extLst>
              <a:ext uri="{FF2B5EF4-FFF2-40B4-BE49-F238E27FC236}">
                <a16:creationId xmlns:a16="http://schemas.microsoft.com/office/drawing/2014/main" id="{0BC55991-0F1B-4C81-97FF-66C2B79516AF}"/>
              </a:ext>
            </a:extLst>
          </p:cNvPr>
          <p:cNvSpPr>
            <a:spLocks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6643">
            <a:extLst>
              <a:ext uri="{FF2B5EF4-FFF2-40B4-BE49-F238E27FC236}">
                <a16:creationId xmlns:a16="http://schemas.microsoft.com/office/drawing/2014/main" id="{F7B8BDB6-2693-43EA-959F-F46445FFA0ED}"/>
              </a:ext>
            </a:extLst>
          </p:cNvPr>
          <p:cNvSpPr>
            <a:spLocks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6644">
            <a:extLst>
              <a:ext uri="{FF2B5EF4-FFF2-40B4-BE49-F238E27FC236}">
                <a16:creationId xmlns:a16="http://schemas.microsoft.com/office/drawing/2014/main" id="{D536AA66-8F65-4470-839B-DC91EBE65CAF}"/>
              </a:ext>
            </a:extLst>
          </p:cNvPr>
          <p:cNvSpPr>
            <a:spLocks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6645">
            <a:extLst>
              <a:ext uri="{FF2B5EF4-FFF2-40B4-BE49-F238E27FC236}">
                <a16:creationId xmlns:a16="http://schemas.microsoft.com/office/drawing/2014/main" id="{B6D32B98-AD93-42E1-B13C-FA18F1C14F3A}"/>
              </a:ext>
            </a:extLst>
          </p:cNvPr>
          <p:cNvSpPr>
            <a:spLocks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6646">
            <a:extLst>
              <a:ext uri="{FF2B5EF4-FFF2-40B4-BE49-F238E27FC236}">
                <a16:creationId xmlns:a16="http://schemas.microsoft.com/office/drawing/2014/main" id="{CA7B8E81-E28E-4913-BDD8-9C39159286A5}"/>
              </a:ext>
            </a:extLst>
          </p:cNvPr>
          <p:cNvSpPr>
            <a:spLocks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6647">
            <a:extLst>
              <a:ext uri="{FF2B5EF4-FFF2-40B4-BE49-F238E27FC236}">
                <a16:creationId xmlns:a16="http://schemas.microsoft.com/office/drawing/2014/main" id="{55145936-DF5B-4AD9-B119-F3FBAEF71AC3}"/>
              </a:ext>
            </a:extLst>
          </p:cNvPr>
          <p:cNvSpPr>
            <a:spLocks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6648">
            <a:extLst>
              <a:ext uri="{FF2B5EF4-FFF2-40B4-BE49-F238E27FC236}">
                <a16:creationId xmlns:a16="http://schemas.microsoft.com/office/drawing/2014/main" id="{D70ACAA3-AD38-4A55-9D05-B7B992469ADE}"/>
              </a:ext>
            </a:extLst>
          </p:cNvPr>
          <p:cNvSpPr>
            <a:spLocks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6649">
            <a:extLst>
              <a:ext uri="{FF2B5EF4-FFF2-40B4-BE49-F238E27FC236}">
                <a16:creationId xmlns:a16="http://schemas.microsoft.com/office/drawing/2014/main" id="{F2157D85-5D81-4798-B6B1-6C07CFA48F86}"/>
              </a:ext>
            </a:extLst>
          </p:cNvPr>
          <p:cNvSpPr>
            <a:spLocks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6650">
            <a:extLst>
              <a:ext uri="{FF2B5EF4-FFF2-40B4-BE49-F238E27FC236}">
                <a16:creationId xmlns:a16="http://schemas.microsoft.com/office/drawing/2014/main" id="{8054678F-BD18-4482-82E0-A27C3F23DF17}"/>
              </a:ext>
            </a:extLst>
          </p:cNvPr>
          <p:cNvSpPr>
            <a:spLocks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6651">
            <a:extLst>
              <a:ext uri="{FF2B5EF4-FFF2-40B4-BE49-F238E27FC236}">
                <a16:creationId xmlns:a16="http://schemas.microsoft.com/office/drawing/2014/main" id="{46E07763-63AF-477D-B8CC-3B474EEC4300}"/>
              </a:ext>
            </a:extLst>
          </p:cNvPr>
          <p:cNvSpPr>
            <a:spLocks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6652">
            <a:extLst>
              <a:ext uri="{FF2B5EF4-FFF2-40B4-BE49-F238E27FC236}">
                <a16:creationId xmlns:a16="http://schemas.microsoft.com/office/drawing/2014/main" id="{C72270F1-4EF7-40FA-9D06-BBCDFBAC079F}"/>
              </a:ext>
            </a:extLst>
          </p:cNvPr>
          <p:cNvSpPr>
            <a:spLocks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6653">
            <a:extLst>
              <a:ext uri="{FF2B5EF4-FFF2-40B4-BE49-F238E27FC236}">
                <a16:creationId xmlns:a16="http://schemas.microsoft.com/office/drawing/2014/main" id="{509D65D3-BA6A-4EEB-A34F-E213DBEF6000}"/>
              </a:ext>
            </a:extLst>
          </p:cNvPr>
          <p:cNvSpPr>
            <a:spLocks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6654">
            <a:extLst>
              <a:ext uri="{FF2B5EF4-FFF2-40B4-BE49-F238E27FC236}">
                <a16:creationId xmlns:a16="http://schemas.microsoft.com/office/drawing/2014/main" id="{985C5B1F-6755-4308-A970-03B49747BD7A}"/>
              </a:ext>
            </a:extLst>
          </p:cNvPr>
          <p:cNvSpPr>
            <a:spLocks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6655">
            <a:extLst>
              <a:ext uri="{FF2B5EF4-FFF2-40B4-BE49-F238E27FC236}">
                <a16:creationId xmlns:a16="http://schemas.microsoft.com/office/drawing/2014/main" id="{B559FFEC-8A68-4602-B178-2C5A768B4DFF}"/>
              </a:ext>
            </a:extLst>
          </p:cNvPr>
          <p:cNvSpPr>
            <a:spLocks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6656">
            <a:extLst>
              <a:ext uri="{FF2B5EF4-FFF2-40B4-BE49-F238E27FC236}">
                <a16:creationId xmlns:a16="http://schemas.microsoft.com/office/drawing/2014/main" id="{492A4193-7134-433F-83D5-4D453A994DF7}"/>
              </a:ext>
            </a:extLst>
          </p:cNvPr>
          <p:cNvSpPr>
            <a:spLocks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6657">
            <a:extLst>
              <a:ext uri="{FF2B5EF4-FFF2-40B4-BE49-F238E27FC236}">
                <a16:creationId xmlns:a16="http://schemas.microsoft.com/office/drawing/2014/main" id="{35D633BB-B52D-4951-A379-E39D0EB43D05}"/>
              </a:ext>
            </a:extLst>
          </p:cNvPr>
          <p:cNvSpPr>
            <a:spLocks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6658">
            <a:extLst>
              <a:ext uri="{FF2B5EF4-FFF2-40B4-BE49-F238E27FC236}">
                <a16:creationId xmlns:a16="http://schemas.microsoft.com/office/drawing/2014/main" id="{F66D5FC6-34FE-42AC-9438-33D1904EC2B2}"/>
              </a:ext>
            </a:extLst>
          </p:cNvPr>
          <p:cNvSpPr>
            <a:spLocks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6659">
            <a:extLst>
              <a:ext uri="{FF2B5EF4-FFF2-40B4-BE49-F238E27FC236}">
                <a16:creationId xmlns:a16="http://schemas.microsoft.com/office/drawing/2014/main" id="{FD10EC2B-3A90-4A85-8EE4-F7803571471A}"/>
              </a:ext>
            </a:extLst>
          </p:cNvPr>
          <p:cNvSpPr>
            <a:spLocks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6660">
            <a:extLst>
              <a:ext uri="{FF2B5EF4-FFF2-40B4-BE49-F238E27FC236}">
                <a16:creationId xmlns:a16="http://schemas.microsoft.com/office/drawing/2014/main" id="{3487D0B2-38F3-4E8D-83ED-C629FD7960EE}"/>
              </a:ext>
            </a:extLst>
          </p:cNvPr>
          <p:cNvSpPr>
            <a:spLocks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6661">
            <a:extLst>
              <a:ext uri="{FF2B5EF4-FFF2-40B4-BE49-F238E27FC236}">
                <a16:creationId xmlns:a16="http://schemas.microsoft.com/office/drawing/2014/main" id="{6956C881-5E4D-43BE-9F32-80A4819558C5}"/>
              </a:ext>
            </a:extLst>
          </p:cNvPr>
          <p:cNvSpPr>
            <a:spLocks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6662">
            <a:extLst>
              <a:ext uri="{FF2B5EF4-FFF2-40B4-BE49-F238E27FC236}">
                <a16:creationId xmlns:a16="http://schemas.microsoft.com/office/drawing/2014/main" id="{A2886EAA-285F-43BB-9F3D-BA05B30F2511}"/>
              </a:ext>
            </a:extLst>
          </p:cNvPr>
          <p:cNvSpPr>
            <a:spLocks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6663">
            <a:extLst>
              <a:ext uri="{FF2B5EF4-FFF2-40B4-BE49-F238E27FC236}">
                <a16:creationId xmlns:a16="http://schemas.microsoft.com/office/drawing/2014/main" id="{36573DE0-1CFC-4F09-92A8-F66F46F95C3F}"/>
              </a:ext>
            </a:extLst>
          </p:cNvPr>
          <p:cNvSpPr>
            <a:spLocks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6664">
            <a:extLst>
              <a:ext uri="{FF2B5EF4-FFF2-40B4-BE49-F238E27FC236}">
                <a16:creationId xmlns:a16="http://schemas.microsoft.com/office/drawing/2014/main" id="{F8739B9A-DE81-4D04-A755-FCF1D3A69D38}"/>
              </a:ext>
            </a:extLst>
          </p:cNvPr>
          <p:cNvSpPr>
            <a:spLocks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6665">
            <a:extLst>
              <a:ext uri="{FF2B5EF4-FFF2-40B4-BE49-F238E27FC236}">
                <a16:creationId xmlns:a16="http://schemas.microsoft.com/office/drawing/2014/main" id="{B3ABF824-76F6-4E8D-8967-AE2C8BFF9C07}"/>
              </a:ext>
            </a:extLst>
          </p:cNvPr>
          <p:cNvSpPr>
            <a:spLocks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6666">
            <a:extLst>
              <a:ext uri="{FF2B5EF4-FFF2-40B4-BE49-F238E27FC236}">
                <a16:creationId xmlns:a16="http://schemas.microsoft.com/office/drawing/2014/main" id="{60FD8ED7-8B5F-4338-9C51-EE221C60E5A4}"/>
              </a:ext>
            </a:extLst>
          </p:cNvPr>
          <p:cNvSpPr>
            <a:spLocks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6667">
            <a:extLst>
              <a:ext uri="{FF2B5EF4-FFF2-40B4-BE49-F238E27FC236}">
                <a16:creationId xmlns:a16="http://schemas.microsoft.com/office/drawing/2014/main" id="{A34BEBE5-B148-496F-BB22-2B53E5783A2F}"/>
              </a:ext>
            </a:extLst>
          </p:cNvPr>
          <p:cNvSpPr>
            <a:spLocks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6668">
            <a:extLst>
              <a:ext uri="{FF2B5EF4-FFF2-40B4-BE49-F238E27FC236}">
                <a16:creationId xmlns:a16="http://schemas.microsoft.com/office/drawing/2014/main" id="{634B9BCE-3EAB-4541-926A-656C461BA882}"/>
              </a:ext>
            </a:extLst>
          </p:cNvPr>
          <p:cNvSpPr>
            <a:spLocks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6669">
            <a:extLst>
              <a:ext uri="{FF2B5EF4-FFF2-40B4-BE49-F238E27FC236}">
                <a16:creationId xmlns:a16="http://schemas.microsoft.com/office/drawing/2014/main" id="{47A74516-23D8-490F-AE1D-CB3CAE391EEF}"/>
              </a:ext>
            </a:extLst>
          </p:cNvPr>
          <p:cNvSpPr>
            <a:spLocks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6670">
            <a:extLst>
              <a:ext uri="{FF2B5EF4-FFF2-40B4-BE49-F238E27FC236}">
                <a16:creationId xmlns:a16="http://schemas.microsoft.com/office/drawing/2014/main" id="{B0097967-D943-47EC-AD66-BCF7E74FF3DB}"/>
              </a:ext>
            </a:extLst>
          </p:cNvPr>
          <p:cNvSpPr>
            <a:spLocks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6671">
            <a:extLst>
              <a:ext uri="{FF2B5EF4-FFF2-40B4-BE49-F238E27FC236}">
                <a16:creationId xmlns:a16="http://schemas.microsoft.com/office/drawing/2014/main" id="{76B5ED37-EBCC-4982-9281-6F60DF19026E}"/>
              </a:ext>
            </a:extLst>
          </p:cNvPr>
          <p:cNvSpPr>
            <a:spLocks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6672">
            <a:extLst>
              <a:ext uri="{FF2B5EF4-FFF2-40B4-BE49-F238E27FC236}">
                <a16:creationId xmlns:a16="http://schemas.microsoft.com/office/drawing/2014/main" id="{60670FC0-609E-4C8F-B77C-EAC7997F0C02}"/>
              </a:ext>
            </a:extLst>
          </p:cNvPr>
          <p:cNvSpPr>
            <a:spLocks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6673">
            <a:extLst>
              <a:ext uri="{FF2B5EF4-FFF2-40B4-BE49-F238E27FC236}">
                <a16:creationId xmlns:a16="http://schemas.microsoft.com/office/drawing/2014/main" id="{3154EA37-225E-4974-83E6-6D03C0E9859E}"/>
              </a:ext>
            </a:extLst>
          </p:cNvPr>
          <p:cNvSpPr>
            <a:spLocks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6674">
            <a:extLst>
              <a:ext uri="{FF2B5EF4-FFF2-40B4-BE49-F238E27FC236}">
                <a16:creationId xmlns:a16="http://schemas.microsoft.com/office/drawing/2014/main" id="{D93C01FE-BAF8-4BB2-BB6F-140D4E1EE2B7}"/>
              </a:ext>
            </a:extLst>
          </p:cNvPr>
          <p:cNvSpPr>
            <a:spLocks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6675">
            <a:extLst>
              <a:ext uri="{FF2B5EF4-FFF2-40B4-BE49-F238E27FC236}">
                <a16:creationId xmlns:a16="http://schemas.microsoft.com/office/drawing/2014/main" id="{BE051846-50BD-4D79-91D1-E617E2B19210}"/>
              </a:ext>
            </a:extLst>
          </p:cNvPr>
          <p:cNvSpPr>
            <a:spLocks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6676">
            <a:extLst>
              <a:ext uri="{FF2B5EF4-FFF2-40B4-BE49-F238E27FC236}">
                <a16:creationId xmlns:a16="http://schemas.microsoft.com/office/drawing/2014/main" id="{16ACBF83-ABC7-488B-B065-E1136DA36F7E}"/>
              </a:ext>
            </a:extLst>
          </p:cNvPr>
          <p:cNvSpPr>
            <a:spLocks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6677">
            <a:extLst>
              <a:ext uri="{FF2B5EF4-FFF2-40B4-BE49-F238E27FC236}">
                <a16:creationId xmlns:a16="http://schemas.microsoft.com/office/drawing/2014/main" id="{4E1B60ED-5EB2-4269-9B13-358DB396004C}"/>
              </a:ext>
            </a:extLst>
          </p:cNvPr>
          <p:cNvSpPr>
            <a:spLocks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6678">
            <a:extLst>
              <a:ext uri="{FF2B5EF4-FFF2-40B4-BE49-F238E27FC236}">
                <a16:creationId xmlns:a16="http://schemas.microsoft.com/office/drawing/2014/main" id="{A8477315-0E13-4E26-85E4-5F036E425A3D}"/>
              </a:ext>
            </a:extLst>
          </p:cNvPr>
          <p:cNvSpPr>
            <a:spLocks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6679">
            <a:extLst>
              <a:ext uri="{FF2B5EF4-FFF2-40B4-BE49-F238E27FC236}">
                <a16:creationId xmlns:a16="http://schemas.microsoft.com/office/drawing/2014/main" id="{3C7A5F55-D560-468F-8174-2B5078165CBD}"/>
              </a:ext>
            </a:extLst>
          </p:cNvPr>
          <p:cNvSpPr>
            <a:spLocks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6680">
            <a:extLst>
              <a:ext uri="{FF2B5EF4-FFF2-40B4-BE49-F238E27FC236}">
                <a16:creationId xmlns:a16="http://schemas.microsoft.com/office/drawing/2014/main" id="{B3BA265E-BA68-424F-BC3C-B2DCD233A923}"/>
              </a:ext>
            </a:extLst>
          </p:cNvPr>
          <p:cNvSpPr>
            <a:spLocks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6681">
            <a:extLst>
              <a:ext uri="{FF2B5EF4-FFF2-40B4-BE49-F238E27FC236}">
                <a16:creationId xmlns:a16="http://schemas.microsoft.com/office/drawing/2014/main" id="{FA12BCAA-7B5C-4285-AD8D-7EBA8115F05B}"/>
              </a:ext>
            </a:extLst>
          </p:cNvPr>
          <p:cNvSpPr>
            <a:spLocks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6682">
            <a:extLst>
              <a:ext uri="{FF2B5EF4-FFF2-40B4-BE49-F238E27FC236}">
                <a16:creationId xmlns:a16="http://schemas.microsoft.com/office/drawing/2014/main" id="{BEBEE4D1-518B-4D9A-971E-E29F7117D3D1}"/>
              </a:ext>
            </a:extLst>
          </p:cNvPr>
          <p:cNvSpPr>
            <a:spLocks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6683">
            <a:extLst>
              <a:ext uri="{FF2B5EF4-FFF2-40B4-BE49-F238E27FC236}">
                <a16:creationId xmlns:a16="http://schemas.microsoft.com/office/drawing/2014/main" id="{E7E6CFF9-A203-4A81-BBDC-010350A99DFD}"/>
              </a:ext>
            </a:extLst>
          </p:cNvPr>
          <p:cNvSpPr>
            <a:spLocks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6684">
            <a:extLst>
              <a:ext uri="{FF2B5EF4-FFF2-40B4-BE49-F238E27FC236}">
                <a16:creationId xmlns:a16="http://schemas.microsoft.com/office/drawing/2014/main" id="{85057A08-408C-4681-BEAA-74A68736EE5F}"/>
              </a:ext>
            </a:extLst>
          </p:cNvPr>
          <p:cNvSpPr>
            <a:spLocks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6685">
            <a:extLst>
              <a:ext uri="{FF2B5EF4-FFF2-40B4-BE49-F238E27FC236}">
                <a16:creationId xmlns:a16="http://schemas.microsoft.com/office/drawing/2014/main" id="{566B67E3-3482-46C7-A802-4B4D1B0F6611}"/>
              </a:ext>
            </a:extLst>
          </p:cNvPr>
          <p:cNvSpPr>
            <a:spLocks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6686">
            <a:extLst>
              <a:ext uri="{FF2B5EF4-FFF2-40B4-BE49-F238E27FC236}">
                <a16:creationId xmlns:a16="http://schemas.microsoft.com/office/drawing/2014/main" id="{B40B7CD9-8903-407E-B927-664E488B3E99}"/>
              </a:ext>
            </a:extLst>
          </p:cNvPr>
          <p:cNvSpPr>
            <a:spLocks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6687">
            <a:extLst>
              <a:ext uri="{FF2B5EF4-FFF2-40B4-BE49-F238E27FC236}">
                <a16:creationId xmlns:a16="http://schemas.microsoft.com/office/drawing/2014/main" id="{5E9C8E08-BA7A-4D9C-B4B8-5AA247A7EF5F}"/>
              </a:ext>
            </a:extLst>
          </p:cNvPr>
          <p:cNvSpPr>
            <a:spLocks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6688">
            <a:extLst>
              <a:ext uri="{FF2B5EF4-FFF2-40B4-BE49-F238E27FC236}">
                <a16:creationId xmlns:a16="http://schemas.microsoft.com/office/drawing/2014/main" id="{3C15163A-9139-47DA-B907-4318217E93FA}"/>
              </a:ext>
            </a:extLst>
          </p:cNvPr>
          <p:cNvSpPr>
            <a:spLocks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6689">
            <a:extLst>
              <a:ext uri="{FF2B5EF4-FFF2-40B4-BE49-F238E27FC236}">
                <a16:creationId xmlns:a16="http://schemas.microsoft.com/office/drawing/2014/main" id="{F66F4682-1786-4FBC-BB49-C5D62DC5D8C5}"/>
              </a:ext>
            </a:extLst>
          </p:cNvPr>
          <p:cNvSpPr>
            <a:spLocks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6690">
            <a:extLst>
              <a:ext uri="{FF2B5EF4-FFF2-40B4-BE49-F238E27FC236}">
                <a16:creationId xmlns:a16="http://schemas.microsoft.com/office/drawing/2014/main" id="{4F4A96A4-E4B8-4B1D-9EDE-7E25ADC3165F}"/>
              </a:ext>
            </a:extLst>
          </p:cNvPr>
          <p:cNvSpPr>
            <a:spLocks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6691">
            <a:extLst>
              <a:ext uri="{FF2B5EF4-FFF2-40B4-BE49-F238E27FC236}">
                <a16:creationId xmlns:a16="http://schemas.microsoft.com/office/drawing/2014/main" id="{31049A8A-402E-4E58-A9EC-973B573AA9B9}"/>
              </a:ext>
            </a:extLst>
          </p:cNvPr>
          <p:cNvSpPr>
            <a:spLocks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6692">
            <a:extLst>
              <a:ext uri="{FF2B5EF4-FFF2-40B4-BE49-F238E27FC236}">
                <a16:creationId xmlns:a16="http://schemas.microsoft.com/office/drawing/2014/main" id="{E1F4ACCF-C28A-483C-963F-2EF2B29B4999}"/>
              </a:ext>
            </a:extLst>
          </p:cNvPr>
          <p:cNvSpPr>
            <a:spLocks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6693">
            <a:extLst>
              <a:ext uri="{FF2B5EF4-FFF2-40B4-BE49-F238E27FC236}">
                <a16:creationId xmlns:a16="http://schemas.microsoft.com/office/drawing/2014/main" id="{963F5825-C3F6-4CF6-B4BB-7A9E525B74CE}"/>
              </a:ext>
            </a:extLst>
          </p:cNvPr>
          <p:cNvSpPr>
            <a:spLocks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6694">
            <a:extLst>
              <a:ext uri="{FF2B5EF4-FFF2-40B4-BE49-F238E27FC236}">
                <a16:creationId xmlns:a16="http://schemas.microsoft.com/office/drawing/2014/main" id="{3D10C10A-1468-4D59-9016-FE1233A518A0}"/>
              </a:ext>
            </a:extLst>
          </p:cNvPr>
          <p:cNvSpPr>
            <a:spLocks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6695">
            <a:extLst>
              <a:ext uri="{FF2B5EF4-FFF2-40B4-BE49-F238E27FC236}">
                <a16:creationId xmlns:a16="http://schemas.microsoft.com/office/drawing/2014/main" id="{137F3754-1907-4192-A7E6-2A19E1439360}"/>
              </a:ext>
            </a:extLst>
          </p:cNvPr>
          <p:cNvSpPr>
            <a:spLocks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6696">
            <a:extLst>
              <a:ext uri="{FF2B5EF4-FFF2-40B4-BE49-F238E27FC236}">
                <a16:creationId xmlns:a16="http://schemas.microsoft.com/office/drawing/2014/main" id="{BC39D55C-6986-42A5-822B-3D74B7F5CD1B}"/>
              </a:ext>
            </a:extLst>
          </p:cNvPr>
          <p:cNvSpPr>
            <a:spLocks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6697">
            <a:extLst>
              <a:ext uri="{FF2B5EF4-FFF2-40B4-BE49-F238E27FC236}">
                <a16:creationId xmlns:a16="http://schemas.microsoft.com/office/drawing/2014/main" id="{E8201418-C9C6-4C90-9E0B-5120BB41893D}"/>
              </a:ext>
            </a:extLst>
          </p:cNvPr>
          <p:cNvSpPr>
            <a:spLocks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6698">
            <a:extLst>
              <a:ext uri="{FF2B5EF4-FFF2-40B4-BE49-F238E27FC236}">
                <a16:creationId xmlns:a16="http://schemas.microsoft.com/office/drawing/2014/main" id="{ADDCD3C0-692D-4997-96C3-1EF12875F1E2}"/>
              </a:ext>
            </a:extLst>
          </p:cNvPr>
          <p:cNvSpPr>
            <a:spLocks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6699">
            <a:extLst>
              <a:ext uri="{FF2B5EF4-FFF2-40B4-BE49-F238E27FC236}">
                <a16:creationId xmlns:a16="http://schemas.microsoft.com/office/drawing/2014/main" id="{8A199718-8AB4-4EC3-B4A5-DF10DF2CE287}"/>
              </a:ext>
            </a:extLst>
          </p:cNvPr>
          <p:cNvSpPr>
            <a:spLocks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6700">
            <a:extLst>
              <a:ext uri="{FF2B5EF4-FFF2-40B4-BE49-F238E27FC236}">
                <a16:creationId xmlns:a16="http://schemas.microsoft.com/office/drawing/2014/main" id="{73E22367-105A-4694-8FE2-D4C58E5C9FD6}"/>
              </a:ext>
            </a:extLst>
          </p:cNvPr>
          <p:cNvSpPr>
            <a:spLocks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6701">
            <a:extLst>
              <a:ext uri="{FF2B5EF4-FFF2-40B4-BE49-F238E27FC236}">
                <a16:creationId xmlns:a16="http://schemas.microsoft.com/office/drawing/2014/main" id="{A27DE6E2-3FDA-4FBF-A1A0-59857B7DB975}"/>
              </a:ext>
            </a:extLst>
          </p:cNvPr>
          <p:cNvSpPr>
            <a:spLocks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6702">
            <a:extLst>
              <a:ext uri="{FF2B5EF4-FFF2-40B4-BE49-F238E27FC236}">
                <a16:creationId xmlns:a16="http://schemas.microsoft.com/office/drawing/2014/main" id="{114EC1B8-9DF5-47FA-AF17-6DB606B9F6F4}"/>
              </a:ext>
            </a:extLst>
          </p:cNvPr>
          <p:cNvSpPr>
            <a:spLocks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6703">
            <a:extLst>
              <a:ext uri="{FF2B5EF4-FFF2-40B4-BE49-F238E27FC236}">
                <a16:creationId xmlns:a16="http://schemas.microsoft.com/office/drawing/2014/main" id="{5E12B4B1-E254-45AD-9287-B8ED99F543D1}"/>
              </a:ext>
            </a:extLst>
          </p:cNvPr>
          <p:cNvSpPr>
            <a:spLocks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6704">
            <a:extLst>
              <a:ext uri="{FF2B5EF4-FFF2-40B4-BE49-F238E27FC236}">
                <a16:creationId xmlns:a16="http://schemas.microsoft.com/office/drawing/2014/main" id="{4384C54C-BDB3-4D09-8A6C-D66B8C8B8E31}"/>
              </a:ext>
            </a:extLst>
          </p:cNvPr>
          <p:cNvSpPr>
            <a:spLocks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6705">
            <a:extLst>
              <a:ext uri="{FF2B5EF4-FFF2-40B4-BE49-F238E27FC236}">
                <a16:creationId xmlns:a16="http://schemas.microsoft.com/office/drawing/2014/main" id="{807DC73F-4052-4F5D-9AB3-FF530B42E868}"/>
              </a:ext>
            </a:extLst>
          </p:cNvPr>
          <p:cNvSpPr>
            <a:spLocks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6706">
            <a:extLst>
              <a:ext uri="{FF2B5EF4-FFF2-40B4-BE49-F238E27FC236}">
                <a16:creationId xmlns:a16="http://schemas.microsoft.com/office/drawing/2014/main" id="{99F316F6-BA1C-46F0-B5B8-AA618C08E335}"/>
              </a:ext>
            </a:extLst>
          </p:cNvPr>
          <p:cNvSpPr>
            <a:spLocks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6707">
            <a:extLst>
              <a:ext uri="{FF2B5EF4-FFF2-40B4-BE49-F238E27FC236}">
                <a16:creationId xmlns:a16="http://schemas.microsoft.com/office/drawing/2014/main" id="{0EA4FACA-41E1-474F-8D25-D2DB90CE1A53}"/>
              </a:ext>
            </a:extLst>
          </p:cNvPr>
          <p:cNvSpPr>
            <a:spLocks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6708">
            <a:extLst>
              <a:ext uri="{FF2B5EF4-FFF2-40B4-BE49-F238E27FC236}">
                <a16:creationId xmlns:a16="http://schemas.microsoft.com/office/drawing/2014/main" id="{39E07D03-766D-4D54-AD32-4E860D37E6DE}"/>
              </a:ext>
            </a:extLst>
          </p:cNvPr>
          <p:cNvSpPr>
            <a:spLocks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6709">
            <a:extLst>
              <a:ext uri="{FF2B5EF4-FFF2-40B4-BE49-F238E27FC236}">
                <a16:creationId xmlns:a16="http://schemas.microsoft.com/office/drawing/2014/main" id="{8A6F599D-97F4-42D5-B3D2-569AFA0DCC1D}"/>
              </a:ext>
            </a:extLst>
          </p:cNvPr>
          <p:cNvSpPr>
            <a:spLocks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6710">
            <a:extLst>
              <a:ext uri="{FF2B5EF4-FFF2-40B4-BE49-F238E27FC236}">
                <a16:creationId xmlns:a16="http://schemas.microsoft.com/office/drawing/2014/main" id="{DF52F5D0-A3DE-416B-87BC-ABCBD3BAFDFF}"/>
              </a:ext>
            </a:extLst>
          </p:cNvPr>
          <p:cNvSpPr>
            <a:spLocks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6711">
            <a:extLst>
              <a:ext uri="{FF2B5EF4-FFF2-40B4-BE49-F238E27FC236}">
                <a16:creationId xmlns:a16="http://schemas.microsoft.com/office/drawing/2014/main" id="{73DE4624-F881-4971-B2EF-49CE222DA771}"/>
              </a:ext>
            </a:extLst>
          </p:cNvPr>
          <p:cNvSpPr>
            <a:spLocks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6712">
            <a:extLst>
              <a:ext uri="{FF2B5EF4-FFF2-40B4-BE49-F238E27FC236}">
                <a16:creationId xmlns:a16="http://schemas.microsoft.com/office/drawing/2014/main" id="{69DB4EFB-D97A-4937-ABAA-410361A80095}"/>
              </a:ext>
            </a:extLst>
          </p:cNvPr>
          <p:cNvSpPr>
            <a:spLocks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6713">
            <a:extLst>
              <a:ext uri="{FF2B5EF4-FFF2-40B4-BE49-F238E27FC236}">
                <a16:creationId xmlns:a16="http://schemas.microsoft.com/office/drawing/2014/main" id="{77ED8881-D06C-4A76-A4D4-B0BBD28E38A5}"/>
              </a:ext>
            </a:extLst>
          </p:cNvPr>
          <p:cNvSpPr>
            <a:spLocks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6714">
            <a:extLst>
              <a:ext uri="{FF2B5EF4-FFF2-40B4-BE49-F238E27FC236}">
                <a16:creationId xmlns:a16="http://schemas.microsoft.com/office/drawing/2014/main" id="{299F4C54-19DC-426A-9EE9-D0590B2967B1}"/>
              </a:ext>
            </a:extLst>
          </p:cNvPr>
          <p:cNvSpPr>
            <a:spLocks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6715">
            <a:extLst>
              <a:ext uri="{FF2B5EF4-FFF2-40B4-BE49-F238E27FC236}">
                <a16:creationId xmlns:a16="http://schemas.microsoft.com/office/drawing/2014/main" id="{70FF5B4D-D77B-4374-95C1-E03C6BEA706C}"/>
              </a:ext>
            </a:extLst>
          </p:cNvPr>
          <p:cNvSpPr>
            <a:spLocks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6716">
            <a:extLst>
              <a:ext uri="{FF2B5EF4-FFF2-40B4-BE49-F238E27FC236}">
                <a16:creationId xmlns:a16="http://schemas.microsoft.com/office/drawing/2014/main" id="{E0684CFA-20C0-49CE-8C28-198797A87707}"/>
              </a:ext>
            </a:extLst>
          </p:cNvPr>
          <p:cNvSpPr>
            <a:spLocks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6717">
            <a:extLst>
              <a:ext uri="{FF2B5EF4-FFF2-40B4-BE49-F238E27FC236}">
                <a16:creationId xmlns:a16="http://schemas.microsoft.com/office/drawing/2014/main" id="{94FFD898-860C-417D-A87D-00FAC7ADFAF2}"/>
              </a:ext>
            </a:extLst>
          </p:cNvPr>
          <p:cNvSpPr>
            <a:spLocks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6718">
            <a:extLst>
              <a:ext uri="{FF2B5EF4-FFF2-40B4-BE49-F238E27FC236}">
                <a16:creationId xmlns:a16="http://schemas.microsoft.com/office/drawing/2014/main" id="{A651448E-5BBF-47AD-91C7-0AD908BFAF8B}"/>
              </a:ext>
            </a:extLst>
          </p:cNvPr>
          <p:cNvSpPr>
            <a:spLocks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6719">
            <a:extLst>
              <a:ext uri="{FF2B5EF4-FFF2-40B4-BE49-F238E27FC236}">
                <a16:creationId xmlns:a16="http://schemas.microsoft.com/office/drawing/2014/main" id="{55DE812C-466B-4955-95C3-444C5FCA9BCF}"/>
              </a:ext>
            </a:extLst>
          </p:cNvPr>
          <p:cNvSpPr>
            <a:spLocks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6720">
            <a:extLst>
              <a:ext uri="{FF2B5EF4-FFF2-40B4-BE49-F238E27FC236}">
                <a16:creationId xmlns:a16="http://schemas.microsoft.com/office/drawing/2014/main" id="{DCB1F042-7C8B-4671-825B-A0EDB861471C}"/>
              </a:ext>
            </a:extLst>
          </p:cNvPr>
          <p:cNvSpPr>
            <a:spLocks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6721">
            <a:extLst>
              <a:ext uri="{FF2B5EF4-FFF2-40B4-BE49-F238E27FC236}">
                <a16:creationId xmlns:a16="http://schemas.microsoft.com/office/drawing/2014/main" id="{84B553C5-4443-400D-87B1-18E3EC432E6D}"/>
              </a:ext>
            </a:extLst>
          </p:cNvPr>
          <p:cNvSpPr>
            <a:spLocks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6722">
            <a:extLst>
              <a:ext uri="{FF2B5EF4-FFF2-40B4-BE49-F238E27FC236}">
                <a16:creationId xmlns:a16="http://schemas.microsoft.com/office/drawing/2014/main" id="{EDEB1BD4-B2C0-4D52-B2B4-E1F284D0F19A}"/>
              </a:ext>
            </a:extLst>
          </p:cNvPr>
          <p:cNvSpPr>
            <a:spLocks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6723">
            <a:extLst>
              <a:ext uri="{FF2B5EF4-FFF2-40B4-BE49-F238E27FC236}">
                <a16:creationId xmlns:a16="http://schemas.microsoft.com/office/drawing/2014/main" id="{2B99B05D-0A28-42DC-8771-8E89A9127D80}"/>
              </a:ext>
            </a:extLst>
          </p:cNvPr>
          <p:cNvSpPr>
            <a:spLocks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6724">
            <a:extLst>
              <a:ext uri="{FF2B5EF4-FFF2-40B4-BE49-F238E27FC236}">
                <a16:creationId xmlns:a16="http://schemas.microsoft.com/office/drawing/2014/main" id="{4C7E2759-7615-44EC-9CF9-6F8AE16D163D}"/>
              </a:ext>
            </a:extLst>
          </p:cNvPr>
          <p:cNvSpPr>
            <a:spLocks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6725">
            <a:extLst>
              <a:ext uri="{FF2B5EF4-FFF2-40B4-BE49-F238E27FC236}">
                <a16:creationId xmlns:a16="http://schemas.microsoft.com/office/drawing/2014/main" id="{076A5181-551D-4CA3-88C8-A6BCC8BE949D}"/>
              </a:ext>
            </a:extLst>
          </p:cNvPr>
          <p:cNvSpPr>
            <a:spLocks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6726">
            <a:extLst>
              <a:ext uri="{FF2B5EF4-FFF2-40B4-BE49-F238E27FC236}">
                <a16:creationId xmlns:a16="http://schemas.microsoft.com/office/drawing/2014/main" id="{2408DF19-E46B-4070-AA88-9D8ED6922455}"/>
              </a:ext>
            </a:extLst>
          </p:cNvPr>
          <p:cNvSpPr>
            <a:spLocks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6727">
            <a:extLst>
              <a:ext uri="{FF2B5EF4-FFF2-40B4-BE49-F238E27FC236}">
                <a16:creationId xmlns:a16="http://schemas.microsoft.com/office/drawing/2014/main" id="{0F0339DB-059B-4702-8F4C-2E167D3E9593}"/>
              </a:ext>
            </a:extLst>
          </p:cNvPr>
          <p:cNvSpPr>
            <a:spLocks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6728">
            <a:extLst>
              <a:ext uri="{FF2B5EF4-FFF2-40B4-BE49-F238E27FC236}">
                <a16:creationId xmlns:a16="http://schemas.microsoft.com/office/drawing/2014/main" id="{897BBBB5-11EB-479E-9216-29DC3B1A88A9}"/>
              </a:ext>
            </a:extLst>
          </p:cNvPr>
          <p:cNvSpPr>
            <a:spLocks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6729">
            <a:extLst>
              <a:ext uri="{FF2B5EF4-FFF2-40B4-BE49-F238E27FC236}">
                <a16:creationId xmlns:a16="http://schemas.microsoft.com/office/drawing/2014/main" id="{39127199-3A60-4529-9542-F5B9EC7EFB11}"/>
              </a:ext>
            </a:extLst>
          </p:cNvPr>
          <p:cNvSpPr>
            <a:spLocks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6730">
            <a:extLst>
              <a:ext uri="{FF2B5EF4-FFF2-40B4-BE49-F238E27FC236}">
                <a16:creationId xmlns:a16="http://schemas.microsoft.com/office/drawing/2014/main" id="{CD5CD0CB-C26D-458A-985B-50315D432CCF}"/>
              </a:ext>
            </a:extLst>
          </p:cNvPr>
          <p:cNvSpPr>
            <a:spLocks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6731">
            <a:extLst>
              <a:ext uri="{FF2B5EF4-FFF2-40B4-BE49-F238E27FC236}">
                <a16:creationId xmlns:a16="http://schemas.microsoft.com/office/drawing/2014/main" id="{904FF235-0834-429B-B649-D62341901304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6732">
            <a:extLst>
              <a:ext uri="{FF2B5EF4-FFF2-40B4-BE49-F238E27FC236}">
                <a16:creationId xmlns:a16="http://schemas.microsoft.com/office/drawing/2014/main" id="{2C32078A-C08B-4E46-B734-4CB2D23B742E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6733">
            <a:extLst>
              <a:ext uri="{FF2B5EF4-FFF2-40B4-BE49-F238E27FC236}">
                <a16:creationId xmlns:a16="http://schemas.microsoft.com/office/drawing/2014/main" id="{05E46EAE-A86A-4DD0-9765-FD3C4730798C}"/>
              </a:ext>
            </a:extLst>
          </p:cNvPr>
          <p:cNvSpPr>
            <a:spLocks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6734">
            <a:extLst>
              <a:ext uri="{FF2B5EF4-FFF2-40B4-BE49-F238E27FC236}">
                <a16:creationId xmlns:a16="http://schemas.microsoft.com/office/drawing/2014/main" id="{A249203E-5A9F-4E21-99AB-FFB375EFF5FF}"/>
              </a:ext>
            </a:extLst>
          </p:cNvPr>
          <p:cNvSpPr>
            <a:spLocks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6735">
            <a:extLst>
              <a:ext uri="{FF2B5EF4-FFF2-40B4-BE49-F238E27FC236}">
                <a16:creationId xmlns:a16="http://schemas.microsoft.com/office/drawing/2014/main" id="{B29BDFD5-F0DB-4FA0-9F9D-3C8B26D492E0}"/>
              </a:ext>
            </a:extLst>
          </p:cNvPr>
          <p:cNvSpPr>
            <a:spLocks/>
          </p:cNvSpPr>
          <p:nvPr/>
        </p:nvSpPr>
        <p:spPr>
          <a:xfrm>
            <a:off x="2084501" y="5107431"/>
            <a:ext cx="191" cy="125907"/>
          </a:xfrm>
          <a:custGeom>
            <a:avLst/>
            <a:gdLst/>
            <a:ahLst/>
            <a:cxnLst/>
            <a:rect l="0" t="0" r="0" b="0"/>
            <a:pathLst>
              <a:path w="191" h="125907">
                <a:moveTo>
                  <a:pt x="0" y="12590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6736">
            <a:extLst>
              <a:ext uri="{FF2B5EF4-FFF2-40B4-BE49-F238E27FC236}">
                <a16:creationId xmlns:a16="http://schemas.microsoft.com/office/drawing/2014/main" id="{2A411C92-8A64-4464-8E34-6133D440D775}"/>
              </a:ext>
            </a:extLst>
          </p:cNvPr>
          <p:cNvSpPr>
            <a:spLocks/>
          </p:cNvSpPr>
          <p:nvPr/>
        </p:nvSpPr>
        <p:spPr>
          <a:xfrm>
            <a:off x="1929379" y="523333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6737">
            <a:extLst>
              <a:ext uri="{FF2B5EF4-FFF2-40B4-BE49-F238E27FC236}">
                <a16:creationId xmlns:a16="http://schemas.microsoft.com/office/drawing/2014/main" id="{4B4D9C0E-3ED7-4019-AD52-BE12E6EC2F25}"/>
              </a:ext>
            </a:extLst>
          </p:cNvPr>
          <p:cNvSpPr>
            <a:spLocks/>
          </p:cNvSpPr>
          <p:nvPr/>
        </p:nvSpPr>
        <p:spPr>
          <a:xfrm>
            <a:off x="1929379" y="510743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6738">
            <a:extLst>
              <a:ext uri="{FF2B5EF4-FFF2-40B4-BE49-F238E27FC236}">
                <a16:creationId xmlns:a16="http://schemas.microsoft.com/office/drawing/2014/main" id="{4E7A6D2D-2C95-4F35-AB79-79D454BC5CAF}"/>
              </a:ext>
            </a:extLst>
          </p:cNvPr>
          <p:cNvSpPr>
            <a:spLocks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6739">
            <a:extLst>
              <a:ext uri="{FF2B5EF4-FFF2-40B4-BE49-F238E27FC236}">
                <a16:creationId xmlns:a16="http://schemas.microsoft.com/office/drawing/2014/main" id="{D9023F8B-D922-45B3-AFD9-D8385B33A6A8}"/>
              </a:ext>
            </a:extLst>
          </p:cNvPr>
          <p:cNvSpPr>
            <a:spLocks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6740">
            <a:extLst>
              <a:ext uri="{FF2B5EF4-FFF2-40B4-BE49-F238E27FC236}">
                <a16:creationId xmlns:a16="http://schemas.microsoft.com/office/drawing/2014/main" id="{B9DC1554-F1CD-43E7-8B13-BACF0FCFE53B}"/>
              </a:ext>
            </a:extLst>
          </p:cNvPr>
          <p:cNvSpPr>
            <a:spLocks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6741">
            <a:extLst>
              <a:ext uri="{FF2B5EF4-FFF2-40B4-BE49-F238E27FC236}">
                <a16:creationId xmlns:a16="http://schemas.microsoft.com/office/drawing/2014/main" id="{191A0F07-4E88-4DD2-BC87-EDBED9194255}"/>
              </a:ext>
            </a:extLst>
          </p:cNvPr>
          <p:cNvSpPr>
            <a:spLocks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6742">
            <a:extLst>
              <a:ext uri="{FF2B5EF4-FFF2-40B4-BE49-F238E27FC236}">
                <a16:creationId xmlns:a16="http://schemas.microsoft.com/office/drawing/2014/main" id="{B966AC70-6D5A-427B-A5BC-ACD5D94620C0}"/>
              </a:ext>
            </a:extLst>
          </p:cNvPr>
          <p:cNvSpPr>
            <a:spLocks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6743">
            <a:extLst>
              <a:ext uri="{FF2B5EF4-FFF2-40B4-BE49-F238E27FC236}">
                <a16:creationId xmlns:a16="http://schemas.microsoft.com/office/drawing/2014/main" id="{795AC442-3F72-4902-BF57-64A6398BD28A}"/>
              </a:ext>
            </a:extLst>
          </p:cNvPr>
          <p:cNvSpPr>
            <a:spLocks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6744">
            <a:extLst>
              <a:ext uri="{FF2B5EF4-FFF2-40B4-BE49-F238E27FC236}">
                <a16:creationId xmlns:a16="http://schemas.microsoft.com/office/drawing/2014/main" id="{A9B669F4-6FEE-4DD3-9C7B-7DD673AB8B57}"/>
              </a:ext>
            </a:extLst>
          </p:cNvPr>
          <p:cNvSpPr>
            <a:spLocks/>
          </p:cNvSpPr>
          <p:nvPr/>
        </p:nvSpPr>
        <p:spPr>
          <a:xfrm>
            <a:off x="1791494" y="517297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6745">
            <a:extLst>
              <a:ext uri="{FF2B5EF4-FFF2-40B4-BE49-F238E27FC236}">
                <a16:creationId xmlns:a16="http://schemas.microsoft.com/office/drawing/2014/main" id="{02E131EE-8C97-416A-92DD-248368CDF2C2}"/>
              </a:ext>
            </a:extLst>
          </p:cNvPr>
          <p:cNvSpPr>
            <a:spLocks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6746">
            <a:extLst>
              <a:ext uri="{FF2B5EF4-FFF2-40B4-BE49-F238E27FC236}">
                <a16:creationId xmlns:a16="http://schemas.microsoft.com/office/drawing/2014/main" id="{2F32CDA0-9783-4601-B98B-1ED1E3F98DE5}"/>
              </a:ext>
            </a:extLst>
          </p:cNvPr>
          <p:cNvSpPr>
            <a:spLocks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6747">
            <a:extLst>
              <a:ext uri="{FF2B5EF4-FFF2-40B4-BE49-F238E27FC236}">
                <a16:creationId xmlns:a16="http://schemas.microsoft.com/office/drawing/2014/main" id="{7C0BC3C9-F860-4289-87A3-C09EA0059F9A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6748">
            <a:extLst>
              <a:ext uri="{FF2B5EF4-FFF2-40B4-BE49-F238E27FC236}">
                <a16:creationId xmlns:a16="http://schemas.microsoft.com/office/drawing/2014/main" id="{26AA7AAC-EAFC-4287-9E6F-972531D42D74}"/>
              </a:ext>
            </a:extLst>
          </p:cNvPr>
          <p:cNvSpPr>
            <a:spLocks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6749">
            <a:extLst>
              <a:ext uri="{FF2B5EF4-FFF2-40B4-BE49-F238E27FC236}">
                <a16:creationId xmlns:a16="http://schemas.microsoft.com/office/drawing/2014/main" id="{BB981E3E-AC8F-4D68-A3F1-2A761C143DE6}"/>
              </a:ext>
            </a:extLst>
          </p:cNvPr>
          <p:cNvSpPr>
            <a:spLocks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6750">
            <a:extLst>
              <a:ext uri="{FF2B5EF4-FFF2-40B4-BE49-F238E27FC236}">
                <a16:creationId xmlns:a16="http://schemas.microsoft.com/office/drawing/2014/main" id="{4FDFD457-F254-4EE5-9C44-AA5F7D8DFFD1}"/>
              </a:ext>
            </a:extLst>
          </p:cNvPr>
          <p:cNvSpPr>
            <a:spLocks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6751">
            <a:extLst>
              <a:ext uri="{FF2B5EF4-FFF2-40B4-BE49-F238E27FC236}">
                <a16:creationId xmlns:a16="http://schemas.microsoft.com/office/drawing/2014/main" id="{583A18D1-8DC8-4E53-99D0-CA1EFD5BAB36}"/>
              </a:ext>
            </a:extLst>
          </p:cNvPr>
          <p:cNvSpPr>
            <a:spLocks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6752">
            <a:extLst>
              <a:ext uri="{FF2B5EF4-FFF2-40B4-BE49-F238E27FC236}">
                <a16:creationId xmlns:a16="http://schemas.microsoft.com/office/drawing/2014/main" id="{5F678F14-61B9-4960-A8FC-870484547507}"/>
              </a:ext>
            </a:extLst>
          </p:cNvPr>
          <p:cNvSpPr>
            <a:spLocks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6753">
            <a:extLst>
              <a:ext uri="{FF2B5EF4-FFF2-40B4-BE49-F238E27FC236}">
                <a16:creationId xmlns:a16="http://schemas.microsoft.com/office/drawing/2014/main" id="{520DC584-BE2A-4844-A639-F149F2A250FE}"/>
              </a:ext>
            </a:extLst>
          </p:cNvPr>
          <p:cNvSpPr>
            <a:spLocks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6754">
            <a:extLst>
              <a:ext uri="{FF2B5EF4-FFF2-40B4-BE49-F238E27FC236}">
                <a16:creationId xmlns:a16="http://schemas.microsoft.com/office/drawing/2014/main" id="{AB742E1A-D44A-4E10-80EE-148065E5A99C}"/>
              </a:ext>
            </a:extLst>
          </p:cNvPr>
          <p:cNvSpPr>
            <a:spLocks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6755">
            <a:extLst>
              <a:ext uri="{FF2B5EF4-FFF2-40B4-BE49-F238E27FC236}">
                <a16:creationId xmlns:a16="http://schemas.microsoft.com/office/drawing/2014/main" id="{7A425528-8276-416D-A632-53003FCA36A3}"/>
              </a:ext>
            </a:extLst>
          </p:cNvPr>
          <p:cNvSpPr>
            <a:spLocks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6756">
            <a:extLst>
              <a:ext uri="{FF2B5EF4-FFF2-40B4-BE49-F238E27FC236}">
                <a16:creationId xmlns:a16="http://schemas.microsoft.com/office/drawing/2014/main" id="{371B7D47-ACF1-4C31-A4CF-613CF80BEAB7}"/>
              </a:ext>
            </a:extLst>
          </p:cNvPr>
          <p:cNvSpPr>
            <a:spLocks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6757">
            <a:extLst>
              <a:ext uri="{FF2B5EF4-FFF2-40B4-BE49-F238E27FC236}">
                <a16:creationId xmlns:a16="http://schemas.microsoft.com/office/drawing/2014/main" id="{EB2E05BA-5079-4AD9-A2D8-4E761FEFAE12}"/>
              </a:ext>
            </a:extLst>
          </p:cNvPr>
          <p:cNvSpPr>
            <a:spLocks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6758">
            <a:extLst>
              <a:ext uri="{FF2B5EF4-FFF2-40B4-BE49-F238E27FC236}">
                <a16:creationId xmlns:a16="http://schemas.microsoft.com/office/drawing/2014/main" id="{1C0293E9-C2AC-4B43-AB0D-9C78352D9DFC}"/>
              </a:ext>
            </a:extLst>
          </p:cNvPr>
          <p:cNvSpPr>
            <a:spLocks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6759">
            <a:extLst>
              <a:ext uri="{FF2B5EF4-FFF2-40B4-BE49-F238E27FC236}">
                <a16:creationId xmlns:a16="http://schemas.microsoft.com/office/drawing/2014/main" id="{AD402B49-9195-47E9-81BE-D118E2C316AB}"/>
              </a:ext>
            </a:extLst>
          </p:cNvPr>
          <p:cNvSpPr>
            <a:spLocks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6760">
            <a:extLst>
              <a:ext uri="{FF2B5EF4-FFF2-40B4-BE49-F238E27FC236}">
                <a16:creationId xmlns:a16="http://schemas.microsoft.com/office/drawing/2014/main" id="{700CB84B-DEAE-4B18-836E-E7FC277C512B}"/>
              </a:ext>
            </a:extLst>
          </p:cNvPr>
          <p:cNvSpPr>
            <a:spLocks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6761">
            <a:extLst>
              <a:ext uri="{FF2B5EF4-FFF2-40B4-BE49-F238E27FC236}">
                <a16:creationId xmlns:a16="http://schemas.microsoft.com/office/drawing/2014/main" id="{81EEAD79-2435-452C-B0E9-3108C64C73FA}"/>
              </a:ext>
            </a:extLst>
          </p:cNvPr>
          <p:cNvSpPr>
            <a:spLocks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6762">
            <a:extLst>
              <a:ext uri="{FF2B5EF4-FFF2-40B4-BE49-F238E27FC236}">
                <a16:creationId xmlns:a16="http://schemas.microsoft.com/office/drawing/2014/main" id="{34695300-01EC-4F9E-B8BE-B391F0261E2C}"/>
              </a:ext>
            </a:extLst>
          </p:cNvPr>
          <p:cNvSpPr>
            <a:spLocks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6763">
            <a:extLst>
              <a:ext uri="{FF2B5EF4-FFF2-40B4-BE49-F238E27FC236}">
                <a16:creationId xmlns:a16="http://schemas.microsoft.com/office/drawing/2014/main" id="{2B683A22-9701-43C1-AF13-1C0D5A4C59D7}"/>
              </a:ext>
            </a:extLst>
          </p:cNvPr>
          <p:cNvSpPr>
            <a:spLocks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6764">
            <a:extLst>
              <a:ext uri="{FF2B5EF4-FFF2-40B4-BE49-F238E27FC236}">
                <a16:creationId xmlns:a16="http://schemas.microsoft.com/office/drawing/2014/main" id="{E438FBA5-2C89-4272-99F8-888B14D8074C}"/>
              </a:ext>
            </a:extLst>
          </p:cNvPr>
          <p:cNvSpPr>
            <a:spLocks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6765">
            <a:extLst>
              <a:ext uri="{FF2B5EF4-FFF2-40B4-BE49-F238E27FC236}">
                <a16:creationId xmlns:a16="http://schemas.microsoft.com/office/drawing/2014/main" id="{8F3A3DCC-8DD5-49A5-B5D3-AB5C666811EB}"/>
              </a:ext>
            </a:extLst>
          </p:cNvPr>
          <p:cNvSpPr>
            <a:spLocks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6766">
            <a:extLst>
              <a:ext uri="{FF2B5EF4-FFF2-40B4-BE49-F238E27FC236}">
                <a16:creationId xmlns:a16="http://schemas.microsoft.com/office/drawing/2014/main" id="{B922AA03-34BB-41B0-9CC4-554603ACABD8}"/>
              </a:ext>
            </a:extLst>
          </p:cNvPr>
          <p:cNvSpPr>
            <a:spLocks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6767">
            <a:extLst>
              <a:ext uri="{FF2B5EF4-FFF2-40B4-BE49-F238E27FC236}">
                <a16:creationId xmlns:a16="http://schemas.microsoft.com/office/drawing/2014/main" id="{21A80FD2-CDA8-4619-9133-E087D9A4C253}"/>
              </a:ext>
            </a:extLst>
          </p:cNvPr>
          <p:cNvSpPr>
            <a:spLocks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6768">
            <a:extLst>
              <a:ext uri="{FF2B5EF4-FFF2-40B4-BE49-F238E27FC236}">
                <a16:creationId xmlns:a16="http://schemas.microsoft.com/office/drawing/2014/main" id="{1ED0975C-DA8C-467F-92E3-96A3DA9E2281}"/>
              </a:ext>
            </a:extLst>
          </p:cNvPr>
          <p:cNvSpPr>
            <a:spLocks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6769">
            <a:extLst>
              <a:ext uri="{FF2B5EF4-FFF2-40B4-BE49-F238E27FC236}">
                <a16:creationId xmlns:a16="http://schemas.microsoft.com/office/drawing/2014/main" id="{FF492FE4-5A43-418F-8DC6-E2AF90063A36}"/>
              </a:ext>
            </a:extLst>
          </p:cNvPr>
          <p:cNvSpPr>
            <a:spLocks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6770">
            <a:extLst>
              <a:ext uri="{FF2B5EF4-FFF2-40B4-BE49-F238E27FC236}">
                <a16:creationId xmlns:a16="http://schemas.microsoft.com/office/drawing/2014/main" id="{AE75DEE5-52CF-42EF-8D3B-A1BD920B57CD}"/>
              </a:ext>
            </a:extLst>
          </p:cNvPr>
          <p:cNvSpPr>
            <a:spLocks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6771">
            <a:extLst>
              <a:ext uri="{FF2B5EF4-FFF2-40B4-BE49-F238E27FC236}">
                <a16:creationId xmlns:a16="http://schemas.microsoft.com/office/drawing/2014/main" id="{D31C6D3A-B481-487A-B1F3-E073FBE910D9}"/>
              </a:ext>
            </a:extLst>
          </p:cNvPr>
          <p:cNvSpPr>
            <a:spLocks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6772">
            <a:extLst>
              <a:ext uri="{FF2B5EF4-FFF2-40B4-BE49-F238E27FC236}">
                <a16:creationId xmlns:a16="http://schemas.microsoft.com/office/drawing/2014/main" id="{D66B6E3D-4D98-4312-8C46-1CD49D401848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6773">
            <a:extLst>
              <a:ext uri="{FF2B5EF4-FFF2-40B4-BE49-F238E27FC236}">
                <a16:creationId xmlns:a16="http://schemas.microsoft.com/office/drawing/2014/main" id="{7E65DDAA-89EF-4FBF-B82E-A6B49106D055}"/>
              </a:ext>
            </a:extLst>
          </p:cNvPr>
          <p:cNvSpPr>
            <a:spLocks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6774">
            <a:extLst>
              <a:ext uri="{FF2B5EF4-FFF2-40B4-BE49-F238E27FC236}">
                <a16:creationId xmlns:a16="http://schemas.microsoft.com/office/drawing/2014/main" id="{DCACDA4D-4158-47C2-B634-BE6A4267E3E1}"/>
              </a:ext>
            </a:extLst>
          </p:cNvPr>
          <p:cNvSpPr>
            <a:spLocks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6775">
            <a:extLst>
              <a:ext uri="{FF2B5EF4-FFF2-40B4-BE49-F238E27FC236}">
                <a16:creationId xmlns:a16="http://schemas.microsoft.com/office/drawing/2014/main" id="{52CD6800-F9E8-4A8D-B78F-C7FE74F7EA1E}"/>
              </a:ext>
            </a:extLst>
          </p:cNvPr>
          <p:cNvSpPr>
            <a:spLocks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6776">
            <a:extLst>
              <a:ext uri="{FF2B5EF4-FFF2-40B4-BE49-F238E27FC236}">
                <a16:creationId xmlns:a16="http://schemas.microsoft.com/office/drawing/2014/main" id="{5C9E62BF-4205-46B3-A7BE-ECDE896011CF}"/>
              </a:ext>
            </a:extLst>
          </p:cNvPr>
          <p:cNvSpPr>
            <a:spLocks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6777">
            <a:extLst>
              <a:ext uri="{FF2B5EF4-FFF2-40B4-BE49-F238E27FC236}">
                <a16:creationId xmlns:a16="http://schemas.microsoft.com/office/drawing/2014/main" id="{1DD63410-695C-45B4-845A-84B40DDB32E7}"/>
              </a:ext>
            </a:extLst>
          </p:cNvPr>
          <p:cNvSpPr>
            <a:spLocks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6778">
            <a:extLst>
              <a:ext uri="{FF2B5EF4-FFF2-40B4-BE49-F238E27FC236}">
                <a16:creationId xmlns:a16="http://schemas.microsoft.com/office/drawing/2014/main" id="{E64875FD-7EEB-4FFC-9C35-984E207337BE}"/>
              </a:ext>
            </a:extLst>
          </p:cNvPr>
          <p:cNvSpPr>
            <a:spLocks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6779">
            <a:extLst>
              <a:ext uri="{FF2B5EF4-FFF2-40B4-BE49-F238E27FC236}">
                <a16:creationId xmlns:a16="http://schemas.microsoft.com/office/drawing/2014/main" id="{6F3A782F-E7EF-45CE-A2A7-230EC42CEB34}"/>
              </a:ext>
            </a:extLst>
          </p:cNvPr>
          <p:cNvSpPr>
            <a:spLocks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6780">
            <a:extLst>
              <a:ext uri="{FF2B5EF4-FFF2-40B4-BE49-F238E27FC236}">
                <a16:creationId xmlns:a16="http://schemas.microsoft.com/office/drawing/2014/main" id="{650EF0B3-D133-4EAB-8C99-DF5616B3E9DD}"/>
              </a:ext>
            </a:extLst>
          </p:cNvPr>
          <p:cNvSpPr>
            <a:spLocks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6781">
            <a:extLst>
              <a:ext uri="{FF2B5EF4-FFF2-40B4-BE49-F238E27FC236}">
                <a16:creationId xmlns:a16="http://schemas.microsoft.com/office/drawing/2014/main" id="{20FA9137-B8EB-4824-8DAA-F02E7DACBC7E}"/>
              </a:ext>
            </a:extLst>
          </p:cNvPr>
          <p:cNvSpPr>
            <a:spLocks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6782">
            <a:extLst>
              <a:ext uri="{FF2B5EF4-FFF2-40B4-BE49-F238E27FC236}">
                <a16:creationId xmlns:a16="http://schemas.microsoft.com/office/drawing/2014/main" id="{F728B920-8453-4F63-974B-3A25866F3E2D}"/>
              </a:ext>
            </a:extLst>
          </p:cNvPr>
          <p:cNvSpPr>
            <a:spLocks/>
          </p:cNvSpPr>
          <p:nvPr/>
        </p:nvSpPr>
        <p:spPr>
          <a:xfrm>
            <a:off x="6246926" y="4871892"/>
            <a:ext cx="706664" cy="548150"/>
          </a:xfrm>
          <a:custGeom>
            <a:avLst/>
            <a:gdLst/>
            <a:ahLst/>
            <a:cxnLst/>
            <a:rect l="0" t="0" r="0" b="0"/>
            <a:pathLst>
              <a:path w="706664" h="548150">
                <a:moveTo>
                  <a:pt x="0" y="548150"/>
                </a:moveTo>
                <a:lnTo>
                  <a:pt x="706664" y="548150"/>
                </a:lnTo>
                <a:lnTo>
                  <a:pt x="706664" y="0"/>
                </a:lnTo>
                <a:lnTo>
                  <a:pt x="0" y="0"/>
                </a:lnTo>
                <a:lnTo>
                  <a:pt x="0" y="54815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6783">
            <a:extLst>
              <a:ext uri="{FF2B5EF4-FFF2-40B4-BE49-F238E27FC236}">
                <a16:creationId xmlns:a16="http://schemas.microsoft.com/office/drawing/2014/main" id="{7FBEC08E-F4D0-4F2F-9D2B-BA7DBAE37D17}"/>
              </a:ext>
            </a:extLst>
          </p:cNvPr>
          <p:cNvSpPr>
            <a:spLocks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6784">
            <a:extLst>
              <a:ext uri="{FF2B5EF4-FFF2-40B4-BE49-F238E27FC236}">
                <a16:creationId xmlns:a16="http://schemas.microsoft.com/office/drawing/2014/main" id="{F6EA1859-594E-4FBD-8433-A0344C3A52C3}"/>
              </a:ext>
            </a:extLst>
          </p:cNvPr>
          <p:cNvSpPr>
            <a:spLocks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6785">
            <a:extLst>
              <a:ext uri="{FF2B5EF4-FFF2-40B4-BE49-F238E27FC236}">
                <a16:creationId xmlns:a16="http://schemas.microsoft.com/office/drawing/2014/main" id="{2BF480BE-7EE2-43D5-97C1-04DE1DF3DA76}"/>
              </a:ext>
            </a:extLst>
          </p:cNvPr>
          <p:cNvSpPr>
            <a:spLocks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786">
            <a:extLst>
              <a:ext uri="{FF2B5EF4-FFF2-40B4-BE49-F238E27FC236}">
                <a16:creationId xmlns:a16="http://schemas.microsoft.com/office/drawing/2014/main" id="{D21ED552-51C6-4E5E-9B97-245B8CEEBDC1}"/>
              </a:ext>
            </a:extLst>
          </p:cNvPr>
          <p:cNvSpPr>
            <a:spLocks/>
          </p:cNvSpPr>
          <p:nvPr/>
        </p:nvSpPr>
        <p:spPr>
          <a:xfrm>
            <a:off x="6672821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787">
            <a:extLst>
              <a:ext uri="{FF2B5EF4-FFF2-40B4-BE49-F238E27FC236}">
                <a16:creationId xmlns:a16="http://schemas.microsoft.com/office/drawing/2014/main" id="{C6F8FBF6-D780-48D3-A3A8-7AC8FEE0F3FC}"/>
              </a:ext>
            </a:extLst>
          </p:cNvPr>
          <p:cNvSpPr>
            <a:spLocks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788">
            <a:extLst>
              <a:ext uri="{FF2B5EF4-FFF2-40B4-BE49-F238E27FC236}">
                <a16:creationId xmlns:a16="http://schemas.microsoft.com/office/drawing/2014/main" id="{03E7D5BB-81F3-447E-8608-6294CFEA5340}"/>
              </a:ext>
            </a:extLst>
          </p:cNvPr>
          <p:cNvSpPr>
            <a:spLocks/>
          </p:cNvSpPr>
          <p:nvPr/>
        </p:nvSpPr>
        <p:spPr>
          <a:xfrm>
            <a:off x="654870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789">
            <a:extLst>
              <a:ext uri="{FF2B5EF4-FFF2-40B4-BE49-F238E27FC236}">
                <a16:creationId xmlns:a16="http://schemas.microsoft.com/office/drawing/2014/main" id="{FF1667B2-15CC-4083-AC45-6739EB7DCC5B}"/>
              </a:ext>
            </a:extLst>
          </p:cNvPr>
          <p:cNvSpPr>
            <a:spLocks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790">
            <a:extLst>
              <a:ext uri="{FF2B5EF4-FFF2-40B4-BE49-F238E27FC236}">
                <a16:creationId xmlns:a16="http://schemas.microsoft.com/office/drawing/2014/main" id="{A86471C5-86B2-45E8-8CF8-AB665F772282}"/>
              </a:ext>
            </a:extLst>
          </p:cNvPr>
          <p:cNvSpPr>
            <a:spLocks/>
          </p:cNvSpPr>
          <p:nvPr/>
        </p:nvSpPr>
        <p:spPr>
          <a:xfrm>
            <a:off x="6739782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791">
            <a:extLst>
              <a:ext uri="{FF2B5EF4-FFF2-40B4-BE49-F238E27FC236}">
                <a16:creationId xmlns:a16="http://schemas.microsoft.com/office/drawing/2014/main" id="{7BDA61D1-42D8-48E7-AE6C-4F70975D6502}"/>
              </a:ext>
            </a:extLst>
          </p:cNvPr>
          <p:cNvSpPr>
            <a:spLocks/>
          </p:cNvSpPr>
          <p:nvPr/>
        </p:nvSpPr>
        <p:spPr>
          <a:xfrm>
            <a:off x="6615792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792">
            <a:extLst>
              <a:ext uri="{FF2B5EF4-FFF2-40B4-BE49-F238E27FC236}">
                <a16:creationId xmlns:a16="http://schemas.microsoft.com/office/drawing/2014/main" id="{B4732706-7915-42AA-8FD5-C4001C2E95F6}"/>
              </a:ext>
            </a:extLst>
          </p:cNvPr>
          <p:cNvSpPr>
            <a:spLocks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793">
            <a:extLst>
              <a:ext uri="{FF2B5EF4-FFF2-40B4-BE49-F238E27FC236}">
                <a16:creationId xmlns:a16="http://schemas.microsoft.com/office/drawing/2014/main" id="{D24FC5B4-1A53-4173-8B67-0538477AFDEF}"/>
              </a:ext>
            </a:extLst>
          </p:cNvPr>
          <p:cNvSpPr>
            <a:spLocks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794">
            <a:extLst>
              <a:ext uri="{FF2B5EF4-FFF2-40B4-BE49-F238E27FC236}">
                <a16:creationId xmlns:a16="http://schemas.microsoft.com/office/drawing/2014/main" id="{C65146D1-899E-4693-AD4E-7318375667DB}"/>
              </a:ext>
            </a:extLst>
          </p:cNvPr>
          <p:cNvSpPr>
            <a:spLocks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795">
            <a:extLst>
              <a:ext uri="{FF2B5EF4-FFF2-40B4-BE49-F238E27FC236}">
                <a16:creationId xmlns:a16="http://schemas.microsoft.com/office/drawing/2014/main" id="{B1DFCFF4-B721-4800-A838-618075345E63}"/>
              </a:ext>
            </a:extLst>
          </p:cNvPr>
          <p:cNvSpPr>
            <a:spLocks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796">
            <a:extLst>
              <a:ext uri="{FF2B5EF4-FFF2-40B4-BE49-F238E27FC236}">
                <a16:creationId xmlns:a16="http://schemas.microsoft.com/office/drawing/2014/main" id="{09B25734-CB4E-4587-8EF1-2A00C5A1ED6D}"/>
              </a:ext>
            </a:extLst>
          </p:cNvPr>
          <p:cNvSpPr>
            <a:spLocks/>
          </p:cNvSpPr>
          <p:nvPr/>
        </p:nvSpPr>
        <p:spPr>
          <a:xfrm>
            <a:off x="6575927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797">
            <a:extLst>
              <a:ext uri="{FF2B5EF4-FFF2-40B4-BE49-F238E27FC236}">
                <a16:creationId xmlns:a16="http://schemas.microsoft.com/office/drawing/2014/main" id="{C75F7B32-8986-4227-927A-EC81FDD12D19}"/>
              </a:ext>
            </a:extLst>
          </p:cNvPr>
          <p:cNvSpPr>
            <a:spLocks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798">
            <a:extLst>
              <a:ext uri="{FF2B5EF4-FFF2-40B4-BE49-F238E27FC236}">
                <a16:creationId xmlns:a16="http://schemas.microsoft.com/office/drawing/2014/main" id="{C77A4C00-B0DF-4F95-A784-F733415C5F8D}"/>
              </a:ext>
            </a:extLst>
          </p:cNvPr>
          <p:cNvSpPr>
            <a:spLocks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799">
            <a:extLst>
              <a:ext uri="{FF2B5EF4-FFF2-40B4-BE49-F238E27FC236}">
                <a16:creationId xmlns:a16="http://schemas.microsoft.com/office/drawing/2014/main" id="{249C1B02-DFD4-44EC-82E6-6B2455243C85}"/>
              </a:ext>
            </a:extLst>
          </p:cNvPr>
          <p:cNvSpPr>
            <a:spLocks/>
          </p:cNvSpPr>
          <p:nvPr/>
        </p:nvSpPr>
        <p:spPr>
          <a:xfrm>
            <a:off x="6781964" y="45179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800">
            <a:extLst>
              <a:ext uri="{FF2B5EF4-FFF2-40B4-BE49-F238E27FC236}">
                <a16:creationId xmlns:a16="http://schemas.microsoft.com/office/drawing/2014/main" id="{C844A9A5-49B7-42DF-A9BB-EBCB7FCEE3EB}"/>
              </a:ext>
            </a:extLst>
          </p:cNvPr>
          <p:cNvSpPr>
            <a:spLocks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801">
            <a:extLst>
              <a:ext uri="{FF2B5EF4-FFF2-40B4-BE49-F238E27FC236}">
                <a16:creationId xmlns:a16="http://schemas.microsoft.com/office/drawing/2014/main" id="{6C6EF36B-D390-466A-ABA4-111EADF7D328}"/>
              </a:ext>
            </a:extLst>
          </p:cNvPr>
          <p:cNvSpPr>
            <a:spLocks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802">
            <a:extLst>
              <a:ext uri="{FF2B5EF4-FFF2-40B4-BE49-F238E27FC236}">
                <a16:creationId xmlns:a16="http://schemas.microsoft.com/office/drawing/2014/main" id="{5E860AE1-2F97-4C89-83A6-3118A73508FD}"/>
              </a:ext>
            </a:extLst>
          </p:cNvPr>
          <p:cNvSpPr>
            <a:spLocks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803">
            <a:extLst>
              <a:ext uri="{FF2B5EF4-FFF2-40B4-BE49-F238E27FC236}">
                <a16:creationId xmlns:a16="http://schemas.microsoft.com/office/drawing/2014/main" id="{F5D2B779-B8A0-42F8-9BA4-6336A9964BA9}"/>
              </a:ext>
            </a:extLst>
          </p:cNvPr>
          <p:cNvSpPr>
            <a:spLocks/>
          </p:cNvSpPr>
          <p:nvPr/>
        </p:nvSpPr>
        <p:spPr>
          <a:xfrm>
            <a:off x="675161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804">
            <a:extLst>
              <a:ext uri="{FF2B5EF4-FFF2-40B4-BE49-F238E27FC236}">
                <a16:creationId xmlns:a16="http://schemas.microsoft.com/office/drawing/2014/main" id="{6956D227-D278-4C05-A63E-365AE5210FCA}"/>
              </a:ext>
            </a:extLst>
          </p:cNvPr>
          <p:cNvSpPr>
            <a:spLocks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805">
            <a:extLst>
              <a:ext uri="{FF2B5EF4-FFF2-40B4-BE49-F238E27FC236}">
                <a16:creationId xmlns:a16="http://schemas.microsoft.com/office/drawing/2014/main" id="{448876AC-E1F2-466E-9BF4-2009D9DA04A7}"/>
              </a:ext>
            </a:extLst>
          </p:cNvPr>
          <p:cNvSpPr>
            <a:spLocks/>
          </p:cNvSpPr>
          <p:nvPr/>
        </p:nvSpPr>
        <p:spPr>
          <a:xfrm>
            <a:off x="676917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806">
            <a:extLst>
              <a:ext uri="{FF2B5EF4-FFF2-40B4-BE49-F238E27FC236}">
                <a16:creationId xmlns:a16="http://schemas.microsoft.com/office/drawing/2014/main" id="{347DF67D-D865-48BB-B2C6-1FFEA295546E}"/>
              </a:ext>
            </a:extLst>
          </p:cNvPr>
          <p:cNvSpPr>
            <a:spLocks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807">
            <a:extLst>
              <a:ext uri="{FF2B5EF4-FFF2-40B4-BE49-F238E27FC236}">
                <a16:creationId xmlns:a16="http://schemas.microsoft.com/office/drawing/2014/main" id="{AAC514E3-F3FD-40D5-A269-DBF241F42255}"/>
              </a:ext>
            </a:extLst>
          </p:cNvPr>
          <p:cNvSpPr>
            <a:spLocks/>
          </p:cNvSpPr>
          <p:nvPr/>
        </p:nvSpPr>
        <p:spPr>
          <a:xfrm>
            <a:off x="6723915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808">
            <a:extLst>
              <a:ext uri="{FF2B5EF4-FFF2-40B4-BE49-F238E27FC236}">
                <a16:creationId xmlns:a16="http://schemas.microsoft.com/office/drawing/2014/main" id="{5E09EC88-470F-4906-B0BA-585F9B4CF8CC}"/>
              </a:ext>
            </a:extLst>
          </p:cNvPr>
          <p:cNvSpPr>
            <a:spLocks/>
          </p:cNvSpPr>
          <p:nvPr/>
        </p:nvSpPr>
        <p:spPr>
          <a:xfrm>
            <a:off x="6331480" y="4927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809">
            <a:extLst>
              <a:ext uri="{FF2B5EF4-FFF2-40B4-BE49-F238E27FC236}">
                <a16:creationId xmlns:a16="http://schemas.microsoft.com/office/drawing/2014/main" id="{F983C29C-7369-4387-93EF-DBA00A9BA45C}"/>
              </a:ext>
            </a:extLst>
          </p:cNvPr>
          <p:cNvSpPr>
            <a:spLocks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810">
            <a:extLst>
              <a:ext uri="{FF2B5EF4-FFF2-40B4-BE49-F238E27FC236}">
                <a16:creationId xmlns:a16="http://schemas.microsoft.com/office/drawing/2014/main" id="{19A78957-FC00-4D9C-8C20-47DCA6BC1F17}"/>
              </a:ext>
            </a:extLst>
          </p:cNvPr>
          <p:cNvSpPr>
            <a:spLocks/>
          </p:cNvSpPr>
          <p:nvPr/>
        </p:nvSpPr>
        <p:spPr>
          <a:xfrm>
            <a:off x="6702430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811">
            <a:extLst>
              <a:ext uri="{FF2B5EF4-FFF2-40B4-BE49-F238E27FC236}">
                <a16:creationId xmlns:a16="http://schemas.microsoft.com/office/drawing/2014/main" id="{53C42174-319D-4520-908D-F43E0DCE0CBC}"/>
              </a:ext>
            </a:extLst>
          </p:cNvPr>
          <p:cNvSpPr>
            <a:spLocks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812">
            <a:extLst>
              <a:ext uri="{FF2B5EF4-FFF2-40B4-BE49-F238E27FC236}">
                <a16:creationId xmlns:a16="http://schemas.microsoft.com/office/drawing/2014/main" id="{A05B6C7F-9768-43AB-A9C3-A30E8D9D67F1}"/>
              </a:ext>
            </a:extLst>
          </p:cNvPr>
          <p:cNvSpPr>
            <a:spLocks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813">
            <a:extLst>
              <a:ext uri="{FF2B5EF4-FFF2-40B4-BE49-F238E27FC236}">
                <a16:creationId xmlns:a16="http://schemas.microsoft.com/office/drawing/2014/main" id="{71F9638A-282C-49EC-8FB9-3D3315A97DD8}"/>
              </a:ext>
            </a:extLst>
          </p:cNvPr>
          <p:cNvSpPr>
            <a:spLocks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814">
            <a:extLst>
              <a:ext uri="{FF2B5EF4-FFF2-40B4-BE49-F238E27FC236}">
                <a16:creationId xmlns:a16="http://schemas.microsoft.com/office/drawing/2014/main" id="{DF71FDA7-3C94-4918-9544-EFD5D66A04EB}"/>
              </a:ext>
            </a:extLst>
          </p:cNvPr>
          <p:cNvSpPr>
            <a:spLocks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815">
            <a:extLst>
              <a:ext uri="{FF2B5EF4-FFF2-40B4-BE49-F238E27FC236}">
                <a16:creationId xmlns:a16="http://schemas.microsoft.com/office/drawing/2014/main" id="{CFC15C46-4DBB-446B-9985-E4A40CFA8AB1}"/>
              </a:ext>
            </a:extLst>
          </p:cNvPr>
          <p:cNvSpPr>
            <a:spLocks/>
          </p:cNvSpPr>
          <p:nvPr/>
        </p:nvSpPr>
        <p:spPr>
          <a:xfrm>
            <a:off x="6745179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816">
            <a:extLst>
              <a:ext uri="{FF2B5EF4-FFF2-40B4-BE49-F238E27FC236}">
                <a16:creationId xmlns:a16="http://schemas.microsoft.com/office/drawing/2014/main" id="{14D1FFD4-300E-4D33-843E-1E475778D9A0}"/>
              </a:ext>
            </a:extLst>
          </p:cNvPr>
          <p:cNvSpPr>
            <a:spLocks/>
          </p:cNvSpPr>
          <p:nvPr/>
        </p:nvSpPr>
        <p:spPr>
          <a:xfrm>
            <a:off x="66316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817">
            <a:extLst>
              <a:ext uri="{FF2B5EF4-FFF2-40B4-BE49-F238E27FC236}">
                <a16:creationId xmlns:a16="http://schemas.microsoft.com/office/drawing/2014/main" id="{EA7C06FE-71D0-46AC-AB3B-A5440B3CD4C7}"/>
              </a:ext>
            </a:extLst>
          </p:cNvPr>
          <p:cNvSpPr>
            <a:spLocks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818">
            <a:extLst>
              <a:ext uri="{FF2B5EF4-FFF2-40B4-BE49-F238E27FC236}">
                <a16:creationId xmlns:a16="http://schemas.microsoft.com/office/drawing/2014/main" id="{61B0F7AE-5728-4CCE-8C5F-5B11F3801F55}"/>
              </a:ext>
            </a:extLst>
          </p:cNvPr>
          <p:cNvSpPr>
            <a:spLocks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819">
            <a:extLst>
              <a:ext uri="{FF2B5EF4-FFF2-40B4-BE49-F238E27FC236}">
                <a16:creationId xmlns:a16="http://schemas.microsoft.com/office/drawing/2014/main" id="{3FAAC288-D6B5-4544-B9D6-A2A1A2611E0B}"/>
              </a:ext>
            </a:extLst>
          </p:cNvPr>
          <p:cNvSpPr>
            <a:spLocks/>
          </p:cNvSpPr>
          <p:nvPr/>
        </p:nvSpPr>
        <p:spPr>
          <a:xfrm>
            <a:off x="648024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820">
            <a:extLst>
              <a:ext uri="{FF2B5EF4-FFF2-40B4-BE49-F238E27FC236}">
                <a16:creationId xmlns:a16="http://schemas.microsoft.com/office/drawing/2014/main" id="{50287153-46F3-42F6-A519-9D2CFC828FF9}"/>
              </a:ext>
            </a:extLst>
          </p:cNvPr>
          <p:cNvSpPr>
            <a:spLocks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821">
            <a:extLst>
              <a:ext uri="{FF2B5EF4-FFF2-40B4-BE49-F238E27FC236}">
                <a16:creationId xmlns:a16="http://schemas.microsoft.com/office/drawing/2014/main" id="{80E1BB3D-21D9-4227-9726-866DE054B6AA}"/>
              </a:ext>
            </a:extLst>
          </p:cNvPr>
          <p:cNvSpPr>
            <a:spLocks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822">
            <a:extLst>
              <a:ext uri="{FF2B5EF4-FFF2-40B4-BE49-F238E27FC236}">
                <a16:creationId xmlns:a16="http://schemas.microsoft.com/office/drawing/2014/main" id="{4D586724-9A3E-472E-A479-CBBD43705DA6}"/>
              </a:ext>
            </a:extLst>
          </p:cNvPr>
          <p:cNvSpPr>
            <a:spLocks/>
          </p:cNvSpPr>
          <p:nvPr/>
        </p:nvSpPr>
        <p:spPr>
          <a:xfrm>
            <a:off x="6568926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823">
            <a:extLst>
              <a:ext uri="{FF2B5EF4-FFF2-40B4-BE49-F238E27FC236}">
                <a16:creationId xmlns:a16="http://schemas.microsoft.com/office/drawing/2014/main" id="{3B924D79-CEC8-47ED-8D87-17E2D453285E}"/>
              </a:ext>
            </a:extLst>
          </p:cNvPr>
          <p:cNvSpPr>
            <a:spLocks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824">
            <a:extLst>
              <a:ext uri="{FF2B5EF4-FFF2-40B4-BE49-F238E27FC236}">
                <a16:creationId xmlns:a16="http://schemas.microsoft.com/office/drawing/2014/main" id="{0E34D767-65C9-4BDB-86DC-6F70278F6FEB}"/>
              </a:ext>
            </a:extLst>
          </p:cNvPr>
          <p:cNvSpPr>
            <a:spLocks/>
          </p:cNvSpPr>
          <p:nvPr/>
        </p:nvSpPr>
        <p:spPr>
          <a:xfrm>
            <a:off x="635284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825">
            <a:extLst>
              <a:ext uri="{FF2B5EF4-FFF2-40B4-BE49-F238E27FC236}">
                <a16:creationId xmlns:a16="http://schemas.microsoft.com/office/drawing/2014/main" id="{1ECAABA6-1EFA-41DF-BA10-75561EF7697F}"/>
              </a:ext>
            </a:extLst>
          </p:cNvPr>
          <p:cNvSpPr>
            <a:spLocks/>
          </p:cNvSpPr>
          <p:nvPr/>
        </p:nvSpPr>
        <p:spPr>
          <a:xfrm>
            <a:off x="6785420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826">
            <a:extLst>
              <a:ext uri="{FF2B5EF4-FFF2-40B4-BE49-F238E27FC236}">
                <a16:creationId xmlns:a16="http://schemas.microsoft.com/office/drawing/2014/main" id="{0584BE66-AD9B-4BC0-A87E-58AED0D55A58}"/>
              </a:ext>
            </a:extLst>
          </p:cNvPr>
          <p:cNvSpPr>
            <a:spLocks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827">
            <a:extLst>
              <a:ext uri="{FF2B5EF4-FFF2-40B4-BE49-F238E27FC236}">
                <a16:creationId xmlns:a16="http://schemas.microsoft.com/office/drawing/2014/main" id="{6786876F-7A5C-41D1-BBBB-D95D9661AE17}"/>
              </a:ext>
            </a:extLst>
          </p:cNvPr>
          <p:cNvSpPr>
            <a:spLocks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828">
            <a:extLst>
              <a:ext uri="{FF2B5EF4-FFF2-40B4-BE49-F238E27FC236}">
                <a16:creationId xmlns:a16="http://schemas.microsoft.com/office/drawing/2014/main" id="{3BFAF3BA-D906-481A-81DC-BF0A740ED96E}"/>
              </a:ext>
            </a:extLst>
          </p:cNvPr>
          <p:cNvSpPr>
            <a:spLocks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829">
            <a:extLst>
              <a:ext uri="{FF2B5EF4-FFF2-40B4-BE49-F238E27FC236}">
                <a16:creationId xmlns:a16="http://schemas.microsoft.com/office/drawing/2014/main" id="{7DE6164C-0259-4AE8-92B6-E324274285FE}"/>
              </a:ext>
            </a:extLst>
          </p:cNvPr>
          <p:cNvSpPr>
            <a:spLocks/>
          </p:cNvSpPr>
          <p:nvPr/>
        </p:nvSpPr>
        <p:spPr>
          <a:xfrm>
            <a:off x="633037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830">
            <a:extLst>
              <a:ext uri="{FF2B5EF4-FFF2-40B4-BE49-F238E27FC236}">
                <a16:creationId xmlns:a16="http://schemas.microsoft.com/office/drawing/2014/main" id="{59073A84-729B-4717-B3D1-C00A144B4697}"/>
              </a:ext>
            </a:extLst>
          </p:cNvPr>
          <p:cNvSpPr>
            <a:spLocks/>
          </p:cNvSpPr>
          <p:nvPr/>
        </p:nvSpPr>
        <p:spPr>
          <a:xfrm>
            <a:off x="644213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831">
            <a:extLst>
              <a:ext uri="{FF2B5EF4-FFF2-40B4-BE49-F238E27FC236}">
                <a16:creationId xmlns:a16="http://schemas.microsoft.com/office/drawing/2014/main" id="{ED5D2418-A206-4AE4-BC43-052AB18EC76E}"/>
              </a:ext>
            </a:extLst>
          </p:cNvPr>
          <p:cNvSpPr>
            <a:spLocks/>
          </p:cNvSpPr>
          <p:nvPr/>
        </p:nvSpPr>
        <p:spPr>
          <a:xfrm>
            <a:off x="635721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832">
            <a:extLst>
              <a:ext uri="{FF2B5EF4-FFF2-40B4-BE49-F238E27FC236}">
                <a16:creationId xmlns:a16="http://schemas.microsoft.com/office/drawing/2014/main" id="{FAB1301E-0F56-42FA-B454-8ADAAC0CA0BE}"/>
              </a:ext>
            </a:extLst>
          </p:cNvPr>
          <p:cNvSpPr>
            <a:spLocks/>
          </p:cNvSpPr>
          <p:nvPr/>
        </p:nvSpPr>
        <p:spPr>
          <a:xfrm>
            <a:off x="65321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833">
            <a:extLst>
              <a:ext uri="{FF2B5EF4-FFF2-40B4-BE49-F238E27FC236}">
                <a16:creationId xmlns:a16="http://schemas.microsoft.com/office/drawing/2014/main" id="{D3E5780D-1DBD-4C2B-AA0C-AFF84BC82C0F}"/>
              </a:ext>
            </a:extLst>
          </p:cNvPr>
          <p:cNvSpPr>
            <a:spLocks/>
          </p:cNvSpPr>
          <p:nvPr/>
        </p:nvSpPr>
        <p:spPr>
          <a:xfrm>
            <a:off x="6687774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834">
            <a:extLst>
              <a:ext uri="{FF2B5EF4-FFF2-40B4-BE49-F238E27FC236}">
                <a16:creationId xmlns:a16="http://schemas.microsoft.com/office/drawing/2014/main" id="{57B3638A-17C2-4FA2-ABC5-151864555627}"/>
              </a:ext>
            </a:extLst>
          </p:cNvPr>
          <p:cNvSpPr>
            <a:spLocks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35">
            <a:extLst>
              <a:ext uri="{FF2B5EF4-FFF2-40B4-BE49-F238E27FC236}">
                <a16:creationId xmlns:a16="http://schemas.microsoft.com/office/drawing/2014/main" id="{8B46BC27-310B-486F-9201-58D729C26585}"/>
              </a:ext>
            </a:extLst>
          </p:cNvPr>
          <p:cNvSpPr>
            <a:spLocks/>
          </p:cNvSpPr>
          <p:nvPr/>
        </p:nvSpPr>
        <p:spPr>
          <a:xfrm>
            <a:off x="65618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36">
            <a:extLst>
              <a:ext uri="{FF2B5EF4-FFF2-40B4-BE49-F238E27FC236}">
                <a16:creationId xmlns:a16="http://schemas.microsoft.com/office/drawing/2014/main" id="{3FF2978B-D98C-4F58-A1B4-53C3EC139D1E}"/>
              </a:ext>
            </a:extLst>
          </p:cNvPr>
          <p:cNvSpPr>
            <a:spLocks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37">
            <a:extLst>
              <a:ext uri="{FF2B5EF4-FFF2-40B4-BE49-F238E27FC236}">
                <a16:creationId xmlns:a16="http://schemas.microsoft.com/office/drawing/2014/main" id="{2FEDD256-D2B6-46AD-A88B-0A2B303B2E98}"/>
              </a:ext>
            </a:extLst>
          </p:cNvPr>
          <p:cNvSpPr>
            <a:spLocks/>
          </p:cNvSpPr>
          <p:nvPr/>
        </p:nvSpPr>
        <p:spPr>
          <a:xfrm>
            <a:off x="6500335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8">
            <a:extLst>
              <a:ext uri="{FF2B5EF4-FFF2-40B4-BE49-F238E27FC236}">
                <a16:creationId xmlns:a16="http://schemas.microsoft.com/office/drawing/2014/main" id="{BD568509-BA5C-49FF-A421-70CE07101249}"/>
              </a:ext>
            </a:extLst>
          </p:cNvPr>
          <p:cNvSpPr>
            <a:spLocks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39">
            <a:extLst>
              <a:ext uri="{FF2B5EF4-FFF2-40B4-BE49-F238E27FC236}">
                <a16:creationId xmlns:a16="http://schemas.microsoft.com/office/drawing/2014/main" id="{0141D385-AA9A-484B-BB5A-388AAFE15FE5}"/>
              </a:ext>
            </a:extLst>
          </p:cNvPr>
          <p:cNvSpPr>
            <a:spLocks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40">
            <a:extLst>
              <a:ext uri="{FF2B5EF4-FFF2-40B4-BE49-F238E27FC236}">
                <a16:creationId xmlns:a16="http://schemas.microsoft.com/office/drawing/2014/main" id="{CB690029-8DCC-441B-BA2F-0885332CA721}"/>
              </a:ext>
            </a:extLst>
          </p:cNvPr>
          <p:cNvSpPr>
            <a:spLocks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41">
            <a:extLst>
              <a:ext uri="{FF2B5EF4-FFF2-40B4-BE49-F238E27FC236}">
                <a16:creationId xmlns:a16="http://schemas.microsoft.com/office/drawing/2014/main" id="{7357484C-BE14-42C6-B199-0CCFBA6B803F}"/>
              </a:ext>
            </a:extLst>
          </p:cNvPr>
          <p:cNvSpPr>
            <a:spLocks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42">
            <a:extLst>
              <a:ext uri="{FF2B5EF4-FFF2-40B4-BE49-F238E27FC236}">
                <a16:creationId xmlns:a16="http://schemas.microsoft.com/office/drawing/2014/main" id="{1005E05C-B43D-422D-A431-7609871265F4}"/>
              </a:ext>
            </a:extLst>
          </p:cNvPr>
          <p:cNvSpPr>
            <a:spLocks/>
          </p:cNvSpPr>
          <p:nvPr/>
        </p:nvSpPr>
        <p:spPr>
          <a:xfrm>
            <a:off x="6632326" y="4517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43">
            <a:extLst>
              <a:ext uri="{FF2B5EF4-FFF2-40B4-BE49-F238E27FC236}">
                <a16:creationId xmlns:a16="http://schemas.microsoft.com/office/drawing/2014/main" id="{3E584D18-4FEE-4462-9F36-4D3D38844218}"/>
              </a:ext>
            </a:extLst>
          </p:cNvPr>
          <p:cNvSpPr>
            <a:spLocks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44">
            <a:extLst>
              <a:ext uri="{FF2B5EF4-FFF2-40B4-BE49-F238E27FC236}">
                <a16:creationId xmlns:a16="http://schemas.microsoft.com/office/drawing/2014/main" id="{79477D0E-85DF-4C58-8261-2DBEFBA5CAB0}"/>
              </a:ext>
            </a:extLst>
          </p:cNvPr>
          <p:cNvSpPr>
            <a:spLocks/>
          </p:cNvSpPr>
          <p:nvPr/>
        </p:nvSpPr>
        <p:spPr>
          <a:xfrm>
            <a:off x="65218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845">
            <a:extLst>
              <a:ext uri="{FF2B5EF4-FFF2-40B4-BE49-F238E27FC236}">
                <a16:creationId xmlns:a16="http://schemas.microsoft.com/office/drawing/2014/main" id="{BCC1602E-15A5-4C04-B327-04EA533D3592}"/>
              </a:ext>
            </a:extLst>
          </p:cNvPr>
          <p:cNvSpPr>
            <a:spLocks/>
          </p:cNvSpPr>
          <p:nvPr/>
        </p:nvSpPr>
        <p:spPr>
          <a:xfrm>
            <a:off x="6612864" y="4724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846">
            <a:extLst>
              <a:ext uri="{FF2B5EF4-FFF2-40B4-BE49-F238E27FC236}">
                <a16:creationId xmlns:a16="http://schemas.microsoft.com/office/drawing/2014/main" id="{B434584E-0FE0-411B-8766-37C952C3D0C9}"/>
              </a:ext>
            </a:extLst>
          </p:cNvPr>
          <p:cNvSpPr>
            <a:spLocks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847">
            <a:extLst>
              <a:ext uri="{FF2B5EF4-FFF2-40B4-BE49-F238E27FC236}">
                <a16:creationId xmlns:a16="http://schemas.microsoft.com/office/drawing/2014/main" id="{4851C177-3B99-4FC8-A138-F0656DD73587}"/>
              </a:ext>
            </a:extLst>
          </p:cNvPr>
          <p:cNvSpPr>
            <a:spLocks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848">
            <a:extLst>
              <a:ext uri="{FF2B5EF4-FFF2-40B4-BE49-F238E27FC236}">
                <a16:creationId xmlns:a16="http://schemas.microsoft.com/office/drawing/2014/main" id="{B465B653-0177-42D5-ABB6-F6FEB6F6D20F}"/>
              </a:ext>
            </a:extLst>
          </p:cNvPr>
          <p:cNvSpPr>
            <a:spLocks/>
          </p:cNvSpPr>
          <p:nvPr/>
        </p:nvSpPr>
        <p:spPr>
          <a:xfrm>
            <a:off x="6469548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849">
            <a:extLst>
              <a:ext uri="{FF2B5EF4-FFF2-40B4-BE49-F238E27FC236}">
                <a16:creationId xmlns:a16="http://schemas.microsoft.com/office/drawing/2014/main" id="{92A44A30-E560-4D3A-AC78-F824E19BFB5E}"/>
              </a:ext>
            </a:extLst>
          </p:cNvPr>
          <p:cNvSpPr>
            <a:spLocks/>
          </p:cNvSpPr>
          <p:nvPr/>
        </p:nvSpPr>
        <p:spPr>
          <a:xfrm>
            <a:off x="644354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850">
            <a:extLst>
              <a:ext uri="{FF2B5EF4-FFF2-40B4-BE49-F238E27FC236}">
                <a16:creationId xmlns:a16="http://schemas.microsoft.com/office/drawing/2014/main" id="{476A04A8-E309-4667-B07A-D353825F2735}"/>
              </a:ext>
            </a:extLst>
          </p:cNvPr>
          <p:cNvSpPr>
            <a:spLocks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851">
            <a:extLst>
              <a:ext uri="{FF2B5EF4-FFF2-40B4-BE49-F238E27FC236}">
                <a16:creationId xmlns:a16="http://schemas.microsoft.com/office/drawing/2014/main" id="{736485E8-F184-4E47-A8EB-18F223FCCC60}"/>
              </a:ext>
            </a:extLst>
          </p:cNvPr>
          <p:cNvSpPr>
            <a:spLocks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852">
            <a:extLst>
              <a:ext uri="{FF2B5EF4-FFF2-40B4-BE49-F238E27FC236}">
                <a16:creationId xmlns:a16="http://schemas.microsoft.com/office/drawing/2014/main" id="{19F036D3-01AE-48C0-8B33-CD7605CC6940}"/>
              </a:ext>
            </a:extLst>
          </p:cNvPr>
          <p:cNvSpPr>
            <a:spLocks/>
          </p:cNvSpPr>
          <p:nvPr/>
        </p:nvSpPr>
        <p:spPr>
          <a:xfrm>
            <a:off x="6348525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853">
            <a:extLst>
              <a:ext uri="{FF2B5EF4-FFF2-40B4-BE49-F238E27FC236}">
                <a16:creationId xmlns:a16="http://schemas.microsoft.com/office/drawing/2014/main" id="{AC4377DA-1FA2-492C-AA05-27ABC3548092}"/>
              </a:ext>
            </a:extLst>
          </p:cNvPr>
          <p:cNvSpPr>
            <a:spLocks/>
          </p:cNvSpPr>
          <p:nvPr/>
        </p:nvSpPr>
        <p:spPr>
          <a:xfrm>
            <a:off x="658153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854">
            <a:extLst>
              <a:ext uri="{FF2B5EF4-FFF2-40B4-BE49-F238E27FC236}">
                <a16:creationId xmlns:a16="http://schemas.microsoft.com/office/drawing/2014/main" id="{CDF2F947-28A6-482B-B2F3-0A1ED88E73F1}"/>
              </a:ext>
            </a:extLst>
          </p:cNvPr>
          <p:cNvSpPr>
            <a:spLocks/>
          </p:cNvSpPr>
          <p:nvPr/>
        </p:nvSpPr>
        <p:spPr>
          <a:xfrm>
            <a:off x="668463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6855">
            <a:extLst>
              <a:ext uri="{FF2B5EF4-FFF2-40B4-BE49-F238E27FC236}">
                <a16:creationId xmlns:a16="http://schemas.microsoft.com/office/drawing/2014/main" id="{DA4A2ACE-E756-46F5-A3AB-1F8DB1C21BF3}"/>
              </a:ext>
            </a:extLst>
          </p:cNvPr>
          <p:cNvSpPr>
            <a:spLocks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6856">
            <a:extLst>
              <a:ext uri="{FF2B5EF4-FFF2-40B4-BE49-F238E27FC236}">
                <a16:creationId xmlns:a16="http://schemas.microsoft.com/office/drawing/2014/main" id="{52493C8A-437E-46CE-88E2-0096EA4469F8}"/>
              </a:ext>
            </a:extLst>
          </p:cNvPr>
          <p:cNvSpPr>
            <a:spLocks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6857">
            <a:extLst>
              <a:ext uri="{FF2B5EF4-FFF2-40B4-BE49-F238E27FC236}">
                <a16:creationId xmlns:a16="http://schemas.microsoft.com/office/drawing/2014/main" id="{5DC29F70-7AA8-4ECE-A4F7-13715D798D0A}"/>
              </a:ext>
            </a:extLst>
          </p:cNvPr>
          <p:cNvSpPr>
            <a:spLocks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6858">
            <a:extLst>
              <a:ext uri="{FF2B5EF4-FFF2-40B4-BE49-F238E27FC236}">
                <a16:creationId xmlns:a16="http://schemas.microsoft.com/office/drawing/2014/main" id="{EE949A39-2E98-49AB-8413-E1E3738EAFC1}"/>
              </a:ext>
            </a:extLst>
          </p:cNvPr>
          <p:cNvSpPr>
            <a:spLocks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6859">
            <a:extLst>
              <a:ext uri="{FF2B5EF4-FFF2-40B4-BE49-F238E27FC236}">
                <a16:creationId xmlns:a16="http://schemas.microsoft.com/office/drawing/2014/main" id="{1B189F81-D94B-4C3C-B972-CC2CB5B395DD}"/>
              </a:ext>
            </a:extLst>
          </p:cNvPr>
          <p:cNvSpPr>
            <a:spLocks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6860">
            <a:extLst>
              <a:ext uri="{FF2B5EF4-FFF2-40B4-BE49-F238E27FC236}">
                <a16:creationId xmlns:a16="http://schemas.microsoft.com/office/drawing/2014/main" id="{B8A0A89F-36B6-4643-B06D-CB7213423E99}"/>
              </a:ext>
            </a:extLst>
          </p:cNvPr>
          <p:cNvSpPr>
            <a:spLocks/>
          </p:cNvSpPr>
          <p:nvPr/>
        </p:nvSpPr>
        <p:spPr>
          <a:xfrm>
            <a:off x="680045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6861">
            <a:extLst>
              <a:ext uri="{FF2B5EF4-FFF2-40B4-BE49-F238E27FC236}">
                <a16:creationId xmlns:a16="http://schemas.microsoft.com/office/drawing/2014/main" id="{04384CD9-996F-4DEF-B96F-02FC162BCC3C}"/>
              </a:ext>
            </a:extLst>
          </p:cNvPr>
          <p:cNvSpPr>
            <a:spLocks/>
          </p:cNvSpPr>
          <p:nvPr/>
        </p:nvSpPr>
        <p:spPr>
          <a:xfrm>
            <a:off x="6498070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6862">
            <a:extLst>
              <a:ext uri="{FF2B5EF4-FFF2-40B4-BE49-F238E27FC236}">
                <a16:creationId xmlns:a16="http://schemas.microsoft.com/office/drawing/2014/main" id="{A041B8E0-2B5C-4968-B2CF-5069C5199A24}"/>
              </a:ext>
            </a:extLst>
          </p:cNvPr>
          <p:cNvSpPr>
            <a:spLocks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6863">
            <a:extLst>
              <a:ext uri="{FF2B5EF4-FFF2-40B4-BE49-F238E27FC236}">
                <a16:creationId xmlns:a16="http://schemas.microsoft.com/office/drawing/2014/main" id="{D4329A19-6EFB-49B5-A6DD-0685372D4A4D}"/>
              </a:ext>
            </a:extLst>
          </p:cNvPr>
          <p:cNvSpPr>
            <a:spLocks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6864">
            <a:extLst>
              <a:ext uri="{FF2B5EF4-FFF2-40B4-BE49-F238E27FC236}">
                <a16:creationId xmlns:a16="http://schemas.microsoft.com/office/drawing/2014/main" id="{9CDA443B-C3F2-44CF-A994-C76F6F4E4BB7}"/>
              </a:ext>
            </a:extLst>
          </p:cNvPr>
          <p:cNvSpPr>
            <a:spLocks/>
          </p:cNvSpPr>
          <p:nvPr/>
        </p:nvSpPr>
        <p:spPr>
          <a:xfrm>
            <a:off x="6594660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6865">
            <a:extLst>
              <a:ext uri="{FF2B5EF4-FFF2-40B4-BE49-F238E27FC236}">
                <a16:creationId xmlns:a16="http://schemas.microsoft.com/office/drawing/2014/main" id="{60EFD81A-271B-4749-9328-1CE7830832DB}"/>
              </a:ext>
            </a:extLst>
          </p:cNvPr>
          <p:cNvSpPr>
            <a:spLocks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6866">
            <a:extLst>
              <a:ext uri="{FF2B5EF4-FFF2-40B4-BE49-F238E27FC236}">
                <a16:creationId xmlns:a16="http://schemas.microsoft.com/office/drawing/2014/main" id="{0682E93E-82E3-4B14-A98D-AD99C4762E41}"/>
              </a:ext>
            </a:extLst>
          </p:cNvPr>
          <p:cNvSpPr>
            <a:spLocks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6867">
            <a:extLst>
              <a:ext uri="{FF2B5EF4-FFF2-40B4-BE49-F238E27FC236}">
                <a16:creationId xmlns:a16="http://schemas.microsoft.com/office/drawing/2014/main" id="{0DF95EF7-963E-4160-8BD9-7DCB02E07995}"/>
              </a:ext>
            </a:extLst>
          </p:cNvPr>
          <p:cNvSpPr>
            <a:spLocks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6868">
            <a:extLst>
              <a:ext uri="{FF2B5EF4-FFF2-40B4-BE49-F238E27FC236}">
                <a16:creationId xmlns:a16="http://schemas.microsoft.com/office/drawing/2014/main" id="{548B822D-47C4-4AE7-8340-DC3DA7A1521E}"/>
              </a:ext>
            </a:extLst>
          </p:cNvPr>
          <p:cNvSpPr>
            <a:spLocks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6869">
            <a:extLst>
              <a:ext uri="{FF2B5EF4-FFF2-40B4-BE49-F238E27FC236}">
                <a16:creationId xmlns:a16="http://schemas.microsoft.com/office/drawing/2014/main" id="{BA6944E8-EBBE-4239-B4E4-F2F35F740393}"/>
              </a:ext>
            </a:extLst>
          </p:cNvPr>
          <p:cNvSpPr>
            <a:spLocks/>
          </p:cNvSpPr>
          <p:nvPr/>
        </p:nvSpPr>
        <p:spPr>
          <a:xfrm>
            <a:off x="675498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6870">
            <a:extLst>
              <a:ext uri="{FF2B5EF4-FFF2-40B4-BE49-F238E27FC236}">
                <a16:creationId xmlns:a16="http://schemas.microsoft.com/office/drawing/2014/main" id="{D7FE6FBA-A4E0-4A1D-AD95-2EDA0B42C430}"/>
              </a:ext>
            </a:extLst>
          </p:cNvPr>
          <p:cNvSpPr>
            <a:spLocks/>
          </p:cNvSpPr>
          <p:nvPr/>
        </p:nvSpPr>
        <p:spPr>
          <a:xfrm>
            <a:off x="6507938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6871">
            <a:extLst>
              <a:ext uri="{FF2B5EF4-FFF2-40B4-BE49-F238E27FC236}">
                <a16:creationId xmlns:a16="http://schemas.microsoft.com/office/drawing/2014/main" id="{B9A6B51A-D8FA-4D38-BED5-B856E655A728}"/>
              </a:ext>
            </a:extLst>
          </p:cNvPr>
          <p:cNvSpPr>
            <a:spLocks/>
          </p:cNvSpPr>
          <p:nvPr/>
        </p:nvSpPr>
        <p:spPr>
          <a:xfrm>
            <a:off x="6388410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6872">
            <a:extLst>
              <a:ext uri="{FF2B5EF4-FFF2-40B4-BE49-F238E27FC236}">
                <a16:creationId xmlns:a16="http://schemas.microsoft.com/office/drawing/2014/main" id="{8B7E42F7-C637-4017-B3D6-F2E411B9B85A}"/>
              </a:ext>
            </a:extLst>
          </p:cNvPr>
          <p:cNvSpPr>
            <a:spLocks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6873">
            <a:extLst>
              <a:ext uri="{FF2B5EF4-FFF2-40B4-BE49-F238E27FC236}">
                <a16:creationId xmlns:a16="http://schemas.microsoft.com/office/drawing/2014/main" id="{B392FD78-2DBE-4725-B2E1-779F515653F9}"/>
              </a:ext>
            </a:extLst>
          </p:cNvPr>
          <p:cNvSpPr>
            <a:spLocks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6874">
            <a:extLst>
              <a:ext uri="{FF2B5EF4-FFF2-40B4-BE49-F238E27FC236}">
                <a16:creationId xmlns:a16="http://schemas.microsoft.com/office/drawing/2014/main" id="{B87706E2-8B88-41F1-9B5B-2D1CB38AB64D}"/>
              </a:ext>
            </a:extLst>
          </p:cNvPr>
          <p:cNvSpPr>
            <a:spLocks/>
          </p:cNvSpPr>
          <p:nvPr/>
        </p:nvSpPr>
        <p:spPr>
          <a:xfrm>
            <a:off x="6831434" y="407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6875">
            <a:extLst>
              <a:ext uri="{FF2B5EF4-FFF2-40B4-BE49-F238E27FC236}">
                <a16:creationId xmlns:a16="http://schemas.microsoft.com/office/drawing/2014/main" id="{A2E90C29-1467-4A38-B605-792F5ED67424}"/>
              </a:ext>
            </a:extLst>
          </p:cNvPr>
          <p:cNvSpPr>
            <a:spLocks/>
          </p:cNvSpPr>
          <p:nvPr/>
        </p:nvSpPr>
        <p:spPr>
          <a:xfrm>
            <a:off x="679684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6876">
            <a:extLst>
              <a:ext uri="{FF2B5EF4-FFF2-40B4-BE49-F238E27FC236}">
                <a16:creationId xmlns:a16="http://schemas.microsoft.com/office/drawing/2014/main" id="{DCB27B43-C761-4665-AA99-0F52D59CE4DE}"/>
              </a:ext>
            </a:extLst>
          </p:cNvPr>
          <p:cNvSpPr>
            <a:spLocks/>
          </p:cNvSpPr>
          <p:nvPr/>
        </p:nvSpPr>
        <p:spPr>
          <a:xfrm>
            <a:off x="66313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6877">
            <a:extLst>
              <a:ext uri="{FF2B5EF4-FFF2-40B4-BE49-F238E27FC236}">
                <a16:creationId xmlns:a16="http://schemas.microsoft.com/office/drawing/2014/main" id="{F9C7F37D-0A14-4DD6-BE3B-C1F1E32A3895}"/>
              </a:ext>
            </a:extLst>
          </p:cNvPr>
          <p:cNvSpPr>
            <a:spLocks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6878">
            <a:extLst>
              <a:ext uri="{FF2B5EF4-FFF2-40B4-BE49-F238E27FC236}">
                <a16:creationId xmlns:a16="http://schemas.microsoft.com/office/drawing/2014/main" id="{F4ECF757-A9EB-4364-A597-C002AE00A26F}"/>
              </a:ext>
            </a:extLst>
          </p:cNvPr>
          <p:cNvSpPr>
            <a:spLocks/>
          </p:cNvSpPr>
          <p:nvPr/>
        </p:nvSpPr>
        <p:spPr>
          <a:xfrm>
            <a:off x="6503489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6879">
            <a:extLst>
              <a:ext uri="{FF2B5EF4-FFF2-40B4-BE49-F238E27FC236}">
                <a16:creationId xmlns:a16="http://schemas.microsoft.com/office/drawing/2014/main" id="{1FDBD27F-EE99-4C3C-96B6-22956825E669}"/>
              </a:ext>
            </a:extLst>
          </p:cNvPr>
          <p:cNvSpPr>
            <a:spLocks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6880">
            <a:extLst>
              <a:ext uri="{FF2B5EF4-FFF2-40B4-BE49-F238E27FC236}">
                <a16:creationId xmlns:a16="http://schemas.microsoft.com/office/drawing/2014/main" id="{652F6DB1-109F-4E30-AF05-CCBEFECA35D8}"/>
              </a:ext>
            </a:extLst>
          </p:cNvPr>
          <p:cNvSpPr>
            <a:spLocks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6881">
            <a:extLst>
              <a:ext uri="{FF2B5EF4-FFF2-40B4-BE49-F238E27FC236}">
                <a16:creationId xmlns:a16="http://schemas.microsoft.com/office/drawing/2014/main" id="{56AB664C-CC98-4E08-945F-D82981BD901B}"/>
              </a:ext>
            </a:extLst>
          </p:cNvPr>
          <p:cNvSpPr>
            <a:spLocks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6882">
            <a:extLst>
              <a:ext uri="{FF2B5EF4-FFF2-40B4-BE49-F238E27FC236}">
                <a16:creationId xmlns:a16="http://schemas.microsoft.com/office/drawing/2014/main" id="{A704A634-6436-4F62-9589-BA893D4DBD9E}"/>
              </a:ext>
            </a:extLst>
          </p:cNvPr>
          <p:cNvSpPr>
            <a:spLocks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6883">
            <a:extLst>
              <a:ext uri="{FF2B5EF4-FFF2-40B4-BE49-F238E27FC236}">
                <a16:creationId xmlns:a16="http://schemas.microsoft.com/office/drawing/2014/main" id="{78FE7133-4990-4737-A5EB-643885C1E896}"/>
              </a:ext>
            </a:extLst>
          </p:cNvPr>
          <p:cNvSpPr>
            <a:spLocks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6884">
            <a:extLst>
              <a:ext uri="{FF2B5EF4-FFF2-40B4-BE49-F238E27FC236}">
                <a16:creationId xmlns:a16="http://schemas.microsoft.com/office/drawing/2014/main" id="{5DA1FBD9-0943-4DDE-AE0E-623EAF74517E}"/>
              </a:ext>
            </a:extLst>
          </p:cNvPr>
          <p:cNvSpPr>
            <a:spLocks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6885">
            <a:extLst>
              <a:ext uri="{FF2B5EF4-FFF2-40B4-BE49-F238E27FC236}">
                <a16:creationId xmlns:a16="http://schemas.microsoft.com/office/drawing/2014/main" id="{C60558EE-884D-4160-B96B-5B700965258D}"/>
              </a:ext>
            </a:extLst>
          </p:cNvPr>
          <p:cNvSpPr>
            <a:spLocks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6886">
            <a:extLst>
              <a:ext uri="{FF2B5EF4-FFF2-40B4-BE49-F238E27FC236}">
                <a16:creationId xmlns:a16="http://schemas.microsoft.com/office/drawing/2014/main" id="{541A079A-E9BC-4023-916D-309814BD284A}"/>
              </a:ext>
            </a:extLst>
          </p:cNvPr>
          <p:cNvSpPr>
            <a:spLocks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6887">
            <a:extLst>
              <a:ext uri="{FF2B5EF4-FFF2-40B4-BE49-F238E27FC236}">
                <a16:creationId xmlns:a16="http://schemas.microsoft.com/office/drawing/2014/main" id="{8746BC82-3C72-4D6F-AEC0-86F94466F401}"/>
              </a:ext>
            </a:extLst>
          </p:cNvPr>
          <p:cNvSpPr>
            <a:spLocks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6888">
            <a:extLst>
              <a:ext uri="{FF2B5EF4-FFF2-40B4-BE49-F238E27FC236}">
                <a16:creationId xmlns:a16="http://schemas.microsoft.com/office/drawing/2014/main" id="{269F942E-47EE-490A-B3D2-0A47EE7BD2D5}"/>
              </a:ext>
            </a:extLst>
          </p:cNvPr>
          <p:cNvSpPr>
            <a:spLocks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6889">
            <a:extLst>
              <a:ext uri="{FF2B5EF4-FFF2-40B4-BE49-F238E27FC236}">
                <a16:creationId xmlns:a16="http://schemas.microsoft.com/office/drawing/2014/main" id="{04757479-2514-4E5F-A35E-76B89E5BD039}"/>
              </a:ext>
            </a:extLst>
          </p:cNvPr>
          <p:cNvSpPr>
            <a:spLocks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6890">
            <a:extLst>
              <a:ext uri="{FF2B5EF4-FFF2-40B4-BE49-F238E27FC236}">
                <a16:creationId xmlns:a16="http://schemas.microsoft.com/office/drawing/2014/main" id="{CD30751E-0BF9-4200-B51D-1F9525567F1E}"/>
              </a:ext>
            </a:extLst>
          </p:cNvPr>
          <p:cNvSpPr>
            <a:spLocks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6891">
            <a:extLst>
              <a:ext uri="{FF2B5EF4-FFF2-40B4-BE49-F238E27FC236}">
                <a16:creationId xmlns:a16="http://schemas.microsoft.com/office/drawing/2014/main" id="{08769138-591E-4F5B-B07D-241DD330842B}"/>
              </a:ext>
            </a:extLst>
          </p:cNvPr>
          <p:cNvSpPr>
            <a:spLocks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6892">
            <a:extLst>
              <a:ext uri="{FF2B5EF4-FFF2-40B4-BE49-F238E27FC236}">
                <a16:creationId xmlns:a16="http://schemas.microsoft.com/office/drawing/2014/main" id="{4D565E68-0291-41B4-AD12-97A48B5EFE0F}"/>
              </a:ext>
            </a:extLst>
          </p:cNvPr>
          <p:cNvSpPr>
            <a:spLocks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6893">
            <a:extLst>
              <a:ext uri="{FF2B5EF4-FFF2-40B4-BE49-F238E27FC236}">
                <a16:creationId xmlns:a16="http://schemas.microsoft.com/office/drawing/2014/main" id="{1C2FECBD-CE81-499A-AFAA-8F88D8CA1472}"/>
              </a:ext>
            </a:extLst>
          </p:cNvPr>
          <p:cNvSpPr>
            <a:spLocks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6894">
            <a:extLst>
              <a:ext uri="{FF2B5EF4-FFF2-40B4-BE49-F238E27FC236}">
                <a16:creationId xmlns:a16="http://schemas.microsoft.com/office/drawing/2014/main" id="{CFECE020-84CF-42CB-83AC-633EC49F5E2B}"/>
              </a:ext>
            </a:extLst>
          </p:cNvPr>
          <p:cNvSpPr>
            <a:spLocks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6895">
            <a:extLst>
              <a:ext uri="{FF2B5EF4-FFF2-40B4-BE49-F238E27FC236}">
                <a16:creationId xmlns:a16="http://schemas.microsoft.com/office/drawing/2014/main" id="{AFD80EAF-CEF4-478F-87C5-0A2C700D214B}"/>
              </a:ext>
            </a:extLst>
          </p:cNvPr>
          <p:cNvSpPr>
            <a:spLocks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6896">
            <a:extLst>
              <a:ext uri="{FF2B5EF4-FFF2-40B4-BE49-F238E27FC236}">
                <a16:creationId xmlns:a16="http://schemas.microsoft.com/office/drawing/2014/main" id="{D31C9ABC-8602-46D5-B5AF-00694950D9D9}"/>
              </a:ext>
            </a:extLst>
          </p:cNvPr>
          <p:cNvSpPr>
            <a:spLocks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6897">
            <a:extLst>
              <a:ext uri="{FF2B5EF4-FFF2-40B4-BE49-F238E27FC236}">
                <a16:creationId xmlns:a16="http://schemas.microsoft.com/office/drawing/2014/main" id="{0127F55F-868F-4038-BE85-CE127B7C5D6E}"/>
              </a:ext>
            </a:extLst>
          </p:cNvPr>
          <p:cNvSpPr>
            <a:spLocks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6898">
            <a:extLst>
              <a:ext uri="{FF2B5EF4-FFF2-40B4-BE49-F238E27FC236}">
                <a16:creationId xmlns:a16="http://schemas.microsoft.com/office/drawing/2014/main" id="{E7A33D1B-EFF6-4B92-8B69-7234A1A932CC}"/>
              </a:ext>
            </a:extLst>
          </p:cNvPr>
          <p:cNvSpPr>
            <a:spLocks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6899">
            <a:extLst>
              <a:ext uri="{FF2B5EF4-FFF2-40B4-BE49-F238E27FC236}">
                <a16:creationId xmlns:a16="http://schemas.microsoft.com/office/drawing/2014/main" id="{878DBDCA-4EB7-4C33-B4C8-18EF757B0907}"/>
              </a:ext>
            </a:extLst>
          </p:cNvPr>
          <p:cNvSpPr>
            <a:spLocks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6900">
            <a:extLst>
              <a:ext uri="{FF2B5EF4-FFF2-40B4-BE49-F238E27FC236}">
                <a16:creationId xmlns:a16="http://schemas.microsoft.com/office/drawing/2014/main" id="{64080BFF-4B18-4B6B-B950-220ED2AF5110}"/>
              </a:ext>
            </a:extLst>
          </p:cNvPr>
          <p:cNvSpPr>
            <a:spLocks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6901">
            <a:extLst>
              <a:ext uri="{FF2B5EF4-FFF2-40B4-BE49-F238E27FC236}">
                <a16:creationId xmlns:a16="http://schemas.microsoft.com/office/drawing/2014/main" id="{5A55965C-74D2-441C-8D05-694B8A446FA4}"/>
              </a:ext>
            </a:extLst>
          </p:cNvPr>
          <p:cNvSpPr>
            <a:spLocks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6902">
            <a:extLst>
              <a:ext uri="{FF2B5EF4-FFF2-40B4-BE49-F238E27FC236}">
                <a16:creationId xmlns:a16="http://schemas.microsoft.com/office/drawing/2014/main" id="{402240F6-0C14-4CCB-9783-393E1EF1BD99}"/>
              </a:ext>
            </a:extLst>
          </p:cNvPr>
          <p:cNvSpPr>
            <a:spLocks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6903">
            <a:extLst>
              <a:ext uri="{FF2B5EF4-FFF2-40B4-BE49-F238E27FC236}">
                <a16:creationId xmlns:a16="http://schemas.microsoft.com/office/drawing/2014/main" id="{7A3893A9-7D9F-4921-B5BC-9448E78996A5}"/>
              </a:ext>
            </a:extLst>
          </p:cNvPr>
          <p:cNvSpPr>
            <a:spLocks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6904">
            <a:extLst>
              <a:ext uri="{FF2B5EF4-FFF2-40B4-BE49-F238E27FC236}">
                <a16:creationId xmlns:a16="http://schemas.microsoft.com/office/drawing/2014/main" id="{25422A98-7FE0-4694-83AC-AA8390605A03}"/>
              </a:ext>
            </a:extLst>
          </p:cNvPr>
          <p:cNvSpPr>
            <a:spLocks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6905">
            <a:extLst>
              <a:ext uri="{FF2B5EF4-FFF2-40B4-BE49-F238E27FC236}">
                <a16:creationId xmlns:a16="http://schemas.microsoft.com/office/drawing/2014/main" id="{F2030FC5-6124-4674-A8CF-349B67D8533A}"/>
              </a:ext>
            </a:extLst>
          </p:cNvPr>
          <p:cNvSpPr>
            <a:spLocks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6906">
            <a:extLst>
              <a:ext uri="{FF2B5EF4-FFF2-40B4-BE49-F238E27FC236}">
                <a16:creationId xmlns:a16="http://schemas.microsoft.com/office/drawing/2014/main" id="{E545D31B-D37F-49EC-8AA7-EE57482B7283}"/>
              </a:ext>
            </a:extLst>
          </p:cNvPr>
          <p:cNvSpPr>
            <a:spLocks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6907">
            <a:extLst>
              <a:ext uri="{FF2B5EF4-FFF2-40B4-BE49-F238E27FC236}">
                <a16:creationId xmlns:a16="http://schemas.microsoft.com/office/drawing/2014/main" id="{38FC0552-1575-4C29-9704-F38B0945FB5B}"/>
              </a:ext>
            </a:extLst>
          </p:cNvPr>
          <p:cNvSpPr>
            <a:spLocks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6908">
            <a:extLst>
              <a:ext uri="{FF2B5EF4-FFF2-40B4-BE49-F238E27FC236}">
                <a16:creationId xmlns:a16="http://schemas.microsoft.com/office/drawing/2014/main" id="{B12AE03E-A68C-4A6B-A9B6-4F04FB7DB909}"/>
              </a:ext>
            </a:extLst>
          </p:cNvPr>
          <p:cNvSpPr>
            <a:spLocks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6909">
            <a:extLst>
              <a:ext uri="{FF2B5EF4-FFF2-40B4-BE49-F238E27FC236}">
                <a16:creationId xmlns:a16="http://schemas.microsoft.com/office/drawing/2014/main" id="{AC6C5B82-A71B-433D-9F28-5D7D22B04692}"/>
              </a:ext>
            </a:extLst>
          </p:cNvPr>
          <p:cNvSpPr>
            <a:spLocks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6910">
            <a:extLst>
              <a:ext uri="{FF2B5EF4-FFF2-40B4-BE49-F238E27FC236}">
                <a16:creationId xmlns:a16="http://schemas.microsoft.com/office/drawing/2014/main" id="{836E9617-FB9F-4533-A04E-A9E519E5B45D}"/>
              </a:ext>
            </a:extLst>
          </p:cNvPr>
          <p:cNvSpPr>
            <a:spLocks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6911">
            <a:extLst>
              <a:ext uri="{FF2B5EF4-FFF2-40B4-BE49-F238E27FC236}">
                <a16:creationId xmlns:a16="http://schemas.microsoft.com/office/drawing/2014/main" id="{9523052E-E7FF-4C5D-9D7D-3A14CF502D65}"/>
              </a:ext>
            </a:extLst>
          </p:cNvPr>
          <p:cNvSpPr>
            <a:spLocks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6912">
            <a:extLst>
              <a:ext uri="{FF2B5EF4-FFF2-40B4-BE49-F238E27FC236}">
                <a16:creationId xmlns:a16="http://schemas.microsoft.com/office/drawing/2014/main" id="{C8449CCC-D612-4537-86FA-BB6D7A8CD558}"/>
              </a:ext>
            </a:extLst>
          </p:cNvPr>
          <p:cNvSpPr>
            <a:spLocks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6913">
            <a:extLst>
              <a:ext uri="{FF2B5EF4-FFF2-40B4-BE49-F238E27FC236}">
                <a16:creationId xmlns:a16="http://schemas.microsoft.com/office/drawing/2014/main" id="{CCDDCAFA-FC6C-420D-815A-32713C2EA017}"/>
              </a:ext>
            </a:extLst>
          </p:cNvPr>
          <p:cNvSpPr>
            <a:spLocks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6914">
            <a:extLst>
              <a:ext uri="{FF2B5EF4-FFF2-40B4-BE49-F238E27FC236}">
                <a16:creationId xmlns:a16="http://schemas.microsoft.com/office/drawing/2014/main" id="{05E8D0C8-F692-465E-84D8-AD9F9DBFE12E}"/>
              </a:ext>
            </a:extLst>
          </p:cNvPr>
          <p:cNvSpPr>
            <a:spLocks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6915">
            <a:extLst>
              <a:ext uri="{FF2B5EF4-FFF2-40B4-BE49-F238E27FC236}">
                <a16:creationId xmlns:a16="http://schemas.microsoft.com/office/drawing/2014/main" id="{EBB940D4-D4C2-4A9C-8D63-BEF4E497BFFD}"/>
              </a:ext>
            </a:extLst>
          </p:cNvPr>
          <p:cNvSpPr>
            <a:spLocks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6916">
            <a:extLst>
              <a:ext uri="{FF2B5EF4-FFF2-40B4-BE49-F238E27FC236}">
                <a16:creationId xmlns:a16="http://schemas.microsoft.com/office/drawing/2014/main" id="{C9CDA6E0-3D60-4FDA-A8D5-D9FAB2F104B3}"/>
              </a:ext>
            </a:extLst>
          </p:cNvPr>
          <p:cNvSpPr>
            <a:spLocks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6917">
            <a:extLst>
              <a:ext uri="{FF2B5EF4-FFF2-40B4-BE49-F238E27FC236}">
                <a16:creationId xmlns:a16="http://schemas.microsoft.com/office/drawing/2014/main" id="{17C3BC44-8EBB-40AC-BAC0-CC346815D17F}"/>
              </a:ext>
            </a:extLst>
          </p:cNvPr>
          <p:cNvSpPr>
            <a:spLocks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6918">
            <a:extLst>
              <a:ext uri="{FF2B5EF4-FFF2-40B4-BE49-F238E27FC236}">
                <a16:creationId xmlns:a16="http://schemas.microsoft.com/office/drawing/2014/main" id="{13BADAF9-B18A-4828-A03F-CAF61B5ED7B1}"/>
              </a:ext>
            </a:extLst>
          </p:cNvPr>
          <p:cNvSpPr>
            <a:spLocks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6919">
            <a:extLst>
              <a:ext uri="{FF2B5EF4-FFF2-40B4-BE49-F238E27FC236}">
                <a16:creationId xmlns:a16="http://schemas.microsoft.com/office/drawing/2014/main" id="{CACC6EE0-924B-4332-AE77-46A048363EA7}"/>
              </a:ext>
            </a:extLst>
          </p:cNvPr>
          <p:cNvSpPr>
            <a:spLocks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6920">
            <a:extLst>
              <a:ext uri="{FF2B5EF4-FFF2-40B4-BE49-F238E27FC236}">
                <a16:creationId xmlns:a16="http://schemas.microsoft.com/office/drawing/2014/main" id="{E235364F-1120-4577-A21C-6CA7A8E5C790}"/>
              </a:ext>
            </a:extLst>
          </p:cNvPr>
          <p:cNvSpPr>
            <a:spLocks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6921">
            <a:extLst>
              <a:ext uri="{FF2B5EF4-FFF2-40B4-BE49-F238E27FC236}">
                <a16:creationId xmlns:a16="http://schemas.microsoft.com/office/drawing/2014/main" id="{2919B4B0-93A3-4C4D-9C41-E8B949DA76BE}"/>
              </a:ext>
            </a:extLst>
          </p:cNvPr>
          <p:cNvSpPr>
            <a:spLocks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6922">
            <a:extLst>
              <a:ext uri="{FF2B5EF4-FFF2-40B4-BE49-F238E27FC236}">
                <a16:creationId xmlns:a16="http://schemas.microsoft.com/office/drawing/2014/main" id="{67694136-5492-4127-A2BF-3B79C6F2AABA}"/>
              </a:ext>
            </a:extLst>
          </p:cNvPr>
          <p:cNvSpPr>
            <a:spLocks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6923">
            <a:extLst>
              <a:ext uri="{FF2B5EF4-FFF2-40B4-BE49-F238E27FC236}">
                <a16:creationId xmlns:a16="http://schemas.microsoft.com/office/drawing/2014/main" id="{27560049-DDAA-4702-98C6-0CBE0D218482}"/>
              </a:ext>
            </a:extLst>
          </p:cNvPr>
          <p:cNvSpPr>
            <a:spLocks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6924">
            <a:extLst>
              <a:ext uri="{FF2B5EF4-FFF2-40B4-BE49-F238E27FC236}">
                <a16:creationId xmlns:a16="http://schemas.microsoft.com/office/drawing/2014/main" id="{29750432-FA49-48FB-95F6-443ABCB9CBC5}"/>
              </a:ext>
            </a:extLst>
          </p:cNvPr>
          <p:cNvSpPr>
            <a:spLocks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6925">
            <a:extLst>
              <a:ext uri="{FF2B5EF4-FFF2-40B4-BE49-F238E27FC236}">
                <a16:creationId xmlns:a16="http://schemas.microsoft.com/office/drawing/2014/main" id="{E89A9EAE-2981-41A8-B6C0-52C532D86A19}"/>
              </a:ext>
            </a:extLst>
          </p:cNvPr>
          <p:cNvSpPr>
            <a:spLocks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6926">
            <a:extLst>
              <a:ext uri="{FF2B5EF4-FFF2-40B4-BE49-F238E27FC236}">
                <a16:creationId xmlns:a16="http://schemas.microsoft.com/office/drawing/2014/main" id="{1AFDBB88-7647-4221-BBC0-AFDB5A9271DE}"/>
              </a:ext>
            </a:extLst>
          </p:cNvPr>
          <p:cNvSpPr>
            <a:spLocks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6927">
            <a:extLst>
              <a:ext uri="{FF2B5EF4-FFF2-40B4-BE49-F238E27FC236}">
                <a16:creationId xmlns:a16="http://schemas.microsoft.com/office/drawing/2014/main" id="{E8B766DC-443B-4249-A402-102E173823A5}"/>
              </a:ext>
            </a:extLst>
          </p:cNvPr>
          <p:cNvSpPr>
            <a:spLocks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6928">
            <a:extLst>
              <a:ext uri="{FF2B5EF4-FFF2-40B4-BE49-F238E27FC236}">
                <a16:creationId xmlns:a16="http://schemas.microsoft.com/office/drawing/2014/main" id="{98D81AC7-8328-4F08-A915-CF723F51E761}"/>
              </a:ext>
            </a:extLst>
          </p:cNvPr>
          <p:cNvSpPr>
            <a:spLocks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6929">
            <a:extLst>
              <a:ext uri="{FF2B5EF4-FFF2-40B4-BE49-F238E27FC236}">
                <a16:creationId xmlns:a16="http://schemas.microsoft.com/office/drawing/2014/main" id="{4E6C8B38-A2F1-4D5E-8DDA-1E42FB2F50D9}"/>
              </a:ext>
            </a:extLst>
          </p:cNvPr>
          <p:cNvSpPr>
            <a:spLocks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6930">
            <a:extLst>
              <a:ext uri="{FF2B5EF4-FFF2-40B4-BE49-F238E27FC236}">
                <a16:creationId xmlns:a16="http://schemas.microsoft.com/office/drawing/2014/main" id="{C0EDDAE7-E283-4A0A-BFCA-992840C9B310}"/>
              </a:ext>
            </a:extLst>
          </p:cNvPr>
          <p:cNvSpPr>
            <a:spLocks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6931">
            <a:extLst>
              <a:ext uri="{FF2B5EF4-FFF2-40B4-BE49-F238E27FC236}">
                <a16:creationId xmlns:a16="http://schemas.microsoft.com/office/drawing/2014/main" id="{BACA7F58-E13A-445F-BD60-EE083A75B625}"/>
              </a:ext>
            </a:extLst>
          </p:cNvPr>
          <p:cNvSpPr>
            <a:spLocks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6932">
            <a:extLst>
              <a:ext uri="{FF2B5EF4-FFF2-40B4-BE49-F238E27FC236}">
                <a16:creationId xmlns:a16="http://schemas.microsoft.com/office/drawing/2014/main" id="{EA868C68-1A46-414F-B2F8-4EEE4542ABEE}"/>
              </a:ext>
            </a:extLst>
          </p:cNvPr>
          <p:cNvSpPr>
            <a:spLocks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6933">
            <a:extLst>
              <a:ext uri="{FF2B5EF4-FFF2-40B4-BE49-F238E27FC236}">
                <a16:creationId xmlns:a16="http://schemas.microsoft.com/office/drawing/2014/main" id="{10D72390-F9DF-40BD-B401-8E4ECC3F2A5F}"/>
              </a:ext>
            </a:extLst>
          </p:cNvPr>
          <p:cNvSpPr>
            <a:spLocks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6934">
            <a:extLst>
              <a:ext uri="{FF2B5EF4-FFF2-40B4-BE49-F238E27FC236}">
                <a16:creationId xmlns:a16="http://schemas.microsoft.com/office/drawing/2014/main" id="{C2B52C1D-4F18-4B49-8B2C-0820FF72FD4F}"/>
              </a:ext>
            </a:extLst>
          </p:cNvPr>
          <p:cNvSpPr>
            <a:spLocks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6935">
            <a:extLst>
              <a:ext uri="{FF2B5EF4-FFF2-40B4-BE49-F238E27FC236}">
                <a16:creationId xmlns:a16="http://schemas.microsoft.com/office/drawing/2014/main" id="{2FF117BD-9BF1-4CC0-8D13-C004AF8ED3B4}"/>
              </a:ext>
            </a:extLst>
          </p:cNvPr>
          <p:cNvSpPr>
            <a:spLocks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6936">
            <a:extLst>
              <a:ext uri="{FF2B5EF4-FFF2-40B4-BE49-F238E27FC236}">
                <a16:creationId xmlns:a16="http://schemas.microsoft.com/office/drawing/2014/main" id="{DEA9D77F-1B2A-4088-8E13-53D76455D106}"/>
              </a:ext>
            </a:extLst>
          </p:cNvPr>
          <p:cNvSpPr>
            <a:spLocks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6937">
            <a:extLst>
              <a:ext uri="{FF2B5EF4-FFF2-40B4-BE49-F238E27FC236}">
                <a16:creationId xmlns:a16="http://schemas.microsoft.com/office/drawing/2014/main" id="{B2A96C4E-0546-4C1C-80CF-6C37B158FF95}"/>
              </a:ext>
            </a:extLst>
          </p:cNvPr>
          <p:cNvSpPr>
            <a:spLocks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6938">
            <a:extLst>
              <a:ext uri="{FF2B5EF4-FFF2-40B4-BE49-F238E27FC236}">
                <a16:creationId xmlns:a16="http://schemas.microsoft.com/office/drawing/2014/main" id="{F2413566-B061-4515-9433-E6732CF51A62}"/>
              </a:ext>
            </a:extLst>
          </p:cNvPr>
          <p:cNvSpPr>
            <a:spLocks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6939">
            <a:extLst>
              <a:ext uri="{FF2B5EF4-FFF2-40B4-BE49-F238E27FC236}">
                <a16:creationId xmlns:a16="http://schemas.microsoft.com/office/drawing/2014/main" id="{33E0CA7F-3D19-4B92-9330-8E1EF4A019AE}"/>
              </a:ext>
            </a:extLst>
          </p:cNvPr>
          <p:cNvSpPr>
            <a:spLocks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6940">
            <a:extLst>
              <a:ext uri="{FF2B5EF4-FFF2-40B4-BE49-F238E27FC236}">
                <a16:creationId xmlns:a16="http://schemas.microsoft.com/office/drawing/2014/main" id="{FD55C7B6-610F-4554-8A10-402702B853A5}"/>
              </a:ext>
            </a:extLst>
          </p:cNvPr>
          <p:cNvSpPr>
            <a:spLocks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6941">
            <a:extLst>
              <a:ext uri="{FF2B5EF4-FFF2-40B4-BE49-F238E27FC236}">
                <a16:creationId xmlns:a16="http://schemas.microsoft.com/office/drawing/2014/main" id="{B8800646-DDC1-43ED-BB04-45795A987074}"/>
              </a:ext>
            </a:extLst>
          </p:cNvPr>
          <p:cNvSpPr>
            <a:spLocks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6942">
            <a:extLst>
              <a:ext uri="{FF2B5EF4-FFF2-40B4-BE49-F238E27FC236}">
                <a16:creationId xmlns:a16="http://schemas.microsoft.com/office/drawing/2014/main" id="{7A9F6DBA-C6EF-4541-ADF5-9E8995D9BD57}"/>
              </a:ext>
            </a:extLst>
          </p:cNvPr>
          <p:cNvSpPr>
            <a:spLocks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6943">
            <a:extLst>
              <a:ext uri="{FF2B5EF4-FFF2-40B4-BE49-F238E27FC236}">
                <a16:creationId xmlns:a16="http://schemas.microsoft.com/office/drawing/2014/main" id="{A874984A-7EE1-4255-A859-11D15AF912E6}"/>
              </a:ext>
            </a:extLst>
          </p:cNvPr>
          <p:cNvSpPr>
            <a:spLocks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6944">
            <a:extLst>
              <a:ext uri="{FF2B5EF4-FFF2-40B4-BE49-F238E27FC236}">
                <a16:creationId xmlns:a16="http://schemas.microsoft.com/office/drawing/2014/main" id="{3061789A-49C5-4B6B-9FF9-EBA51E560F86}"/>
              </a:ext>
            </a:extLst>
          </p:cNvPr>
          <p:cNvSpPr>
            <a:spLocks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6945">
            <a:extLst>
              <a:ext uri="{FF2B5EF4-FFF2-40B4-BE49-F238E27FC236}">
                <a16:creationId xmlns:a16="http://schemas.microsoft.com/office/drawing/2014/main" id="{551A5D3D-0C3E-4450-8681-C47931221E5B}"/>
              </a:ext>
            </a:extLst>
          </p:cNvPr>
          <p:cNvSpPr>
            <a:spLocks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6946">
            <a:extLst>
              <a:ext uri="{FF2B5EF4-FFF2-40B4-BE49-F238E27FC236}">
                <a16:creationId xmlns:a16="http://schemas.microsoft.com/office/drawing/2014/main" id="{4C80519B-DD74-411A-B1CD-D5EC69D26AD4}"/>
              </a:ext>
            </a:extLst>
          </p:cNvPr>
          <p:cNvSpPr>
            <a:spLocks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6947">
            <a:extLst>
              <a:ext uri="{FF2B5EF4-FFF2-40B4-BE49-F238E27FC236}">
                <a16:creationId xmlns:a16="http://schemas.microsoft.com/office/drawing/2014/main" id="{5020616F-D037-471C-80D2-1D445008D13B}"/>
              </a:ext>
            </a:extLst>
          </p:cNvPr>
          <p:cNvSpPr>
            <a:spLocks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6948">
            <a:extLst>
              <a:ext uri="{FF2B5EF4-FFF2-40B4-BE49-F238E27FC236}">
                <a16:creationId xmlns:a16="http://schemas.microsoft.com/office/drawing/2014/main" id="{41B26DE8-6C0C-4F30-B40F-AE83C1B715B0}"/>
              </a:ext>
            </a:extLst>
          </p:cNvPr>
          <p:cNvSpPr>
            <a:spLocks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6949">
            <a:extLst>
              <a:ext uri="{FF2B5EF4-FFF2-40B4-BE49-F238E27FC236}">
                <a16:creationId xmlns:a16="http://schemas.microsoft.com/office/drawing/2014/main" id="{7C685628-DDB2-45CA-B958-CEB0F3FDD293}"/>
              </a:ext>
            </a:extLst>
          </p:cNvPr>
          <p:cNvSpPr>
            <a:spLocks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6950">
            <a:extLst>
              <a:ext uri="{FF2B5EF4-FFF2-40B4-BE49-F238E27FC236}">
                <a16:creationId xmlns:a16="http://schemas.microsoft.com/office/drawing/2014/main" id="{F4CE4FBD-056E-4AD5-BFE2-35256ECCBDB4}"/>
              </a:ext>
            </a:extLst>
          </p:cNvPr>
          <p:cNvSpPr>
            <a:spLocks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6951">
            <a:extLst>
              <a:ext uri="{FF2B5EF4-FFF2-40B4-BE49-F238E27FC236}">
                <a16:creationId xmlns:a16="http://schemas.microsoft.com/office/drawing/2014/main" id="{6189FE56-8368-4ED3-A58F-A382BC340182}"/>
              </a:ext>
            </a:extLst>
          </p:cNvPr>
          <p:cNvSpPr>
            <a:spLocks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6952">
            <a:extLst>
              <a:ext uri="{FF2B5EF4-FFF2-40B4-BE49-F238E27FC236}">
                <a16:creationId xmlns:a16="http://schemas.microsoft.com/office/drawing/2014/main" id="{F60EC6B2-1F15-42BA-BB48-09C7D3F9277C}"/>
              </a:ext>
            </a:extLst>
          </p:cNvPr>
          <p:cNvSpPr>
            <a:spLocks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6953">
            <a:extLst>
              <a:ext uri="{FF2B5EF4-FFF2-40B4-BE49-F238E27FC236}">
                <a16:creationId xmlns:a16="http://schemas.microsoft.com/office/drawing/2014/main" id="{95A47BE8-B304-49B3-9DCE-0067A641F1A4}"/>
              </a:ext>
            </a:extLst>
          </p:cNvPr>
          <p:cNvSpPr>
            <a:spLocks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6954">
            <a:extLst>
              <a:ext uri="{FF2B5EF4-FFF2-40B4-BE49-F238E27FC236}">
                <a16:creationId xmlns:a16="http://schemas.microsoft.com/office/drawing/2014/main" id="{7FC4084B-AE05-4BDD-9DBA-00AC3FE4B284}"/>
              </a:ext>
            </a:extLst>
          </p:cNvPr>
          <p:cNvSpPr>
            <a:spLocks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6955">
            <a:extLst>
              <a:ext uri="{FF2B5EF4-FFF2-40B4-BE49-F238E27FC236}">
                <a16:creationId xmlns:a16="http://schemas.microsoft.com/office/drawing/2014/main" id="{8368FD4F-23B7-4B05-A39E-066A64E90DFB}"/>
              </a:ext>
            </a:extLst>
          </p:cNvPr>
          <p:cNvSpPr>
            <a:spLocks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6956">
            <a:extLst>
              <a:ext uri="{FF2B5EF4-FFF2-40B4-BE49-F238E27FC236}">
                <a16:creationId xmlns:a16="http://schemas.microsoft.com/office/drawing/2014/main" id="{CE5159BD-367F-4A17-9E21-E499014C1490}"/>
              </a:ext>
            </a:extLst>
          </p:cNvPr>
          <p:cNvSpPr>
            <a:spLocks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6957">
            <a:extLst>
              <a:ext uri="{FF2B5EF4-FFF2-40B4-BE49-F238E27FC236}">
                <a16:creationId xmlns:a16="http://schemas.microsoft.com/office/drawing/2014/main" id="{DD3F9AF6-383C-4D5D-9623-2F3A20D9A685}"/>
              </a:ext>
            </a:extLst>
          </p:cNvPr>
          <p:cNvSpPr>
            <a:spLocks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6958">
            <a:extLst>
              <a:ext uri="{FF2B5EF4-FFF2-40B4-BE49-F238E27FC236}">
                <a16:creationId xmlns:a16="http://schemas.microsoft.com/office/drawing/2014/main" id="{1EDA001B-C2E2-4D88-9A95-7F744944908A}"/>
              </a:ext>
            </a:extLst>
          </p:cNvPr>
          <p:cNvSpPr>
            <a:spLocks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6959">
            <a:extLst>
              <a:ext uri="{FF2B5EF4-FFF2-40B4-BE49-F238E27FC236}">
                <a16:creationId xmlns:a16="http://schemas.microsoft.com/office/drawing/2014/main" id="{B31ECFAD-B3C3-4C85-9B36-33F6274812D5}"/>
              </a:ext>
            </a:extLst>
          </p:cNvPr>
          <p:cNvSpPr>
            <a:spLocks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6960">
            <a:extLst>
              <a:ext uri="{FF2B5EF4-FFF2-40B4-BE49-F238E27FC236}">
                <a16:creationId xmlns:a16="http://schemas.microsoft.com/office/drawing/2014/main" id="{73D22A3B-D797-47CC-B943-512DCFFBD243}"/>
              </a:ext>
            </a:extLst>
          </p:cNvPr>
          <p:cNvSpPr>
            <a:spLocks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6961">
            <a:extLst>
              <a:ext uri="{FF2B5EF4-FFF2-40B4-BE49-F238E27FC236}">
                <a16:creationId xmlns:a16="http://schemas.microsoft.com/office/drawing/2014/main" id="{ACC5BAA0-A035-4CC0-9157-1CB7470937AB}"/>
              </a:ext>
            </a:extLst>
          </p:cNvPr>
          <p:cNvSpPr>
            <a:spLocks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6962">
            <a:extLst>
              <a:ext uri="{FF2B5EF4-FFF2-40B4-BE49-F238E27FC236}">
                <a16:creationId xmlns:a16="http://schemas.microsoft.com/office/drawing/2014/main" id="{E0FC8504-1B94-4601-B7FE-1D726D12023A}"/>
              </a:ext>
            </a:extLst>
          </p:cNvPr>
          <p:cNvSpPr>
            <a:spLocks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6963">
            <a:extLst>
              <a:ext uri="{FF2B5EF4-FFF2-40B4-BE49-F238E27FC236}">
                <a16:creationId xmlns:a16="http://schemas.microsoft.com/office/drawing/2014/main" id="{E0E01842-065E-48B1-B968-02C82FEB1BF5}"/>
              </a:ext>
            </a:extLst>
          </p:cNvPr>
          <p:cNvSpPr>
            <a:spLocks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6964">
            <a:extLst>
              <a:ext uri="{FF2B5EF4-FFF2-40B4-BE49-F238E27FC236}">
                <a16:creationId xmlns:a16="http://schemas.microsoft.com/office/drawing/2014/main" id="{04741F27-4C90-4AAD-B6D4-FCEF115A774A}"/>
              </a:ext>
            </a:extLst>
          </p:cNvPr>
          <p:cNvSpPr>
            <a:spLocks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6965">
            <a:extLst>
              <a:ext uri="{FF2B5EF4-FFF2-40B4-BE49-F238E27FC236}">
                <a16:creationId xmlns:a16="http://schemas.microsoft.com/office/drawing/2014/main" id="{F45CA857-8E37-4F6B-B75D-6BC13682E40F}"/>
              </a:ext>
            </a:extLst>
          </p:cNvPr>
          <p:cNvSpPr>
            <a:spLocks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6966">
            <a:extLst>
              <a:ext uri="{FF2B5EF4-FFF2-40B4-BE49-F238E27FC236}">
                <a16:creationId xmlns:a16="http://schemas.microsoft.com/office/drawing/2014/main" id="{37A17EE1-89CA-483B-A24F-DE86933DCF4A}"/>
              </a:ext>
            </a:extLst>
          </p:cNvPr>
          <p:cNvSpPr>
            <a:spLocks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6967">
            <a:extLst>
              <a:ext uri="{FF2B5EF4-FFF2-40B4-BE49-F238E27FC236}">
                <a16:creationId xmlns:a16="http://schemas.microsoft.com/office/drawing/2014/main" id="{42EFC002-41C7-487F-9180-5BC03B85FBC9}"/>
              </a:ext>
            </a:extLst>
          </p:cNvPr>
          <p:cNvSpPr>
            <a:spLocks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6968">
            <a:extLst>
              <a:ext uri="{FF2B5EF4-FFF2-40B4-BE49-F238E27FC236}">
                <a16:creationId xmlns:a16="http://schemas.microsoft.com/office/drawing/2014/main" id="{CD081E25-F5B3-45D7-B0D2-1B59B7A9DDE8}"/>
              </a:ext>
            </a:extLst>
          </p:cNvPr>
          <p:cNvSpPr>
            <a:spLocks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6969">
            <a:extLst>
              <a:ext uri="{FF2B5EF4-FFF2-40B4-BE49-F238E27FC236}">
                <a16:creationId xmlns:a16="http://schemas.microsoft.com/office/drawing/2014/main" id="{BAB8665B-466A-4FF7-9C3B-B62F87F0AEE3}"/>
              </a:ext>
            </a:extLst>
          </p:cNvPr>
          <p:cNvSpPr>
            <a:spLocks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6970">
            <a:extLst>
              <a:ext uri="{FF2B5EF4-FFF2-40B4-BE49-F238E27FC236}">
                <a16:creationId xmlns:a16="http://schemas.microsoft.com/office/drawing/2014/main" id="{CF96DA37-3EC4-4CAF-A794-FA9A6705FD2E}"/>
              </a:ext>
            </a:extLst>
          </p:cNvPr>
          <p:cNvSpPr>
            <a:spLocks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6971">
            <a:extLst>
              <a:ext uri="{FF2B5EF4-FFF2-40B4-BE49-F238E27FC236}">
                <a16:creationId xmlns:a16="http://schemas.microsoft.com/office/drawing/2014/main" id="{E3404117-E76E-44C1-8AEE-B2EC14DBF4DE}"/>
              </a:ext>
            </a:extLst>
          </p:cNvPr>
          <p:cNvSpPr>
            <a:spLocks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6972">
            <a:extLst>
              <a:ext uri="{FF2B5EF4-FFF2-40B4-BE49-F238E27FC236}">
                <a16:creationId xmlns:a16="http://schemas.microsoft.com/office/drawing/2014/main" id="{3C38627B-60C0-4EDA-B1C5-F9FEB71A8169}"/>
              </a:ext>
            </a:extLst>
          </p:cNvPr>
          <p:cNvSpPr>
            <a:spLocks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6973">
            <a:extLst>
              <a:ext uri="{FF2B5EF4-FFF2-40B4-BE49-F238E27FC236}">
                <a16:creationId xmlns:a16="http://schemas.microsoft.com/office/drawing/2014/main" id="{EFE429B0-BD5B-4D19-8586-1E36C53E243D}"/>
              </a:ext>
            </a:extLst>
          </p:cNvPr>
          <p:cNvSpPr>
            <a:spLocks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6974">
            <a:extLst>
              <a:ext uri="{FF2B5EF4-FFF2-40B4-BE49-F238E27FC236}">
                <a16:creationId xmlns:a16="http://schemas.microsoft.com/office/drawing/2014/main" id="{40C310C5-1B2D-4DFD-9F42-4BF71E93047C}"/>
              </a:ext>
            </a:extLst>
          </p:cNvPr>
          <p:cNvSpPr>
            <a:spLocks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6975">
            <a:extLst>
              <a:ext uri="{FF2B5EF4-FFF2-40B4-BE49-F238E27FC236}">
                <a16:creationId xmlns:a16="http://schemas.microsoft.com/office/drawing/2014/main" id="{BA0C1F75-C54E-4013-B589-E81383F16D94}"/>
              </a:ext>
            </a:extLst>
          </p:cNvPr>
          <p:cNvSpPr>
            <a:spLocks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6976">
            <a:extLst>
              <a:ext uri="{FF2B5EF4-FFF2-40B4-BE49-F238E27FC236}">
                <a16:creationId xmlns:a16="http://schemas.microsoft.com/office/drawing/2014/main" id="{9FC77E58-962B-494E-B2B7-AA1EF45F7894}"/>
              </a:ext>
            </a:extLst>
          </p:cNvPr>
          <p:cNvSpPr>
            <a:spLocks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6977">
            <a:extLst>
              <a:ext uri="{FF2B5EF4-FFF2-40B4-BE49-F238E27FC236}">
                <a16:creationId xmlns:a16="http://schemas.microsoft.com/office/drawing/2014/main" id="{731D5945-C331-49B8-BA6F-4E0D53FCCEEC}"/>
              </a:ext>
            </a:extLst>
          </p:cNvPr>
          <p:cNvSpPr>
            <a:spLocks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6978">
            <a:extLst>
              <a:ext uri="{FF2B5EF4-FFF2-40B4-BE49-F238E27FC236}">
                <a16:creationId xmlns:a16="http://schemas.microsoft.com/office/drawing/2014/main" id="{CB814310-5294-4A99-81F6-D3033BC00C6C}"/>
              </a:ext>
            </a:extLst>
          </p:cNvPr>
          <p:cNvSpPr>
            <a:spLocks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6979">
            <a:extLst>
              <a:ext uri="{FF2B5EF4-FFF2-40B4-BE49-F238E27FC236}">
                <a16:creationId xmlns:a16="http://schemas.microsoft.com/office/drawing/2014/main" id="{C97CE319-DD80-4903-B9D0-34DEFE6E91BF}"/>
              </a:ext>
            </a:extLst>
          </p:cNvPr>
          <p:cNvSpPr>
            <a:spLocks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6980">
            <a:extLst>
              <a:ext uri="{FF2B5EF4-FFF2-40B4-BE49-F238E27FC236}">
                <a16:creationId xmlns:a16="http://schemas.microsoft.com/office/drawing/2014/main" id="{53BD6605-4BE3-48F1-9D9E-36D22C9579AF}"/>
              </a:ext>
            </a:extLst>
          </p:cNvPr>
          <p:cNvSpPr>
            <a:spLocks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6981">
            <a:extLst>
              <a:ext uri="{FF2B5EF4-FFF2-40B4-BE49-F238E27FC236}">
                <a16:creationId xmlns:a16="http://schemas.microsoft.com/office/drawing/2014/main" id="{1E0567D1-5822-45DA-BFDE-F2FE4C7A62BC}"/>
              </a:ext>
            </a:extLst>
          </p:cNvPr>
          <p:cNvSpPr>
            <a:spLocks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6982">
            <a:extLst>
              <a:ext uri="{FF2B5EF4-FFF2-40B4-BE49-F238E27FC236}">
                <a16:creationId xmlns:a16="http://schemas.microsoft.com/office/drawing/2014/main" id="{13B1FCCA-1493-42E6-8F8E-BBE71EB47ABB}"/>
              </a:ext>
            </a:extLst>
          </p:cNvPr>
          <p:cNvSpPr>
            <a:spLocks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6983">
            <a:extLst>
              <a:ext uri="{FF2B5EF4-FFF2-40B4-BE49-F238E27FC236}">
                <a16:creationId xmlns:a16="http://schemas.microsoft.com/office/drawing/2014/main" id="{DE720A95-4816-445D-B748-5AE5E2E0C931}"/>
              </a:ext>
            </a:extLst>
          </p:cNvPr>
          <p:cNvSpPr>
            <a:spLocks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6984">
            <a:extLst>
              <a:ext uri="{FF2B5EF4-FFF2-40B4-BE49-F238E27FC236}">
                <a16:creationId xmlns:a16="http://schemas.microsoft.com/office/drawing/2014/main" id="{61637F1C-B47F-429C-A32D-012CC8C90BE1}"/>
              </a:ext>
            </a:extLst>
          </p:cNvPr>
          <p:cNvSpPr>
            <a:spLocks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6985">
            <a:extLst>
              <a:ext uri="{FF2B5EF4-FFF2-40B4-BE49-F238E27FC236}">
                <a16:creationId xmlns:a16="http://schemas.microsoft.com/office/drawing/2014/main" id="{583C2D13-6515-40DB-B756-C9B1BCC3A04F}"/>
              </a:ext>
            </a:extLst>
          </p:cNvPr>
          <p:cNvSpPr>
            <a:spLocks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6986">
            <a:extLst>
              <a:ext uri="{FF2B5EF4-FFF2-40B4-BE49-F238E27FC236}">
                <a16:creationId xmlns:a16="http://schemas.microsoft.com/office/drawing/2014/main" id="{8F17D8BD-72E5-4D5C-86F6-6C0A1A752F7A}"/>
              </a:ext>
            </a:extLst>
          </p:cNvPr>
          <p:cNvSpPr>
            <a:spLocks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6987">
            <a:extLst>
              <a:ext uri="{FF2B5EF4-FFF2-40B4-BE49-F238E27FC236}">
                <a16:creationId xmlns:a16="http://schemas.microsoft.com/office/drawing/2014/main" id="{AAE373A1-0035-41F5-B4DC-49E4959CE283}"/>
              </a:ext>
            </a:extLst>
          </p:cNvPr>
          <p:cNvSpPr>
            <a:spLocks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6988">
            <a:extLst>
              <a:ext uri="{FF2B5EF4-FFF2-40B4-BE49-F238E27FC236}">
                <a16:creationId xmlns:a16="http://schemas.microsoft.com/office/drawing/2014/main" id="{D69DE03C-6305-4457-B67D-F4C1F241F57B}"/>
              </a:ext>
            </a:extLst>
          </p:cNvPr>
          <p:cNvSpPr>
            <a:spLocks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6989">
            <a:extLst>
              <a:ext uri="{FF2B5EF4-FFF2-40B4-BE49-F238E27FC236}">
                <a16:creationId xmlns:a16="http://schemas.microsoft.com/office/drawing/2014/main" id="{5356E8AD-E068-4D0B-A9D9-6BF21F436412}"/>
              </a:ext>
            </a:extLst>
          </p:cNvPr>
          <p:cNvSpPr>
            <a:spLocks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6990">
            <a:extLst>
              <a:ext uri="{FF2B5EF4-FFF2-40B4-BE49-F238E27FC236}">
                <a16:creationId xmlns:a16="http://schemas.microsoft.com/office/drawing/2014/main" id="{9F50CE99-470E-4E7D-BDF2-576B87337974}"/>
              </a:ext>
            </a:extLst>
          </p:cNvPr>
          <p:cNvSpPr>
            <a:spLocks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6991">
            <a:extLst>
              <a:ext uri="{FF2B5EF4-FFF2-40B4-BE49-F238E27FC236}">
                <a16:creationId xmlns:a16="http://schemas.microsoft.com/office/drawing/2014/main" id="{42DBAD18-4F5A-4BBB-A37E-36F41C9015E4}"/>
              </a:ext>
            </a:extLst>
          </p:cNvPr>
          <p:cNvSpPr>
            <a:spLocks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6992">
            <a:extLst>
              <a:ext uri="{FF2B5EF4-FFF2-40B4-BE49-F238E27FC236}">
                <a16:creationId xmlns:a16="http://schemas.microsoft.com/office/drawing/2014/main" id="{04FF1430-87D5-45F3-829F-C879C8C4A246}"/>
              </a:ext>
            </a:extLst>
          </p:cNvPr>
          <p:cNvSpPr>
            <a:spLocks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6993">
            <a:extLst>
              <a:ext uri="{FF2B5EF4-FFF2-40B4-BE49-F238E27FC236}">
                <a16:creationId xmlns:a16="http://schemas.microsoft.com/office/drawing/2014/main" id="{8B41D359-D883-41CE-9FAC-3DA41A19E7C0}"/>
              </a:ext>
            </a:extLst>
          </p:cNvPr>
          <p:cNvSpPr>
            <a:spLocks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6994">
            <a:extLst>
              <a:ext uri="{FF2B5EF4-FFF2-40B4-BE49-F238E27FC236}">
                <a16:creationId xmlns:a16="http://schemas.microsoft.com/office/drawing/2014/main" id="{077B11F3-7DFA-4062-94C7-E1635B02753C}"/>
              </a:ext>
            </a:extLst>
          </p:cNvPr>
          <p:cNvSpPr>
            <a:spLocks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6995">
            <a:extLst>
              <a:ext uri="{FF2B5EF4-FFF2-40B4-BE49-F238E27FC236}">
                <a16:creationId xmlns:a16="http://schemas.microsoft.com/office/drawing/2014/main" id="{7E371DD6-E84C-4CC1-B4D4-1839EDF2C6A5}"/>
              </a:ext>
            </a:extLst>
          </p:cNvPr>
          <p:cNvSpPr>
            <a:spLocks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6996">
            <a:extLst>
              <a:ext uri="{FF2B5EF4-FFF2-40B4-BE49-F238E27FC236}">
                <a16:creationId xmlns:a16="http://schemas.microsoft.com/office/drawing/2014/main" id="{BC7CE415-232E-46FD-AAC9-9478BF7BDCE7}"/>
              </a:ext>
            </a:extLst>
          </p:cNvPr>
          <p:cNvSpPr>
            <a:spLocks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6997">
            <a:extLst>
              <a:ext uri="{FF2B5EF4-FFF2-40B4-BE49-F238E27FC236}">
                <a16:creationId xmlns:a16="http://schemas.microsoft.com/office/drawing/2014/main" id="{E213BC6E-F124-4276-ADC9-BF941CCADFD2}"/>
              </a:ext>
            </a:extLst>
          </p:cNvPr>
          <p:cNvSpPr>
            <a:spLocks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6998">
            <a:extLst>
              <a:ext uri="{FF2B5EF4-FFF2-40B4-BE49-F238E27FC236}">
                <a16:creationId xmlns:a16="http://schemas.microsoft.com/office/drawing/2014/main" id="{686B8F9A-3A04-43CF-AD28-888A5E7E6B34}"/>
              </a:ext>
            </a:extLst>
          </p:cNvPr>
          <p:cNvSpPr>
            <a:spLocks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6999">
            <a:extLst>
              <a:ext uri="{FF2B5EF4-FFF2-40B4-BE49-F238E27FC236}">
                <a16:creationId xmlns:a16="http://schemas.microsoft.com/office/drawing/2014/main" id="{AE0DFD69-7B4D-4F7C-8FC1-AE7C2DAADE02}"/>
              </a:ext>
            </a:extLst>
          </p:cNvPr>
          <p:cNvSpPr>
            <a:spLocks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7000">
            <a:extLst>
              <a:ext uri="{FF2B5EF4-FFF2-40B4-BE49-F238E27FC236}">
                <a16:creationId xmlns:a16="http://schemas.microsoft.com/office/drawing/2014/main" id="{9DFE149B-BDDD-40DF-96FF-23AC9ECCE455}"/>
              </a:ext>
            </a:extLst>
          </p:cNvPr>
          <p:cNvSpPr>
            <a:spLocks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7001">
            <a:extLst>
              <a:ext uri="{FF2B5EF4-FFF2-40B4-BE49-F238E27FC236}">
                <a16:creationId xmlns:a16="http://schemas.microsoft.com/office/drawing/2014/main" id="{B0327C18-376F-47F5-9A0F-15E73483B11F}"/>
              </a:ext>
            </a:extLst>
          </p:cNvPr>
          <p:cNvSpPr>
            <a:spLocks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7002">
            <a:extLst>
              <a:ext uri="{FF2B5EF4-FFF2-40B4-BE49-F238E27FC236}">
                <a16:creationId xmlns:a16="http://schemas.microsoft.com/office/drawing/2014/main" id="{240204B9-6861-4093-BB6B-643F7DC844E8}"/>
              </a:ext>
            </a:extLst>
          </p:cNvPr>
          <p:cNvSpPr>
            <a:spLocks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7003">
            <a:extLst>
              <a:ext uri="{FF2B5EF4-FFF2-40B4-BE49-F238E27FC236}">
                <a16:creationId xmlns:a16="http://schemas.microsoft.com/office/drawing/2014/main" id="{4FF2BCF5-C22F-428C-A295-ACD11669A7A4}"/>
              </a:ext>
            </a:extLst>
          </p:cNvPr>
          <p:cNvSpPr>
            <a:spLocks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7004">
            <a:extLst>
              <a:ext uri="{FF2B5EF4-FFF2-40B4-BE49-F238E27FC236}">
                <a16:creationId xmlns:a16="http://schemas.microsoft.com/office/drawing/2014/main" id="{3A54B5CC-34C2-4DDF-967D-C78782AA65F9}"/>
              </a:ext>
            </a:extLst>
          </p:cNvPr>
          <p:cNvSpPr>
            <a:spLocks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7005">
            <a:extLst>
              <a:ext uri="{FF2B5EF4-FFF2-40B4-BE49-F238E27FC236}">
                <a16:creationId xmlns:a16="http://schemas.microsoft.com/office/drawing/2014/main" id="{852454C8-EE03-485C-9B73-6D846D2E18A1}"/>
              </a:ext>
            </a:extLst>
          </p:cNvPr>
          <p:cNvSpPr>
            <a:spLocks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7006">
            <a:extLst>
              <a:ext uri="{FF2B5EF4-FFF2-40B4-BE49-F238E27FC236}">
                <a16:creationId xmlns:a16="http://schemas.microsoft.com/office/drawing/2014/main" id="{A921FB0D-9A3B-4F55-A4F1-D37C26DBDDD9}"/>
              </a:ext>
            </a:extLst>
          </p:cNvPr>
          <p:cNvSpPr>
            <a:spLocks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7007">
            <a:extLst>
              <a:ext uri="{FF2B5EF4-FFF2-40B4-BE49-F238E27FC236}">
                <a16:creationId xmlns:a16="http://schemas.microsoft.com/office/drawing/2014/main" id="{B365E93A-710F-46CA-9078-6E3317ECD6D1}"/>
              </a:ext>
            </a:extLst>
          </p:cNvPr>
          <p:cNvSpPr>
            <a:spLocks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7008">
            <a:extLst>
              <a:ext uri="{FF2B5EF4-FFF2-40B4-BE49-F238E27FC236}">
                <a16:creationId xmlns:a16="http://schemas.microsoft.com/office/drawing/2014/main" id="{2C42D29E-6B10-460A-9A57-9AC8C2FA2780}"/>
              </a:ext>
            </a:extLst>
          </p:cNvPr>
          <p:cNvSpPr>
            <a:spLocks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7009">
            <a:extLst>
              <a:ext uri="{FF2B5EF4-FFF2-40B4-BE49-F238E27FC236}">
                <a16:creationId xmlns:a16="http://schemas.microsoft.com/office/drawing/2014/main" id="{A25CF0B6-9962-4319-9127-8A207A203B24}"/>
              </a:ext>
            </a:extLst>
          </p:cNvPr>
          <p:cNvSpPr>
            <a:spLocks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7010">
            <a:extLst>
              <a:ext uri="{FF2B5EF4-FFF2-40B4-BE49-F238E27FC236}">
                <a16:creationId xmlns:a16="http://schemas.microsoft.com/office/drawing/2014/main" id="{0BCF8C52-64A2-4CD6-89C9-40ED600D83EF}"/>
              </a:ext>
            </a:extLst>
          </p:cNvPr>
          <p:cNvSpPr>
            <a:spLocks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7011">
            <a:extLst>
              <a:ext uri="{FF2B5EF4-FFF2-40B4-BE49-F238E27FC236}">
                <a16:creationId xmlns:a16="http://schemas.microsoft.com/office/drawing/2014/main" id="{95704970-EF2B-42B6-9EAF-08BA5B085926}"/>
              </a:ext>
            </a:extLst>
          </p:cNvPr>
          <p:cNvSpPr>
            <a:spLocks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7012">
            <a:extLst>
              <a:ext uri="{FF2B5EF4-FFF2-40B4-BE49-F238E27FC236}">
                <a16:creationId xmlns:a16="http://schemas.microsoft.com/office/drawing/2014/main" id="{B9AF0795-5CB6-4821-8194-97FF159DC83A}"/>
              </a:ext>
            </a:extLst>
          </p:cNvPr>
          <p:cNvSpPr>
            <a:spLocks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7013">
            <a:extLst>
              <a:ext uri="{FF2B5EF4-FFF2-40B4-BE49-F238E27FC236}">
                <a16:creationId xmlns:a16="http://schemas.microsoft.com/office/drawing/2014/main" id="{B877639E-90F2-4364-8CC6-871D638C910B}"/>
              </a:ext>
            </a:extLst>
          </p:cNvPr>
          <p:cNvSpPr>
            <a:spLocks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7014">
            <a:extLst>
              <a:ext uri="{FF2B5EF4-FFF2-40B4-BE49-F238E27FC236}">
                <a16:creationId xmlns:a16="http://schemas.microsoft.com/office/drawing/2014/main" id="{F4E3382E-6CCD-4F33-8B34-DD57353BC55B}"/>
              </a:ext>
            </a:extLst>
          </p:cNvPr>
          <p:cNvSpPr>
            <a:spLocks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7015">
            <a:extLst>
              <a:ext uri="{FF2B5EF4-FFF2-40B4-BE49-F238E27FC236}">
                <a16:creationId xmlns:a16="http://schemas.microsoft.com/office/drawing/2014/main" id="{6F3D3B74-FD12-4957-8802-0F0C846E0FEF}"/>
              </a:ext>
            </a:extLst>
          </p:cNvPr>
          <p:cNvSpPr>
            <a:spLocks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7016">
            <a:extLst>
              <a:ext uri="{FF2B5EF4-FFF2-40B4-BE49-F238E27FC236}">
                <a16:creationId xmlns:a16="http://schemas.microsoft.com/office/drawing/2014/main" id="{E5B83B48-2E37-4A30-93B0-BE443A24BDF4}"/>
              </a:ext>
            </a:extLst>
          </p:cNvPr>
          <p:cNvSpPr>
            <a:spLocks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7017">
            <a:extLst>
              <a:ext uri="{FF2B5EF4-FFF2-40B4-BE49-F238E27FC236}">
                <a16:creationId xmlns:a16="http://schemas.microsoft.com/office/drawing/2014/main" id="{6D7A998E-A894-413E-8EDC-4ECB70A982C0}"/>
              </a:ext>
            </a:extLst>
          </p:cNvPr>
          <p:cNvSpPr>
            <a:spLocks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7018">
            <a:extLst>
              <a:ext uri="{FF2B5EF4-FFF2-40B4-BE49-F238E27FC236}">
                <a16:creationId xmlns:a16="http://schemas.microsoft.com/office/drawing/2014/main" id="{0FFF0EC4-50AA-4AC3-A8D9-93307103AA52}"/>
              </a:ext>
            </a:extLst>
          </p:cNvPr>
          <p:cNvSpPr>
            <a:spLocks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7019">
            <a:extLst>
              <a:ext uri="{FF2B5EF4-FFF2-40B4-BE49-F238E27FC236}">
                <a16:creationId xmlns:a16="http://schemas.microsoft.com/office/drawing/2014/main" id="{91A7EC88-5F51-4E30-AB0B-F61B18650540}"/>
              </a:ext>
            </a:extLst>
          </p:cNvPr>
          <p:cNvSpPr>
            <a:spLocks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7020">
            <a:extLst>
              <a:ext uri="{FF2B5EF4-FFF2-40B4-BE49-F238E27FC236}">
                <a16:creationId xmlns:a16="http://schemas.microsoft.com/office/drawing/2014/main" id="{CFD2F059-3B92-4FA0-AA0B-5811E4FA3F55}"/>
              </a:ext>
            </a:extLst>
          </p:cNvPr>
          <p:cNvSpPr>
            <a:spLocks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7021">
            <a:extLst>
              <a:ext uri="{FF2B5EF4-FFF2-40B4-BE49-F238E27FC236}">
                <a16:creationId xmlns:a16="http://schemas.microsoft.com/office/drawing/2014/main" id="{2C1252C0-5347-43E9-B824-C7D09D4D2AC5}"/>
              </a:ext>
            </a:extLst>
          </p:cNvPr>
          <p:cNvSpPr>
            <a:spLocks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7022">
            <a:extLst>
              <a:ext uri="{FF2B5EF4-FFF2-40B4-BE49-F238E27FC236}">
                <a16:creationId xmlns:a16="http://schemas.microsoft.com/office/drawing/2014/main" id="{DEA9C7B4-EB84-4445-AD50-AF7633C59790}"/>
              </a:ext>
            </a:extLst>
          </p:cNvPr>
          <p:cNvSpPr>
            <a:spLocks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7023">
            <a:extLst>
              <a:ext uri="{FF2B5EF4-FFF2-40B4-BE49-F238E27FC236}">
                <a16:creationId xmlns:a16="http://schemas.microsoft.com/office/drawing/2014/main" id="{79AD2D7B-661B-4A4F-B0FF-A6F9BE5FA6B6}"/>
              </a:ext>
            </a:extLst>
          </p:cNvPr>
          <p:cNvSpPr>
            <a:spLocks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7024">
            <a:extLst>
              <a:ext uri="{FF2B5EF4-FFF2-40B4-BE49-F238E27FC236}">
                <a16:creationId xmlns:a16="http://schemas.microsoft.com/office/drawing/2014/main" id="{F8195E2D-F24C-4C03-B166-B5EA7B04C361}"/>
              </a:ext>
            </a:extLst>
          </p:cNvPr>
          <p:cNvSpPr>
            <a:spLocks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7025">
            <a:extLst>
              <a:ext uri="{FF2B5EF4-FFF2-40B4-BE49-F238E27FC236}">
                <a16:creationId xmlns:a16="http://schemas.microsoft.com/office/drawing/2014/main" id="{86BCCA50-C4A3-4BE8-85B3-297FE6765939}"/>
              </a:ext>
            </a:extLst>
          </p:cNvPr>
          <p:cNvSpPr>
            <a:spLocks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7026">
            <a:extLst>
              <a:ext uri="{FF2B5EF4-FFF2-40B4-BE49-F238E27FC236}">
                <a16:creationId xmlns:a16="http://schemas.microsoft.com/office/drawing/2014/main" id="{4FC3AEA4-03E9-461F-8F81-8212007776CF}"/>
              </a:ext>
            </a:extLst>
          </p:cNvPr>
          <p:cNvSpPr>
            <a:spLocks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7027">
            <a:extLst>
              <a:ext uri="{FF2B5EF4-FFF2-40B4-BE49-F238E27FC236}">
                <a16:creationId xmlns:a16="http://schemas.microsoft.com/office/drawing/2014/main" id="{7C644998-475D-4A17-B032-4ACE1B7BB161}"/>
              </a:ext>
            </a:extLst>
          </p:cNvPr>
          <p:cNvSpPr>
            <a:spLocks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7028">
            <a:extLst>
              <a:ext uri="{FF2B5EF4-FFF2-40B4-BE49-F238E27FC236}">
                <a16:creationId xmlns:a16="http://schemas.microsoft.com/office/drawing/2014/main" id="{3B3B2857-20F3-4B8A-BC99-2D7A09103A19}"/>
              </a:ext>
            </a:extLst>
          </p:cNvPr>
          <p:cNvSpPr>
            <a:spLocks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7029">
            <a:extLst>
              <a:ext uri="{FF2B5EF4-FFF2-40B4-BE49-F238E27FC236}">
                <a16:creationId xmlns:a16="http://schemas.microsoft.com/office/drawing/2014/main" id="{1BDBBADC-6E37-418E-AA0B-B28CEA5C687F}"/>
              </a:ext>
            </a:extLst>
          </p:cNvPr>
          <p:cNvSpPr>
            <a:spLocks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7030">
            <a:extLst>
              <a:ext uri="{FF2B5EF4-FFF2-40B4-BE49-F238E27FC236}">
                <a16:creationId xmlns:a16="http://schemas.microsoft.com/office/drawing/2014/main" id="{4EE07F1C-0052-47B6-9BB9-DAA7609C3D65}"/>
              </a:ext>
            </a:extLst>
          </p:cNvPr>
          <p:cNvSpPr>
            <a:spLocks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7031">
            <a:extLst>
              <a:ext uri="{FF2B5EF4-FFF2-40B4-BE49-F238E27FC236}">
                <a16:creationId xmlns:a16="http://schemas.microsoft.com/office/drawing/2014/main" id="{4FC499A1-E0E9-4B5B-B7FA-752A5A2B6048}"/>
              </a:ext>
            </a:extLst>
          </p:cNvPr>
          <p:cNvSpPr>
            <a:spLocks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7032">
            <a:extLst>
              <a:ext uri="{FF2B5EF4-FFF2-40B4-BE49-F238E27FC236}">
                <a16:creationId xmlns:a16="http://schemas.microsoft.com/office/drawing/2014/main" id="{9D00F806-0F44-4CC4-90DA-DE955BFD2260}"/>
              </a:ext>
            </a:extLst>
          </p:cNvPr>
          <p:cNvSpPr>
            <a:spLocks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7033">
            <a:extLst>
              <a:ext uri="{FF2B5EF4-FFF2-40B4-BE49-F238E27FC236}">
                <a16:creationId xmlns:a16="http://schemas.microsoft.com/office/drawing/2014/main" id="{DA35848F-92F1-4A09-B38C-B167E09B7CB7}"/>
              </a:ext>
            </a:extLst>
          </p:cNvPr>
          <p:cNvSpPr>
            <a:spLocks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7034">
            <a:extLst>
              <a:ext uri="{FF2B5EF4-FFF2-40B4-BE49-F238E27FC236}">
                <a16:creationId xmlns:a16="http://schemas.microsoft.com/office/drawing/2014/main" id="{8A6D4A1A-4983-46BA-81BF-092E1693F3A7}"/>
              </a:ext>
            </a:extLst>
          </p:cNvPr>
          <p:cNvSpPr>
            <a:spLocks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7035">
            <a:extLst>
              <a:ext uri="{FF2B5EF4-FFF2-40B4-BE49-F238E27FC236}">
                <a16:creationId xmlns:a16="http://schemas.microsoft.com/office/drawing/2014/main" id="{ED21619D-89F4-4964-B250-E781343A6119}"/>
              </a:ext>
            </a:extLst>
          </p:cNvPr>
          <p:cNvSpPr>
            <a:spLocks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7036">
            <a:extLst>
              <a:ext uri="{FF2B5EF4-FFF2-40B4-BE49-F238E27FC236}">
                <a16:creationId xmlns:a16="http://schemas.microsoft.com/office/drawing/2014/main" id="{0DC63C44-A891-43DB-A1F4-1D187202800F}"/>
              </a:ext>
            </a:extLst>
          </p:cNvPr>
          <p:cNvSpPr>
            <a:spLocks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7037">
            <a:extLst>
              <a:ext uri="{FF2B5EF4-FFF2-40B4-BE49-F238E27FC236}">
                <a16:creationId xmlns:a16="http://schemas.microsoft.com/office/drawing/2014/main" id="{9534F4DD-B10C-4CAA-85FC-46D296D55045}"/>
              </a:ext>
            </a:extLst>
          </p:cNvPr>
          <p:cNvSpPr>
            <a:spLocks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7038">
            <a:extLst>
              <a:ext uri="{FF2B5EF4-FFF2-40B4-BE49-F238E27FC236}">
                <a16:creationId xmlns:a16="http://schemas.microsoft.com/office/drawing/2014/main" id="{FD99EDB6-FA85-4853-AC44-9567659B70C0}"/>
              </a:ext>
            </a:extLst>
          </p:cNvPr>
          <p:cNvSpPr>
            <a:spLocks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7039">
            <a:extLst>
              <a:ext uri="{FF2B5EF4-FFF2-40B4-BE49-F238E27FC236}">
                <a16:creationId xmlns:a16="http://schemas.microsoft.com/office/drawing/2014/main" id="{2809A78D-2284-44F4-B817-6F28CE010B3C}"/>
              </a:ext>
            </a:extLst>
          </p:cNvPr>
          <p:cNvSpPr>
            <a:spLocks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7040">
            <a:extLst>
              <a:ext uri="{FF2B5EF4-FFF2-40B4-BE49-F238E27FC236}">
                <a16:creationId xmlns:a16="http://schemas.microsoft.com/office/drawing/2014/main" id="{8190C87E-89BB-491A-9B13-45755D3A6329}"/>
              </a:ext>
            </a:extLst>
          </p:cNvPr>
          <p:cNvSpPr>
            <a:spLocks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7041">
            <a:extLst>
              <a:ext uri="{FF2B5EF4-FFF2-40B4-BE49-F238E27FC236}">
                <a16:creationId xmlns:a16="http://schemas.microsoft.com/office/drawing/2014/main" id="{88A93691-6654-4D56-891C-78C8B856D168}"/>
              </a:ext>
            </a:extLst>
          </p:cNvPr>
          <p:cNvSpPr>
            <a:spLocks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7042">
            <a:extLst>
              <a:ext uri="{FF2B5EF4-FFF2-40B4-BE49-F238E27FC236}">
                <a16:creationId xmlns:a16="http://schemas.microsoft.com/office/drawing/2014/main" id="{CBF07B23-5BA1-4DE1-BF8E-31E201106489}"/>
              </a:ext>
            </a:extLst>
          </p:cNvPr>
          <p:cNvSpPr>
            <a:spLocks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7043">
            <a:extLst>
              <a:ext uri="{FF2B5EF4-FFF2-40B4-BE49-F238E27FC236}">
                <a16:creationId xmlns:a16="http://schemas.microsoft.com/office/drawing/2014/main" id="{DD9ECC0B-6481-4E2B-8699-0DA7B6E8F439}"/>
              </a:ext>
            </a:extLst>
          </p:cNvPr>
          <p:cNvSpPr>
            <a:spLocks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7044">
            <a:extLst>
              <a:ext uri="{FF2B5EF4-FFF2-40B4-BE49-F238E27FC236}">
                <a16:creationId xmlns:a16="http://schemas.microsoft.com/office/drawing/2014/main" id="{70FBD459-8503-4EBD-B56A-0B27D6656428}"/>
              </a:ext>
            </a:extLst>
          </p:cNvPr>
          <p:cNvSpPr>
            <a:spLocks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7045">
            <a:extLst>
              <a:ext uri="{FF2B5EF4-FFF2-40B4-BE49-F238E27FC236}">
                <a16:creationId xmlns:a16="http://schemas.microsoft.com/office/drawing/2014/main" id="{1023433D-F4A8-4780-BD72-61C790EB3FA3}"/>
              </a:ext>
            </a:extLst>
          </p:cNvPr>
          <p:cNvSpPr>
            <a:spLocks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7046">
            <a:extLst>
              <a:ext uri="{FF2B5EF4-FFF2-40B4-BE49-F238E27FC236}">
                <a16:creationId xmlns:a16="http://schemas.microsoft.com/office/drawing/2014/main" id="{14BC6B32-1BCE-4A25-BE75-A53420EF7FF2}"/>
              </a:ext>
            </a:extLst>
          </p:cNvPr>
          <p:cNvSpPr>
            <a:spLocks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7047">
            <a:extLst>
              <a:ext uri="{FF2B5EF4-FFF2-40B4-BE49-F238E27FC236}">
                <a16:creationId xmlns:a16="http://schemas.microsoft.com/office/drawing/2014/main" id="{9803D1A4-DC1B-4648-8901-10FE8D28ADA2}"/>
              </a:ext>
            </a:extLst>
          </p:cNvPr>
          <p:cNvSpPr>
            <a:spLocks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7048">
            <a:extLst>
              <a:ext uri="{FF2B5EF4-FFF2-40B4-BE49-F238E27FC236}">
                <a16:creationId xmlns:a16="http://schemas.microsoft.com/office/drawing/2014/main" id="{C3E42363-0945-4AA4-AB6F-565E12B8CEE6}"/>
              </a:ext>
            </a:extLst>
          </p:cNvPr>
          <p:cNvSpPr>
            <a:spLocks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7049">
            <a:extLst>
              <a:ext uri="{FF2B5EF4-FFF2-40B4-BE49-F238E27FC236}">
                <a16:creationId xmlns:a16="http://schemas.microsoft.com/office/drawing/2014/main" id="{CA32B21A-4D07-4EBD-B98B-69118BAB4CD1}"/>
              </a:ext>
            </a:extLst>
          </p:cNvPr>
          <p:cNvSpPr>
            <a:spLocks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7050">
            <a:extLst>
              <a:ext uri="{FF2B5EF4-FFF2-40B4-BE49-F238E27FC236}">
                <a16:creationId xmlns:a16="http://schemas.microsoft.com/office/drawing/2014/main" id="{19939AFD-C92E-4E3E-99FE-E26EA1A2A723}"/>
              </a:ext>
            </a:extLst>
          </p:cNvPr>
          <p:cNvSpPr>
            <a:spLocks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7051">
            <a:extLst>
              <a:ext uri="{FF2B5EF4-FFF2-40B4-BE49-F238E27FC236}">
                <a16:creationId xmlns:a16="http://schemas.microsoft.com/office/drawing/2014/main" id="{F6195025-52B5-41E4-B5D0-AE1E5887761D}"/>
              </a:ext>
            </a:extLst>
          </p:cNvPr>
          <p:cNvSpPr>
            <a:spLocks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7052">
            <a:extLst>
              <a:ext uri="{FF2B5EF4-FFF2-40B4-BE49-F238E27FC236}">
                <a16:creationId xmlns:a16="http://schemas.microsoft.com/office/drawing/2014/main" id="{C38463B0-927D-479D-A1B0-BCC5D7092DBD}"/>
              </a:ext>
            </a:extLst>
          </p:cNvPr>
          <p:cNvSpPr>
            <a:spLocks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7053">
            <a:extLst>
              <a:ext uri="{FF2B5EF4-FFF2-40B4-BE49-F238E27FC236}">
                <a16:creationId xmlns:a16="http://schemas.microsoft.com/office/drawing/2014/main" id="{93304F98-79AE-4E3C-8205-1CC60DE26E53}"/>
              </a:ext>
            </a:extLst>
          </p:cNvPr>
          <p:cNvSpPr>
            <a:spLocks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7054">
            <a:extLst>
              <a:ext uri="{FF2B5EF4-FFF2-40B4-BE49-F238E27FC236}">
                <a16:creationId xmlns:a16="http://schemas.microsoft.com/office/drawing/2014/main" id="{4A0C1F50-41A3-4B9A-8FF4-4685EEC7121E}"/>
              </a:ext>
            </a:extLst>
          </p:cNvPr>
          <p:cNvSpPr>
            <a:spLocks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7055">
            <a:extLst>
              <a:ext uri="{FF2B5EF4-FFF2-40B4-BE49-F238E27FC236}">
                <a16:creationId xmlns:a16="http://schemas.microsoft.com/office/drawing/2014/main" id="{E3188144-2BA6-4CE8-9185-3399FFD49CDA}"/>
              </a:ext>
            </a:extLst>
          </p:cNvPr>
          <p:cNvSpPr>
            <a:spLocks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7056">
            <a:extLst>
              <a:ext uri="{FF2B5EF4-FFF2-40B4-BE49-F238E27FC236}">
                <a16:creationId xmlns:a16="http://schemas.microsoft.com/office/drawing/2014/main" id="{022D6598-C347-460C-AB5E-69581D1AB1B0}"/>
              </a:ext>
            </a:extLst>
          </p:cNvPr>
          <p:cNvSpPr>
            <a:spLocks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7057">
            <a:extLst>
              <a:ext uri="{FF2B5EF4-FFF2-40B4-BE49-F238E27FC236}">
                <a16:creationId xmlns:a16="http://schemas.microsoft.com/office/drawing/2014/main" id="{A0EF4379-4292-4240-9DE1-E4423C9C0D16}"/>
              </a:ext>
            </a:extLst>
          </p:cNvPr>
          <p:cNvSpPr>
            <a:spLocks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7058">
            <a:extLst>
              <a:ext uri="{FF2B5EF4-FFF2-40B4-BE49-F238E27FC236}">
                <a16:creationId xmlns:a16="http://schemas.microsoft.com/office/drawing/2014/main" id="{C7896CC3-611A-40BB-8B30-6767547ED09D}"/>
              </a:ext>
            </a:extLst>
          </p:cNvPr>
          <p:cNvSpPr>
            <a:spLocks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7059">
            <a:extLst>
              <a:ext uri="{FF2B5EF4-FFF2-40B4-BE49-F238E27FC236}">
                <a16:creationId xmlns:a16="http://schemas.microsoft.com/office/drawing/2014/main" id="{2783866A-F76B-4F3B-844A-22F566036C52}"/>
              </a:ext>
            </a:extLst>
          </p:cNvPr>
          <p:cNvSpPr>
            <a:spLocks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7060">
            <a:extLst>
              <a:ext uri="{FF2B5EF4-FFF2-40B4-BE49-F238E27FC236}">
                <a16:creationId xmlns:a16="http://schemas.microsoft.com/office/drawing/2014/main" id="{A493A361-5D26-4D88-8A73-7D3EC13CC342}"/>
              </a:ext>
            </a:extLst>
          </p:cNvPr>
          <p:cNvSpPr>
            <a:spLocks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7061">
            <a:extLst>
              <a:ext uri="{FF2B5EF4-FFF2-40B4-BE49-F238E27FC236}">
                <a16:creationId xmlns:a16="http://schemas.microsoft.com/office/drawing/2014/main" id="{DC8E3F27-A0B4-434A-826C-A5E30DFC6133}"/>
              </a:ext>
            </a:extLst>
          </p:cNvPr>
          <p:cNvSpPr>
            <a:spLocks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7062">
            <a:extLst>
              <a:ext uri="{FF2B5EF4-FFF2-40B4-BE49-F238E27FC236}">
                <a16:creationId xmlns:a16="http://schemas.microsoft.com/office/drawing/2014/main" id="{0D2B1D7F-AE2B-4B39-A410-0F1B86010E9E}"/>
              </a:ext>
            </a:extLst>
          </p:cNvPr>
          <p:cNvSpPr>
            <a:spLocks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7063">
            <a:extLst>
              <a:ext uri="{FF2B5EF4-FFF2-40B4-BE49-F238E27FC236}">
                <a16:creationId xmlns:a16="http://schemas.microsoft.com/office/drawing/2014/main" id="{A01E40A2-8200-47B0-B183-20A6303F00CE}"/>
              </a:ext>
            </a:extLst>
          </p:cNvPr>
          <p:cNvSpPr>
            <a:spLocks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7064">
            <a:extLst>
              <a:ext uri="{FF2B5EF4-FFF2-40B4-BE49-F238E27FC236}">
                <a16:creationId xmlns:a16="http://schemas.microsoft.com/office/drawing/2014/main" id="{23B4DFD8-FDE8-417C-8EEB-B8A464842CD9}"/>
              </a:ext>
            </a:extLst>
          </p:cNvPr>
          <p:cNvSpPr>
            <a:spLocks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7065">
            <a:extLst>
              <a:ext uri="{FF2B5EF4-FFF2-40B4-BE49-F238E27FC236}">
                <a16:creationId xmlns:a16="http://schemas.microsoft.com/office/drawing/2014/main" id="{2C0C9C8F-1AF5-4A79-8683-3BF2091F0E0E}"/>
              </a:ext>
            </a:extLst>
          </p:cNvPr>
          <p:cNvSpPr>
            <a:spLocks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7066">
            <a:extLst>
              <a:ext uri="{FF2B5EF4-FFF2-40B4-BE49-F238E27FC236}">
                <a16:creationId xmlns:a16="http://schemas.microsoft.com/office/drawing/2014/main" id="{F7AA62BF-3613-4FBE-B250-1146159567A0}"/>
              </a:ext>
            </a:extLst>
          </p:cNvPr>
          <p:cNvSpPr>
            <a:spLocks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7067">
            <a:extLst>
              <a:ext uri="{FF2B5EF4-FFF2-40B4-BE49-F238E27FC236}">
                <a16:creationId xmlns:a16="http://schemas.microsoft.com/office/drawing/2014/main" id="{192D46A2-E2E5-4BEB-8AD2-6C23B3099827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7068">
            <a:extLst>
              <a:ext uri="{FF2B5EF4-FFF2-40B4-BE49-F238E27FC236}">
                <a16:creationId xmlns:a16="http://schemas.microsoft.com/office/drawing/2014/main" id="{13298537-5BA8-483F-953B-F3E3A5671666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7069">
            <a:extLst>
              <a:ext uri="{FF2B5EF4-FFF2-40B4-BE49-F238E27FC236}">
                <a16:creationId xmlns:a16="http://schemas.microsoft.com/office/drawing/2014/main" id="{1C08A6B7-A61E-4BB8-B96E-45ABD48C3784}"/>
              </a:ext>
            </a:extLst>
          </p:cNvPr>
          <p:cNvSpPr>
            <a:spLocks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7070">
            <a:extLst>
              <a:ext uri="{FF2B5EF4-FFF2-40B4-BE49-F238E27FC236}">
                <a16:creationId xmlns:a16="http://schemas.microsoft.com/office/drawing/2014/main" id="{6FDCC4D6-A06E-4A82-BACD-DF6F5FFEB3AF}"/>
              </a:ext>
            </a:extLst>
          </p:cNvPr>
          <p:cNvSpPr>
            <a:spLocks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7071">
            <a:extLst>
              <a:ext uri="{FF2B5EF4-FFF2-40B4-BE49-F238E27FC236}">
                <a16:creationId xmlns:a16="http://schemas.microsoft.com/office/drawing/2014/main" id="{037A5006-8ADD-4E27-B2D1-08ECE177E50A}"/>
              </a:ext>
            </a:extLst>
          </p:cNvPr>
          <p:cNvSpPr>
            <a:spLocks/>
          </p:cNvSpPr>
          <p:nvPr/>
        </p:nvSpPr>
        <p:spPr>
          <a:xfrm>
            <a:off x="6600258" y="4739203"/>
            <a:ext cx="191" cy="258678"/>
          </a:xfrm>
          <a:custGeom>
            <a:avLst/>
            <a:gdLst/>
            <a:ahLst/>
            <a:cxnLst/>
            <a:rect l="0" t="0" r="0" b="0"/>
            <a:pathLst>
              <a:path w="191" h="258678">
                <a:moveTo>
                  <a:pt x="0" y="25867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7072">
            <a:extLst>
              <a:ext uri="{FF2B5EF4-FFF2-40B4-BE49-F238E27FC236}">
                <a16:creationId xmlns:a16="http://schemas.microsoft.com/office/drawing/2014/main" id="{A735437E-B0D7-4124-9709-D5BCE79AEB2D}"/>
              </a:ext>
            </a:extLst>
          </p:cNvPr>
          <p:cNvSpPr>
            <a:spLocks/>
          </p:cNvSpPr>
          <p:nvPr/>
        </p:nvSpPr>
        <p:spPr>
          <a:xfrm>
            <a:off x="6445137" y="499788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7073">
            <a:extLst>
              <a:ext uri="{FF2B5EF4-FFF2-40B4-BE49-F238E27FC236}">
                <a16:creationId xmlns:a16="http://schemas.microsoft.com/office/drawing/2014/main" id="{A314292A-A0DC-4D32-BD8C-EB2B3F509532}"/>
              </a:ext>
            </a:extLst>
          </p:cNvPr>
          <p:cNvSpPr>
            <a:spLocks/>
          </p:cNvSpPr>
          <p:nvPr/>
        </p:nvSpPr>
        <p:spPr>
          <a:xfrm>
            <a:off x="6445137" y="4739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7074">
            <a:extLst>
              <a:ext uri="{FF2B5EF4-FFF2-40B4-BE49-F238E27FC236}">
                <a16:creationId xmlns:a16="http://schemas.microsoft.com/office/drawing/2014/main" id="{08240621-D623-4793-ABB5-441BEE258EE3}"/>
              </a:ext>
            </a:extLst>
          </p:cNvPr>
          <p:cNvSpPr>
            <a:spLocks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7075">
            <a:extLst>
              <a:ext uri="{FF2B5EF4-FFF2-40B4-BE49-F238E27FC236}">
                <a16:creationId xmlns:a16="http://schemas.microsoft.com/office/drawing/2014/main" id="{18E8347B-4AAA-4A4D-B698-03F01DF0A97D}"/>
              </a:ext>
            </a:extLst>
          </p:cNvPr>
          <p:cNvSpPr>
            <a:spLocks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7076">
            <a:extLst>
              <a:ext uri="{FF2B5EF4-FFF2-40B4-BE49-F238E27FC236}">
                <a16:creationId xmlns:a16="http://schemas.microsoft.com/office/drawing/2014/main" id="{7DA5E6C8-306B-4C20-AEC3-664778FAB2F6}"/>
              </a:ext>
            </a:extLst>
          </p:cNvPr>
          <p:cNvSpPr>
            <a:spLocks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7077">
            <a:extLst>
              <a:ext uri="{FF2B5EF4-FFF2-40B4-BE49-F238E27FC236}">
                <a16:creationId xmlns:a16="http://schemas.microsoft.com/office/drawing/2014/main" id="{B0AF67BD-9248-42AF-8745-4C20AB82CCE4}"/>
              </a:ext>
            </a:extLst>
          </p:cNvPr>
          <p:cNvSpPr>
            <a:spLocks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7078">
            <a:extLst>
              <a:ext uri="{FF2B5EF4-FFF2-40B4-BE49-F238E27FC236}">
                <a16:creationId xmlns:a16="http://schemas.microsoft.com/office/drawing/2014/main" id="{5A65BADF-10CA-4F22-8F96-CE60376E3BDA}"/>
              </a:ext>
            </a:extLst>
          </p:cNvPr>
          <p:cNvSpPr>
            <a:spLocks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7079">
            <a:extLst>
              <a:ext uri="{FF2B5EF4-FFF2-40B4-BE49-F238E27FC236}">
                <a16:creationId xmlns:a16="http://schemas.microsoft.com/office/drawing/2014/main" id="{7E12EA5A-615C-4171-ADF1-B0478DD79144}"/>
              </a:ext>
            </a:extLst>
          </p:cNvPr>
          <p:cNvSpPr>
            <a:spLocks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7080">
            <a:extLst>
              <a:ext uri="{FF2B5EF4-FFF2-40B4-BE49-F238E27FC236}">
                <a16:creationId xmlns:a16="http://schemas.microsoft.com/office/drawing/2014/main" id="{720A55D1-67A5-49A5-B1C6-B0F656B0359F}"/>
              </a:ext>
            </a:extLst>
          </p:cNvPr>
          <p:cNvSpPr>
            <a:spLocks/>
          </p:cNvSpPr>
          <p:nvPr/>
        </p:nvSpPr>
        <p:spPr>
          <a:xfrm>
            <a:off x="6307251" y="487189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7081">
            <a:extLst>
              <a:ext uri="{FF2B5EF4-FFF2-40B4-BE49-F238E27FC236}">
                <a16:creationId xmlns:a16="http://schemas.microsoft.com/office/drawing/2014/main" id="{B9324839-9EFF-4D97-A69B-3D5D1DF64D0C}"/>
              </a:ext>
            </a:extLst>
          </p:cNvPr>
          <p:cNvSpPr>
            <a:spLocks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7082">
            <a:extLst>
              <a:ext uri="{FF2B5EF4-FFF2-40B4-BE49-F238E27FC236}">
                <a16:creationId xmlns:a16="http://schemas.microsoft.com/office/drawing/2014/main" id="{04F3C92D-E26A-4735-91E7-2B0D48342E90}"/>
              </a:ext>
            </a:extLst>
          </p:cNvPr>
          <p:cNvSpPr>
            <a:spLocks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7083">
            <a:extLst>
              <a:ext uri="{FF2B5EF4-FFF2-40B4-BE49-F238E27FC236}">
                <a16:creationId xmlns:a16="http://schemas.microsoft.com/office/drawing/2014/main" id="{4927A2B9-5B94-4AA6-A26F-08F5317E6C3E}"/>
              </a:ext>
            </a:extLst>
          </p:cNvPr>
          <p:cNvSpPr>
            <a:spLocks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7084">
            <a:extLst>
              <a:ext uri="{FF2B5EF4-FFF2-40B4-BE49-F238E27FC236}">
                <a16:creationId xmlns:a16="http://schemas.microsoft.com/office/drawing/2014/main" id="{E185C914-960F-4C96-9919-3BC7DDA90DEF}"/>
              </a:ext>
            </a:extLst>
          </p:cNvPr>
          <p:cNvSpPr>
            <a:spLocks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7085">
            <a:extLst>
              <a:ext uri="{FF2B5EF4-FFF2-40B4-BE49-F238E27FC236}">
                <a16:creationId xmlns:a16="http://schemas.microsoft.com/office/drawing/2014/main" id="{349E740B-11B3-4115-8323-F6D4D88AB22D}"/>
              </a:ext>
            </a:extLst>
          </p:cNvPr>
          <p:cNvSpPr>
            <a:spLocks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7086">
            <a:extLst>
              <a:ext uri="{FF2B5EF4-FFF2-40B4-BE49-F238E27FC236}">
                <a16:creationId xmlns:a16="http://schemas.microsoft.com/office/drawing/2014/main" id="{08E17F91-3F1B-461F-A17A-F8DF103EC9DD}"/>
              </a:ext>
            </a:extLst>
          </p:cNvPr>
          <p:cNvSpPr>
            <a:spLocks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7087">
            <a:extLst>
              <a:ext uri="{FF2B5EF4-FFF2-40B4-BE49-F238E27FC236}">
                <a16:creationId xmlns:a16="http://schemas.microsoft.com/office/drawing/2014/main" id="{4EBD5CB1-CAEA-483F-9781-4F9A914B8DDF}"/>
              </a:ext>
            </a:extLst>
          </p:cNvPr>
          <p:cNvSpPr>
            <a:spLocks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7088">
            <a:extLst>
              <a:ext uri="{FF2B5EF4-FFF2-40B4-BE49-F238E27FC236}">
                <a16:creationId xmlns:a16="http://schemas.microsoft.com/office/drawing/2014/main" id="{737D4E5D-E67F-46A5-877E-3D7E05579FFF}"/>
              </a:ext>
            </a:extLst>
          </p:cNvPr>
          <p:cNvSpPr>
            <a:spLocks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5796251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7089">
            <a:extLst>
              <a:ext uri="{FF2B5EF4-FFF2-40B4-BE49-F238E27FC236}">
                <a16:creationId xmlns:a16="http://schemas.microsoft.com/office/drawing/2014/main" id="{7FD33EEA-2D39-4DB4-A4A7-9982055988F5}"/>
              </a:ext>
            </a:extLst>
          </p:cNvPr>
          <p:cNvSpPr>
            <a:spLocks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7090">
            <a:extLst>
              <a:ext uri="{FF2B5EF4-FFF2-40B4-BE49-F238E27FC236}">
                <a16:creationId xmlns:a16="http://schemas.microsoft.com/office/drawing/2014/main" id="{A84A4BF2-B187-4C92-A70A-3AB97B82B074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7091">
            <a:extLst>
              <a:ext uri="{FF2B5EF4-FFF2-40B4-BE49-F238E27FC236}">
                <a16:creationId xmlns:a16="http://schemas.microsoft.com/office/drawing/2014/main" id="{15E1011E-8A80-4168-A5AA-20ACE27EB905}"/>
              </a:ext>
            </a:extLst>
          </p:cNvPr>
          <p:cNvSpPr>
            <a:spLocks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7092">
            <a:extLst>
              <a:ext uri="{FF2B5EF4-FFF2-40B4-BE49-F238E27FC236}">
                <a16:creationId xmlns:a16="http://schemas.microsoft.com/office/drawing/2014/main" id="{A18F3C64-0B7C-49DC-A648-A7EAFB06EBA8}"/>
              </a:ext>
            </a:extLst>
          </p:cNvPr>
          <p:cNvSpPr>
            <a:spLocks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7093">
            <a:extLst>
              <a:ext uri="{FF2B5EF4-FFF2-40B4-BE49-F238E27FC236}">
                <a16:creationId xmlns:a16="http://schemas.microsoft.com/office/drawing/2014/main" id="{13C7AF8F-8C66-42D7-8385-2B2D50F01577}"/>
              </a:ext>
            </a:extLst>
          </p:cNvPr>
          <p:cNvSpPr>
            <a:spLocks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7094">
            <a:extLst>
              <a:ext uri="{FF2B5EF4-FFF2-40B4-BE49-F238E27FC236}">
                <a16:creationId xmlns:a16="http://schemas.microsoft.com/office/drawing/2014/main" id="{6C3AB917-7FE7-44AF-B997-E9BC3732CF61}"/>
              </a:ext>
            </a:extLst>
          </p:cNvPr>
          <p:cNvSpPr>
            <a:spLocks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7095">
            <a:extLst>
              <a:ext uri="{FF2B5EF4-FFF2-40B4-BE49-F238E27FC236}">
                <a16:creationId xmlns:a16="http://schemas.microsoft.com/office/drawing/2014/main" id="{B1A86F68-EB4A-41EC-81B9-4A0250D3CDCB}"/>
              </a:ext>
            </a:extLst>
          </p:cNvPr>
          <p:cNvSpPr>
            <a:spLocks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7096">
            <a:extLst>
              <a:ext uri="{FF2B5EF4-FFF2-40B4-BE49-F238E27FC236}">
                <a16:creationId xmlns:a16="http://schemas.microsoft.com/office/drawing/2014/main" id="{746BA1E8-291D-44BF-AB3C-1D4A7DBBC1B7}"/>
              </a:ext>
            </a:extLst>
          </p:cNvPr>
          <p:cNvSpPr>
            <a:spLocks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7097">
            <a:extLst>
              <a:ext uri="{FF2B5EF4-FFF2-40B4-BE49-F238E27FC236}">
                <a16:creationId xmlns:a16="http://schemas.microsoft.com/office/drawing/2014/main" id="{6B6459EE-3224-4BB6-B56D-1E132D6EB9AF}"/>
              </a:ext>
            </a:extLst>
          </p:cNvPr>
          <p:cNvSpPr>
            <a:spLocks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7098">
            <a:extLst>
              <a:ext uri="{FF2B5EF4-FFF2-40B4-BE49-F238E27FC236}">
                <a16:creationId xmlns:a16="http://schemas.microsoft.com/office/drawing/2014/main" id="{BC4949D0-4CEA-47F7-ABEB-F40C841B3670}"/>
              </a:ext>
            </a:extLst>
          </p:cNvPr>
          <p:cNvSpPr>
            <a:spLocks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7099">
            <a:extLst>
              <a:ext uri="{FF2B5EF4-FFF2-40B4-BE49-F238E27FC236}">
                <a16:creationId xmlns:a16="http://schemas.microsoft.com/office/drawing/2014/main" id="{6F62C85C-F4DB-4D4C-8ECA-519B2BA2F911}"/>
              </a:ext>
            </a:extLst>
          </p:cNvPr>
          <p:cNvSpPr>
            <a:spLocks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7100">
            <a:extLst>
              <a:ext uri="{FF2B5EF4-FFF2-40B4-BE49-F238E27FC236}">
                <a16:creationId xmlns:a16="http://schemas.microsoft.com/office/drawing/2014/main" id="{F089C7DC-558D-44CC-B36A-0866DDB98DEE}"/>
              </a:ext>
            </a:extLst>
          </p:cNvPr>
          <p:cNvSpPr>
            <a:spLocks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7101">
            <a:extLst>
              <a:ext uri="{FF2B5EF4-FFF2-40B4-BE49-F238E27FC236}">
                <a16:creationId xmlns:a16="http://schemas.microsoft.com/office/drawing/2014/main" id="{05C938FA-41AD-4848-B960-82482C37A896}"/>
              </a:ext>
            </a:extLst>
          </p:cNvPr>
          <p:cNvSpPr>
            <a:spLocks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7102">
            <a:extLst>
              <a:ext uri="{FF2B5EF4-FFF2-40B4-BE49-F238E27FC236}">
                <a16:creationId xmlns:a16="http://schemas.microsoft.com/office/drawing/2014/main" id="{7FAF94D6-44EA-40A9-AB81-84436E0E606A}"/>
              </a:ext>
            </a:extLst>
          </p:cNvPr>
          <p:cNvSpPr>
            <a:spLocks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7103">
            <a:extLst>
              <a:ext uri="{FF2B5EF4-FFF2-40B4-BE49-F238E27FC236}">
                <a16:creationId xmlns:a16="http://schemas.microsoft.com/office/drawing/2014/main" id="{665A300F-BB64-48A4-810E-2C9A094FEB4F}"/>
              </a:ext>
            </a:extLst>
          </p:cNvPr>
          <p:cNvSpPr>
            <a:spLocks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7104">
            <a:extLst>
              <a:ext uri="{FF2B5EF4-FFF2-40B4-BE49-F238E27FC236}">
                <a16:creationId xmlns:a16="http://schemas.microsoft.com/office/drawing/2014/main" id="{A97929D3-03B8-46FF-9F37-DA369A7356B4}"/>
              </a:ext>
            </a:extLst>
          </p:cNvPr>
          <p:cNvSpPr>
            <a:spLocks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7105">
            <a:extLst>
              <a:ext uri="{FF2B5EF4-FFF2-40B4-BE49-F238E27FC236}">
                <a16:creationId xmlns:a16="http://schemas.microsoft.com/office/drawing/2014/main" id="{041D474D-2B48-4575-93BB-489802C0BA99}"/>
              </a:ext>
            </a:extLst>
          </p:cNvPr>
          <p:cNvSpPr>
            <a:spLocks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7106">
            <a:extLst>
              <a:ext uri="{FF2B5EF4-FFF2-40B4-BE49-F238E27FC236}">
                <a16:creationId xmlns:a16="http://schemas.microsoft.com/office/drawing/2014/main" id="{6F09E6FA-003D-4374-9C31-0036C8184B0B}"/>
              </a:ext>
            </a:extLst>
          </p:cNvPr>
          <p:cNvSpPr>
            <a:spLocks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7107">
            <a:extLst>
              <a:ext uri="{FF2B5EF4-FFF2-40B4-BE49-F238E27FC236}">
                <a16:creationId xmlns:a16="http://schemas.microsoft.com/office/drawing/2014/main" id="{E3448113-8689-49C5-9A08-EE5822FC4B4F}"/>
              </a:ext>
            </a:extLst>
          </p:cNvPr>
          <p:cNvSpPr>
            <a:spLocks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7108">
            <a:extLst>
              <a:ext uri="{FF2B5EF4-FFF2-40B4-BE49-F238E27FC236}">
                <a16:creationId xmlns:a16="http://schemas.microsoft.com/office/drawing/2014/main" id="{E6ABEEA6-24E3-46E9-B3FE-7AAC5B20D3C1}"/>
              </a:ext>
            </a:extLst>
          </p:cNvPr>
          <p:cNvSpPr>
            <a:spLocks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7109">
            <a:extLst>
              <a:ext uri="{FF2B5EF4-FFF2-40B4-BE49-F238E27FC236}">
                <a16:creationId xmlns:a16="http://schemas.microsoft.com/office/drawing/2014/main" id="{843232AB-ED2A-4738-964B-B340B2A514C2}"/>
              </a:ext>
            </a:extLst>
          </p:cNvPr>
          <p:cNvSpPr>
            <a:spLocks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7110">
            <a:extLst>
              <a:ext uri="{FF2B5EF4-FFF2-40B4-BE49-F238E27FC236}">
                <a16:creationId xmlns:a16="http://schemas.microsoft.com/office/drawing/2014/main" id="{1D631503-5DDC-40EF-A5E2-31FECA5CC20E}"/>
              </a:ext>
            </a:extLst>
          </p:cNvPr>
          <p:cNvSpPr>
            <a:spLocks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7111">
            <a:extLst>
              <a:ext uri="{FF2B5EF4-FFF2-40B4-BE49-F238E27FC236}">
                <a16:creationId xmlns:a16="http://schemas.microsoft.com/office/drawing/2014/main" id="{0A0E7E44-C3DC-4836-B8D6-1F31807BB84A}"/>
              </a:ext>
            </a:extLst>
          </p:cNvPr>
          <p:cNvSpPr>
            <a:spLocks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7112">
            <a:extLst>
              <a:ext uri="{FF2B5EF4-FFF2-40B4-BE49-F238E27FC236}">
                <a16:creationId xmlns:a16="http://schemas.microsoft.com/office/drawing/2014/main" id="{A1702700-65FB-4CC7-81E3-B06FF75AB6C5}"/>
              </a:ext>
            </a:extLst>
          </p:cNvPr>
          <p:cNvSpPr>
            <a:spLocks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7113">
            <a:extLst>
              <a:ext uri="{FF2B5EF4-FFF2-40B4-BE49-F238E27FC236}">
                <a16:creationId xmlns:a16="http://schemas.microsoft.com/office/drawing/2014/main" id="{7BA9E247-5D84-472A-A90A-618429B8B01C}"/>
              </a:ext>
            </a:extLst>
          </p:cNvPr>
          <p:cNvSpPr>
            <a:spLocks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7114">
            <a:extLst>
              <a:ext uri="{FF2B5EF4-FFF2-40B4-BE49-F238E27FC236}">
                <a16:creationId xmlns:a16="http://schemas.microsoft.com/office/drawing/2014/main" id="{273779BA-2E29-432F-800C-A26D9BAD60AE}"/>
              </a:ext>
            </a:extLst>
          </p:cNvPr>
          <p:cNvSpPr>
            <a:spLocks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7115">
            <a:extLst>
              <a:ext uri="{FF2B5EF4-FFF2-40B4-BE49-F238E27FC236}">
                <a16:creationId xmlns:a16="http://schemas.microsoft.com/office/drawing/2014/main" id="{00180D7F-381E-42BA-8EA0-21518C2CF1BC}"/>
              </a:ext>
            </a:extLst>
          </p:cNvPr>
          <p:cNvSpPr>
            <a:spLocks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7116">
            <a:extLst>
              <a:ext uri="{FF2B5EF4-FFF2-40B4-BE49-F238E27FC236}">
                <a16:creationId xmlns:a16="http://schemas.microsoft.com/office/drawing/2014/main" id="{F66370F6-B00C-4234-9F1C-426657105DF2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7117">
            <a:extLst>
              <a:ext uri="{FF2B5EF4-FFF2-40B4-BE49-F238E27FC236}">
                <a16:creationId xmlns:a16="http://schemas.microsoft.com/office/drawing/2014/main" id="{1B5B621A-5239-4FC9-AD44-C8A0F6633740}"/>
              </a:ext>
            </a:extLst>
          </p:cNvPr>
          <p:cNvSpPr>
            <a:spLocks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7118">
            <a:extLst>
              <a:ext uri="{FF2B5EF4-FFF2-40B4-BE49-F238E27FC236}">
                <a16:creationId xmlns:a16="http://schemas.microsoft.com/office/drawing/2014/main" id="{6E5D82C2-EB35-4175-8E9A-C6F8CFABD8EE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7119">
            <a:extLst>
              <a:ext uri="{FF2B5EF4-FFF2-40B4-BE49-F238E27FC236}">
                <a16:creationId xmlns:a16="http://schemas.microsoft.com/office/drawing/2014/main" id="{BBCD181F-FD78-4838-AA2C-BD93C653CCE3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7120">
            <a:extLst>
              <a:ext uri="{FF2B5EF4-FFF2-40B4-BE49-F238E27FC236}">
                <a16:creationId xmlns:a16="http://schemas.microsoft.com/office/drawing/2014/main" id="{11D02C21-0ABB-4A6F-BC5A-600DA3F28C6E}"/>
              </a:ext>
            </a:extLst>
          </p:cNvPr>
          <p:cNvSpPr>
            <a:spLocks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7121">
            <a:extLst>
              <a:ext uri="{FF2B5EF4-FFF2-40B4-BE49-F238E27FC236}">
                <a16:creationId xmlns:a16="http://schemas.microsoft.com/office/drawing/2014/main" id="{0B16DA2A-F4DB-4B1A-A207-0DC7A678427C}"/>
              </a:ext>
            </a:extLst>
          </p:cNvPr>
          <p:cNvSpPr>
            <a:spLocks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7122">
            <a:extLst>
              <a:ext uri="{FF2B5EF4-FFF2-40B4-BE49-F238E27FC236}">
                <a16:creationId xmlns:a16="http://schemas.microsoft.com/office/drawing/2014/main" id="{27644ECC-C22D-41E6-91DC-F744BCCDE0BE}"/>
              </a:ext>
            </a:extLst>
          </p:cNvPr>
          <p:cNvSpPr>
            <a:spLocks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7123">
            <a:extLst>
              <a:ext uri="{FF2B5EF4-FFF2-40B4-BE49-F238E27FC236}">
                <a16:creationId xmlns:a16="http://schemas.microsoft.com/office/drawing/2014/main" id="{0F9D7029-34F5-4FBF-94DC-54D683677028}"/>
              </a:ext>
            </a:extLst>
          </p:cNvPr>
          <p:cNvSpPr>
            <a:spLocks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7124">
            <a:extLst>
              <a:ext uri="{FF2B5EF4-FFF2-40B4-BE49-F238E27FC236}">
                <a16:creationId xmlns:a16="http://schemas.microsoft.com/office/drawing/2014/main" id="{8B492354-758D-4B5B-B3C5-1D6E702DB32A}"/>
              </a:ext>
            </a:extLst>
          </p:cNvPr>
          <p:cNvSpPr>
            <a:spLocks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7125">
            <a:extLst>
              <a:ext uri="{FF2B5EF4-FFF2-40B4-BE49-F238E27FC236}">
                <a16:creationId xmlns:a16="http://schemas.microsoft.com/office/drawing/2014/main" id="{D21BFF53-D464-4D53-AC69-ABFD87467604}"/>
              </a:ext>
            </a:extLst>
          </p:cNvPr>
          <p:cNvSpPr>
            <a:spLocks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7126">
            <a:extLst>
              <a:ext uri="{FF2B5EF4-FFF2-40B4-BE49-F238E27FC236}">
                <a16:creationId xmlns:a16="http://schemas.microsoft.com/office/drawing/2014/main" id="{A15E09B6-5A1F-409A-B070-36F1B0228F72}"/>
              </a:ext>
            </a:extLst>
          </p:cNvPr>
          <p:cNvSpPr>
            <a:spLocks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7127">
            <a:extLst>
              <a:ext uri="{FF2B5EF4-FFF2-40B4-BE49-F238E27FC236}">
                <a16:creationId xmlns:a16="http://schemas.microsoft.com/office/drawing/2014/main" id="{CFEB6921-C545-4380-ABEA-C816237ACC1F}"/>
              </a:ext>
            </a:extLst>
          </p:cNvPr>
          <p:cNvSpPr>
            <a:spLocks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7128">
            <a:extLst>
              <a:ext uri="{FF2B5EF4-FFF2-40B4-BE49-F238E27FC236}">
                <a16:creationId xmlns:a16="http://schemas.microsoft.com/office/drawing/2014/main" id="{296F16DE-FDF4-49E8-B4F2-7ACD2FA67426}"/>
              </a:ext>
            </a:extLst>
          </p:cNvPr>
          <p:cNvSpPr>
            <a:spLocks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7129">
            <a:extLst>
              <a:ext uri="{FF2B5EF4-FFF2-40B4-BE49-F238E27FC236}">
                <a16:creationId xmlns:a16="http://schemas.microsoft.com/office/drawing/2014/main" id="{20B9854A-FA38-42F1-866D-F95A82A06012}"/>
              </a:ext>
            </a:extLst>
          </p:cNvPr>
          <p:cNvSpPr>
            <a:spLocks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7130">
            <a:extLst>
              <a:ext uri="{FF2B5EF4-FFF2-40B4-BE49-F238E27FC236}">
                <a16:creationId xmlns:a16="http://schemas.microsoft.com/office/drawing/2014/main" id="{262E6B74-FB5B-4180-AE25-14D72A5D841F}"/>
              </a:ext>
            </a:extLst>
          </p:cNvPr>
          <p:cNvSpPr>
            <a:spLocks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7131">
            <a:extLst>
              <a:ext uri="{FF2B5EF4-FFF2-40B4-BE49-F238E27FC236}">
                <a16:creationId xmlns:a16="http://schemas.microsoft.com/office/drawing/2014/main" id="{43E9CF35-747D-451C-9D63-DC4215FAAE8F}"/>
              </a:ext>
            </a:extLst>
          </p:cNvPr>
          <p:cNvSpPr>
            <a:spLocks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7132">
            <a:extLst>
              <a:ext uri="{FF2B5EF4-FFF2-40B4-BE49-F238E27FC236}">
                <a16:creationId xmlns:a16="http://schemas.microsoft.com/office/drawing/2014/main" id="{933DB688-8743-4FA4-A092-8C0630607953}"/>
              </a:ext>
            </a:extLst>
          </p:cNvPr>
          <p:cNvSpPr>
            <a:spLocks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7133">
            <a:extLst>
              <a:ext uri="{FF2B5EF4-FFF2-40B4-BE49-F238E27FC236}">
                <a16:creationId xmlns:a16="http://schemas.microsoft.com/office/drawing/2014/main" id="{DA6BDA50-BF71-4980-85F1-92A20BA6A2C9}"/>
              </a:ext>
            </a:extLst>
          </p:cNvPr>
          <p:cNvSpPr>
            <a:spLocks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7134">
            <a:extLst>
              <a:ext uri="{FF2B5EF4-FFF2-40B4-BE49-F238E27FC236}">
                <a16:creationId xmlns:a16="http://schemas.microsoft.com/office/drawing/2014/main" id="{296640A7-4973-4D69-B0FD-DE319FC0839A}"/>
              </a:ext>
            </a:extLst>
          </p:cNvPr>
          <p:cNvSpPr>
            <a:spLocks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7135">
            <a:extLst>
              <a:ext uri="{FF2B5EF4-FFF2-40B4-BE49-F238E27FC236}">
                <a16:creationId xmlns:a16="http://schemas.microsoft.com/office/drawing/2014/main" id="{6622035C-370A-41FF-9B42-4BEA10C32F69}"/>
              </a:ext>
            </a:extLst>
          </p:cNvPr>
          <p:cNvSpPr>
            <a:spLocks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7136">
            <a:extLst>
              <a:ext uri="{FF2B5EF4-FFF2-40B4-BE49-F238E27FC236}">
                <a16:creationId xmlns:a16="http://schemas.microsoft.com/office/drawing/2014/main" id="{96E11EFC-FC71-4E36-BFB9-DB9618349A48}"/>
              </a:ext>
            </a:extLst>
          </p:cNvPr>
          <p:cNvSpPr>
            <a:spLocks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7137">
            <a:extLst>
              <a:ext uri="{FF2B5EF4-FFF2-40B4-BE49-F238E27FC236}">
                <a16:creationId xmlns:a16="http://schemas.microsoft.com/office/drawing/2014/main" id="{60031EDF-CB22-4F70-9C10-84B622C007B0}"/>
              </a:ext>
            </a:extLst>
          </p:cNvPr>
          <p:cNvSpPr>
            <a:spLocks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7138">
            <a:extLst>
              <a:ext uri="{FF2B5EF4-FFF2-40B4-BE49-F238E27FC236}">
                <a16:creationId xmlns:a16="http://schemas.microsoft.com/office/drawing/2014/main" id="{A4E842FF-F9EF-4025-B496-1929DE87844B}"/>
              </a:ext>
            </a:extLst>
          </p:cNvPr>
          <p:cNvSpPr>
            <a:spLocks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7139">
            <a:extLst>
              <a:ext uri="{FF2B5EF4-FFF2-40B4-BE49-F238E27FC236}">
                <a16:creationId xmlns:a16="http://schemas.microsoft.com/office/drawing/2014/main" id="{232C57FF-2C14-41BF-8F35-7BBBBFAA4194}"/>
              </a:ext>
            </a:extLst>
          </p:cNvPr>
          <p:cNvSpPr>
            <a:spLocks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7140">
            <a:extLst>
              <a:ext uri="{FF2B5EF4-FFF2-40B4-BE49-F238E27FC236}">
                <a16:creationId xmlns:a16="http://schemas.microsoft.com/office/drawing/2014/main" id="{B098B24C-7C62-4C88-9732-B30F3CEDD5FA}"/>
              </a:ext>
            </a:extLst>
          </p:cNvPr>
          <p:cNvSpPr>
            <a:spLocks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7141">
            <a:extLst>
              <a:ext uri="{FF2B5EF4-FFF2-40B4-BE49-F238E27FC236}">
                <a16:creationId xmlns:a16="http://schemas.microsoft.com/office/drawing/2014/main" id="{48C31083-E720-43DC-BCBD-05694446A321}"/>
              </a:ext>
            </a:extLst>
          </p:cNvPr>
          <p:cNvSpPr>
            <a:spLocks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7142">
            <a:extLst>
              <a:ext uri="{FF2B5EF4-FFF2-40B4-BE49-F238E27FC236}">
                <a16:creationId xmlns:a16="http://schemas.microsoft.com/office/drawing/2014/main" id="{1B47C150-0757-4D1F-B5B6-0394D51A5A6D}"/>
              </a:ext>
            </a:extLst>
          </p:cNvPr>
          <p:cNvSpPr>
            <a:spLocks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7143">
            <a:extLst>
              <a:ext uri="{FF2B5EF4-FFF2-40B4-BE49-F238E27FC236}">
                <a16:creationId xmlns:a16="http://schemas.microsoft.com/office/drawing/2014/main" id="{7C324C2E-5341-4DB7-9598-4ABB3A7E260E}"/>
              </a:ext>
            </a:extLst>
          </p:cNvPr>
          <p:cNvSpPr>
            <a:spLocks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7144">
            <a:extLst>
              <a:ext uri="{FF2B5EF4-FFF2-40B4-BE49-F238E27FC236}">
                <a16:creationId xmlns:a16="http://schemas.microsoft.com/office/drawing/2014/main" id="{618A10A5-EC9E-471B-9B7C-B0B12D889B21}"/>
              </a:ext>
            </a:extLst>
          </p:cNvPr>
          <p:cNvSpPr>
            <a:spLocks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7145">
            <a:extLst>
              <a:ext uri="{FF2B5EF4-FFF2-40B4-BE49-F238E27FC236}">
                <a16:creationId xmlns:a16="http://schemas.microsoft.com/office/drawing/2014/main" id="{68D1E19A-AF5B-4BA0-9259-6F41C4E780C1}"/>
              </a:ext>
            </a:extLst>
          </p:cNvPr>
          <p:cNvSpPr>
            <a:spLocks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7146">
            <a:extLst>
              <a:ext uri="{FF2B5EF4-FFF2-40B4-BE49-F238E27FC236}">
                <a16:creationId xmlns:a16="http://schemas.microsoft.com/office/drawing/2014/main" id="{8FBE2D58-DD7B-43A6-934A-20E8DB7B6FF9}"/>
              </a:ext>
            </a:extLst>
          </p:cNvPr>
          <p:cNvSpPr>
            <a:spLocks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7147">
            <a:extLst>
              <a:ext uri="{FF2B5EF4-FFF2-40B4-BE49-F238E27FC236}">
                <a16:creationId xmlns:a16="http://schemas.microsoft.com/office/drawing/2014/main" id="{86C30EAD-5B2B-406D-B7EA-AC4575B314E4}"/>
              </a:ext>
            </a:extLst>
          </p:cNvPr>
          <p:cNvSpPr>
            <a:spLocks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7148">
            <a:extLst>
              <a:ext uri="{FF2B5EF4-FFF2-40B4-BE49-F238E27FC236}">
                <a16:creationId xmlns:a16="http://schemas.microsoft.com/office/drawing/2014/main" id="{66C5036C-DC75-48BB-B378-E64A399F5A80}"/>
              </a:ext>
            </a:extLst>
          </p:cNvPr>
          <p:cNvSpPr>
            <a:spLocks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7149">
            <a:extLst>
              <a:ext uri="{FF2B5EF4-FFF2-40B4-BE49-F238E27FC236}">
                <a16:creationId xmlns:a16="http://schemas.microsoft.com/office/drawing/2014/main" id="{9B769D00-092B-4F0E-9C8F-8973B291CFC4}"/>
              </a:ext>
            </a:extLst>
          </p:cNvPr>
          <p:cNvSpPr>
            <a:spLocks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7150">
            <a:extLst>
              <a:ext uri="{FF2B5EF4-FFF2-40B4-BE49-F238E27FC236}">
                <a16:creationId xmlns:a16="http://schemas.microsoft.com/office/drawing/2014/main" id="{82D9ADAF-B08D-4690-97F5-C9DD99B27769}"/>
              </a:ext>
            </a:extLst>
          </p:cNvPr>
          <p:cNvSpPr>
            <a:spLocks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7151">
            <a:extLst>
              <a:ext uri="{FF2B5EF4-FFF2-40B4-BE49-F238E27FC236}">
                <a16:creationId xmlns:a16="http://schemas.microsoft.com/office/drawing/2014/main" id="{F32EA93B-E5DD-4CCB-B7FC-68829C19A18D}"/>
              </a:ext>
            </a:extLst>
          </p:cNvPr>
          <p:cNvSpPr>
            <a:spLocks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7152">
            <a:extLst>
              <a:ext uri="{FF2B5EF4-FFF2-40B4-BE49-F238E27FC236}">
                <a16:creationId xmlns:a16="http://schemas.microsoft.com/office/drawing/2014/main" id="{E89662E0-4812-4F81-BC84-F1BE69D5D5BA}"/>
              </a:ext>
            </a:extLst>
          </p:cNvPr>
          <p:cNvSpPr>
            <a:spLocks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7153">
            <a:extLst>
              <a:ext uri="{FF2B5EF4-FFF2-40B4-BE49-F238E27FC236}">
                <a16:creationId xmlns:a16="http://schemas.microsoft.com/office/drawing/2014/main" id="{8FB4C71E-7E9D-437E-B4E7-EBFF1F4FC153}"/>
              </a:ext>
            </a:extLst>
          </p:cNvPr>
          <p:cNvSpPr>
            <a:spLocks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7154">
            <a:extLst>
              <a:ext uri="{FF2B5EF4-FFF2-40B4-BE49-F238E27FC236}">
                <a16:creationId xmlns:a16="http://schemas.microsoft.com/office/drawing/2014/main" id="{775E173F-F32B-40D1-834D-AFE9E9689BDB}"/>
              </a:ext>
            </a:extLst>
          </p:cNvPr>
          <p:cNvSpPr>
            <a:spLocks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7155">
            <a:extLst>
              <a:ext uri="{FF2B5EF4-FFF2-40B4-BE49-F238E27FC236}">
                <a16:creationId xmlns:a16="http://schemas.microsoft.com/office/drawing/2014/main" id="{A2E799CB-1843-4564-8C75-E7C62A2E7416}"/>
              </a:ext>
            </a:extLst>
          </p:cNvPr>
          <p:cNvSpPr>
            <a:spLocks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7156">
            <a:extLst>
              <a:ext uri="{FF2B5EF4-FFF2-40B4-BE49-F238E27FC236}">
                <a16:creationId xmlns:a16="http://schemas.microsoft.com/office/drawing/2014/main" id="{4A39F945-F744-4E34-8F78-E340A6BCFDDD}"/>
              </a:ext>
            </a:extLst>
          </p:cNvPr>
          <p:cNvSpPr>
            <a:spLocks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7157">
            <a:extLst>
              <a:ext uri="{FF2B5EF4-FFF2-40B4-BE49-F238E27FC236}">
                <a16:creationId xmlns:a16="http://schemas.microsoft.com/office/drawing/2014/main" id="{7114AB6E-14E0-4E45-891E-B6AAF6188D39}"/>
              </a:ext>
            </a:extLst>
          </p:cNvPr>
          <p:cNvSpPr>
            <a:spLocks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7158">
            <a:extLst>
              <a:ext uri="{FF2B5EF4-FFF2-40B4-BE49-F238E27FC236}">
                <a16:creationId xmlns:a16="http://schemas.microsoft.com/office/drawing/2014/main" id="{A5FEF0B9-F74E-4932-B09B-5B18BDD9CFE7}"/>
              </a:ext>
            </a:extLst>
          </p:cNvPr>
          <p:cNvSpPr>
            <a:spLocks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7159">
            <a:extLst>
              <a:ext uri="{FF2B5EF4-FFF2-40B4-BE49-F238E27FC236}">
                <a16:creationId xmlns:a16="http://schemas.microsoft.com/office/drawing/2014/main" id="{21DA3F3B-AC44-443F-999A-B291959AE981}"/>
              </a:ext>
            </a:extLst>
          </p:cNvPr>
          <p:cNvSpPr>
            <a:spLocks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7160">
            <a:extLst>
              <a:ext uri="{FF2B5EF4-FFF2-40B4-BE49-F238E27FC236}">
                <a16:creationId xmlns:a16="http://schemas.microsoft.com/office/drawing/2014/main" id="{E8F33980-613B-4571-AAE5-252B9E4D4086}"/>
              </a:ext>
            </a:extLst>
          </p:cNvPr>
          <p:cNvSpPr>
            <a:spLocks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7161">
            <a:extLst>
              <a:ext uri="{FF2B5EF4-FFF2-40B4-BE49-F238E27FC236}">
                <a16:creationId xmlns:a16="http://schemas.microsoft.com/office/drawing/2014/main" id="{328C0AFA-D9E3-450C-955E-C524115834B6}"/>
              </a:ext>
            </a:extLst>
          </p:cNvPr>
          <p:cNvSpPr>
            <a:spLocks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7162">
            <a:extLst>
              <a:ext uri="{FF2B5EF4-FFF2-40B4-BE49-F238E27FC236}">
                <a16:creationId xmlns:a16="http://schemas.microsoft.com/office/drawing/2014/main" id="{52D3F316-1099-409D-BA38-5A68C805D23F}"/>
              </a:ext>
            </a:extLst>
          </p:cNvPr>
          <p:cNvSpPr>
            <a:spLocks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7163">
            <a:extLst>
              <a:ext uri="{FF2B5EF4-FFF2-40B4-BE49-F238E27FC236}">
                <a16:creationId xmlns:a16="http://schemas.microsoft.com/office/drawing/2014/main" id="{600CEE84-759C-4C70-BB95-B486E6664BA6}"/>
              </a:ext>
            </a:extLst>
          </p:cNvPr>
          <p:cNvSpPr>
            <a:spLocks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7164">
            <a:extLst>
              <a:ext uri="{FF2B5EF4-FFF2-40B4-BE49-F238E27FC236}">
                <a16:creationId xmlns:a16="http://schemas.microsoft.com/office/drawing/2014/main" id="{0FE00ED0-1993-45C3-8469-0086546796BE}"/>
              </a:ext>
            </a:extLst>
          </p:cNvPr>
          <p:cNvSpPr>
            <a:spLocks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7165">
            <a:extLst>
              <a:ext uri="{FF2B5EF4-FFF2-40B4-BE49-F238E27FC236}">
                <a16:creationId xmlns:a16="http://schemas.microsoft.com/office/drawing/2014/main" id="{FD2E9D32-ADE2-497D-9E05-99E7F62024CB}"/>
              </a:ext>
            </a:extLst>
          </p:cNvPr>
          <p:cNvSpPr>
            <a:spLocks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7166">
            <a:extLst>
              <a:ext uri="{FF2B5EF4-FFF2-40B4-BE49-F238E27FC236}">
                <a16:creationId xmlns:a16="http://schemas.microsoft.com/office/drawing/2014/main" id="{00A15FFB-DF78-4A60-A0EE-D9988008CED5}"/>
              </a:ext>
            </a:extLst>
          </p:cNvPr>
          <p:cNvSpPr>
            <a:spLocks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7167">
            <a:extLst>
              <a:ext uri="{FF2B5EF4-FFF2-40B4-BE49-F238E27FC236}">
                <a16:creationId xmlns:a16="http://schemas.microsoft.com/office/drawing/2014/main" id="{9A2C0F42-4FC4-4C6B-8CED-BF01F8A9EAD0}"/>
              </a:ext>
            </a:extLst>
          </p:cNvPr>
          <p:cNvSpPr>
            <a:spLocks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7168">
            <a:extLst>
              <a:ext uri="{FF2B5EF4-FFF2-40B4-BE49-F238E27FC236}">
                <a16:creationId xmlns:a16="http://schemas.microsoft.com/office/drawing/2014/main" id="{1324C885-DBE6-45CA-A0E1-66FB36A178FF}"/>
              </a:ext>
            </a:extLst>
          </p:cNvPr>
          <p:cNvSpPr>
            <a:spLocks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7169">
            <a:extLst>
              <a:ext uri="{FF2B5EF4-FFF2-40B4-BE49-F238E27FC236}">
                <a16:creationId xmlns:a16="http://schemas.microsoft.com/office/drawing/2014/main" id="{17E217A5-610D-4B99-8DCC-5A5DA90C77EE}"/>
              </a:ext>
            </a:extLst>
          </p:cNvPr>
          <p:cNvSpPr>
            <a:spLocks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7170">
            <a:extLst>
              <a:ext uri="{FF2B5EF4-FFF2-40B4-BE49-F238E27FC236}">
                <a16:creationId xmlns:a16="http://schemas.microsoft.com/office/drawing/2014/main" id="{312FBFE2-5E68-4DFB-8D34-D226AC659AEC}"/>
              </a:ext>
            </a:extLst>
          </p:cNvPr>
          <p:cNvSpPr>
            <a:spLocks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7171">
            <a:extLst>
              <a:ext uri="{FF2B5EF4-FFF2-40B4-BE49-F238E27FC236}">
                <a16:creationId xmlns:a16="http://schemas.microsoft.com/office/drawing/2014/main" id="{B036B66F-C808-4DBE-9812-009FBB0F25A9}"/>
              </a:ext>
            </a:extLst>
          </p:cNvPr>
          <p:cNvSpPr>
            <a:spLocks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7172">
            <a:extLst>
              <a:ext uri="{FF2B5EF4-FFF2-40B4-BE49-F238E27FC236}">
                <a16:creationId xmlns:a16="http://schemas.microsoft.com/office/drawing/2014/main" id="{076AB82D-3120-4F67-8E81-D9BB3A3B3A92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7173">
            <a:extLst>
              <a:ext uri="{FF2B5EF4-FFF2-40B4-BE49-F238E27FC236}">
                <a16:creationId xmlns:a16="http://schemas.microsoft.com/office/drawing/2014/main" id="{7F0C8781-6115-488A-9278-BA9C2DCDEA0C}"/>
              </a:ext>
            </a:extLst>
          </p:cNvPr>
          <p:cNvSpPr>
            <a:spLocks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7174">
            <a:extLst>
              <a:ext uri="{FF2B5EF4-FFF2-40B4-BE49-F238E27FC236}">
                <a16:creationId xmlns:a16="http://schemas.microsoft.com/office/drawing/2014/main" id="{9665E197-8D73-4DE5-A396-D4A52418DCEE}"/>
              </a:ext>
            </a:extLst>
          </p:cNvPr>
          <p:cNvSpPr>
            <a:spLocks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7175">
            <a:extLst>
              <a:ext uri="{FF2B5EF4-FFF2-40B4-BE49-F238E27FC236}">
                <a16:creationId xmlns:a16="http://schemas.microsoft.com/office/drawing/2014/main" id="{594C3705-AF89-4B8C-BF15-B8A9C05C4679}"/>
              </a:ext>
            </a:extLst>
          </p:cNvPr>
          <p:cNvSpPr>
            <a:spLocks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7176">
            <a:extLst>
              <a:ext uri="{FF2B5EF4-FFF2-40B4-BE49-F238E27FC236}">
                <a16:creationId xmlns:a16="http://schemas.microsoft.com/office/drawing/2014/main" id="{6E63CF55-06AD-43D8-B0C2-9E22308BD8E5}"/>
              </a:ext>
            </a:extLst>
          </p:cNvPr>
          <p:cNvSpPr>
            <a:spLocks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7177">
            <a:extLst>
              <a:ext uri="{FF2B5EF4-FFF2-40B4-BE49-F238E27FC236}">
                <a16:creationId xmlns:a16="http://schemas.microsoft.com/office/drawing/2014/main" id="{BF412900-132E-489E-9CD3-DFE5C1ACD2EB}"/>
              </a:ext>
            </a:extLst>
          </p:cNvPr>
          <p:cNvSpPr>
            <a:spLocks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7178">
            <a:extLst>
              <a:ext uri="{FF2B5EF4-FFF2-40B4-BE49-F238E27FC236}">
                <a16:creationId xmlns:a16="http://schemas.microsoft.com/office/drawing/2014/main" id="{0F20ACD4-EFA2-445D-BCD9-5E523E8B49B7}"/>
              </a:ext>
            </a:extLst>
          </p:cNvPr>
          <p:cNvSpPr>
            <a:spLocks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7179">
            <a:extLst>
              <a:ext uri="{FF2B5EF4-FFF2-40B4-BE49-F238E27FC236}">
                <a16:creationId xmlns:a16="http://schemas.microsoft.com/office/drawing/2014/main" id="{8838F970-050A-4176-BBA0-07B75D2E9FEB}"/>
              </a:ext>
            </a:extLst>
          </p:cNvPr>
          <p:cNvSpPr>
            <a:spLocks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7180">
            <a:extLst>
              <a:ext uri="{FF2B5EF4-FFF2-40B4-BE49-F238E27FC236}">
                <a16:creationId xmlns:a16="http://schemas.microsoft.com/office/drawing/2014/main" id="{10E3538B-57DA-4816-B1CD-CD052ED3CE0F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7181">
            <a:extLst>
              <a:ext uri="{FF2B5EF4-FFF2-40B4-BE49-F238E27FC236}">
                <a16:creationId xmlns:a16="http://schemas.microsoft.com/office/drawing/2014/main" id="{2FD4B624-47B4-4C72-B419-82AEACE70F66}"/>
              </a:ext>
            </a:extLst>
          </p:cNvPr>
          <p:cNvSpPr>
            <a:spLocks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7182">
            <a:extLst>
              <a:ext uri="{FF2B5EF4-FFF2-40B4-BE49-F238E27FC236}">
                <a16:creationId xmlns:a16="http://schemas.microsoft.com/office/drawing/2014/main" id="{CA19468B-C309-41BC-9FCF-CCBB3F27DEC6}"/>
              </a:ext>
            </a:extLst>
          </p:cNvPr>
          <p:cNvSpPr>
            <a:spLocks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7183">
            <a:extLst>
              <a:ext uri="{FF2B5EF4-FFF2-40B4-BE49-F238E27FC236}">
                <a16:creationId xmlns:a16="http://schemas.microsoft.com/office/drawing/2014/main" id="{581ABEBE-B557-43C1-A910-51CB9C3E3646}"/>
              </a:ext>
            </a:extLst>
          </p:cNvPr>
          <p:cNvSpPr>
            <a:spLocks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7184">
            <a:extLst>
              <a:ext uri="{FF2B5EF4-FFF2-40B4-BE49-F238E27FC236}">
                <a16:creationId xmlns:a16="http://schemas.microsoft.com/office/drawing/2014/main" id="{4EA614E2-2266-4C5A-B97E-AF5D0E7B1C7B}"/>
              </a:ext>
            </a:extLst>
          </p:cNvPr>
          <p:cNvSpPr>
            <a:spLocks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7185">
            <a:extLst>
              <a:ext uri="{FF2B5EF4-FFF2-40B4-BE49-F238E27FC236}">
                <a16:creationId xmlns:a16="http://schemas.microsoft.com/office/drawing/2014/main" id="{52BE7CFA-ECBB-4299-8163-4DDEBA654E44}"/>
              </a:ext>
            </a:extLst>
          </p:cNvPr>
          <p:cNvSpPr>
            <a:spLocks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7186">
            <a:extLst>
              <a:ext uri="{FF2B5EF4-FFF2-40B4-BE49-F238E27FC236}">
                <a16:creationId xmlns:a16="http://schemas.microsoft.com/office/drawing/2014/main" id="{70D56D85-57B3-42F7-80ED-A35CB97A759D}"/>
              </a:ext>
            </a:extLst>
          </p:cNvPr>
          <p:cNvSpPr>
            <a:spLocks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7187">
            <a:extLst>
              <a:ext uri="{FF2B5EF4-FFF2-40B4-BE49-F238E27FC236}">
                <a16:creationId xmlns:a16="http://schemas.microsoft.com/office/drawing/2014/main" id="{8FCEEAAF-F9A0-4883-B54D-977E24E7A553}"/>
              </a:ext>
            </a:extLst>
          </p:cNvPr>
          <p:cNvSpPr>
            <a:spLocks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7188">
            <a:extLst>
              <a:ext uri="{FF2B5EF4-FFF2-40B4-BE49-F238E27FC236}">
                <a16:creationId xmlns:a16="http://schemas.microsoft.com/office/drawing/2014/main" id="{159536DA-24A8-46B5-8A0B-7821140B1DEF}"/>
              </a:ext>
            </a:extLst>
          </p:cNvPr>
          <p:cNvSpPr>
            <a:spLocks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7189">
            <a:extLst>
              <a:ext uri="{FF2B5EF4-FFF2-40B4-BE49-F238E27FC236}">
                <a16:creationId xmlns:a16="http://schemas.microsoft.com/office/drawing/2014/main" id="{87D6CE8E-00D3-4E45-A304-3800A0B04E77}"/>
              </a:ext>
            </a:extLst>
          </p:cNvPr>
          <p:cNvSpPr>
            <a:spLocks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7190">
            <a:extLst>
              <a:ext uri="{FF2B5EF4-FFF2-40B4-BE49-F238E27FC236}">
                <a16:creationId xmlns:a16="http://schemas.microsoft.com/office/drawing/2014/main" id="{76DD80D9-C707-46B1-818C-5E7DA2AF81A2}"/>
              </a:ext>
            </a:extLst>
          </p:cNvPr>
          <p:cNvSpPr>
            <a:spLocks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7191">
            <a:extLst>
              <a:ext uri="{FF2B5EF4-FFF2-40B4-BE49-F238E27FC236}">
                <a16:creationId xmlns:a16="http://schemas.microsoft.com/office/drawing/2014/main" id="{DAC72581-258F-4948-BB06-0CC7D2850B6B}"/>
              </a:ext>
            </a:extLst>
          </p:cNvPr>
          <p:cNvSpPr>
            <a:spLocks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7192">
            <a:extLst>
              <a:ext uri="{FF2B5EF4-FFF2-40B4-BE49-F238E27FC236}">
                <a16:creationId xmlns:a16="http://schemas.microsoft.com/office/drawing/2014/main" id="{8E4575FF-7244-4764-A72D-5272AE16E5E7}"/>
              </a:ext>
            </a:extLst>
          </p:cNvPr>
          <p:cNvSpPr>
            <a:spLocks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7193">
            <a:extLst>
              <a:ext uri="{FF2B5EF4-FFF2-40B4-BE49-F238E27FC236}">
                <a16:creationId xmlns:a16="http://schemas.microsoft.com/office/drawing/2014/main" id="{CA735DAA-6A0B-42BC-A60A-5A8DF5FC34D4}"/>
              </a:ext>
            </a:extLst>
          </p:cNvPr>
          <p:cNvSpPr>
            <a:spLocks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7194">
            <a:extLst>
              <a:ext uri="{FF2B5EF4-FFF2-40B4-BE49-F238E27FC236}">
                <a16:creationId xmlns:a16="http://schemas.microsoft.com/office/drawing/2014/main" id="{886E8FA7-6EB0-4840-ACCE-1636AEC9A5C1}"/>
              </a:ext>
            </a:extLst>
          </p:cNvPr>
          <p:cNvSpPr>
            <a:spLocks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7195">
            <a:extLst>
              <a:ext uri="{FF2B5EF4-FFF2-40B4-BE49-F238E27FC236}">
                <a16:creationId xmlns:a16="http://schemas.microsoft.com/office/drawing/2014/main" id="{65C5EDD0-D818-4333-B53B-AE11B7FCE23C}"/>
              </a:ext>
            </a:extLst>
          </p:cNvPr>
          <p:cNvSpPr>
            <a:spLocks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7196">
            <a:extLst>
              <a:ext uri="{FF2B5EF4-FFF2-40B4-BE49-F238E27FC236}">
                <a16:creationId xmlns:a16="http://schemas.microsoft.com/office/drawing/2014/main" id="{3D7C5C3C-058C-4577-B1C7-AC2333DD8DB1}"/>
              </a:ext>
            </a:extLst>
          </p:cNvPr>
          <p:cNvSpPr>
            <a:spLocks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7197">
            <a:extLst>
              <a:ext uri="{FF2B5EF4-FFF2-40B4-BE49-F238E27FC236}">
                <a16:creationId xmlns:a16="http://schemas.microsoft.com/office/drawing/2014/main" id="{0A260AF5-764C-45BD-9142-EC7B969CC3FF}"/>
              </a:ext>
            </a:extLst>
          </p:cNvPr>
          <p:cNvSpPr>
            <a:spLocks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7198">
            <a:extLst>
              <a:ext uri="{FF2B5EF4-FFF2-40B4-BE49-F238E27FC236}">
                <a16:creationId xmlns:a16="http://schemas.microsoft.com/office/drawing/2014/main" id="{25C627D6-DFF4-47C8-A0DA-E2EDF90B65C9}"/>
              </a:ext>
            </a:extLst>
          </p:cNvPr>
          <p:cNvSpPr>
            <a:spLocks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7199">
            <a:extLst>
              <a:ext uri="{FF2B5EF4-FFF2-40B4-BE49-F238E27FC236}">
                <a16:creationId xmlns:a16="http://schemas.microsoft.com/office/drawing/2014/main" id="{472F47B7-2991-493C-93B0-2F9696BEF47C}"/>
              </a:ext>
            </a:extLst>
          </p:cNvPr>
          <p:cNvSpPr>
            <a:spLocks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7200">
            <a:extLst>
              <a:ext uri="{FF2B5EF4-FFF2-40B4-BE49-F238E27FC236}">
                <a16:creationId xmlns:a16="http://schemas.microsoft.com/office/drawing/2014/main" id="{21013AB6-66DD-4495-BF3B-30F1F4A89840}"/>
              </a:ext>
            </a:extLst>
          </p:cNvPr>
          <p:cNvSpPr>
            <a:spLocks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7201">
            <a:extLst>
              <a:ext uri="{FF2B5EF4-FFF2-40B4-BE49-F238E27FC236}">
                <a16:creationId xmlns:a16="http://schemas.microsoft.com/office/drawing/2014/main" id="{FB081D5E-2986-4495-BD30-4D67F909F235}"/>
              </a:ext>
            </a:extLst>
          </p:cNvPr>
          <p:cNvSpPr>
            <a:spLocks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7202">
            <a:extLst>
              <a:ext uri="{FF2B5EF4-FFF2-40B4-BE49-F238E27FC236}">
                <a16:creationId xmlns:a16="http://schemas.microsoft.com/office/drawing/2014/main" id="{4E1E7729-9F65-493E-B49C-31CCEE77C8F5}"/>
              </a:ext>
            </a:extLst>
          </p:cNvPr>
          <p:cNvSpPr>
            <a:spLocks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7203">
            <a:extLst>
              <a:ext uri="{FF2B5EF4-FFF2-40B4-BE49-F238E27FC236}">
                <a16:creationId xmlns:a16="http://schemas.microsoft.com/office/drawing/2014/main" id="{217BCBF4-2D51-4C22-9574-D21538747BAF}"/>
              </a:ext>
            </a:extLst>
          </p:cNvPr>
          <p:cNvSpPr>
            <a:spLocks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7204">
            <a:extLst>
              <a:ext uri="{FF2B5EF4-FFF2-40B4-BE49-F238E27FC236}">
                <a16:creationId xmlns:a16="http://schemas.microsoft.com/office/drawing/2014/main" id="{1A6D0CFB-AFEB-4EE9-A67F-815750143A5B}"/>
              </a:ext>
            </a:extLst>
          </p:cNvPr>
          <p:cNvSpPr>
            <a:spLocks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7205">
            <a:extLst>
              <a:ext uri="{FF2B5EF4-FFF2-40B4-BE49-F238E27FC236}">
                <a16:creationId xmlns:a16="http://schemas.microsoft.com/office/drawing/2014/main" id="{472CF94B-B622-448E-A292-B105371FC05C}"/>
              </a:ext>
            </a:extLst>
          </p:cNvPr>
          <p:cNvSpPr>
            <a:spLocks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7206">
            <a:extLst>
              <a:ext uri="{FF2B5EF4-FFF2-40B4-BE49-F238E27FC236}">
                <a16:creationId xmlns:a16="http://schemas.microsoft.com/office/drawing/2014/main" id="{B4DA6494-9CD5-445D-B011-07490B9E9E24}"/>
              </a:ext>
            </a:extLst>
          </p:cNvPr>
          <p:cNvSpPr>
            <a:spLocks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7207">
            <a:extLst>
              <a:ext uri="{FF2B5EF4-FFF2-40B4-BE49-F238E27FC236}">
                <a16:creationId xmlns:a16="http://schemas.microsoft.com/office/drawing/2014/main" id="{FD333253-7B68-45F4-8E7B-8E4504641682}"/>
              </a:ext>
            </a:extLst>
          </p:cNvPr>
          <p:cNvSpPr>
            <a:spLocks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7208">
            <a:extLst>
              <a:ext uri="{FF2B5EF4-FFF2-40B4-BE49-F238E27FC236}">
                <a16:creationId xmlns:a16="http://schemas.microsoft.com/office/drawing/2014/main" id="{7D6C78EB-2784-4CB1-8786-F93C4219F1D6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7209">
            <a:extLst>
              <a:ext uri="{FF2B5EF4-FFF2-40B4-BE49-F238E27FC236}">
                <a16:creationId xmlns:a16="http://schemas.microsoft.com/office/drawing/2014/main" id="{A563BA24-E680-4810-A6CB-745C48D6F742}"/>
              </a:ext>
            </a:extLst>
          </p:cNvPr>
          <p:cNvSpPr>
            <a:spLocks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7210">
            <a:extLst>
              <a:ext uri="{FF2B5EF4-FFF2-40B4-BE49-F238E27FC236}">
                <a16:creationId xmlns:a16="http://schemas.microsoft.com/office/drawing/2014/main" id="{EF71D606-97A0-47D1-BDD8-93C00282594D}"/>
              </a:ext>
            </a:extLst>
          </p:cNvPr>
          <p:cNvSpPr>
            <a:spLocks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7211">
            <a:extLst>
              <a:ext uri="{FF2B5EF4-FFF2-40B4-BE49-F238E27FC236}">
                <a16:creationId xmlns:a16="http://schemas.microsoft.com/office/drawing/2014/main" id="{0CC3A8AA-829D-4137-A20E-80241EAE06DC}"/>
              </a:ext>
            </a:extLst>
          </p:cNvPr>
          <p:cNvSpPr>
            <a:spLocks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7212">
            <a:extLst>
              <a:ext uri="{FF2B5EF4-FFF2-40B4-BE49-F238E27FC236}">
                <a16:creationId xmlns:a16="http://schemas.microsoft.com/office/drawing/2014/main" id="{396846C0-5E66-4A60-926F-AA42BFFE6AA2}"/>
              </a:ext>
            </a:extLst>
          </p:cNvPr>
          <p:cNvSpPr>
            <a:spLocks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7213">
            <a:extLst>
              <a:ext uri="{FF2B5EF4-FFF2-40B4-BE49-F238E27FC236}">
                <a16:creationId xmlns:a16="http://schemas.microsoft.com/office/drawing/2014/main" id="{666BB85D-FADA-439D-B0A0-4198CACDB75C}"/>
              </a:ext>
            </a:extLst>
          </p:cNvPr>
          <p:cNvSpPr>
            <a:spLocks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7214">
            <a:extLst>
              <a:ext uri="{FF2B5EF4-FFF2-40B4-BE49-F238E27FC236}">
                <a16:creationId xmlns:a16="http://schemas.microsoft.com/office/drawing/2014/main" id="{C9BE06EB-CA3E-45E9-9A85-84127A214080}"/>
              </a:ext>
            </a:extLst>
          </p:cNvPr>
          <p:cNvSpPr>
            <a:spLocks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7215">
            <a:extLst>
              <a:ext uri="{FF2B5EF4-FFF2-40B4-BE49-F238E27FC236}">
                <a16:creationId xmlns:a16="http://schemas.microsoft.com/office/drawing/2014/main" id="{5C9D30D5-78A5-4FFB-9F58-963D51D36641}"/>
              </a:ext>
            </a:extLst>
          </p:cNvPr>
          <p:cNvSpPr>
            <a:spLocks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7216">
            <a:extLst>
              <a:ext uri="{FF2B5EF4-FFF2-40B4-BE49-F238E27FC236}">
                <a16:creationId xmlns:a16="http://schemas.microsoft.com/office/drawing/2014/main" id="{53E94FB5-6EB4-45A9-8F12-6107FAF672B4}"/>
              </a:ext>
            </a:extLst>
          </p:cNvPr>
          <p:cNvSpPr>
            <a:spLocks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7217">
            <a:extLst>
              <a:ext uri="{FF2B5EF4-FFF2-40B4-BE49-F238E27FC236}">
                <a16:creationId xmlns:a16="http://schemas.microsoft.com/office/drawing/2014/main" id="{9AF8812B-2417-4BFA-AF7B-E9B9EEAED375}"/>
              </a:ext>
            </a:extLst>
          </p:cNvPr>
          <p:cNvSpPr>
            <a:spLocks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7218">
            <a:extLst>
              <a:ext uri="{FF2B5EF4-FFF2-40B4-BE49-F238E27FC236}">
                <a16:creationId xmlns:a16="http://schemas.microsoft.com/office/drawing/2014/main" id="{1BCDD48F-B33C-4A22-B835-813CC5E59DE1}"/>
              </a:ext>
            </a:extLst>
          </p:cNvPr>
          <p:cNvSpPr>
            <a:spLocks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7219">
            <a:extLst>
              <a:ext uri="{FF2B5EF4-FFF2-40B4-BE49-F238E27FC236}">
                <a16:creationId xmlns:a16="http://schemas.microsoft.com/office/drawing/2014/main" id="{B2BE6013-12AB-4951-90EA-FEF9C54A40C6}"/>
              </a:ext>
            </a:extLst>
          </p:cNvPr>
          <p:cNvSpPr>
            <a:spLocks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7220">
            <a:extLst>
              <a:ext uri="{FF2B5EF4-FFF2-40B4-BE49-F238E27FC236}">
                <a16:creationId xmlns:a16="http://schemas.microsoft.com/office/drawing/2014/main" id="{52052DC9-7365-401C-B6AB-2C01AB325286}"/>
              </a:ext>
            </a:extLst>
          </p:cNvPr>
          <p:cNvSpPr>
            <a:spLocks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7221">
            <a:extLst>
              <a:ext uri="{FF2B5EF4-FFF2-40B4-BE49-F238E27FC236}">
                <a16:creationId xmlns:a16="http://schemas.microsoft.com/office/drawing/2014/main" id="{7B2D2D6A-8876-4F5B-B67B-1D1CFAA817B6}"/>
              </a:ext>
            </a:extLst>
          </p:cNvPr>
          <p:cNvSpPr>
            <a:spLocks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7222">
            <a:extLst>
              <a:ext uri="{FF2B5EF4-FFF2-40B4-BE49-F238E27FC236}">
                <a16:creationId xmlns:a16="http://schemas.microsoft.com/office/drawing/2014/main" id="{59AC28DA-27FA-4154-9E1B-15159443E2BF}"/>
              </a:ext>
            </a:extLst>
          </p:cNvPr>
          <p:cNvSpPr>
            <a:spLocks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7223">
            <a:extLst>
              <a:ext uri="{FF2B5EF4-FFF2-40B4-BE49-F238E27FC236}">
                <a16:creationId xmlns:a16="http://schemas.microsoft.com/office/drawing/2014/main" id="{C1B1B756-5345-4C4A-83EC-9AA96E4A5B7F}"/>
              </a:ext>
            </a:extLst>
          </p:cNvPr>
          <p:cNvSpPr>
            <a:spLocks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7224">
            <a:extLst>
              <a:ext uri="{FF2B5EF4-FFF2-40B4-BE49-F238E27FC236}">
                <a16:creationId xmlns:a16="http://schemas.microsoft.com/office/drawing/2014/main" id="{5A3FB372-2179-48CC-8E31-FA8949BB472A}"/>
              </a:ext>
            </a:extLst>
          </p:cNvPr>
          <p:cNvSpPr>
            <a:spLocks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7225">
            <a:extLst>
              <a:ext uri="{FF2B5EF4-FFF2-40B4-BE49-F238E27FC236}">
                <a16:creationId xmlns:a16="http://schemas.microsoft.com/office/drawing/2014/main" id="{DCA9F562-BA12-4617-99A7-CC176686918D}"/>
              </a:ext>
            </a:extLst>
          </p:cNvPr>
          <p:cNvSpPr>
            <a:spLocks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7226">
            <a:extLst>
              <a:ext uri="{FF2B5EF4-FFF2-40B4-BE49-F238E27FC236}">
                <a16:creationId xmlns:a16="http://schemas.microsoft.com/office/drawing/2014/main" id="{169A03C3-1FF4-4CC5-826F-A734196A6898}"/>
              </a:ext>
            </a:extLst>
          </p:cNvPr>
          <p:cNvSpPr>
            <a:spLocks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7227">
            <a:extLst>
              <a:ext uri="{FF2B5EF4-FFF2-40B4-BE49-F238E27FC236}">
                <a16:creationId xmlns:a16="http://schemas.microsoft.com/office/drawing/2014/main" id="{F5A533C2-8E53-4754-BDC1-BEF0E5EC7E1F}"/>
              </a:ext>
            </a:extLst>
          </p:cNvPr>
          <p:cNvSpPr>
            <a:spLocks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7228">
            <a:extLst>
              <a:ext uri="{FF2B5EF4-FFF2-40B4-BE49-F238E27FC236}">
                <a16:creationId xmlns:a16="http://schemas.microsoft.com/office/drawing/2014/main" id="{34E4C7D6-0490-440C-99E1-C308577490C7}"/>
              </a:ext>
            </a:extLst>
          </p:cNvPr>
          <p:cNvSpPr>
            <a:spLocks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7229">
            <a:extLst>
              <a:ext uri="{FF2B5EF4-FFF2-40B4-BE49-F238E27FC236}">
                <a16:creationId xmlns:a16="http://schemas.microsoft.com/office/drawing/2014/main" id="{64BF4974-69E5-4CC5-B585-F1C0EA12D024}"/>
              </a:ext>
            </a:extLst>
          </p:cNvPr>
          <p:cNvSpPr>
            <a:spLocks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7230">
            <a:extLst>
              <a:ext uri="{FF2B5EF4-FFF2-40B4-BE49-F238E27FC236}">
                <a16:creationId xmlns:a16="http://schemas.microsoft.com/office/drawing/2014/main" id="{E4506346-7E28-43A9-842F-8428712E9039}"/>
              </a:ext>
            </a:extLst>
          </p:cNvPr>
          <p:cNvSpPr>
            <a:spLocks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7231">
            <a:extLst>
              <a:ext uri="{FF2B5EF4-FFF2-40B4-BE49-F238E27FC236}">
                <a16:creationId xmlns:a16="http://schemas.microsoft.com/office/drawing/2014/main" id="{2C753B84-7C66-40A5-8E16-ED07D41C9F31}"/>
              </a:ext>
            </a:extLst>
          </p:cNvPr>
          <p:cNvSpPr>
            <a:spLocks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7232">
            <a:extLst>
              <a:ext uri="{FF2B5EF4-FFF2-40B4-BE49-F238E27FC236}">
                <a16:creationId xmlns:a16="http://schemas.microsoft.com/office/drawing/2014/main" id="{F04D8183-C68D-4130-B80F-ABA7DF686549}"/>
              </a:ext>
            </a:extLst>
          </p:cNvPr>
          <p:cNvSpPr>
            <a:spLocks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7233">
            <a:extLst>
              <a:ext uri="{FF2B5EF4-FFF2-40B4-BE49-F238E27FC236}">
                <a16:creationId xmlns:a16="http://schemas.microsoft.com/office/drawing/2014/main" id="{FCA84310-4AC9-43F5-9B65-A760B1456FFD}"/>
              </a:ext>
            </a:extLst>
          </p:cNvPr>
          <p:cNvSpPr>
            <a:spLocks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7234">
            <a:extLst>
              <a:ext uri="{FF2B5EF4-FFF2-40B4-BE49-F238E27FC236}">
                <a16:creationId xmlns:a16="http://schemas.microsoft.com/office/drawing/2014/main" id="{4A430066-BDA2-46EA-BFB5-253FFC3D8301}"/>
              </a:ext>
            </a:extLst>
          </p:cNvPr>
          <p:cNvSpPr>
            <a:spLocks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7235">
            <a:extLst>
              <a:ext uri="{FF2B5EF4-FFF2-40B4-BE49-F238E27FC236}">
                <a16:creationId xmlns:a16="http://schemas.microsoft.com/office/drawing/2014/main" id="{6FF4EAB6-54BD-43E8-9EE8-5DF4CD3A2D46}"/>
              </a:ext>
            </a:extLst>
          </p:cNvPr>
          <p:cNvSpPr>
            <a:spLocks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7236">
            <a:extLst>
              <a:ext uri="{FF2B5EF4-FFF2-40B4-BE49-F238E27FC236}">
                <a16:creationId xmlns:a16="http://schemas.microsoft.com/office/drawing/2014/main" id="{F14A158D-C9E4-422C-A01C-D61875524E16}"/>
              </a:ext>
            </a:extLst>
          </p:cNvPr>
          <p:cNvSpPr>
            <a:spLocks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7237">
            <a:extLst>
              <a:ext uri="{FF2B5EF4-FFF2-40B4-BE49-F238E27FC236}">
                <a16:creationId xmlns:a16="http://schemas.microsoft.com/office/drawing/2014/main" id="{FCE4D3BC-5008-421D-8475-71A10424DE38}"/>
              </a:ext>
            </a:extLst>
          </p:cNvPr>
          <p:cNvSpPr>
            <a:spLocks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7238">
            <a:extLst>
              <a:ext uri="{FF2B5EF4-FFF2-40B4-BE49-F238E27FC236}">
                <a16:creationId xmlns:a16="http://schemas.microsoft.com/office/drawing/2014/main" id="{4951AB2A-8A4F-427C-A9EF-D6BEFA615AE5}"/>
              </a:ext>
            </a:extLst>
          </p:cNvPr>
          <p:cNvSpPr>
            <a:spLocks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7239">
            <a:extLst>
              <a:ext uri="{FF2B5EF4-FFF2-40B4-BE49-F238E27FC236}">
                <a16:creationId xmlns:a16="http://schemas.microsoft.com/office/drawing/2014/main" id="{FCAD922E-A95E-4D2F-976F-A7A92598B99A}"/>
              </a:ext>
            </a:extLst>
          </p:cNvPr>
          <p:cNvSpPr>
            <a:spLocks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7240">
            <a:extLst>
              <a:ext uri="{FF2B5EF4-FFF2-40B4-BE49-F238E27FC236}">
                <a16:creationId xmlns:a16="http://schemas.microsoft.com/office/drawing/2014/main" id="{6F35DF85-78A5-4C6C-AF75-8FEC20C5086E}"/>
              </a:ext>
            </a:extLst>
          </p:cNvPr>
          <p:cNvSpPr>
            <a:spLocks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7241">
            <a:extLst>
              <a:ext uri="{FF2B5EF4-FFF2-40B4-BE49-F238E27FC236}">
                <a16:creationId xmlns:a16="http://schemas.microsoft.com/office/drawing/2014/main" id="{B772B90C-36CA-4828-A30B-EA305081BFFB}"/>
              </a:ext>
            </a:extLst>
          </p:cNvPr>
          <p:cNvSpPr>
            <a:spLocks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7242">
            <a:extLst>
              <a:ext uri="{FF2B5EF4-FFF2-40B4-BE49-F238E27FC236}">
                <a16:creationId xmlns:a16="http://schemas.microsoft.com/office/drawing/2014/main" id="{A90BFFE2-B8ED-44A1-A726-9741690FE0D0}"/>
              </a:ext>
            </a:extLst>
          </p:cNvPr>
          <p:cNvSpPr>
            <a:spLocks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7243">
            <a:extLst>
              <a:ext uri="{FF2B5EF4-FFF2-40B4-BE49-F238E27FC236}">
                <a16:creationId xmlns:a16="http://schemas.microsoft.com/office/drawing/2014/main" id="{634CB5CE-1FF1-4B04-BB48-A9EDA6BB9069}"/>
              </a:ext>
            </a:extLst>
          </p:cNvPr>
          <p:cNvSpPr>
            <a:spLocks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7244">
            <a:extLst>
              <a:ext uri="{FF2B5EF4-FFF2-40B4-BE49-F238E27FC236}">
                <a16:creationId xmlns:a16="http://schemas.microsoft.com/office/drawing/2014/main" id="{A904395A-E848-42B6-9F94-FF014E0FE13E}"/>
              </a:ext>
            </a:extLst>
          </p:cNvPr>
          <p:cNvSpPr>
            <a:spLocks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7245">
            <a:extLst>
              <a:ext uri="{FF2B5EF4-FFF2-40B4-BE49-F238E27FC236}">
                <a16:creationId xmlns:a16="http://schemas.microsoft.com/office/drawing/2014/main" id="{D7F029D8-A61C-4DF3-A400-F1A236F9EA14}"/>
              </a:ext>
            </a:extLst>
          </p:cNvPr>
          <p:cNvSpPr>
            <a:spLocks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7246">
            <a:extLst>
              <a:ext uri="{FF2B5EF4-FFF2-40B4-BE49-F238E27FC236}">
                <a16:creationId xmlns:a16="http://schemas.microsoft.com/office/drawing/2014/main" id="{7F4BAD97-7B70-46FF-84F9-FBFE4FEA5403}"/>
              </a:ext>
            </a:extLst>
          </p:cNvPr>
          <p:cNvSpPr>
            <a:spLocks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7247">
            <a:extLst>
              <a:ext uri="{FF2B5EF4-FFF2-40B4-BE49-F238E27FC236}">
                <a16:creationId xmlns:a16="http://schemas.microsoft.com/office/drawing/2014/main" id="{97D9B830-9107-4EA7-B334-6BE560F01CDB}"/>
              </a:ext>
            </a:extLst>
          </p:cNvPr>
          <p:cNvSpPr>
            <a:spLocks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7248">
            <a:extLst>
              <a:ext uri="{FF2B5EF4-FFF2-40B4-BE49-F238E27FC236}">
                <a16:creationId xmlns:a16="http://schemas.microsoft.com/office/drawing/2014/main" id="{035722AB-8E12-492E-9E23-755754674DA7}"/>
              </a:ext>
            </a:extLst>
          </p:cNvPr>
          <p:cNvSpPr>
            <a:spLocks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7249">
            <a:extLst>
              <a:ext uri="{FF2B5EF4-FFF2-40B4-BE49-F238E27FC236}">
                <a16:creationId xmlns:a16="http://schemas.microsoft.com/office/drawing/2014/main" id="{3A506888-AA22-444A-9425-5E96B795F5E4}"/>
              </a:ext>
            </a:extLst>
          </p:cNvPr>
          <p:cNvSpPr>
            <a:spLocks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7250">
            <a:extLst>
              <a:ext uri="{FF2B5EF4-FFF2-40B4-BE49-F238E27FC236}">
                <a16:creationId xmlns:a16="http://schemas.microsoft.com/office/drawing/2014/main" id="{6BB4A6CF-0A27-4FD5-A1A2-4BB4FABFB36B}"/>
              </a:ext>
            </a:extLst>
          </p:cNvPr>
          <p:cNvSpPr>
            <a:spLocks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7251">
            <a:extLst>
              <a:ext uri="{FF2B5EF4-FFF2-40B4-BE49-F238E27FC236}">
                <a16:creationId xmlns:a16="http://schemas.microsoft.com/office/drawing/2014/main" id="{E193E747-5C67-4CBD-BCE6-0091F46A2E96}"/>
              </a:ext>
            </a:extLst>
          </p:cNvPr>
          <p:cNvSpPr>
            <a:spLocks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7252">
            <a:extLst>
              <a:ext uri="{FF2B5EF4-FFF2-40B4-BE49-F238E27FC236}">
                <a16:creationId xmlns:a16="http://schemas.microsoft.com/office/drawing/2014/main" id="{2BFA1567-740E-4D3A-8BE3-7D9B55A43221}"/>
              </a:ext>
            </a:extLst>
          </p:cNvPr>
          <p:cNvSpPr>
            <a:spLocks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7253">
            <a:extLst>
              <a:ext uri="{FF2B5EF4-FFF2-40B4-BE49-F238E27FC236}">
                <a16:creationId xmlns:a16="http://schemas.microsoft.com/office/drawing/2014/main" id="{9DE4583D-B4F2-4856-B262-8CD790CE4C78}"/>
              </a:ext>
            </a:extLst>
          </p:cNvPr>
          <p:cNvSpPr>
            <a:spLocks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7254">
            <a:extLst>
              <a:ext uri="{FF2B5EF4-FFF2-40B4-BE49-F238E27FC236}">
                <a16:creationId xmlns:a16="http://schemas.microsoft.com/office/drawing/2014/main" id="{CF96CCF0-512A-4B96-9A71-B822F907FD53}"/>
              </a:ext>
            </a:extLst>
          </p:cNvPr>
          <p:cNvSpPr>
            <a:spLocks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7255">
            <a:extLst>
              <a:ext uri="{FF2B5EF4-FFF2-40B4-BE49-F238E27FC236}">
                <a16:creationId xmlns:a16="http://schemas.microsoft.com/office/drawing/2014/main" id="{4C841169-D50C-4E14-9026-251498BBA236}"/>
              </a:ext>
            </a:extLst>
          </p:cNvPr>
          <p:cNvSpPr>
            <a:spLocks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7256">
            <a:extLst>
              <a:ext uri="{FF2B5EF4-FFF2-40B4-BE49-F238E27FC236}">
                <a16:creationId xmlns:a16="http://schemas.microsoft.com/office/drawing/2014/main" id="{E2A01C8B-2DB0-4112-A853-869E385263EA}"/>
              </a:ext>
            </a:extLst>
          </p:cNvPr>
          <p:cNvSpPr>
            <a:spLocks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7257">
            <a:extLst>
              <a:ext uri="{FF2B5EF4-FFF2-40B4-BE49-F238E27FC236}">
                <a16:creationId xmlns:a16="http://schemas.microsoft.com/office/drawing/2014/main" id="{296EC6A4-0771-49BC-BBEF-1CDABD4DFF4B}"/>
              </a:ext>
            </a:extLst>
          </p:cNvPr>
          <p:cNvSpPr>
            <a:spLocks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7258">
            <a:extLst>
              <a:ext uri="{FF2B5EF4-FFF2-40B4-BE49-F238E27FC236}">
                <a16:creationId xmlns:a16="http://schemas.microsoft.com/office/drawing/2014/main" id="{C5DB4C2F-1F2A-48E3-9763-F00109278D30}"/>
              </a:ext>
            </a:extLst>
          </p:cNvPr>
          <p:cNvSpPr>
            <a:spLocks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7259">
            <a:extLst>
              <a:ext uri="{FF2B5EF4-FFF2-40B4-BE49-F238E27FC236}">
                <a16:creationId xmlns:a16="http://schemas.microsoft.com/office/drawing/2014/main" id="{A3B32348-0A1D-4F43-9938-468C596B7A42}"/>
              </a:ext>
            </a:extLst>
          </p:cNvPr>
          <p:cNvSpPr>
            <a:spLocks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7260">
            <a:extLst>
              <a:ext uri="{FF2B5EF4-FFF2-40B4-BE49-F238E27FC236}">
                <a16:creationId xmlns:a16="http://schemas.microsoft.com/office/drawing/2014/main" id="{8F8FEFA5-8467-4E38-95AA-3CFD8AD58A67}"/>
              </a:ext>
            </a:extLst>
          </p:cNvPr>
          <p:cNvSpPr>
            <a:spLocks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7261">
            <a:extLst>
              <a:ext uri="{FF2B5EF4-FFF2-40B4-BE49-F238E27FC236}">
                <a16:creationId xmlns:a16="http://schemas.microsoft.com/office/drawing/2014/main" id="{4C75D074-D7E9-46E7-8A90-E9A03E8E98AB}"/>
              </a:ext>
            </a:extLst>
          </p:cNvPr>
          <p:cNvSpPr>
            <a:spLocks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7262">
            <a:extLst>
              <a:ext uri="{FF2B5EF4-FFF2-40B4-BE49-F238E27FC236}">
                <a16:creationId xmlns:a16="http://schemas.microsoft.com/office/drawing/2014/main" id="{F13F8BB4-AD3F-40C9-9D1D-480B34CF175B}"/>
              </a:ext>
            </a:extLst>
          </p:cNvPr>
          <p:cNvSpPr>
            <a:spLocks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7263">
            <a:extLst>
              <a:ext uri="{FF2B5EF4-FFF2-40B4-BE49-F238E27FC236}">
                <a16:creationId xmlns:a16="http://schemas.microsoft.com/office/drawing/2014/main" id="{1CAB572E-A764-413B-A46B-360D0CC7B02B}"/>
              </a:ext>
            </a:extLst>
          </p:cNvPr>
          <p:cNvSpPr>
            <a:spLocks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7264">
            <a:extLst>
              <a:ext uri="{FF2B5EF4-FFF2-40B4-BE49-F238E27FC236}">
                <a16:creationId xmlns:a16="http://schemas.microsoft.com/office/drawing/2014/main" id="{FD8525E8-AF41-490F-9101-6758CB38C975}"/>
              </a:ext>
            </a:extLst>
          </p:cNvPr>
          <p:cNvSpPr>
            <a:spLocks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7265">
            <a:extLst>
              <a:ext uri="{FF2B5EF4-FFF2-40B4-BE49-F238E27FC236}">
                <a16:creationId xmlns:a16="http://schemas.microsoft.com/office/drawing/2014/main" id="{DA55B353-7BC2-49E8-BD89-23D2237B5B7C}"/>
              </a:ext>
            </a:extLst>
          </p:cNvPr>
          <p:cNvSpPr>
            <a:spLocks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7266">
            <a:extLst>
              <a:ext uri="{FF2B5EF4-FFF2-40B4-BE49-F238E27FC236}">
                <a16:creationId xmlns:a16="http://schemas.microsoft.com/office/drawing/2014/main" id="{0DFF3162-5489-4D49-BD55-20DE64186F49}"/>
              </a:ext>
            </a:extLst>
          </p:cNvPr>
          <p:cNvSpPr>
            <a:spLocks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7267">
            <a:extLst>
              <a:ext uri="{FF2B5EF4-FFF2-40B4-BE49-F238E27FC236}">
                <a16:creationId xmlns:a16="http://schemas.microsoft.com/office/drawing/2014/main" id="{6D9D91D6-0E55-49EE-B285-23E0DB11F395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7268">
            <a:extLst>
              <a:ext uri="{FF2B5EF4-FFF2-40B4-BE49-F238E27FC236}">
                <a16:creationId xmlns:a16="http://schemas.microsoft.com/office/drawing/2014/main" id="{3A3A638A-EE1F-499F-9F56-03CBA1E561EB}"/>
              </a:ext>
            </a:extLst>
          </p:cNvPr>
          <p:cNvSpPr>
            <a:spLocks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7269">
            <a:extLst>
              <a:ext uri="{FF2B5EF4-FFF2-40B4-BE49-F238E27FC236}">
                <a16:creationId xmlns:a16="http://schemas.microsoft.com/office/drawing/2014/main" id="{0CDE2923-584F-47A9-B6B3-8BD1512C1F33}"/>
              </a:ext>
            </a:extLst>
          </p:cNvPr>
          <p:cNvSpPr>
            <a:spLocks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7270">
            <a:extLst>
              <a:ext uri="{FF2B5EF4-FFF2-40B4-BE49-F238E27FC236}">
                <a16:creationId xmlns:a16="http://schemas.microsoft.com/office/drawing/2014/main" id="{A2D4E60F-C0B0-4213-B797-43613E22CC6A}"/>
              </a:ext>
            </a:extLst>
          </p:cNvPr>
          <p:cNvSpPr>
            <a:spLocks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7271">
            <a:extLst>
              <a:ext uri="{FF2B5EF4-FFF2-40B4-BE49-F238E27FC236}">
                <a16:creationId xmlns:a16="http://schemas.microsoft.com/office/drawing/2014/main" id="{8FF492CC-A177-48BD-88D5-A9C93AD6A656}"/>
              </a:ext>
            </a:extLst>
          </p:cNvPr>
          <p:cNvSpPr>
            <a:spLocks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7272">
            <a:extLst>
              <a:ext uri="{FF2B5EF4-FFF2-40B4-BE49-F238E27FC236}">
                <a16:creationId xmlns:a16="http://schemas.microsoft.com/office/drawing/2014/main" id="{9CC8AC62-9981-4CA3-B9CC-7618782C3246}"/>
              </a:ext>
            </a:extLst>
          </p:cNvPr>
          <p:cNvSpPr>
            <a:spLocks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7273">
            <a:extLst>
              <a:ext uri="{FF2B5EF4-FFF2-40B4-BE49-F238E27FC236}">
                <a16:creationId xmlns:a16="http://schemas.microsoft.com/office/drawing/2014/main" id="{AF0BC384-2AB9-4113-8E13-A1F1A977DE03}"/>
              </a:ext>
            </a:extLst>
          </p:cNvPr>
          <p:cNvSpPr>
            <a:spLocks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7274">
            <a:extLst>
              <a:ext uri="{FF2B5EF4-FFF2-40B4-BE49-F238E27FC236}">
                <a16:creationId xmlns:a16="http://schemas.microsoft.com/office/drawing/2014/main" id="{4524407D-BDAE-4DEE-A37B-AFF4A90A0917}"/>
              </a:ext>
            </a:extLst>
          </p:cNvPr>
          <p:cNvSpPr>
            <a:spLocks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7275">
            <a:extLst>
              <a:ext uri="{FF2B5EF4-FFF2-40B4-BE49-F238E27FC236}">
                <a16:creationId xmlns:a16="http://schemas.microsoft.com/office/drawing/2014/main" id="{E819F47C-490A-4743-853D-A8955FF03050}"/>
              </a:ext>
            </a:extLst>
          </p:cNvPr>
          <p:cNvSpPr>
            <a:spLocks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7276">
            <a:extLst>
              <a:ext uri="{FF2B5EF4-FFF2-40B4-BE49-F238E27FC236}">
                <a16:creationId xmlns:a16="http://schemas.microsoft.com/office/drawing/2014/main" id="{5DB4953E-1061-495F-B9DE-26C3B7B6B529}"/>
              </a:ext>
            </a:extLst>
          </p:cNvPr>
          <p:cNvSpPr>
            <a:spLocks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7277">
            <a:extLst>
              <a:ext uri="{FF2B5EF4-FFF2-40B4-BE49-F238E27FC236}">
                <a16:creationId xmlns:a16="http://schemas.microsoft.com/office/drawing/2014/main" id="{AFFEB88B-4AA4-49D9-B510-4AB0CAB8C4BA}"/>
              </a:ext>
            </a:extLst>
          </p:cNvPr>
          <p:cNvSpPr>
            <a:spLocks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7278">
            <a:extLst>
              <a:ext uri="{FF2B5EF4-FFF2-40B4-BE49-F238E27FC236}">
                <a16:creationId xmlns:a16="http://schemas.microsoft.com/office/drawing/2014/main" id="{DC1D5B0B-51D6-4F06-8A9F-354C07BA7F5A}"/>
              </a:ext>
            </a:extLst>
          </p:cNvPr>
          <p:cNvSpPr>
            <a:spLocks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7279">
            <a:extLst>
              <a:ext uri="{FF2B5EF4-FFF2-40B4-BE49-F238E27FC236}">
                <a16:creationId xmlns:a16="http://schemas.microsoft.com/office/drawing/2014/main" id="{14C6D5FD-0FC5-4410-BCBE-3D2F2E2FABE0}"/>
              </a:ext>
            </a:extLst>
          </p:cNvPr>
          <p:cNvSpPr>
            <a:spLocks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7280">
            <a:extLst>
              <a:ext uri="{FF2B5EF4-FFF2-40B4-BE49-F238E27FC236}">
                <a16:creationId xmlns:a16="http://schemas.microsoft.com/office/drawing/2014/main" id="{10347B7E-1F58-4E9F-8729-F585B7C83C42}"/>
              </a:ext>
            </a:extLst>
          </p:cNvPr>
          <p:cNvSpPr>
            <a:spLocks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7281">
            <a:extLst>
              <a:ext uri="{FF2B5EF4-FFF2-40B4-BE49-F238E27FC236}">
                <a16:creationId xmlns:a16="http://schemas.microsoft.com/office/drawing/2014/main" id="{B06A1B73-974F-4713-88C7-A59EF1ABC14F}"/>
              </a:ext>
            </a:extLst>
          </p:cNvPr>
          <p:cNvSpPr>
            <a:spLocks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7282">
            <a:extLst>
              <a:ext uri="{FF2B5EF4-FFF2-40B4-BE49-F238E27FC236}">
                <a16:creationId xmlns:a16="http://schemas.microsoft.com/office/drawing/2014/main" id="{3C719AF0-A83D-42CA-ABA7-54BA58BD60D1}"/>
              </a:ext>
            </a:extLst>
          </p:cNvPr>
          <p:cNvSpPr>
            <a:spLocks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7283">
            <a:extLst>
              <a:ext uri="{FF2B5EF4-FFF2-40B4-BE49-F238E27FC236}">
                <a16:creationId xmlns:a16="http://schemas.microsoft.com/office/drawing/2014/main" id="{3DE2DE65-F5FE-4112-8675-B757867AD86C}"/>
              </a:ext>
            </a:extLst>
          </p:cNvPr>
          <p:cNvSpPr>
            <a:spLocks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7284">
            <a:extLst>
              <a:ext uri="{FF2B5EF4-FFF2-40B4-BE49-F238E27FC236}">
                <a16:creationId xmlns:a16="http://schemas.microsoft.com/office/drawing/2014/main" id="{0E3ACCB4-EF2A-4420-9FE0-D6B006057D63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7285">
            <a:extLst>
              <a:ext uri="{FF2B5EF4-FFF2-40B4-BE49-F238E27FC236}">
                <a16:creationId xmlns:a16="http://schemas.microsoft.com/office/drawing/2014/main" id="{FB536E91-D58B-4E18-915A-B185099E7D46}"/>
              </a:ext>
            </a:extLst>
          </p:cNvPr>
          <p:cNvSpPr>
            <a:spLocks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7286">
            <a:extLst>
              <a:ext uri="{FF2B5EF4-FFF2-40B4-BE49-F238E27FC236}">
                <a16:creationId xmlns:a16="http://schemas.microsoft.com/office/drawing/2014/main" id="{0AF5CCAB-77E9-4CB7-8B4B-339CFFFFC011}"/>
              </a:ext>
            </a:extLst>
          </p:cNvPr>
          <p:cNvSpPr>
            <a:spLocks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7287">
            <a:extLst>
              <a:ext uri="{FF2B5EF4-FFF2-40B4-BE49-F238E27FC236}">
                <a16:creationId xmlns:a16="http://schemas.microsoft.com/office/drawing/2014/main" id="{A68DA907-9D9D-440D-A698-963787355887}"/>
              </a:ext>
            </a:extLst>
          </p:cNvPr>
          <p:cNvSpPr>
            <a:spLocks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7288">
            <a:extLst>
              <a:ext uri="{FF2B5EF4-FFF2-40B4-BE49-F238E27FC236}">
                <a16:creationId xmlns:a16="http://schemas.microsoft.com/office/drawing/2014/main" id="{565B4B8E-DFF2-402C-B249-46483DD926AD}"/>
              </a:ext>
            </a:extLst>
          </p:cNvPr>
          <p:cNvSpPr>
            <a:spLocks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7289">
            <a:extLst>
              <a:ext uri="{FF2B5EF4-FFF2-40B4-BE49-F238E27FC236}">
                <a16:creationId xmlns:a16="http://schemas.microsoft.com/office/drawing/2014/main" id="{B1DDBE54-6CAE-493B-9488-EAA0C969A9B2}"/>
              </a:ext>
            </a:extLst>
          </p:cNvPr>
          <p:cNvSpPr>
            <a:spLocks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7290">
            <a:extLst>
              <a:ext uri="{FF2B5EF4-FFF2-40B4-BE49-F238E27FC236}">
                <a16:creationId xmlns:a16="http://schemas.microsoft.com/office/drawing/2014/main" id="{4493D3C6-406C-491C-9E84-F882E3E70600}"/>
              </a:ext>
            </a:extLst>
          </p:cNvPr>
          <p:cNvSpPr>
            <a:spLocks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7291">
            <a:extLst>
              <a:ext uri="{FF2B5EF4-FFF2-40B4-BE49-F238E27FC236}">
                <a16:creationId xmlns:a16="http://schemas.microsoft.com/office/drawing/2014/main" id="{02B98560-277E-4436-AE31-557AA78EC8D6}"/>
              </a:ext>
            </a:extLst>
          </p:cNvPr>
          <p:cNvSpPr>
            <a:spLocks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7292">
            <a:extLst>
              <a:ext uri="{FF2B5EF4-FFF2-40B4-BE49-F238E27FC236}">
                <a16:creationId xmlns:a16="http://schemas.microsoft.com/office/drawing/2014/main" id="{CE404369-9E45-4976-B3A2-5DDC57CFD185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7293">
            <a:extLst>
              <a:ext uri="{FF2B5EF4-FFF2-40B4-BE49-F238E27FC236}">
                <a16:creationId xmlns:a16="http://schemas.microsoft.com/office/drawing/2014/main" id="{99F4E540-F1DE-4831-8683-3269FA2635DF}"/>
              </a:ext>
            </a:extLst>
          </p:cNvPr>
          <p:cNvSpPr>
            <a:spLocks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7294">
            <a:extLst>
              <a:ext uri="{FF2B5EF4-FFF2-40B4-BE49-F238E27FC236}">
                <a16:creationId xmlns:a16="http://schemas.microsoft.com/office/drawing/2014/main" id="{39753092-D851-4A81-BD48-13BB917A6306}"/>
              </a:ext>
            </a:extLst>
          </p:cNvPr>
          <p:cNvSpPr>
            <a:spLocks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7295">
            <a:extLst>
              <a:ext uri="{FF2B5EF4-FFF2-40B4-BE49-F238E27FC236}">
                <a16:creationId xmlns:a16="http://schemas.microsoft.com/office/drawing/2014/main" id="{88A92DCA-E634-44DA-80CA-BCB1123969F8}"/>
              </a:ext>
            </a:extLst>
          </p:cNvPr>
          <p:cNvSpPr>
            <a:spLocks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7296">
            <a:extLst>
              <a:ext uri="{FF2B5EF4-FFF2-40B4-BE49-F238E27FC236}">
                <a16:creationId xmlns:a16="http://schemas.microsoft.com/office/drawing/2014/main" id="{F66C1E12-F5D3-4489-B36D-697E5F1A648A}"/>
              </a:ext>
            </a:extLst>
          </p:cNvPr>
          <p:cNvSpPr>
            <a:spLocks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7297">
            <a:extLst>
              <a:ext uri="{FF2B5EF4-FFF2-40B4-BE49-F238E27FC236}">
                <a16:creationId xmlns:a16="http://schemas.microsoft.com/office/drawing/2014/main" id="{418E4950-DDEC-4686-B52C-B618DD688BEB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7298">
            <a:extLst>
              <a:ext uri="{FF2B5EF4-FFF2-40B4-BE49-F238E27FC236}">
                <a16:creationId xmlns:a16="http://schemas.microsoft.com/office/drawing/2014/main" id="{6EEC28C6-4F0C-4830-BD93-F443C738FCA9}"/>
              </a:ext>
            </a:extLst>
          </p:cNvPr>
          <p:cNvSpPr>
            <a:spLocks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7299">
            <a:extLst>
              <a:ext uri="{FF2B5EF4-FFF2-40B4-BE49-F238E27FC236}">
                <a16:creationId xmlns:a16="http://schemas.microsoft.com/office/drawing/2014/main" id="{1A5CFBFA-1147-467E-9A0B-197C63B286B7}"/>
              </a:ext>
            </a:extLst>
          </p:cNvPr>
          <p:cNvSpPr>
            <a:spLocks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7300">
            <a:extLst>
              <a:ext uri="{FF2B5EF4-FFF2-40B4-BE49-F238E27FC236}">
                <a16:creationId xmlns:a16="http://schemas.microsoft.com/office/drawing/2014/main" id="{6FB0C4C6-B3E3-4876-8961-324FE5F1128E}"/>
              </a:ext>
            </a:extLst>
          </p:cNvPr>
          <p:cNvSpPr>
            <a:spLocks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7301">
            <a:extLst>
              <a:ext uri="{FF2B5EF4-FFF2-40B4-BE49-F238E27FC236}">
                <a16:creationId xmlns:a16="http://schemas.microsoft.com/office/drawing/2014/main" id="{485161F9-B82D-42EC-A8D1-9D96947062D7}"/>
              </a:ext>
            </a:extLst>
          </p:cNvPr>
          <p:cNvSpPr>
            <a:spLocks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7302">
            <a:extLst>
              <a:ext uri="{FF2B5EF4-FFF2-40B4-BE49-F238E27FC236}">
                <a16:creationId xmlns:a16="http://schemas.microsoft.com/office/drawing/2014/main" id="{F8264284-3B4F-428B-A06A-FFFAF7C91CCA}"/>
              </a:ext>
            </a:extLst>
          </p:cNvPr>
          <p:cNvSpPr>
            <a:spLocks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7303">
            <a:extLst>
              <a:ext uri="{FF2B5EF4-FFF2-40B4-BE49-F238E27FC236}">
                <a16:creationId xmlns:a16="http://schemas.microsoft.com/office/drawing/2014/main" id="{B57D06D1-9851-497B-BE0E-9DE830B35378}"/>
              </a:ext>
            </a:extLst>
          </p:cNvPr>
          <p:cNvSpPr>
            <a:spLocks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7304">
            <a:extLst>
              <a:ext uri="{FF2B5EF4-FFF2-40B4-BE49-F238E27FC236}">
                <a16:creationId xmlns:a16="http://schemas.microsoft.com/office/drawing/2014/main" id="{4349FDF2-71F7-4AF0-B99F-D919D60D9FB3}"/>
              </a:ext>
            </a:extLst>
          </p:cNvPr>
          <p:cNvSpPr>
            <a:spLocks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7305">
            <a:extLst>
              <a:ext uri="{FF2B5EF4-FFF2-40B4-BE49-F238E27FC236}">
                <a16:creationId xmlns:a16="http://schemas.microsoft.com/office/drawing/2014/main" id="{2F20394C-478F-4431-AD0C-4702461430C0}"/>
              </a:ext>
            </a:extLst>
          </p:cNvPr>
          <p:cNvSpPr>
            <a:spLocks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7306">
            <a:extLst>
              <a:ext uri="{FF2B5EF4-FFF2-40B4-BE49-F238E27FC236}">
                <a16:creationId xmlns:a16="http://schemas.microsoft.com/office/drawing/2014/main" id="{7EF60A25-CB89-4C82-9ABA-FC8DC65168C0}"/>
              </a:ext>
            </a:extLst>
          </p:cNvPr>
          <p:cNvSpPr>
            <a:spLocks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7307">
            <a:extLst>
              <a:ext uri="{FF2B5EF4-FFF2-40B4-BE49-F238E27FC236}">
                <a16:creationId xmlns:a16="http://schemas.microsoft.com/office/drawing/2014/main" id="{99FB1E5B-B489-4CA6-A10E-4818FD8B0DE3}"/>
              </a:ext>
            </a:extLst>
          </p:cNvPr>
          <p:cNvSpPr>
            <a:spLocks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7308">
            <a:extLst>
              <a:ext uri="{FF2B5EF4-FFF2-40B4-BE49-F238E27FC236}">
                <a16:creationId xmlns:a16="http://schemas.microsoft.com/office/drawing/2014/main" id="{588E678F-FD5A-4230-A4C5-EBFF8AEA8F14}"/>
              </a:ext>
            </a:extLst>
          </p:cNvPr>
          <p:cNvSpPr>
            <a:spLocks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7309">
            <a:extLst>
              <a:ext uri="{FF2B5EF4-FFF2-40B4-BE49-F238E27FC236}">
                <a16:creationId xmlns:a16="http://schemas.microsoft.com/office/drawing/2014/main" id="{F36914C7-A37F-4220-99AD-ACBE98D5C820}"/>
              </a:ext>
            </a:extLst>
          </p:cNvPr>
          <p:cNvSpPr>
            <a:spLocks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7310">
            <a:extLst>
              <a:ext uri="{FF2B5EF4-FFF2-40B4-BE49-F238E27FC236}">
                <a16:creationId xmlns:a16="http://schemas.microsoft.com/office/drawing/2014/main" id="{DCD65F92-86E2-49A5-A69A-E2FEF82E030C}"/>
              </a:ext>
            </a:extLst>
          </p:cNvPr>
          <p:cNvSpPr>
            <a:spLocks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7311">
            <a:extLst>
              <a:ext uri="{FF2B5EF4-FFF2-40B4-BE49-F238E27FC236}">
                <a16:creationId xmlns:a16="http://schemas.microsoft.com/office/drawing/2014/main" id="{56BBF4B6-721D-4BEB-A049-0B6B2EA6BAEC}"/>
              </a:ext>
            </a:extLst>
          </p:cNvPr>
          <p:cNvSpPr>
            <a:spLocks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7312">
            <a:extLst>
              <a:ext uri="{FF2B5EF4-FFF2-40B4-BE49-F238E27FC236}">
                <a16:creationId xmlns:a16="http://schemas.microsoft.com/office/drawing/2014/main" id="{0C4F0575-2077-4E70-894C-1B45F852705A}"/>
              </a:ext>
            </a:extLst>
          </p:cNvPr>
          <p:cNvSpPr>
            <a:spLocks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7313">
            <a:extLst>
              <a:ext uri="{FF2B5EF4-FFF2-40B4-BE49-F238E27FC236}">
                <a16:creationId xmlns:a16="http://schemas.microsoft.com/office/drawing/2014/main" id="{87F39522-880E-4A46-90AB-2C6B0052473A}"/>
              </a:ext>
            </a:extLst>
          </p:cNvPr>
          <p:cNvSpPr>
            <a:spLocks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7314">
            <a:extLst>
              <a:ext uri="{FF2B5EF4-FFF2-40B4-BE49-F238E27FC236}">
                <a16:creationId xmlns:a16="http://schemas.microsoft.com/office/drawing/2014/main" id="{E1649F4A-A80A-4129-AB02-24618AFED1EC}"/>
              </a:ext>
            </a:extLst>
          </p:cNvPr>
          <p:cNvSpPr>
            <a:spLocks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7315">
            <a:extLst>
              <a:ext uri="{FF2B5EF4-FFF2-40B4-BE49-F238E27FC236}">
                <a16:creationId xmlns:a16="http://schemas.microsoft.com/office/drawing/2014/main" id="{1809EAFF-788E-4B5E-82A7-1E67523E7015}"/>
              </a:ext>
            </a:extLst>
          </p:cNvPr>
          <p:cNvSpPr>
            <a:spLocks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7316">
            <a:extLst>
              <a:ext uri="{FF2B5EF4-FFF2-40B4-BE49-F238E27FC236}">
                <a16:creationId xmlns:a16="http://schemas.microsoft.com/office/drawing/2014/main" id="{872337B6-74D2-4222-BB27-6812DD6B87D7}"/>
              </a:ext>
            </a:extLst>
          </p:cNvPr>
          <p:cNvSpPr>
            <a:spLocks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7317">
            <a:extLst>
              <a:ext uri="{FF2B5EF4-FFF2-40B4-BE49-F238E27FC236}">
                <a16:creationId xmlns:a16="http://schemas.microsoft.com/office/drawing/2014/main" id="{8D9816D0-3A27-4EA4-ADD1-3D4EC96E675F}"/>
              </a:ext>
            </a:extLst>
          </p:cNvPr>
          <p:cNvSpPr>
            <a:spLocks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7318">
            <a:extLst>
              <a:ext uri="{FF2B5EF4-FFF2-40B4-BE49-F238E27FC236}">
                <a16:creationId xmlns:a16="http://schemas.microsoft.com/office/drawing/2014/main" id="{9B157661-48A6-4268-B7A2-F1CF47B7C4B0}"/>
              </a:ext>
            </a:extLst>
          </p:cNvPr>
          <p:cNvSpPr>
            <a:spLocks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7319">
            <a:extLst>
              <a:ext uri="{FF2B5EF4-FFF2-40B4-BE49-F238E27FC236}">
                <a16:creationId xmlns:a16="http://schemas.microsoft.com/office/drawing/2014/main" id="{215CB83C-5F81-4B36-8932-8B5650319353}"/>
              </a:ext>
            </a:extLst>
          </p:cNvPr>
          <p:cNvSpPr>
            <a:spLocks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7320">
            <a:extLst>
              <a:ext uri="{FF2B5EF4-FFF2-40B4-BE49-F238E27FC236}">
                <a16:creationId xmlns:a16="http://schemas.microsoft.com/office/drawing/2014/main" id="{C7D63AD1-6953-4D45-B22E-E3266CEB594F}"/>
              </a:ext>
            </a:extLst>
          </p:cNvPr>
          <p:cNvSpPr>
            <a:spLocks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7321">
            <a:extLst>
              <a:ext uri="{FF2B5EF4-FFF2-40B4-BE49-F238E27FC236}">
                <a16:creationId xmlns:a16="http://schemas.microsoft.com/office/drawing/2014/main" id="{18ECEECF-7B7E-4393-B5A0-C13A011225AC}"/>
              </a:ext>
            </a:extLst>
          </p:cNvPr>
          <p:cNvSpPr>
            <a:spLocks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7322">
            <a:extLst>
              <a:ext uri="{FF2B5EF4-FFF2-40B4-BE49-F238E27FC236}">
                <a16:creationId xmlns:a16="http://schemas.microsoft.com/office/drawing/2014/main" id="{8229A235-C2F9-487F-A739-6117DB6AA7E5}"/>
              </a:ext>
            </a:extLst>
          </p:cNvPr>
          <p:cNvSpPr>
            <a:spLocks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7323">
            <a:extLst>
              <a:ext uri="{FF2B5EF4-FFF2-40B4-BE49-F238E27FC236}">
                <a16:creationId xmlns:a16="http://schemas.microsoft.com/office/drawing/2014/main" id="{1CD1DD5F-714A-4A62-AC9C-13EEF5C8AED4}"/>
              </a:ext>
            </a:extLst>
          </p:cNvPr>
          <p:cNvSpPr>
            <a:spLocks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7324">
            <a:extLst>
              <a:ext uri="{FF2B5EF4-FFF2-40B4-BE49-F238E27FC236}">
                <a16:creationId xmlns:a16="http://schemas.microsoft.com/office/drawing/2014/main" id="{14BE7325-95C3-4E99-AB3A-F343959C72DA}"/>
              </a:ext>
            </a:extLst>
          </p:cNvPr>
          <p:cNvSpPr>
            <a:spLocks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7325">
            <a:extLst>
              <a:ext uri="{FF2B5EF4-FFF2-40B4-BE49-F238E27FC236}">
                <a16:creationId xmlns:a16="http://schemas.microsoft.com/office/drawing/2014/main" id="{9F1D812E-3421-41BE-BF45-16092000F011}"/>
              </a:ext>
            </a:extLst>
          </p:cNvPr>
          <p:cNvSpPr>
            <a:spLocks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7326">
            <a:extLst>
              <a:ext uri="{FF2B5EF4-FFF2-40B4-BE49-F238E27FC236}">
                <a16:creationId xmlns:a16="http://schemas.microsoft.com/office/drawing/2014/main" id="{B5124063-E309-4788-BC22-CF70E32530AD}"/>
              </a:ext>
            </a:extLst>
          </p:cNvPr>
          <p:cNvSpPr>
            <a:spLocks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7327">
            <a:extLst>
              <a:ext uri="{FF2B5EF4-FFF2-40B4-BE49-F238E27FC236}">
                <a16:creationId xmlns:a16="http://schemas.microsoft.com/office/drawing/2014/main" id="{B218B067-9D5A-428E-9708-15258C5CB120}"/>
              </a:ext>
            </a:extLst>
          </p:cNvPr>
          <p:cNvSpPr>
            <a:spLocks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7328">
            <a:extLst>
              <a:ext uri="{FF2B5EF4-FFF2-40B4-BE49-F238E27FC236}">
                <a16:creationId xmlns:a16="http://schemas.microsoft.com/office/drawing/2014/main" id="{5351B390-FA9D-4F10-A7B2-AD6BBB4C5A48}"/>
              </a:ext>
            </a:extLst>
          </p:cNvPr>
          <p:cNvSpPr>
            <a:spLocks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7329">
            <a:extLst>
              <a:ext uri="{FF2B5EF4-FFF2-40B4-BE49-F238E27FC236}">
                <a16:creationId xmlns:a16="http://schemas.microsoft.com/office/drawing/2014/main" id="{01FAD1AF-50EB-491C-BBA2-5BB1428DDFBD}"/>
              </a:ext>
            </a:extLst>
          </p:cNvPr>
          <p:cNvSpPr>
            <a:spLocks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7330">
            <a:extLst>
              <a:ext uri="{FF2B5EF4-FFF2-40B4-BE49-F238E27FC236}">
                <a16:creationId xmlns:a16="http://schemas.microsoft.com/office/drawing/2014/main" id="{4FC021E0-792F-4113-932D-DC055B9E7D49}"/>
              </a:ext>
            </a:extLst>
          </p:cNvPr>
          <p:cNvSpPr>
            <a:spLocks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7331">
            <a:extLst>
              <a:ext uri="{FF2B5EF4-FFF2-40B4-BE49-F238E27FC236}">
                <a16:creationId xmlns:a16="http://schemas.microsoft.com/office/drawing/2014/main" id="{200EE6FE-FA3F-4A32-80CD-08F76422850B}"/>
              </a:ext>
            </a:extLst>
          </p:cNvPr>
          <p:cNvSpPr>
            <a:spLocks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7332">
            <a:extLst>
              <a:ext uri="{FF2B5EF4-FFF2-40B4-BE49-F238E27FC236}">
                <a16:creationId xmlns:a16="http://schemas.microsoft.com/office/drawing/2014/main" id="{57716BCF-EEAD-4EB9-B10D-BD5BA94B6FC7}"/>
              </a:ext>
            </a:extLst>
          </p:cNvPr>
          <p:cNvSpPr>
            <a:spLocks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7333">
            <a:extLst>
              <a:ext uri="{FF2B5EF4-FFF2-40B4-BE49-F238E27FC236}">
                <a16:creationId xmlns:a16="http://schemas.microsoft.com/office/drawing/2014/main" id="{B09F5AD4-3AED-4A42-ADC0-7600446D1BD1}"/>
              </a:ext>
            </a:extLst>
          </p:cNvPr>
          <p:cNvSpPr>
            <a:spLocks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7334">
            <a:extLst>
              <a:ext uri="{FF2B5EF4-FFF2-40B4-BE49-F238E27FC236}">
                <a16:creationId xmlns:a16="http://schemas.microsoft.com/office/drawing/2014/main" id="{1E992AE9-0122-4EDF-BCE9-9AD444962ACC}"/>
              </a:ext>
            </a:extLst>
          </p:cNvPr>
          <p:cNvSpPr>
            <a:spLocks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7335">
            <a:extLst>
              <a:ext uri="{FF2B5EF4-FFF2-40B4-BE49-F238E27FC236}">
                <a16:creationId xmlns:a16="http://schemas.microsoft.com/office/drawing/2014/main" id="{F8D1A076-A4FB-49F1-9E6A-AE93144C21DA}"/>
              </a:ext>
            </a:extLst>
          </p:cNvPr>
          <p:cNvSpPr>
            <a:spLocks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7336">
            <a:extLst>
              <a:ext uri="{FF2B5EF4-FFF2-40B4-BE49-F238E27FC236}">
                <a16:creationId xmlns:a16="http://schemas.microsoft.com/office/drawing/2014/main" id="{0E20B7AC-6991-4131-B6A8-27632DFAD92B}"/>
              </a:ext>
            </a:extLst>
          </p:cNvPr>
          <p:cNvSpPr>
            <a:spLocks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7337">
            <a:extLst>
              <a:ext uri="{FF2B5EF4-FFF2-40B4-BE49-F238E27FC236}">
                <a16:creationId xmlns:a16="http://schemas.microsoft.com/office/drawing/2014/main" id="{BC4B786C-6B2C-43FD-B47D-0896E80DB756}"/>
              </a:ext>
            </a:extLst>
          </p:cNvPr>
          <p:cNvSpPr>
            <a:spLocks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7338">
            <a:extLst>
              <a:ext uri="{FF2B5EF4-FFF2-40B4-BE49-F238E27FC236}">
                <a16:creationId xmlns:a16="http://schemas.microsoft.com/office/drawing/2014/main" id="{5D4617DD-8338-4BDF-B717-E6A3F1A8BD60}"/>
              </a:ext>
            </a:extLst>
          </p:cNvPr>
          <p:cNvSpPr>
            <a:spLocks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7339">
            <a:extLst>
              <a:ext uri="{FF2B5EF4-FFF2-40B4-BE49-F238E27FC236}">
                <a16:creationId xmlns:a16="http://schemas.microsoft.com/office/drawing/2014/main" id="{7867749B-8DC2-47BD-8783-EBE597665E9F}"/>
              </a:ext>
            </a:extLst>
          </p:cNvPr>
          <p:cNvSpPr>
            <a:spLocks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7340">
            <a:extLst>
              <a:ext uri="{FF2B5EF4-FFF2-40B4-BE49-F238E27FC236}">
                <a16:creationId xmlns:a16="http://schemas.microsoft.com/office/drawing/2014/main" id="{F64C87BE-E371-40AF-AB03-4194B1056A56}"/>
              </a:ext>
            </a:extLst>
          </p:cNvPr>
          <p:cNvSpPr>
            <a:spLocks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7341">
            <a:extLst>
              <a:ext uri="{FF2B5EF4-FFF2-40B4-BE49-F238E27FC236}">
                <a16:creationId xmlns:a16="http://schemas.microsoft.com/office/drawing/2014/main" id="{F8A2E93E-91D8-42D3-82FE-B449F1646D15}"/>
              </a:ext>
            </a:extLst>
          </p:cNvPr>
          <p:cNvSpPr>
            <a:spLocks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7342">
            <a:extLst>
              <a:ext uri="{FF2B5EF4-FFF2-40B4-BE49-F238E27FC236}">
                <a16:creationId xmlns:a16="http://schemas.microsoft.com/office/drawing/2014/main" id="{850534D6-C987-41AD-AB76-5CD9F17FB8F0}"/>
              </a:ext>
            </a:extLst>
          </p:cNvPr>
          <p:cNvSpPr>
            <a:spLocks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7343">
            <a:extLst>
              <a:ext uri="{FF2B5EF4-FFF2-40B4-BE49-F238E27FC236}">
                <a16:creationId xmlns:a16="http://schemas.microsoft.com/office/drawing/2014/main" id="{50FD0E1B-960C-4499-8528-084A57D8B64E}"/>
              </a:ext>
            </a:extLst>
          </p:cNvPr>
          <p:cNvSpPr>
            <a:spLocks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7344">
            <a:extLst>
              <a:ext uri="{FF2B5EF4-FFF2-40B4-BE49-F238E27FC236}">
                <a16:creationId xmlns:a16="http://schemas.microsoft.com/office/drawing/2014/main" id="{D6A31721-EF2E-4F42-A698-60D7C7D417EC}"/>
              </a:ext>
            </a:extLst>
          </p:cNvPr>
          <p:cNvSpPr>
            <a:spLocks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7345">
            <a:extLst>
              <a:ext uri="{FF2B5EF4-FFF2-40B4-BE49-F238E27FC236}">
                <a16:creationId xmlns:a16="http://schemas.microsoft.com/office/drawing/2014/main" id="{2642551C-A328-4F3B-93CC-F80EA2C86F3E}"/>
              </a:ext>
            </a:extLst>
          </p:cNvPr>
          <p:cNvSpPr>
            <a:spLocks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7346">
            <a:extLst>
              <a:ext uri="{FF2B5EF4-FFF2-40B4-BE49-F238E27FC236}">
                <a16:creationId xmlns:a16="http://schemas.microsoft.com/office/drawing/2014/main" id="{1E9090F1-B5BB-4103-9B96-4B7EAEEC75E7}"/>
              </a:ext>
            </a:extLst>
          </p:cNvPr>
          <p:cNvSpPr>
            <a:spLocks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7347">
            <a:extLst>
              <a:ext uri="{FF2B5EF4-FFF2-40B4-BE49-F238E27FC236}">
                <a16:creationId xmlns:a16="http://schemas.microsoft.com/office/drawing/2014/main" id="{DD2ECEEB-A465-4F64-896E-D5D4F71A8945}"/>
              </a:ext>
            </a:extLst>
          </p:cNvPr>
          <p:cNvSpPr>
            <a:spLocks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7348">
            <a:extLst>
              <a:ext uri="{FF2B5EF4-FFF2-40B4-BE49-F238E27FC236}">
                <a16:creationId xmlns:a16="http://schemas.microsoft.com/office/drawing/2014/main" id="{9307777C-8B92-4524-AD14-F24F4E030421}"/>
              </a:ext>
            </a:extLst>
          </p:cNvPr>
          <p:cNvSpPr>
            <a:spLocks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7349">
            <a:extLst>
              <a:ext uri="{FF2B5EF4-FFF2-40B4-BE49-F238E27FC236}">
                <a16:creationId xmlns:a16="http://schemas.microsoft.com/office/drawing/2014/main" id="{605F19A6-C78A-4976-A2C1-32EB6B9F2523}"/>
              </a:ext>
            </a:extLst>
          </p:cNvPr>
          <p:cNvSpPr>
            <a:spLocks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7350">
            <a:extLst>
              <a:ext uri="{FF2B5EF4-FFF2-40B4-BE49-F238E27FC236}">
                <a16:creationId xmlns:a16="http://schemas.microsoft.com/office/drawing/2014/main" id="{BF02977D-8A9B-48F3-B97B-99DE0102B373}"/>
              </a:ext>
            </a:extLst>
          </p:cNvPr>
          <p:cNvSpPr>
            <a:spLocks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7351">
            <a:extLst>
              <a:ext uri="{FF2B5EF4-FFF2-40B4-BE49-F238E27FC236}">
                <a16:creationId xmlns:a16="http://schemas.microsoft.com/office/drawing/2014/main" id="{EC0F674D-B719-40E3-B2FB-05C1D5AC2EA7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7352">
            <a:extLst>
              <a:ext uri="{FF2B5EF4-FFF2-40B4-BE49-F238E27FC236}">
                <a16:creationId xmlns:a16="http://schemas.microsoft.com/office/drawing/2014/main" id="{CF6B0EF0-CB57-49E6-91CA-8EDF0F928FC5}"/>
              </a:ext>
            </a:extLst>
          </p:cNvPr>
          <p:cNvSpPr>
            <a:spLocks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7353">
            <a:extLst>
              <a:ext uri="{FF2B5EF4-FFF2-40B4-BE49-F238E27FC236}">
                <a16:creationId xmlns:a16="http://schemas.microsoft.com/office/drawing/2014/main" id="{3E785049-A0CA-4AA0-8D4B-81D608142055}"/>
              </a:ext>
            </a:extLst>
          </p:cNvPr>
          <p:cNvSpPr>
            <a:spLocks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7354">
            <a:extLst>
              <a:ext uri="{FF2B5EF4-FFF2-40B4-BE49-F238E27FC236}">
                <a16:creationId xmlns:a16="http://schemas.microsoft.com/office/drawing/2014/main" id="{0B590445-CEA1-4A43-AE78-F3AE5A163412}"/>
              </a:ext>
            </a:extLst>
          </p:cNvPr>
          <p:cNvSpPr>
            <a:spLocks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7355">
            <a:extLst>
              <a:ext uri="{FF2B5EF4-FFF2-40B4-BE49-F238E27FC236}">
                <a16:creationId xmlns:a16="http://schemas.microsoft.com/office/drawing/2014/main" id="{096232D7-AB0B-4BF8-AC05-75094C08C3BC}"/>
              </a:ext>
            </a:extLst>
          </p:cNvPr>
          <p:cNvSpPr>
            <a:spLocks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7356">
            <a:extLst>
              <a:ext uri="{FF2B5EF4-FFF2-40B4-BE49-F238E27FC236}">
                <a16:creationId xmlns:a16="http://schemas.microsoft.com/office/drawing/2014/main" id="{E7B12EBF-4738-40D3-B0A0-15CB23CC2493}"/>
              </a:ext>
            </a:extLst>
          </p:cNvPr>
          <p:cNvSpPr>
            <a:spLocks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7357">
            <a:extLst>
              <a:ext uri="{FF2B5EF4-FFF2-40B4-BE49-F238E27FC236}">
                <a16:creationId xmlns:a16="http://schemas.microsoft.com/office/drawing/2014/main" id="{8A35E9D7-D65F-4802-A85D-1D7D6D584514}"/>
              </a:ext>
            </a:extLst>
          </p:cNvPr>
          <p:cNvSpPr>
            <a:spLocks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7358">
            <a:extLst>
              <a:ext uri="{FF2B5EF4-FFF2-40B4-BE49-F238E27FC236}">
                <a16:creationId xmlns:a16="http://schemas.microsoft.com/office/drawing/2014/main" id="{B14CDADA-A423-4556-89ED-9B476E7D1DAE}"/>
              </a:ext>
            </a:extLst>
          </p:cNvPr>
          <p:cNvSpPr>
            <a:spLocks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7359">
            <a:extLst>
              <a:ext uri="{FF2B5EF4-FFF2-40B4-BE49-F238E27FC236}">
                <a16:creationId xmlns:a16="http://schemas.microsoft.com/office/drawing/2014/main" id="{3A9FAD9F-6309-445B-9CB4-5C0AA98A0351}"/>
              </a:ext>
            </a:extLst>
          </p:cNvPr>
          <p:cNvSpPr>
            <a:spLocks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7360">
            <a:extLst>
              <a:ext uri="{FF2B5EF4-FFF2-40B4-BE49-F238E27FC236}">
                <a16:creationId xmlns:a16="http://schemas.microsoft.com/office/drawing/2014/main" id="{EBF1FBC6-0938-4C47-86A6-319AB9581983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7361">
            <a:extLst>
              <a:ext uri="{FF2B5EF4-FFF2-40B4-BE49-F238E27FC236}">
                <a16:creationId xmlns:a16="http://schemas.microsoft.com/office/drawing/2014/main" id="{29A02514-0F3C-4DE6-AAD5-142588F9CA98}"/>
              </a:ext>
            </a:extLst>
          </p:cNvPr>
          <p:cNvSpPr>
            <a:spLocks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7362">
            <a:extLst>
              <a:ext uri="{FF2B5EF4-FFF2-40B4-BE49-F238E27FC236}">
                <a16:creationId xmlns:a16="http://schemas.microsoft.com/office/drawing/2014/main" id="{EC3602B4-3F0A-43D0-A4EF-C0490AA90F12}"/>
              </a:ext>
            </a:extLst>
          </p:cNvPr>
          <p:cNvSpPr>
            <a:spLocks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7363">
            <a:extLst>
              <a:ext uri="{FF2B5EF4-FFF2-40B4-BE49-F238E27FC236}">
                <a16:creationId xmlns:a16="http://schemas.microsoft.com/office/drawing/2014/main" id="{AEA027D1-3057-4B09-B1B6-98047FFFD78C}"/>
              </a:ext>
            </a:extLst>
          </p:cNvPr>
          <p:cNvSpPr>
            <a:spLocks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7364">
            <a:extLst>
              <a:ext uri="{FF2B5EF4-FFF2-40B4-BE49-F238E27FC236}">
                <a16:creationId xmlns:a16="http://schemas.microsoft.com/office/drawing/2014/main" id="{5527B46C-6903-4871-B41B-E06886BD7600}"/>
              </a:ext>
            </a:extLst>
          </p:cNvPr>
          <p:cNvSpPr>
            <a:spLocks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7365">
            <a:extLst>
              <a:ext uri="{FF2B5EF4-FFF2-40B4-BE49-F238E27FC236}">
                <a16:creationId xmlns:a16="http://schemas.microsoft.com/office/drawing/2014/main" id="{F54381E8-6927-4EE8-A968-8661A2416C6D}"/>
              </a:ext>
            </a:extLst>
          </p:cNvPr>
          <p:cNvSpPr>
            <a:spLocks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7366">
            <a:extLst>
              <a:ext uri="{FF2B5EF4-FFF2-40B4-BE49-F238E27FC236}">
                <a16:creationId xmlns:a16="http://schemas.microsoft.com/office/drawing/2014/main" id="{6E0EBB24-B1BC-4B21-8818-07E45989D5AB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7367">
            <a:extLst>
              <a:ext uri="{FF2B5EF4-FFF2-40B4-BE49-F238E27FC236}">
                <a16:creationId xmlns:a16="http://schemas.microsoft.com/office/drawing/2014/main" id="{9F790D29-2D60-40AE-8894-C9C9DCC768B7}"/>
              </a:ext>
            </a:extLst>
          </p:cNvPr>
          <p:cNvSpPr>
            <a:spLocks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7368">
            <a:extLst>
              <a:ext uri="{FF2B5EF4-FFF2-40B4-BE49-F238E27FC236}">
                <a16:creationId xmlns:a16="http://schemas.microsoft.com/office/drawing/2014/main" id="{6D2B1C23-68CF-49C9-931D-E43B7CA02CBE}"/>
              </a:ext>
            </a:extLst>
          </p:cNvPr>
          <p:cNvSpPr>
            <a:spLocks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7369">
            <a:extLst>
              <a:ext uri="{FF2B5EF4-FFF2-40B4-BE49-F238E27FC236}">
                <a16:creationId xmlns:a16="http://schemas.microsoft.com/office/drawing/2014/main" id="{8419BF9F-70D4-41B5-8229-D918DF9BF82B}"/>
              </a:ext>
            </a:extLst>
          </p:cNvPr>
          <p:cNvSpPr>
            <a:spLocks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7370">
            <a:extLst>
              <a:ext uri="{FF2B5EF4-FFF2-40B4-BE49-F238E27FC236}">
                <a16:creationId xmlns:a16="http://schemas.microsoft.com/office/drawing/2014/main" id="{FD5CECE8-1F75-4145-B97E-74F5898E3956}"/>
              </a:ext>
            </a:extLst>
          </p:cNvPr>
          <p:cNvSpPr>
            <a:spLocks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7371">
            <a:extLst>
              <a:ext uri="{FF2B5EF4-FFF2-40B4-BE49-F238E27FC236}">
                <a16:creationId xmlns:a16="http://schemas.microsoft.com/office/drawing/2014/main" id="{11E2AD6C-EA23-48CB-83C8-6BFB4B0C837D}"/>
              </a:ext>
            </a:extLst>
          </p:cNvPr>
          <p:cNvSpPr>
            <a:spLocks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7372">
            <a:extLst>
              <a:ext uri="{FF2B5EF4-FFF2-40B4-BE49-F238E27FC236}">
                <a16:creationId xmlns:a16="http://schemas.microsoft.com/office/drawing/2014/main" id="{4E6EEF2D-2460-42A7-8067-03097D310BB2}"/>
              </a:ext>
            </a:extLst>
          </p:cNvPr>
          <p:cNvSpPr>
            <a:spLocks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7373">
            <a:extLst>
              <a:ext uri="{FF2B5EF4-FFF2-40B4-BE49-F238E27FC236}">
                <a16:creationId xmlns:a16="http://schemas.microsoft.com/office/drawing/2014/main" id="{BD5A76C4-DB92-4E01-A4B5-AE42E8053815}"/>
              </a:ext>
            </a:extLst>
          </p:cNvPr>
          <p:cNvSpPr>
            <a:spLocks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7374">
            <a:extLst>
              <a:ext uri="{FF2B5EF4-FFF2-40B4-BE49-F238E27FC236}">
                <a16:creationId xmlns:a16="http://schemas.microsoft.com/office/drawing/2014/main" id="{3665377B-F196-4374-8038-D6B5DD1B99A5}"/>
              </a:ext>
            </a:extLst>
          </p:cNvPr>
          <p:cNvSpPr>
            <a:spLocks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7375">
            <a:extLst>
              <a:ext uri="{FF2B5EF4-FFF2-40B4-BE49-F238E27FC236}">
                <a16:creationId xmlns:a16="http://schemas.microsoft.com/office/drawing/2014/main" id="{388A6DAA-974A-485E-82B6-4CBBD350804D}"/>
              </a:ext>
            </a:extLst>
          </p:cNvPr>
          <p:cNvSpPr>
            <a:spLocks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7376">
            <a:extLst>
              <a:ext uri="{FF2B5EF4-FFF2-40B4-BE49-F238E27FC236}">
                <a16:creationId xmlns:a16="http://schemas.microsoft.com/office/drawing/2014/main" id="{5EEC275A-8B7A-4B16-99F4-785358C7BBBD}"/>
              </a:ext>
            </a:extLst>
          </p:cNvPr>
          <p:cNvSpPr>
            <a:spLocks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7377">
            <a:extLst>
              <a:ext uri="{FF2B5EF4-FFF2-40B4-BE49-F238E27FC236}">
                <a16:creationId xmlns:a16="http://schemas.microsoft.com/office/drawing/2014/main" id="{C4A371E5-E5E2-47D0-9580-61F71145F470}"/>
              </a:ext>
            </a:extLst>
          </p:cNvPr>
          <p:cNvSpPr>
            <a:spLocks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7378">
            <a:extLst>
              <a:ext uri="{FF2B5EF4-FFF2-40B4-BE49-F238E27FC236}">
                <a16:creationId xmlns:a16="http://schemas.microsoft.com/office/drawing/2014/main" id="{40658EF9-16AE-481C-8769-652D8C5756ED}"/>
              </a:ext>
            </a:extLst>
          </p:cNvPr>
          <p:cNvSpPr>
            <a:spLocks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7379">
            <a:extLst>
              <a:ext uri="{FF2B5EF4-FFF2-40B4-BE49-F238E27FC236}">
                <a16:creationId xmlns:a16="http://schemas.microsoft.com/office/drawing/2014/main" id="{B2855AA3-388D-4EFD-BCE8-3AFF69C47E74}"/>
              </a:ext>
            </a:extLst>
          </p:cNvPr>
          <p:cNvSpPr>
            <a:spLocks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7380">
            <a:extLst>
              <a:ext uri="{FF2B5EF4-FFF2-40B4-BE49-F238E27FC236}">
                <a16:creationId xmlns:a16="http://schemas.microsoft.com/office/drawing/2014/main" id="{1A90F0B9-4CAE-4218-9980-EE624D574728}"/>
              </a:ext>
            </a:extLst>
          </p:cNvPr>
          <p:cNvSpPr>
            <a:spLocks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7381">
            <a:extLst>
              <a:ext uri="{FF2B5EF4-FFF2-40B4-BE49-F238E27FC236}">
                <a16:creationId xmlns:a16="http://schemas.microsoft.com/office/drawing/2014/main" id="{A53092E6-DAE7-46ED-B7BB-5474E1B1F010}"/>
              </a:ext>
            </a:extLst>
          </p:cNvPr>
          <p:cNvSpPr>
            <a:spLocks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7382">
            <a:extLst>
              <a:ext uri="{FF2B5EF4-FFF2-40B4-BE49-F238E27FC236}">
                <a16:creationId xmlns:a16="http://schemas.microsoft.com/office/drawing/2014/main" id="{1E40116D-31DE-4A5E-9673-0B5B754C20ED}"/>
              </a:ext>
            </a:extLst>
          </p:cNvPr>
          <p:cNvSpPr>
            <a:spLocks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7383">
            <a:extLst>
              <a:ext uri="{FF2B5EF4-FFF2-40B4-BE49-F238E27FC236}">
                <a16:creationId xmlns:a16="http://schemas.microsoft.com/office/drawing/2014/main" id="{EB5FBBCB-2A90-4736-A36A-51C6F92D0051}"/>
              </a:ext>
            </a:extLst>
          </p:cNvPr>
          <p:cNvSpPr>
            <a:spLocks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7384">
            <a:extLst>
              <a:ext uri="{FF2B5EF4-FFF2-40B4-BE49-F238E27FC236}">
                <a16:creationId xmlns:a16="http://schemas.microsoft.com/office/drawing/2014/main" id="{EE17426D-02F2-43C7-AF35-FC48876BDEDC}"/>
              </a:ext>
            </a:extLst>
          </p:cNvPr>
          <p:cNvSpPr>
            <a:spLocks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7385">
            <a:extLst>
              <a:ext uri="{FF2B5EF4-FFF2-40B4-BE49-F238E27FC236}">
                <a16:creationId xmlns:a16="http://schemas.microsoft.com/office/drawing/2014/main" id="{A47B7427-6C3D-4B80-98C4-4E3EB2AF2337}"/>
              </a:ext>
            </a:extLst>
          </p:cNvPr>
          <p:cNvSpPr>
            <a:spLocks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7386">
            <a:extLst>
              <a:ext uri="{FF2B5EF4-FFF2-40B4-BE49-F238E27FC236}">
                <a16:creationId xmlns:a16="http://schemas.microsoft.com/office/drawing/2014/main" id="{9958431A-4AC6-46BE-A089-2D0CF1E62A2B}"/>
              </a:ext>
            </a:extLst>
          </p:cNvPr>
          <p:cNvSpPr>
            <a:spLocks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7387">
            <a:extLst>
              <a:ext uri="{FF2B5EF4-FFF2-40B4-BE49-F238E27FC236}">
                <a16:creationId xmlns:a16="http://schemas.microsoft.com/office/drawing/2014/main" id="{F7BA0BC5-79E0-4E9B-A8C0-A8BC27EB7361}"/>
              </a:ext>
            </a:extLst>
          </p:cNvPr>
          <p:cNvSpPr>
            <a:spLocks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7388">
            <a:extLst>
              <a:ext uri="{FF2B5EF4-FFF2-40B4-BE49-F238E27FC236}">
                <a16:creationId xmlns:a16="http://schemas.microsoft.com/office/drawing/2014/main" id="{950C7E54-A9C2-4AF6-8106-66A167ECD867}"/>
              </a:ext>
            </a:extLst>
          </p:cNvPr>
          <p:cNvSpPr>
            <a:spLocks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7389">
            <a:extLst>
              <a:ext uri="{FF2B5EF4-FFF2-40B4-BE49-F238E27FC236}">
                <a16:creationId xmlns:a16="http://schemas.microsoft.com/office/drawing/2014/main" id="{71ED4D4D-5B50-4EA9-B7F3-9182F9A59C21}"/>
              </a:ext>
            </a:extLst>
          </p:cNvPr>
          <p:cNvSpPr>
            <a:spLocks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7390">
            <a:extLst>
              <a:ext uri="{FF2B5EF4-FFF2-40B4-BE49-F238E27FC236}">
                <a16:creationId xmlns:a16="http://schemas.microsoft.com/office/drawing/2014/main" id="{E1CBBA5C-79CC-4ADE-9090-F0729248C228}"/>
              </a:ext>
            </a:extLst>
          </p:cNvPr>
          <p:cNvSpPr>
            <a:spLocks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7391">
            <a:extLst>
              <a:ext uri="{FF2B5EF4-FFF2-40B4-BE49-F238E27FC236}">
                <a16:creationId xmlns:a16="http://schemas.microsoft.com/office/drawing/2014/main" id="{80ACD572-D3C4-427D-B66D-7EC81A67CBCE}"/>
              </a:ext>
            </a:extLst>
          </p:cNvPr>
          <p:cNvSpPr>
            <a:spLocks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7392">
            <a:extLst>
              <a:ext uri="{FF2B5EF4-FFF2-40B4-BE49-F238E27FC236}">
                <a16:creationId xmlns:a16="http://schemas.microsoft.com/office/drawing/2014/main" id="{3078B539-6AF6-46A7-9823-4041EDF55E4C}"/>
              </a:ext>
            </a:extLst>
          </p:cNvPr>
          <p:cNvSpPr>
            <a:spLocks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7393">
            <a:extLst>
              <a:ext uri="{FF2B5EF4-FFF2-40B4-BE49-F238E27FC236}">
                <a16:creationId xmlns:a16="http://schemas.microsoft.com/office/drawing/2014/main" id="{54E6F0B5-30D3-4C14-8327-3E1B68E4E559}"/>
              </a:ext>
            </a:extLst>
          </p:cNvPr>
          <p:cNvSpPr>
            <a:spLocks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7394">
            <a:extLst>
              <a:ext uri="{FF2B5EF4-FFF2-40B4-BE49-F238E27FC236}">
                <a16:creationId xmlns:a16="http://schemas.microsoft.com/office/drawing/2014/main" id="{89CEC2A1-30B9-424D-B8AC-42AF41D8640A}"/>
              </a:ext>
            </a:extLst>
          </p:cNvPr>
          <p:cNvSpPr>
            <a:spLocks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7395">
            <a:extLst>
              <a:ext uri="{FF2B5EF4-FFF2-40B4-BE49-F238E27FC236}">
                <a16:creationId xmlns:a16="http://schemas.microsoft.com/office/drawing/2014/main" id="{A4E9AAE1-BEFF-4004-B56C-323101354FF3}"/>
              </a:ext>
            </a:extLst>
          </p:cNvPr>
          <p:cNvSpPr>
            <a:spLocks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7396">
            <a:extLst>
              <a:ext uri="{FF2B5EF4-FFF2-40B4-BE49-F238E27FC236}">
                <a16:creationId xmlns:a16="http://schemas.microsoft.com/office/drawing/2014/main" id="{14FD2E34-D3C4-4CEC-B0DF-1CE819015AF3}"/>
              </a:ext>
            </a:extLst>
          </p:cNvPr>
          <p:cNvSpPr>
            <a:spLocks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7397">
            <a:extLst>
              <a:ext uri="{FF2B5EF4-FFF2-40B4-BE49-F238E27FC236}">
                <a16:creationId xmlns:a16="http://schemas.microsoft.com/office/drawing/2014/main" id="{7284AD76-D843-4357-8A92-7A234AE3F00E}"/>
              </a:ext>
            </a:extLst>
          </p:cNvPr>
          <p:cNvSpPr>
            <a:spLocks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7398">
            <a:extLst>
              <a:ext uri="{FF2B5EF4-FFF2-40B4-BE49-F238E27FC236}">
                <a16:creationId xmlns:a16="http://schemas.microsoft.com/office/drawing/2014/main" id="{A8F7CC5F-8037-4C65-8430-D8AC0609B922}"/>
              </a:ext>
            </a:extLst>
          </p:cNvPr>
          <p:cNvSpPr>
            <a:spLocks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7399">
            <a:extLst>
              <a:ext uri="{FF2B5EF4-FFF2-40B4-BE49-F238E27FC236}">
                <a16:creationId xmlns:a16="http://schemas.microsoft.com/office/drawing/2014/main" id="{DBBB7D6A-A91A-4454-8EF9-C04E83D670C3}"/>
              </a:ext>
            </a:extLst>
          </p:cNvPr>
          <p:cNvSpPr>
            <a:spLocks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7400">
            <a:extLst>
              <a:ext uri="{FF2B5EF4-FFF2-40B4-BE49-F238E27FC236}">
                <a16:creationId xmlns:a16="http://schemas.microsoft.com/office/drawing/2014/main" id="{C1E42B2E-0B6E-4F7E-A57C-A3FD1CA2BD4E}"/>
              </a:ext>
            </a:extLst>
          </p:cNvPr>
          <p:cNvSpPr>
            <a:spLocks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7401">
            <a:extLst>
              <a:ext uri="{FF2B5EF4-FFF2-40B4-BE49-F238E27FC236}">
                <a16:creationId xmlns:a16="http://schemas.microsoft.com/office/drawing/2014/main" id="{9697C1C3-13FD-4C3C-8F86-EFA5DDBBF888}"/>
              </a:ext>
            </a:extLst>
          </p:cNvPr>
          <p:cNvSpPr>
            <a:spLocks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7402">
            <a:extLst>
              <a:ext uri="{FF2B5EF4-FFF2-40B4-BE49-F238E27FC236}">
                <a16:creationId xmlns:a16="http://schemas.microsoft.com/office/drawing/2014/main" id="{03782647-3414-42A2-8AC0-8A91D243BEEF}"/>
              </a:ext>
            </a:extLst>
          </p:cNvPr>
          <p:cNvSpPr>
            <a:spLocks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7403">
            <a:extLst>
              <a:ext uri="{FF2B5EF4-FFF2-40B4-BE49-F238E27FC236}">
                <a16:creationId xmlns:a16="http://schemas.microsoft.com/office/drawing/2014/main" id="{D6AE5937-48EF-46B1-B446-A2EB1DC98380}"/>
              </a:ext>
            </a:extLst>
          </p:cNvPr>
          <p:cNvSpPr>
            <a:spLocks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7404">
            <a:extLst>
              <a:ext uri="{FF2B5EF4-FFF2-40B4-BE49-F238E27FC236}">
                <a16:creationId xmlns:a16="http://schemas.microsoft.com/office/drawing/2014/main" id="{5FB5734E-FF94-49A0-9166-5D7181BD2510}"/>
              </a:ext>
            </a:extLst>
          </p:cNvPr>
          <p:cNvSpPr>
            <a:spLocks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7405">
            <a:extLst>
              <a:ext uri="{FF2B5EF4-FFF2-40B4-BE49-F238E27FC236}">
                <a16:creationId xmlns:a16="http://schemas.microsoft.com/office/drawing/2014/main" id="{5C340F2F-86B4-4E82-A5BD-E49551AC95D6}"/>
              </a:ext>
            </a:extLst>
          </p:cNvPr>
          <p:cNvSpPr>
            <a:spLocks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7406">
            <a:extLst>
              <a:ext uri="{FF2B5EF4-FFF2-40B4-BE49-F238E27FC236}">
                <a16:creationId xmlns:a16="http://schemas.microsoft.com/office/drawing/2014/main" id="{6A2C14AB-573C-4077-B2E1-861E829CA8DE}"/>
              </a:ext>
            </a:extLst>
          </p:cNvPr>
          <p:cNvSpPr>
            <a:spLocks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7407">
            <a:extLst>
              <a:ext uri="{FF2B5EF4-FFF2-40B4-BE49-F238E27FC236}">
                <a16:creationId xmlns:a16="http://schemas.microsoft.com/office/drawing/2014/main" id="{2C142964-33CF-4013-B831-32CF1FE81E4B}"/>
              </a:ext>
            </a:extLst>
          </p:cNvPr>
          <p:cNvSpPr>
            <a:spLocks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7408">
            <a:extLst>
              <a:ext uri="{FF2B5EF4-FFF2-40B4-BE49-F238E27FC236}">
                <a16:creationId xmlns:a16="http://schemas.microsoft.com/office/drawing/2014/main" id="{B4A2170B-F2B2-487C-96E8-E8E1D644F0FB}"/>
              </a:ext>
            </a:extLst>
          </p:cNvPr>
          <p:cNvSpPr>
            <a:spLocks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7409">
            <a:extLst>
              <a:ext uri="{FF2B5EF4-FFF2-40B4-BE49-F238E27FC236}">
                <a16:creationId xmlns:a16="http://schemas.microsoft.com/office/drawing/2014/main" id="{F08CDE51-9066-4C55-BB26-68FD60FD5E92}"/>
              </a:ext>
            </a:extLst>
          </p:cNvPr>
          <p:cNvSpPr>
            <a:spLocks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7410">
            <a:extLst>
              <a:ext uri="{FF2B5EF4-FFF2-40B4-BE49-F238E27FC236}">
                <a16:creationId xmlns:a16="http://schemas.microsoft.com/office/drawing/2014/main" id="{C5132B5F-C126-4B86-B35C-1574B86D17C7}"/>
              </a:ext>
            </a:extLst>
          </p:cNvPr>
          <p:cNvSpPr>
            <a:spLocks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7411">
            <a:extLst>
              <a:ext uri="{FF2B5EF4-FFF2-40B4-BE49-F238E27FC236}">
                <a16:creationId xmlns:a16="http://schemas.microsoft.com/office/drawing/2014/main" id="{BEE7159D-3F05-40DA-82FF-8BAC2D50EE77}"/>
              </a:ext>
            </a:extLst>
          </p:cNvPr>
          <p:cNvSpPr>
            <a:spLocks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7412">
            <a:extLst>
              <a:ext uri="{FF2B5EF4-FFF2-40B4-BE49-F238E27FC236}">
                <a16:creationId xmlns:a16="http://schemas.microsoft.com/office/drawing/2014/main" id="{43A480AF-CACA-4037-B66D-88A1F8F373D6}"/>
              </a:ext>
            </a:extLst>
          </p:cNvPr>
          <p:cNvSpPr>
            <a:spLocks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7413">
            <a:extLst>
              <a:ext uri="{FF2B5EF4-FFF2-40B4-BE49-F238E27FC236}">
                <a16:creationId xmlns:a16="http://schemas.microsoft.com/office/drawing/2014/main" id="{EC14A423-EF09-4B5A-A925-911A7CA8C6B7}"/>
              </a:ext>
            </a:extLst>
          </p:cNvPr>
          <p:cNvSpPr>
            <a:spLocks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7414">
            <a:extLst>
              <a:ext uri="{FF2B5EF4-FFF2-40B4-BE49-F238E27FC236}">
                <a16:creationId xmlns:a16="http://schemas.microsoft.com/office/drawing/2014/main" id="{1F42CA04-F634-470F-BB9F-C4A4E961D7F1}"/>
              </a:ext>
            </a:extLst>
          </p:cNvPr>
          <p:cNvSpPr>
            <a:spLocks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7415">
            <a:extLst>
              <a:ext uri="{FF2B5EF4-FFF2-40B4-BE49-F238E27FC236}">
                <a16:creationId xmlns:a16="http://schemas.microsoft.com/office/drawing/2014/main" id="{095C077D-8222-4AC8-8E9B-4E9A0CB2C252}"/>
              </a:ext>
            </a:extLst>
          </p:cNvPr>
          <p:cNvSpPr>
            <a:spLocks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7416">
            <a:extLst>
              <a:ext uri="{FF2B5EF4-FFF2-40B4-BE49-F238E27FC236}">
                <a16:creationId xmlns:a16="http://schemas.microsoft.com/office/drawing/2014/main" id="{C2EB9A8E-58D3-47FD-A4E7-DEF7802423CB}"/>
              </a:ext>
            </a:extLst>
          </p:cNvPr>
          <p:cNvSpPr>
            <a:spLocks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7417">
            <a:extLst>
              <a:ext uri="{FF2B5EF4-FFF2-40B4-BE49-F238E27FC236}">
                <a16:creationId xmlns:a16="http://schemas.microsoft.com/office/drawing/2014/main" id="{D4293712-D048-4703-ABBF-F8F860D5DC4B}"/>
              </a:ext>
            </a:extLst>
          </p:cNvPr>
          <p:cNvSpPr>
            <a:spLocks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7418">
            <a:extLst>
              <a:ext uri="{FF2B5EF4-FFF2-40B4-BE49-F238E27FC236}">
                <a16:creationId xmlns:a16="http://schemas.microsoft.com/office/drawing/2014/main" id="{63678909-C690-4C2C-97D7-AD52CCD38652}"/>
              </a:ext>
            </a:extLst>
          </p:cNvPr>
          <p:cNvSpPr>
            <a:spLocks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7419">
            <a:extLst>
              <a:ext uri="{FF2B5EF4-FFF2-40B4-BE49-F238E27FC236}">
                <a16:creationId xmlns:a16="http://schemas.microsoft.com/office/drawing/2014/main" id="{2392CD00-432B-4BCD-B7A8-BC965941D0AD}"/>
              </a:ext>
            </a:extLst>
          </p:cNvPr>
          <p:cNvSpPr>
            <a:spLocks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7420">
            <a:extLst>
              <a:ext uri="{FF2B5EF4-FFF2-40B4-BE49-F238E27FC236}">
                <a16:creationId xmlns:a16="http://schemas.microsoft.com/office/drawing/2014/main" id="{B12F01B7-2DA2-4F76-AA8E-B6057136CE35}"/>
              </a:ext>
            </a:extLst>
          </p:cNvPr>
          <p:cNvSpPr>
            <a:spLocks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7421">
            <a:extLst>
              <a:ext uri="{FF2B5EF4-FFF2-40B4-BE49-F238E27FC236}">
                <a16:creationId xmlns:a16="http://schemas.microsoft.com/office/drawing/2014/main" id="{3256A453-2C1F-4B13-AB47-24FED94BDB4C}"/>
              </a:ext>
            </a:extLst>
          </p:cNvPr>
          <p:cNvSpPr>
            <a:spLocks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7422">
            <a:extLst>
              <a:ext uri="{FF2B5EF4-FFF2-40B4-BE49-F238E27FC236}">
                <a16:creationId xmlns:a16="http://schemas.microsoft.com/office/drawing/2014/main" id="{0FFA0073-2ED6-40A4-A350-6190C322ADA2}"/>
              </a:ext>
            </a:extLst>
          </p:cNvPr>
          <p:cNvSpPr>
            <a:spLocks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7423">
            <a:extLst>
              <a:ext uri="{FF2B5EF4-FFF2-40B4-BE49-F238E27FC236}">
                <a16:creationId xmlns:a16="http://schemas.microsoft.com/office/drawing/2014/main" id="{9CB5D2F3-A7CD-454E-914F-21D6ADB8CAA6}"/>
              </a:ext>
            </a:extLst>
          </p:cNvPr>
          <p:cNvSpPr>
            <a:spLocks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7424">
            <a:extLst>
              <a:ext uri="{FF2B5EF4-FFF2-40B4-BE49-F238E27FC236}">
                <a16:creationId xmlns:a16="http://schemas.microsoft.com/office/drawing/2014/main" id="{1816F928-39A7-4710-8300-0F790E0276E3}"/>
              </a:ext>
            </a:extLst>
          </p:cNvPr>
          <p:cNvSpPr>
            <a:spLocks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7425">
            <a:extLst>
              <a:ext uri="{FF2B5EF4-FFF2-40B4-BE49-F238E27FC236}">
                <a16:creationId xmlns:a16="http://schemas.microsoft.com/office/drawing/2014/main" id="{401469AE-43E4-4DD8-B455-C548F9823FAB}"/>
              </a:ext>
            </a:extLst>
          </p:cNvPr>
          <p:cNvSpPr>
            <a:spLocks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7426">
            <a:extLst>
              <a:ext uri="{FF2B5EF4-FFF2-40B4-BE49-F238E27FC236}">
                <a16:creationId xmlns:a16="http://schemas.microsoft.com/office/drawing/2014/main" id="{141B76AD-FF31-4B59-B982-7FFDD4645C0D}"/>
              </a:ext>
            </a:extLst>
          </p:cNvPr>
          <p:cNvSpPr>
            <a:spLocks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7427">
            <a:extLst>
              <a:ext uri="{FF2B5EF4-FFF2-40B4-BE49-F238E27FC236}">
                <a16:creationId xmlns:a16="http://schemas.microsoft.com/office/drawing/2014/main" id="{8F4F4A3A-2362-4DE0-A841-095601311DE0}"/>
              </a:ext>
            </a:extLst>
          </p:cNvPr>
          <p:cNvSpPr>
            <a:spLocks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7428">
            <a:extLst>
              <a:ext uri="{FF2B5EF4-FFF2-40B4-BE49-F238E27FC236}">
                <a16:creationId xmlns:a16="http://schemas.microsoft.com/office/drawing/2014/main" id="{AF405082-3AA7-4064-BC21-765CE105E91C}"/>
              </a:ext>
            </a:extLst>
          </p:cNvPr>
          <p:cNvSpPr>
            <a:spLocks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7429">
            <a:extLst>
              <a:ext uri="{FF2B5EF4-FFF2-40B4-BE49-F238E27FC236}">
                <a16:creationId xmlns:a16="http://schemas.microsoft.com/office/drawing/2014/main" id="{C341F072-CB2E-4595-8E37-34CCC8D03A95}"/>
              </a:ext>
            </a:extLst>
          </p:cNvPr>
          <p:cNvSpPr>
            <a:spLocks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7430">
            <a:extLst>
              <a:ext uri="{FF2B5EF4-FFF2-40B4-BE49-F238E27FC236}">
                <a16:creationId xmlns:a16="http://schemas.microsoft.com/office/drawing/2014/main" id="{738EEF71-A737-4805-8A79-15E9E21BFFEB}"/>
              </a:ext>
            </a:extLst>
          </p:cNvPr>
          <p:cNvSpPr>
            <a:spLocks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7431">
            <a:extLst>
              <a:ext uri="{FF2B5EF4-FFF2-40B4-BE49-F238E27FC236}">
                <a16:creationId xmlns:a16="http://schemas.microsoft.com/office/drawing/2014/main" id="{C5703FBA-C90B-4703-81D0-23161A12D448}"/>
              </a:ext>
            </a:extLst>
          </p:cNvPr>
          <p:cNvSpPr>
            <a:spLocks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7432">
            <a:extLst>
              <a:ext uri="{FF2B5EF4-FFF2-40B4-BE49-F238E27FC236}">
                <a16:creationId xmlns:a16="http://schemas.microsoft.com/office/drawing/2014/main" id="{D3A18F01-B9E8-4F0B-8B2D-4542E76678DE}"/>
              </a:ext>
            </a:extLst>
          </p:cNvPr>
          <p:cNvSpPr>
            <a:spLocks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7433">
            <a:extLst>
              <a:ext uri="{FF2B5EF4-FFF2-40B4-BE49-F238E27FC236}">
                <a16:creationId xmlns:a16="http://schemas.microsoft.com/office/drawing/2014/main" id="{E37D5C38-259F-47B9-B256-1AD1AF13037A}"/>
              </a:ext>
            </a:extLst>
          </p:cNvPr>
          <p:cNvSpPr>
            <a:spLocks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7434">
            <a:extLst>
              <a:ext uri="{FF2B5EF4-FFF2-40B4-BE49-F238E27FC236}">
                <a16:creationId xmlns:a16="http://schemas.microsoft.com/office/drawing/2014/main" id="{28A2EB5D-65D8-4CDA-8218-73802D2D235B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7435">
            <a:extLst>
              <a:ext uri="{FF2B5EF4-FFF2-40B4-BE49-F238E27FC236}">
                <a16:creationId xmlns:a16="http://schemas.microsoft.com/office/drawing/2014/main" id="{DF7F4369-EAD2-4FA6-93CB-DA486CE61893}"/>
              </a:ext>
            </a:extLst>
          </p:cNvPr>
          <p:cNvSpPr>
            <a:spLocks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7436">
            <a:extLst>
              <a:ext uri="{FF2B5EF4-FFF2-40B4-BE49-F238E27FC236}">
                <a16:creationId xmlns:a16="http://schemas.microsoft.com/office/drawing/2014/main" id="{E4ED8213-40B2-4213-B706-01CE9FC8372B}"/>
              </a:ext>
            </a:extLst>
          </p:cNvPr>
          <p:cNvSpPr>
            <a:spLocks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7437">
            <a:extLst>
              <a:ext uri="{FF2B5EF4-FFF2-40B4-BE49-F238E27FC236}">
                <a16:creationId xmlns:a16="http://schemas.microsoft.com/office/drawing/2014/main" id="{898801BD-78F6-4ED9-B364-2BD02D726534}"/>
              </a:ext>
            </a:extLst>
          </p:cNvPr>
          <p:cNvSpPr>
            <a:spLocks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7438">
            <a:extLst>
              <a:ext uri="{FF2B5EF4-FFF2-40B4-BE49-F238E27FC236}">
                <a16:creationId xmlns:a16="http://schemas.microsoft.com/office/drawing/2014/main" id="{C6834165-2D19-41ED-BA22-D1FF17647B1E}"/>
              </a:ext>
            </a:extLst>
          </p:cNvPr>
          <p:cNvSpPr>
            <a:spLocks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7439">
            <a:extLst>
              <a:ext uri="{FF2B5EF4-FFF2-40B4-BE49-F238E27FC236}">
                <a16:creationId xmlns:a16="http://schemas.microsoft.com/office/drawing/2014/main" id="{E90A25B3-D5E6-4C10-8F78-1482EB30378F}"/>
              </a:ext>
            </a:extLst>
          </p:cNvPr>
          <p:cNvSpPr>
            <a:spLocks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7440">
            <a:extLst>
              <a:ext uri="{FF2B5EF4-FFF2-40B4-BE49-F238E27FC236}">
                <a16:creationId xmlns:a16="http://schemas.microsoft.com/office/drawing/2014/main" id="{378D8D2C-7A9D-4544-B4A2-97F8DAC9D536}"/>
              </a:ext>
            </a:extLst>
          </p:cNvPr>
          <p:cNvSpPr>
            <a:spLocks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7441">
            <a:extLst>
              <a:ext uri="{FF2B5EF4-FFF2-40B4-BE49-F238E27FC236}">
                <a16:creationId xmlns:a16="http://schemas.microsoft.com/office/drawing/2014/main" id="{1BE36967-13E8-4DBA-B29A-E0BBB2C5A1F0}"/>
              </a:ext>
            </a:extLst>
          </p:cNvPr>
          <p:cNvSpPr>
            <a:spLocks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7442">
            <a:extLst>
              <a:ext uri="{FF2B5EF4-FFF2-40B4-BE49-F238E27FC236}">
                <a16:creationId xmlns:a16="http://schemas.microsoft.com/office/drawing/2014/main" id="{7483CB08-7C2F-4D7D-A3DF-B2A59D5CC5AB}"/>
              </a:ext>
            </a:extLst>
          </p:cNvPr>
          <p:cNvSpPr>
            <a:spLocks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7443">
            <a:extLst>
              <a:ext uri="{FF2B5EF4-FFF2-40B4-BE49-F238E27FC236}">
                <a16:creationId xmlns:a16="http://schemas.microsoft.com/office/drawing/2014/main" id="{572B7279-E339-4E44-951A-079CF6BD5843}"/>
              </a:ext>
            </a:extLst>
          </p:cNvPr>
          <p:cNvSpPr>
            <a:spLocks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7444">
            <a:extLst>
              <a:ext uri="{FF2B5EF4-FFF2-40B4-BE49-F238E27FC236}">
                <a16:creationId xmlns:a16="http://schemas.microsoft.com/office/drawing/2014/main" id="{1AD3EE5B-90F3-4959-BDC6-F5639572129A}"/>
              </a:ext>
            </a:extLst>
          </p:cNvPr>
          <p:cNvSpPr>
            <a:spLocks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7445">
            <a:extLst>
              <a:ext uri="{FF2B5EF4-FFF2-40B4-BE49-F238E27FC236}">
                <a16:creationId xmlns:a16="http://schemas.microsoft.com/office/drawing/2014/main" id="{FFA697FD-7E84-4AA0-A747-1DF41836D363}"/>
              </a:ext>
            </a:extLst>
          </p:cNvPr>
          <p:cNvSpPr>
            <a:spLocks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7446">
            <a:extLst>
              <a:ext uri="{FF2B5EF4-FFF2-40B4-BE49-F238E27FC236}">
                <a16:creationId xmlns:a16="http://schemas.microsoft.com/office/drawing/2014/main" id="{FAF8B167-127F-4F7D-9FA1-AB5372E4CC4D}"/>
              </a:ext>
            </a:extLst>
          </p:cNvPr>
          <p:cNvSpPr>
            <a:spLocks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7447">
            <a:extLst>
              <a:ext uri="{FF2B5EF4-FFF2-40B4-BE49-F238E27FC236}">
                <a16:creationId xmlns:a16="http://schemas.microsoft.com/office/drawing/2014/main" id="{D012A06B-C51D-4C4B-8C8F-835C07A64F33}"/>
              </a:ext>
            </a:extLst>
          </p:cNvPr>
          <p:cNvSpPr>
            <a:spLocks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7448">
            <a:extLst>
              <a:ext uri="{FF2B5EF4-FFF2-40B4-BE49-F238E27FC236}">
                <a16:creationId xmlns:a16="http://schemas.microsoft.com/office/drawing/2014/main" id="{1BEE24F1-BF9D-4986-A4A3-5C1DA46060CC}"/>
              </a:ext>
            </a:extLst>
          </p:cNvPr>
          <p:cNvSpPr>
            <a:spLocks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7449">
            <a:extLst>
              <a:ext uri="{FF2B5EF4-FFF2-40B4-BE49-F238E27FC236}">
                <a16:creationId xmlns:a16="http://schemas.microsoft.com/office/drawing/2014/main" id="{D0F77109-4665-46DF-AE9B-01B320D892CF}"/>
              </a:ext>
            </a:extLst>
          </p:cNvPr>
          <p:cNvSpPr>
            <a:spLocks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7450">
            <a:extLst>
              <a:ext uri="{FF2B5EF4-FFF2-40B4-BE49-F238E27FC236}">
                <a16:creationId xmlns:a16="http://schemas.microsoft.com/office/drawing/2014/main" id="{5A5705BB-4479-453C-B0CB-265EC3B7E8C9}"/>
              </a:ext>
            </a:extLst>
          </p:cNvPr>
          <p:cNvSpPr>
            <a:spLocks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7451">
            <a:extLst>
              <a:ext uri="{FF2B5EF4-FFF2-40B4-BE49-F238E27FC236}">
                <a16:creationId xmlns:a16="http://schemas.microsoft.com/office/drawing/2014/main" id="{BBF140B4-7F9B-44A1-90FC-737271F1E071}"/>
              </a:ext>
            </a:extLst>
          </p:cNvPr>
          <p:cNvSpPr>
            <a:spLocks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7452">
            <a:extLst>
              <a:ext uri="{FF2B5EF4-FFF2-40B4-BE49-F238E27FC236}">
                <a16:creationId xmlns:a16="http://schemas.microsoft.com/office/drawing/2014/main" id="{1B05968B-EF5B-495E-9B53-EE3A96F67E8A}"/>
              </a:ext>
            </a:extLst>
          </p:cNvPr>
          <p:cNvSpPr>
            <a:spLocks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7453">
            <a:extLst>
              <a:ext uri="{FF2B5EF4-FFF2-40B4-BE49-F238E27FC236}">
                <a16:creationId xmlns:a16="http://schemas.microsoft.com/office/drawing/2014/main" id="{29D8939A-83F7-4E32-B82A-92B2C9946442}"/>
              </a:ext>
            </a:extLst>
          </p:cNvPr>
          <p:cNvSpPr>
            <a:spLocks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7454">
            <a:extLst>
              <a:ext uri="{FF2B5EF4-FFF2-40B4-BE49-F238E27FC236}">
                <a16:creationId xmlns:a16="http://schemas.microsoft.com/office/drawing/2014/main" id="{0C79AFF2-E1A5-416B-88AE-87A841EE407A}"/>
              </a:ext>
            </a:extLst>
          </p:cNvPr>
          <p:cNvSpPr>
            <a:spLocks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7455">
            <a:extLst>
              <a:ext uri="{FF2B5EF4-FFF2-40B4-BE49-F238E27FC236}">
                <a16:creationId xmlns:a16="http://schemas.microsoft.com/office/drawing/2014/main" id="{5DA11001-AC71-4554-BC95-AC7C803C8B2D}"/>
              </a:ext>
            </a:extLst>
          </p:cNvPr>
          <p:cNvSpPr>
            <a:spLocks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7456">
            <a:extLst>
              <a:ext uri="{FF2B5EF4-FFF2-40B4-BE49-F238E27FC236}">
                <a16:creationId xmlns:a16="http://schemas.microsoft.com/office/drawing/2014/main" id="{3846B684-AB0E-41D2-9FB2-17EDE852BCC2}"/>
              </a:ext>
            </a:extLst>
          </p:cNvPr>
          <p:cNvSpPr>
            <a:spLocks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7457">
            <a:extLst>
              <a:ext uri="{FF2B5EF4-FFF2-40B4-BE49-F238E27FC236}">
                <a16:creationId xmlns:a16="http://schemas.microsoft.com/office/drawing/2014/main" id="{CDF508DD-F446-4BCA-9421-F655D8DEEEED}"/>
              </a:ext>
            </a:extLst>
          </p:cNvPr>
          <p:cNvSpPr>
            <a:spLocks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7458">
            <a:extLst>
              <a:ext uri="{FF2B5EF4-FFF2-40B4-BE49-F238E27FC236}">
                <a16:creationId xmlns:a16="http://schemas.microsoft.com/office/drawing/2014/main" id="{62521F5F-E681-40AD-8501-C10B62DBBF69}"/>
              </a:ext>
            </a:extLst>
          </p:cNvPr>
          <p:cNvSpPr>
            <a:spLocks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7459">
            <a:extLst>
              <a:ext uri="{FF2B5EF4-FFF2-40B4-BE49-F238E27FC236}">
                <a16:creationId xmlns:a16="http://schemas.microsoft.com/office/drawing/2014/main" id="{8514384C-142C-4E17-AAD2-D65553D30113}"/>
              </a:ext>
            </a:extLst>
          </p:cNvPr>
          <p:cNvSpPr>
            <a:spLocks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7460">
            <a:extLst>
              <a:ext uri="{FF2B5EF4-FFF2-40B4-BE49-F238E27FC236}">
                <a16:creationId xmlns:a16="http://schemas.microsoft.com/office/drawing/2014/main" id="{3B5F7987-1A89-4349-BDF9-6A37EE35F295}"/>
              </a:ext>
            </a:extLst>
          </p:cNvPr>
          <p:cNvSpPr>
            <a:spLocks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7461">
            <a:extLst>
              <a:ext uri="{FF2B5EF4-FFF2-40B4-BE49-F238E27FC236}">
                <a16:creationId xmlns:a16="http://schemas.microsoft.com/office/drawing/2014/main" id="{1AB0B520-391A-4B95-90D6-6F4864EC3DA0}"/>
              </a:ext>
            </a:extLst>
          </p:cNvPr>
          <p:cNvSpPr>
            <a:spLocks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7462">
            <a:extLst>
              <a:ext uri="{FF2B5EF4-FFF2-40B4-BE49-F238E27FC236}">
                <a16:creationId xmlns:a16="http://schemas.microsoft.com/office/drawing/2014/main" id="{4C4B91DE-D7EE-44A8-A42F-68DE6E2B2219}"/>
              </a:ext>
            </a:extLst>
          </p:cNvPr>
          <p:cNvSpPr>
            <a:spLocks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7463">
            <a:extLst>
              <a:ext uri="{FF2B5EF4-FFF2-40B4-BE49-F238E27FC236}">
                <a16:creationId xmlns:a16="http://schemas.microsoft.com/office/drawing/2014/main" id="{CB9E1D70-C0C1-415A-803A-E6F0AA0E9561}"/>
              </a:ext>
            </a:extLst>
          </p:cNvPr>
          <p:cNvSpPr>
            <a:spLocks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7464">
            <a:extLst>
              <a:ext uri="{FF2B5EF4-FFF2-40B4-BE49-F238E27FC236}">
                <a16:creationId xmlns:a16="http://schemas.microsoft.com/office/drawing/2014/main" id="{8AC0B4D1-5CF5-4875-93B7-0FF8FCB9F292}"/>
              </a:ext>
            </a:extLst>
          </p:cNvPr>
          <p:cNvSpPr>
            <a:spLocks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7465">
            <a:extLst>
              <a:ext uri="{FF2B5EF4-FFF2-40B4-BE49-F238E27FC236}">
                <a16:creationId xmlns:a16="http://schemas.microsoft.com/office/drawing/2014/main" id="{C4969880-112E-4DFF-820F-45775A85BE76}"/>
              </a:ext>
            </a:extLst>
          </p:cNvPr>
          <p:cNvSpPr>
            <a:spLocks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7466">
            <a:extLst>
              <a:ext uri="{FF2B5EF4-FFF2-40B4-BE49-F238E27FC236}">
                <a16:creationId xmlns:a16="http://schemas.microsoft.com/office/drawing/2014/main" id="{F1B95285-DB62-426A-A608-4353A2784F8F}"/>
              </a:ext>
            </a:extLst>
          </p:cNvPr>
          <p:cNvSpPr>
            <a:spLocks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7467">
            <a:extLst>
              <a:ext uri="{FF2B5EF4-FFF2-40B4-BE49-F238E27FC236}">
                <a16:creationId xmlns:a16="http://schemas.microsoft.com/office/drawing/2014/main" id="{B158F0AE-22EE-45C8-8461-BF8A453EED10}"/>
              </a:ext>
            </a:extLst>
          </p:cNvPr>
          <p:cNvSpPr>
            <a:spLocks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7468">
            <a:extLst>
              <a:ext uri="{FF2B5EF4-FFF2-40B4-BE49-F238E27FC236}">
                <a16:creationId xmlns:a16="http://schemas.microsoft.com/office/drawing/2014/main" id="{EA0D5ED4-5384-4662-BD54-C96C47BF4628}"/>
              </a:ext>
            </a:extLst>
          </p:cNvPr>
          <p:cNvSpPr>
            <a:spLocks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7469">
            <a:extLst>
              <a:ext uri="{FF2B5EF4-FFF2-40B4-BE49-F238E27FC236}">
                <a16:creationId xmlns:a16="http://schemas.microsoft.com/office/drawing/2014/main" id="{54AD7CD4-6F0C-48D2-9C52-EEE631571986}"/>
              </a:ext>
            </a:extLst>
          </p:cNvPr>
          <p:cNvSpPr>
            <a:spLocks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7470">
            <a:extLst>
              <a:ext uri="{FF2B5EF4-FFF2-40B4-BE49-F238E27FC236}">
                <a16:creationId xmlns:a16="http://schemas.microsoft.com/office/drawing/2014/main" id="{2D1B13CC-09BE-47F9-ABA8-9A4953C0B1E0}"/>
              </a:ext>
            </a:extLst>
          </p:cNvPr>
          <p:cNvSpPr>
            <a:spLocks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7471">
            <a:extLst>
              <a:ext uri="{FF2B5EF4-FFF2-40B4-BE49-F238E27FC236}">
                <a16:creationId xmlns:a16="http://schemas.microsoft.com/office/drawing/2014/main" id="{C58D8B0E-0E93-46A5-B865-1F615442254C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7472">
            <a:extLst>
              <a:ext uri="{FF2B5EF4-FFF2-40B4-BE49-F238E27FC236}">
                <a16:creationId xmlns:a16="http://schemas.microsoft.com/office/drawing/2014/main" id="{37D0D225-BEEE-4FC9-8ADF-F004A1F499B2}"/>
              </a:ext>
            </a:extLst>
          </p:cNvPr>
          <p:cNvSpPr>
            <a:spLocks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7473">
            <a:extLst>
              <a:ext uri="{FF2B5EF4-FFF2-40B4-BE49-F238E27FC236}">
                <a16:creationId xmlns:a16="http://schemas.microsoft.com/office/drawing/2014/main" id="{A766D377-09C7-44EE-9FAA-085CC6472CDC}"/>
              </a:ext>
            </a:extLst>
          </p:cNvPr>
          <p:cNvSpPr>
            <a:spLocks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7474">
            <a:extLst>
              <a:ext uri="{FF2B5EF4-FFF2-40B4-BE49-F238E27FC236}">
                <a16:creationId xmlns:a16="http://schemas.microsoft.com/office/drawing/2014/main" id="{35FAA03B-8954-4B8C-84DD-3F166FB049F3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7475">
            <a:extLst>
              <a:ext uri="{FF2B5EF4-FFF2-40B4-BE49-F238E27FC236}">
                <a16:creationId xmlns:a16="http://schemas.microsoft.com/office/drawing/2014/main" id="{98B87BC6-5FFD-4D95-BD6A-9DE995B703A1}"/>
              </a:ext>
            </a:extLst>
          </p:cNvPr>
          <p:cNvSpPr>
            <a:spLocks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7476">
            <a:extLst>
              <a:ext uri="{FF2B5EF4-FFF2-40B4-BE49-F238E27FC236}">
                <a16:creationId xmlns:a16="http://schemas.microsoft.com/office/drawing/2014/main" id="{BCA49885-7315-4B97-B103-AE1DE8806C4B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7477">
            <a:extLst>
              <a:ext uri="{FF2B5EF4-FFF2-40B4-BE49-F238E27FC236}">
                <a16:creationId xmlns:a16="http://schemas.microsoft.com/office/drawing/2014/main" id="{CE0E511A-1298-4FED-B995-89661E7A7AC1}"/>
              </a:ext>
            </a:extLst>
          </p:cNvPr>
          <p:cNvSpPr>
            <a:spLocks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7478">
            <a:extLst>
              <a:ext uri="{FF2B5EF4-FFF2-40B4-BE49-F238E27FC236}">
                <a16:creationId xmlns:a16="http://schemas.microsoft.com/office/drawing/2014/main" id="{0F2B2830-5F2D-4076-B92C-487A01A8A1D0}"/>
              </a:ext>
            </a:extLst>
          </p:cNvPr>
          <p:cNvSpPr>
            <a:spLocks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7479">
            <a:extLst>
              <a:ext uri="{FF2B5EF4-FFF2-40B4-BE49-F238E27FC236}">
                <a16:creationId xmlns:a16="http://schemas.microsoft.com/office/drawing/2014/main" id="{D9F7B9FC-4483-4CBD-AFD9-1696AA00EAB9}"/>
              </a:ext>
            </a:extLst>
          </p:cNvPr>
          <p:cNvSpPr>
            <a:spLocks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7480">
            <a:extLst>
              <a:ext uri="{FF2B5EF4-FFF2-40B4-BE49-F238E27FC236}">
                <a16:creationId xmlns:a16="http://schemas.microsoft.com/office/drawing/2014/main" id="{91641114-443C-411D-AA43-E41A9F409158}"/>
              </a:ext>
            </a:extLst>
          </p:cNvPr>
          <p:cNvSpPr>
            <a:spLocks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7481">
            <a:extLst>
              <a:ext uri="{FF2B5EF4-FFF2-40B4-BE49-F238E27FC236}">
                <a16:creationId xmlns:a16="http://schemas.microsoft.com/office/drawing/2014/main" id="{BC63B2DE-7A45-4D70-9BB8-C82A85913391}"/>
              </a:ext>
            </a:extLst>
          </p:cNvPr>
          <p:cNvSpPr>
            <a:spLocks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7482">
            <a:extLst>
              <a:ext uri="{FF2B5EF4-FFF2-40B4-BE49-F238E27FC236}">
                <a16:creationId xmlns:a16="http://schemas.microsoft.com/office/drawing/2014/main" id="{2B58BE3F-5F5A-47F3-BCB2-BBBA15C56EBC}"/>
              </a:ext>
            </a:extLst>
          </p:cNvPr>
          <p:cNvSpPr>
            <a:spLocks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7483">
            <a:extLst>
              <a:ext uri="{FF2B5EF4-FFF2-40B4-BE49-F238E27FC236}">
                <a16:creationId xmlns:a16="http://schemas.microsoft.com/office/drawing/2014/main" id="{53E8A572-A645-4E0C-9635-925B17EA9DB0}"/>
              </a:ext>
            </a:extLst>
          </p:cNvPr>
          <p:cNvSpPr>
            <a:spLocks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7484">
            <a:extLst>
              <a:ext uri="{FF2B5EF4-FFF2-40B4-BE49-F238E27FC236}">
                <a16:creationId xmlns:a16="http://schemas.microsoft.com/office/drawing/2014/main" id="{36603F01-87DC-4510-B094-22C5A9D5449A}"/>
              </a:ext>
            </a:extLst>
          </p:cNvPr>
          <p:cNvSpPr>
            <a:spLocks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7485">
            <a:extLst>
              <a:ext uri="{FF2B5EF4-FFF2-40B4-BE49-F238E27FC236}">
                <a16:creationId xmlns:a16="http://schemas.microsoft.com/office/drawing/2014/main" id="{5FA965AC-7C15-4BF8-851B-D37DA1F40FC1}"/>
              </a:ext>
            </a:extLst>
          </p:cNvPr>
          <p:cNvSpPr>
            <a:spLocks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7486">
            <a:extLst>
              <a:ext uri="{FF2B5EF4-FFF2-40B4-BE49-F238E27FC236}">
                <a16:creationId xmlns:a16="http://schemas.microsoft.com/office/drawing/2014/main" id="{DCA1C621-AF91-4BE1-B8EE-9F54508D80ED}"/>
              </a:ext>
            </a:extLst>
          </p:cNvPr>
          <p:cNvSpPr>
            <a:spLocks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7487">
            <a:extLst>
              <a:ext uri="{FF2B5EF4-FFF2-40B4-BE49-F238E27FC236}">
                <a16:creationId xmlns:a16="http://schemas.microsoft.com/office/drawing/2014/main" id="{4DE1228F-7D66-4666-9BF3-86331F22E439}"/>
              </a:ext>
            </a:extLst>
          </p:cNvPr>
          <p:cNvSpPr>
            <a:spLocks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7488">
            <a:extLst>
              <a:ext uri="{FF2B5EF4-FFF2-40B4-BE49-F238E27FC236}">
                <a16:creationId xmlns:a16="http://schemas.microsoft.com/office/drawing/2014/main" id="{F5BC1FD8-4E0E-47A1-932E-3AA064056795}"/>
              </a:ext>
            </a:extLst>
          </p:cNvPr>
          <p:cNvSpPr>
            <a:spLocks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7489">
            <a:extLst>
              <a:ext uri="{FF2B5EF4-FFF2-40B4-BE49-F238E27FC236}">
                <a16:creationId xmlns:a16="http://schemas.microsoft.com/office/drawing/2014/main" id="{CDA79CD9-08EC-4B68-857A-F69D8109309E}"/>
              </a:ext>
            </a:extLst>
          </p:cNvPr>
          <p:cNvSpPr>
            <a:spLocks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7490">
            <a:extLst>
              <a:ext uri="{FF2B5EF4-FFF2-40B4-BE49-F238E27FC236}">
                <a16:creationId xmlns:a16="http://schemas.microsoft.com/office/drawing/2014/main" id="{AE06D17A-2E22-4335-B2D7-EC93A0916782}"/>
              </a:ext>
            </a:extLst>
          </p:cNvPr>
          <p:cNvSpPr>
            <a:spLocks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7491">
            <a:extLst>
              <a:ext uri="{FF2B5EF4-FFF2-40B4-BE49-F238E27FC236}">
                <a16:creationId xmlns:a16="http://schemas.microsoft.com/office/drawing/2014/main" id="{04AF0DD6-AE14-4CD2-9A0B-8E94AB0677F2}"/>
              </a:ext>
            </a:extLst>
          </p:cNvPr>
          <p:cNvSpPr>
            <a:spLocks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7492">
            <a:extLst>
              <a:ext uri="{FF2B5EF4-FFF2-40B4-BE49-F238E27FC236}">
                <a16:creationId xmlns:a16="http://schemas.microsoft.com/office/drawing/2014/main" id="{4C2DE3A5-B0CE-43B2-8C55-D1CFE5AAF65A}"/>
              </a:ext>
            </a:extLst>
          </p:cNvPr>
          <p:cNvSpPr>
            <a:spLocks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7493">
            <a:extLst>
              <a:ext uri="{FF2B5EF4-FFF2-40B4-BE49-F238E27FC236}">
                <a16:creationId xmlns:a16="http://schemas.microsoft.com/office/drawing/2014/main" id="{8CFBA212-3F38-4C4A-BCB4-17509082467F}"/>
              </a:ext>
            </a:extLst>
          </p:cNvPr>
          <p:cNvSpPr>
            <a:spLocks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7494">
            <a:extLst>
              <a:ext uri="{FF2B5EF4-FFF2-40B4-BE49-F238E27FC236}">
                <a16:creationId xmlns:a16="http://schemas.microsoft.com/office/drawing/2014/main" id="{E5874E68-1107-414D-BF76-75BF8859ABF3}"/>
              </a:ext>
            </a:extLst>
          </p:cNvPr>
          <p:cNvSpPr>
            <a:spLocks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7495">
            <a:extLst>
              <a:ext uri="{FF2B5EF4-FFF2-40B4-BE49-F238E27FC236}">
                <a16:creationId xmlns:a16="http://schemas.microsoft.com/office/drawing/2014/main" id="{24FA29FC-98BE-49BC-AC39-FBF03CDBD6B2}"/>
              </a:ext>
            </a:extLst>
          </p:cNvPr>
          <p:cNvSpPr>
            <a:spLocks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7496">
            <a:extLst>
              <a:ext uri="{FF2B5EF4-FFF2-40B4-BE49-F238E27FC236}">
                <a16:creationId xmlns:a16="http://schemas.microsoft.com/office/drawing/2014/main" id="{6B95CAF1-FDE5-43DB-95EC-CACF7C8B184C}"/>
              </a:ext>
            </a:extLst>
          </p:cNvPr>
          <p:cNvSpPr>
            <a:spLocks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7497">
            <a:extLst>
              <a:ext uri="{FF2B5EF4-FFF2-40B4-BE49-F238E27FC236}">
                <a16:creationId xmlns:a16="http://schemas.microsoft.com/office/drawing/2014/main" id="{90D97E84-4691-4398-A03B-8AC3242DA621}"/>
              </a:ext>
            </a:extLst>
          </p:cNvPr>
          <p:cNvSpPr>
            <a:spLocks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7498">
            <a:extLst>
              <a:ext uri="{FF2B5EF4-FFF2-40B4-BE49-F238E27FC236}">
                <a16:creationId xmlns:a16="http://schemas.microsoft.com/office/drawing/2014/main" id="{7270A302-5E93-45F3-8A25-2E2FD2F0E5A1}"/>
              </a:ext>
            </a:extLst>
          </p:cNvPr>
          <p:cNvSpPr>
            <a:spLocks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7499">
            <a:extLst>
              <a:ext uri="{FF2B5EF4-FFF2-40B4-BE49-F238E27FC236}">
                <a16:creationId xmlns:a16="http://schemas.microsoft.com/office/drawing/2014/main" id="{23B71502-DB19-4C3D-8F58-FC4124DBE992}"/>
              </a:ext>
            </a:extLst>
          </p:cNvPr>
          <p:cNvSpPr>
            <a:spLocks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7500">
            <a:extLst>
              <a:ext uri="{FF2B5EF4-FFF2-40B4-BE49-F238E27FC236}">
                <a16:creationId xmlns:a16="http://schemas.microsoft.com/office/drawing/2014/main" id="{D115579F-0E36-48F7-AF2C-DD091457C3FF}"/>
              </a:ext>
            </a:extLst>
          </p:cNvPr>
          <p:cNvSpPr>
            <a:spLocks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7501">
            <a:extLst>
              <a:ext uri="{FF2B5EF4-FFF2-40B4-BE49-F238E27FC236}">
                <a16:creationId xmlns:a16="http://schemas.microsoft.com/office/drawing/2014/main" id="{097F4BF4-7D54-4B5D-9BE8-315A6BE2200C}"/>
              </a:ext>
            </a:extLst>
          </p:cNvPr>
          <p:cNvSpPr>
            <a:spLocks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7502">
            <a:extLst>
              <a:ext uri="{FF2B5EF4-FFF2-40B4-BE49-F238E27FC236}">
                <a16:creationId xmlns:a16="http://schemas.microsoft.com/office/drawing/2014/main" id="{E2D10978-0181-43DA-8E28-5E0F7392897A}"/>
              </a:ext>
            </a:extLst>
          </p:cNvPr>
          <p:cNvSpPr>
            <a:spLocks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7503">
            <a:extLst>
              <a:ext uri="{FF2B5EF4-FFF2-40B4-BE49-F238E27FC236}">
                <a16:creationId xmlns:a16="http://schemas.microsoft.com/office/drawing/2014/main" id="{627E57BF-EC5E-4479-B5B4-6122F3016152}"/>
              </a:ext>
            </a:extLst>
          </p:cNvPr>
          <p:cNvSpPr>
            <a:spLocks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7504">
            <a:extLst>
              <a:ext uri="{FF2B5EF4-FFF2-40B4-BE49-F238E27FC236}">
                <a16:creationId xmlns:a16="http://schemas.microsoft.com/office/drawing/2014/main" id="{12505D68-920E-447F-B80D-9A31743E1180}"/>
              </a:ext>
            </a:extLst>
          </p:cNvPr>
          <p:cNvSpPr>
            <a:spLocks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7505">
            <a:extLst>
              <a:ext uri="{FF2B5EF4-FFF2-40B4-BE49-F238E27FC236}">
                <a16:creationId xmlns:a16="http://schemas.microsoft.com/office/drawing/2014/main" id="{6FC6317A-E181-4EFE-9321-056B85E3D626}"/>
              </a:ext>
            </a:extLst>
          </p:cNvPr>
          <p:cNvSpPr>
            <a:spLocks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7506">
            <a:extLst>
              <a:ext uri="{FF2B5EF4-FFF2-40B4-BE49-F238E27FC236}">
                <a16:creationId xmlns:a16="http://schemas.microsoft.com/office/drawing/2014/main" id="{61CF4C0F-82B8-4537-BFDB-7CFB8B5C8BF2}"/>
              </a:ext>
            </a:extLst>
          </p:cNvPr>
          <p:cNvSpPr>
            <a:spLocks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7507">
            <a:extLst>
              <a:ext uri="{FF2B5EF4-FFF2-40B4-BE49-F238E27FC236}">
                <a16:creationId xmlns:a16="http://schemas.microsoft.com/office/drawing/2014/main" id="{0FED572E-B520-4850-A8B9-DAFB2C67AE2D}"/>
              </a:ext>
            </a:extLst>
          </p:cNvPr>
          <p:cNvSpPr>
            <a:spLocks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7508">
            <a:extLst>
              <a:ext uri="{FF2B5EF4-FFF2-40B4-BE49-F238E27FC236}">
                <a16:creationId xmlns:a16="http://schemas.microsoft.com/office/drawing/2014/main" id="{27F68D89-7603-4116-91CC-0FAD99F5B539}"/>
              </a:ext>
            </a:extLst>
          </p:cNvPr>
          <p:cNvSpPr>
            <a:spLocks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7509">
            <a:extLst>
              <a:ext uri="{FF2B5EF4-FFF2-40B4-BE49-F238E27FC236}">
                <a16:creationId xmlns:a16="http://schemas.microsoft.com/office/drawing/2014/main" id="{3D6A2573-5836-417C-BFC7-538E800770E4}"/>
              </a:ext>
            </a:extLst>
          </p:cNvPr>
          <p:cNvSpPr>
            <a:spLocks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7510">
            <a:extLst>
              <a:ext uri="{FF2B5EF4-FFF2-40B4-BE49-F238E27FC236}">
                <a16:creationId xmlns:a16="http://schemas.microsoft.com/office/drawing/2014/main" id="{C8672386-0AC0-4B76-B11A-C6701B59849F}"/>
              </a:ext>
            </a:extLst>
          </p:cNvPr>
          <p:cNvSpPr>
            <a:spLocks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7511">
            <a:extLst>
              <a:ext uri="{FF2B5EF4-FFF2-40B4-BE49-F238E27FC236}">
                <a16:creationId xmlns:a16="http://schemas.microsoft.com/office/drawing/2014/main" id="{F691520A-B0BF-43CE-8754-2D30DCF09012}"/>
              </a:ext>
            </a:extLst>
          </p:cNvPr>
          <p:cNvSpPr>
            <a:spLocks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7512">
            <a:extLst>
              <a:ext uri="{FF2B5EF4-FFF2-40B4-BE49-F238E27FC236}">
                <a16:creationId xmlns:a16="http://schemas.microsoft.com/office/drawing/2014/main" id="{32F96EBB-D60E-4ED1-A118-4BD093810020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7513">
            <a:extLst>
              <a:ext uri="{FF2B5EF4-FFF2-40B4-BE49-F238E27FC236}">
                <a16:creationId xmlns:a16="http://schemas.microsoft.com/office/drawing/2014/main" id="{9B881F4A-0027-4088-9C97-3C4BDACB2A69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7514">
            <a:extLst>
              <a:ext uri="{FF2B5EF4-FFF2-40B4-BE49-F238E27FC236}">
                <a16:creationId xmlns:a16="http://schemas.microsoft.com/office/drawing/2014/main" id="{C2F5404E-F171-4F69-9812-83AE171E8041}"/>
              </a:ext>
            </a:extLst>
          </p:cNvPr>
          <p:cNvSpPr>
            <a:spLocks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7515">
            <a:extLst>
              <a:ext uri="{FF2B5EF4-FFF2-40B4-BE49-F238E27FC236}">
                <a16:creationId xmlns:a16="http://schemas.microsoft.com/office/drawing/2014/main" id="{77C2377C-66D4-45BC-803B-4D9CF6E693F6}"/>
              </a:ext>
            </a:extLst>
          </p:cNvPr>
          <p:cNvSpPr>
            <a:spLocks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7516">
            <a:extLst>
              <a:ext uri="{FF2B5EF4-FFF2-40B4-BE49-F238E27FC236}">
                <a16:creationId xmlns:a16="http://schemas.microsoft.com/office/drawing/2014/main" id="{E57CB455-E345-4D4B-8F1C-8D49E014EE29}"/>
              </a:ext>
            </a:extLst>
          </p:cNvPr>
          <p:cNvSpPr>
            <a:spLocks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7517">
            <a:extLst>
              <a:ext uri="{FF2B5EF4-FFF2-40B4-BE49-F238E27FC236}">
                <a16:creationId xmlns:a16="http://schemas.microsoft.com/office/drawing/2014/main" id="{23E9F1FA-887D-4124-8A20-315459FCED6B}"/>
              </a:ext>
            </a:extLst>
          </p:cNvPr>
          <p:cNvSpPr>
            <a:spLocks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7518">
            <a:extLst>
              <a:ext uri="{FF2B5EF4-FFF2-40B4-BE49-F238E27FC236}">
                <a16:creationId xmlns:a16="http://schemas.microsoft.com/office/drawing/2014/main" id="{8B36CE98-A135-40DF-A633-1B31C2CB0600}"/>
              </a:ext>
            </a:extLst>
          </p:cNvPr>
          <p:cNvSpPr>
            <a:spLocks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7519">
            <a:extLst>
              <a:ext uri="{FF2B5EF4-FFF2-40B4-BE49-F238E27FC236}">
                <a16:creationId xmlns:a16="http://schemas.microsoft.com/office/drawing/2014/main" id="{0C4A43A1-CFE5-4AEE-8E69-0511E4189792}"/>
              </a:ext>
            </a:extLst>
          </p:cNvPr>
          <p:cNvSpPr>
            <a:spLocks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7520">
            <a:extLst>
              <a:ext uri="{FF2B5EF4-FFF2-40B4-BE49-F238E27FC236}">
                <a16:creationId xmlns:a16="http://schemas.microsoft.com/office/drawing/2014/main" id="{470DC218-B93F-433E-B59A-54C18D6F088F}"/>
              </a:ext>
            </a:extLst>
          </p:cNvPr>
          <p:cNvSpPr>
            <a:spLocks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7521">
            <a:extLst>
              <a:ext uri="{FF2B5EF4-FFF2-40B4-BE49-F238E27FC236}">
                <a16:creationId xmlns:a16="http://schemas.microsoft.com/office/drawing/2014/main" id="{5D218A5B-1CEA-4555-8A97-004C51CCFA43}"/>
              </a:ext>
            </a:extLst>
          </p:cNvPr>
          <p:cNvSpPr>
            <a:spLocks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7522">
            <a:extLst>
              <a:ext uri="{FF2B5EF4-FFF2-40B4-BE49-F238E27FC236}">
                <a16:creationId xmlns:a16="http://schemas.microsoft.com/office/drawing/2014/main" id="{9AAF7E49-930E-48F9-AB59-43FCABB7A91E}"/>
              </a:ext>
            </a:extLst>
          </p:cNvPr>
          <p:cNvSpPr>
            <a:spLocks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7523">
            <a:extLst>
              <a:ext uri="{FF2B5EF4-FFF2-40B4-BE49-F238E27FC236}">
                <a16:creationId xmlns:a16="http://schemas.microsoft.com/office/drawing/2014/main" id="{888D1051-3477-46F4-8B63-D6014716376B}"/>
              </a:ext>
            </a:extLst>
          </p:cNvPr>
          <p:cNvSpPr>
            <a:spLocks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7524">
            <a:extLst>
              <a:ext uri="{FF2B5EF4-FFF2-40B4-BE49-F238E27FC236}">
                <a16:creationId xmlns:a16="http://schemas.microsoft.com/office/drawing/2014/main" id="{066EABCC-2819-4089-B8D1-302CA52E1308}"/>
              </a:ext>
            </a:extLst>
          </p:cNvPr>
          <p:cNvSpPr>
            <a:spLocks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7525">
            <a:extLst>
              <a:ext uri="{FF2B5EF4-FFF2-40B4-BE49-F238E27FC236}">
                <a16:creationId xmlns:a16="http://schemas.microsoft.com/office/drawing/2014/main" id="{5D32425D-FC7A-4FAD-964A-CE6E43E7F200}"/>
              </a:ext>
            </a:extLst>
          </p:cNvPr>
          <p:cNvSpPr>
            <a:spLocks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7526">
            <a:extLst>
              <a:ext uri="{FF2B5EF4-FFF2-40B4-BE49-F238E27FC236}">
                <a16:creationId xmlns:a16="http://schemas.microsoft.com/office/drawing/2014/main" id="{DD31D2E5-21A4-43F5-8282-DB6021A3FE33}"/>
              </a:ext>
            </a:extLst>
          </p:cNvPr>
          <p:cNvSpPr>
            <a:spLocks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7527">
            <a:extLst>
              <a:ext uri="{FF2B5EF4-FFF2-40B4-BE49-F238E27FC236}">
                <a16:creationId xmlns:a16="http://schemas.microsoft.com/office/drawing/2014/main" id="{C4676E3F-9711-4F24-9F49-F36232519E89}"/>
              </a:ext>
            </a:extLst>
          </p:cNvPr>
          <p:cNvSpPr>
            <a:spLocks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7528">
            <a:extLst>
              <a:ext uri="{FF2B5EF4-FFF2-40B4-BE49-F238E27FC236}">
                <a16:creationId xmlns:a16="http://schemas.microsoft.com/office/drawing/2014/main" id="{2DD64C97-7FA5-4346-AD33-EC01FA216952}"/>
              </a:ext>
            </a:extLst>
          </p:cNvPr>
          <p:cNvSpPr>
            <a:spLocks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7529">
            <a:extLst>
              <a:ext uri="{FF2B5EF4-FFF2-40B4-BE49-F238E27FC236}">
                <a16:creationId xmlns:a16="http://schemas.microsoft.com/office/drawing/2014/main" id="{8662C22A-2B87-43CB-B788-924DD38D6FF1}"/>
              </a:ext>
            </a:extLst>
          </p:cNvPr>
          <p:cNvSpPr>
            <a:spLocks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7530">
            <a:extLst>
              <a:ext uri="{FF2B5EF4-FFF2-40B4-BE49-F238E27FC236}">
                <a16:creationId xmlns:a16="http://schemas.microsoft.com/office/drawing/2014/main" id="{B1BE6AAD-E46B-4C8D-8544-7B8C69D04F3A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7531">
            <a:extLst>
              <a:ext uri="{FF2B5EF4-FFF2-40B4-BE49-F238E27FC236}">
                <a16:creationId xmlns:a16="http://schemas.microsoft.com/office/drawing/2014/main" id="{E0D69832-4401-4BA9-ACA9-5C66789C8CD5}"/>
              </a:ext>
            </a:extLst>
          </p:cNvPr>
          <p:cNvSpPr>
            <a:spLocks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7532">
            <a:extLst>
              <a:ext uri="{FF2B5EF4-FFF2-40B4-BE49-F238E27FC236}">
                <a16:creationId xmlns:a16="http://schemas.microsoft.com/office/drawing/2014/main" id="{27816EF7-9081-419B-8300-163FB5E96FE2}"/>
              </a:ext>
            </a:extLst>
          </p:cNvPr>
          <p:cNvSpPr>
            <a:spLocks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7533">
            <a:extLst>
              <a:ext uri="{FF2B5EF4-FFF2-40B4-BE49-F238E27FC236}">
                <a16:creationId xmlns:a16="http://schemas.microsoft.com/office/drawing/2014/main" id="{444B0C3B-B119-476F-83BE-0407F04284AC}"/>
              </a:ext>
            </a:extLst>
          </p:cNvPr>
          <p:cNvSpPr>
            <a:spLocks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7534">
            <a:extLst>
              <a:ext uri="{FF2B5EF4-FFF2-40B4-BE49-F238E27FC236}">
                <a16:creationId xmlns:a16="http://schemas.microsoft.com/office/drawing/2014/main" id="{83BB7C0C-2A81-4B60-9A91-A61AEEED94A3}"/>
              </a:ext>
            </a:extLst>
          </p:cNvPr>
          <p:cNvSpPr>
            <a:spLocks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7535">
            <a:extLst>
              <a:ext uri="{FF2B5EF4-FFF2-40B4-BE49-F238E27FC236}">
                <a16:creationId xmlns:a16="http://schemas.microsoft.com/office/drawing/2014/main" id="{E0069E7C-067A-4379-8311-A581F8CA9FCD}"/>
              </a:ext>
            </a:extLst>
          </p:cNvPr>
          <p:cNvSpPr>
            <a:spLocks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7536">
            <a:extLst>
              <a:ext uri="{FF2B5EF4-FFF2-40B4-BE49-F238E27FC236}">
                <a16:creationId xmlns:a16="http://schemas.microsoft.com/office/drawing/2014/main" id="{3C509BDC-EF9A-4B6E-9843-E9F4D7145609}"/>
              </a:ext>
            </a:extLst>
          </p:cNvPr>
          <p:cNvSpPr>
            <a:spLocks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7537">
            <a:extLst>
              <a:ext uri="{FF2B5EF4-FFF2-40B4-BE49-F238E27FC236}">
                <a16:creationId xmlns:a16="http://schemas.microsoft.com/office/drawing/2014/main" id="{F1BB8FD6-6923-4673-B6DD-7173E9D7B087}"/>
              </a:ext>
            </a:extLst>
          </p:cNvPr>
          <p:cNvSpPr>
            <a:spLocks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7538">
            <a:extLst>
              <a:ext uri="{FF2B5EF4-FFF2-40B4-BE49-F238E27FC236}">
                <a16:creationId xmlns:a16="http://schemas.microsoft.com/office/drawing/2014/main" id="{4FD66250-E26B-4E3B-99F8-6F88EF27464F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7539">
            <a:extLst>
              <a:ext uri="{FF2B5EF4-FFF2-40B4-BE49-F238E27FC236}">
                <a16:creationId xmlns:a16="http://schemas.microsoft.com/office/drawing/2014/main" id="{117C25C2-0AAE-494E-A05C-5904F2BF3C61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7540">
            <a:extLst>
              <a:ext uri="{FF2B5EF4-FFF2-40B4-BE49-F238E27FC236}">
                <a16:creationId xmlns:a16="http://schemas.microsoft.com/office/drawing/2014/main" id="{9A81DA09-9AF8-42C8-87FB-A7E2C3C8543D}"/>
              </a:ext>
            </a:extLst>
          </p:cNvPr>
          <p:cNvSpPr>
            <a:spLocks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7541">
            <a:extLst>
              <a:ext uri="{FF2B5EF4-FFF2-40B4-BE49-F238E27FC236}">
                <a16:creationId xmlns:a16="http://schemas.microsoft.com/office/drawing/2014/main" id="{4F4AA2F3-0434-42F0-B5F2-470B84D36619}"/>
              </a:ext>
            </a:extLst>
          </p:cNvPr>
          <p:cNvSpPr>
            <a:spLocks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7542">
            <a:extLst>
              <a:ext uri="{FF2B5EF4-FFF2-40B4-BE49-F238E27FC236}">
                <a16:creationId xmlns:a16="http://schemas.microsoft.com/office/drawing/2014/main" id="{6756A0F1-0130-4D18-97B8-760392601BA1}"/>
              </a:ext>
            </a:extLst>
          </p:cNvPr>
          <p:cNvSpPr>
            <a:spLocks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7543">
            <a:extLst>
              <a:ext uri="{FF2B5EF4-FFF2-40B4-BE49-F238E27FC236}">
                <a16:creationId xmlns:a16="http://schemas.microsoft.com/office/drawing/2014/main" id="{58D27F06-7E10-4432-98A8-91BA6E822442}"/>
              </a:ext>
            </a:extLst>
          </p:cNvPr>
          <p:cNvSpPr>
            <a:spLocks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7544">
            <a:extLst>
              <a:ext uri="{FF2B5EF4-FFF2-40B4-BE49-F238E27FC236}">
                <a16:creationId xmlns:a16="http://schemas.microsoft.com/office/drawing/2014/main" id="{AA9BDF7E-711A-423C-A433-E7577735B015}"/>
              </a:ext>
            </a:extLst>
          </p:cNvPr>
          <p:cNvSpPr>
            <a:spLocks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7545">
            <a:extLst>
              <a:ext uri="{FF2B5EF4-FFF2-40B4-BE49-F238E27FC236}">
                <a16:creationId xmlns:a16="http://schemas.microsoft.com/office/drawing/2014/main" id="{683F61CE-FF43-471E-85C5-836958F01261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7546">
            <a:extLst>
              <a:ext uri="{FF2B5EF4-FFF2-40B4-BE49-F238E27FC236}">
                <a16:creationId xmlns:a16="http://schemas.microsoft.com/office/drawing/2014/main" id="{FDE05D90-D150-4A59-A228-053F451B38D5}"/>
              </a:ext>
            </a:extLst>
          </p:cNvPr>
          <p:cNvSpPr>
            <a:spLocks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7547">
            <a:extLst>
              <a:ext uri="{FF2B5EF4-FFF2-40B4-BE49-F238E27FC236}">
                <a16:creationId xmlns:a16="http://schemas.microsoft.com/office/drawing/2014/main" id="{4FD3D9DB-DE2C-4C43-8CC9-B05EC8C4E33B}"/>
              </a:ext>
            </a:extLst>
          </p:cNvPr>
          <p:cNvSpPr>
            <a:spLocks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7548">
            <a:extLst>
              <a:ext uri="{FF2B5EF4-FFF2-40B4-BE49-F238E27FC236}">
                <a16:creationId xmlns:a16="http://schemas.microsoft.com/office/drawing/2014/main" id="{98F8D0F2-8D5E-4E64-9E2E-040CD704400A}"/>
              </a:ext>
            </a:extLst>
          </p:cNvPr>
          <p:cNvSpPr>
            <a:spLocks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7549">
            <a:extLst>
              <a:ext uri="{FF2B5EF4-FFF2-40B4-BE49-F238E27FC236}">
                <a16:creationId xmlns:a16="http://schemas.microsoft.com/office/drawing/2014/main" id="{C7F7E2EE-92A4-4C37-B150-58665E5F7A3A}"/>
              </a:ext>
            </a:extLst>
          </p:cNvPr>
          <p:cNvSpPr>
            <a:spLocks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7550">
            <a:extLst>
              <a:ext uri="{FF2B5EF4-FFF2-40B4-BE49-F238E27FC236}">
                <a16:creationId xmlns:a16="http://schemas.microsoft.com/office/drawing/2014/main" id="{F03B7D62-B51A-4CA4-9080-E78574E8BCD3}"/>
              </a:ext>
            </a:extLst>
          </p:cNvPr>
          <p:cNvSpPr>
            <a:spLocks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7551">
            <a:extLst>
              <a:ext uri="{FF2B5EF4-FFF2-40B4-BE49-F238E27FC236}">
                <a16:creationId xmlns:a16="http://schemas.microsoft.com/office/drawing/2014/main" id="{19A8A206-2353-4F55-A931-9A29A6C42BE2}"/>
              </a:ext>
            </a:extLst>
          </p:cNvPr>
          <p:cNvSpPr>
            <a:spLocks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7552">
            <a:extLst>
              <a:ext uri="{FF2B5EF4-FFF2-40B4-BE49-F238E27FC236}">
                <a16:creationId xmlns:a16="http://schemas.microsoft.com/office/drawing/2014/main" id="{51A772B4-544E-4B84-9788-4D68A23238E0}"/>
              </a:ext>
            </a:extLst>
          </p:cNvPr>
          <p:cNvSpPr>
            <a:spLocks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7553">
            <a:extLst>
              <a:ext uri="{FF2B5EF4-FFF2-40B4-BE49-F238E27FC236}">
                <a16:creationId xmlns:a16="http://schemas.microsoft.com/office/drawing/2014/main" id="{7D8DCE25-9F4D-4B6E-BBFF-48142E170D69}"/>
              </a:ext>
            </a:extLst>
          </p:cNvPr>
          <p:cNvSpPr>
            <a:spLocks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7554">
            <a:extLst>
              <a:ext uri="{FF2B5EF4-FFF2-40B4-BE49-F238E27FC236}">
                <a16:creationId xmlns:a16="http://schemas.microsoft.com/office/drawing/2014/main" id="{EA0D104E-CA99-4F29-851C-D0DD01028E36}"/>
              </a:ext>
            </a:extLst>
          </p:cNvPr>
          <p:cNvSpPr>
            <a:spLocks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7555">
            <a:extLst>
              <a:ext uri="{FF2B5EF4-FFF2-40B4-BE49-F238E27FC236}">
                <a16:creationId xmlns:a16="http://schemas.microsoft.com/office/drawing/2014/main" id="{29055509-5FF4-4CA0-B1FE-4E51AF3A0E0B}"/>
              </a:ext>
            </a:extLst>
          </p:cNvPr>
          <p:cNvSpPr>
            <a:spLocks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7556">
            <a:extLst>
              <a:ext uri="{FF2B5EF4-FFF2-40B4-BE49-F238E27FC236}">
                <a16:creationId xmlns:a16="http://schemas.microsoft.com/office/drawing/2014/main" id="{28D8DAE2-4B23-46CD-8B6E-10991DFDA52E}"/>
              </a:ext>
            </a:extLst>
          </p:cNvPr>
          <p:cNvSpPr>
            <a:spLocks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7557">
            <a:extLst>
              <a:ext uri="{FF2B5EF4-FFF2-40B4-BE49-F238E27FC236}">
                <a16:creationId xmlns:a16="http://schemas.microsoft.com/office/drawing/2014/main" id="{64F1400C-C396-46F3-96E8-9F4DCDBF8C0C}"/>
              </a:ext>
            </a:extLst>
          </p:cNvPr>
          <p:cNvSpPr>
            <a:spLocks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7558">
            <a:extLst>
              <a:ext uri="{FF2B5EF4-FFF2-40B4-BE49-F238E27FC236}">
                <a16:creationId xmlns:a16="http://schemas.microsoft.com/office/drawing/2014/main" id="{F8413E42-AA51-4573-8113-A898C50306E2}"/>
              </a:ext>
            </a:extLst>
          </p:cNvPr>
          <p:cNvSpPr>
            <a:spLocks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7559">
            <a:extLst>
              <a:ext uri="{FF2B5EF4-FFF2-40B4-BE49-F238E27FC236}">
                <a16:creationId xmlns:a16="http://schemas.microsoft.com/office/drawing/2014/main" id="{72DF03E2-F39D-452D-9FB9-00C8282802AA}"/>
              </a:ext>
            </a:extLst>
          </p:cNvPr>
          <p:cNvSpPr>
            <a:spLocks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7560">
            <a:extLst>
              <a:ext uri="{FF2B5EF4-FFF2-40B4-BE49-F238E27FC236}">
                <a16:creationId xmlns:a16="http://schemas.microsoft.com/office/drawing/2014/main" id="{0536D441-ED68-42BD-AAC9-48E9B01690B3}"/>
              </a:ext>
            </a:extLst>
          </p:cNvPr>
          <p:cNvSpPr>
            <a:spLocks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7561">
            <a:extLst>
              <a:ext uri="{FF2B5EF4-FFF2-40B4-BE49-F238E27FC236}">
                <a16:creationId xmlns:a16="http://schemas.microsoft.com/office/drawing/2014/main" id="{54CD3848-2477-41F0-AC54-8FEE47010F8B}"/>
              </a:ext>
            </a:extLst>
          </p:cNvPr>
          <p:cNvSpPr>
            <a:spLocks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7562">
            <a:extLst>
              <a:ext uri="{FF2B5EF4-FFF2-40B4-BE49-F238E27FC236}">
                <a16:creationId xmlns:a16="http://schemas.microsoft.com/office/drawing/2014/main" id="{7D045E0C-360E-4222-94B5-43FCE196E6D8}"/>
              </a:ext>
            </a:extLst>
          </p:cNvPr>
          <p:cNvSpPr>
            <a:spLocks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7563">
            <a:extLst>
              <a:ext uri="{FF2B5EF4-FFF2-40B4-BE49-F238E27FC236}">
                <a16:creationId xmlns:a16="http://schemas.microsoft.com/office/drawing/2014/main" id="{6FC3677A-01AC-40E2-B686-4A758F8CBE9B}"/>
              </a:ext>
            </a:extLst>
          </p:cNvPr>
          <p:cNvSpPr>
            <a:spLocks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7564">
            <a:extLst>
              <a:ext uri="{FF2B5EF4-FFF2-40B4-BE49-F238E27FC236}">
                <a16:creationId xmlns:a16="http://schemas.microsoft.com/office/drawing/2014/main" id="{3DD90E87-D1FD-4FA1-8693-7C7906FC5CD5}"/>
              </a:ext>
            </a:extLst>
          </p:cNvPr>
          <p:cNvSpPr>
            <a:spLocks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7565">
            <a:extLst>
              <a:ext uri="{FF2B5EF4-FFF2-40B4-BE49-F238E27FC236}">
                <a16:creationId xmlns:a16="http://schemas.microsoft.com/office/drawing/2014/main" id="{BF9DE4D5-68D6-48EC-8FC0-629FE2419F2D}"/>
              </a:ext>
            </a:extLst>
          </p:cNvPr>
          <p:cNvSpPr>
            <a:spLocks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7566">
            <a:extLst>
              <a:ext uri="{FF2B5EF4-FFF2-40B4-BE49-F238E27FC236}">
                <a16:creationId xmlns:a16="http://schemas.microsoft.com/office/drawing/2014/main" id="{51832254-A8F1-4350-BAE3-94156124154D}"/>
              </a:ext>
            </a:extLst>
          </p:cNvPr>
          <p:cNvSpPr>
            <a:spLocks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7567">
            <a:extLst>
              <a:ext uri="{FF2B5EF4-FFF2-40B4-BE49-F238E27FC236}">
                <a16:creationId xmlns:a16="http://schemas.microsoft.com/office/drawing/2014/main" id="{E90E57B6-D705-42E7-98D4-DCC919687AB8}"/>
              </a:ext>
            </a:extLst>
          </p:cNvPr>
          <p:cNvSpPr>
            <a:spLocks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7568">
            <a:extLst>
              <a:ext uri="{FF2B5EF4-FFF2-40B4-BE49-F238E27FC236}">
                <a16:creationId xmlns:a16="http://schemas.microsoft.com/office/drawing/2014/main" id="{E65A7D8F-C03C-4C88-8C49-5BBABBF2FF66}"/>
              </a:ext>
            </a:extLst>
          </p:cNvPr>
          <p:cNvSpPr>
            <a:spLocks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7569">
            <a:extLst>
              <a:ext uri="{FF2B5EF4-FFF2-40B4-BE49-F238E27FC236}">
                <a16:creationId xmlns:a16="http://schemas.microsoft.com/office/drawing/2014/main" id="{51266F12-FD27-4709-BE65-65610D0558EF}"/>
              </a:ext>
            </a:extLst>
          </p:cNvPr>
          <p:cNvSpPr>
            <a:spLocks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7570">
            <a:extLst>
              <a:ext uri="{FF2B5EF4-FFF2-40B4-BE49-F238E27FC236}">
                <a16:creationId xmlns:a16="http://schemas.microsoft.com/office/drawing/2014/main" id="{3B3F3865-448C-4B29-AC51-1528DCB5904D}"/>
              </a:ext>
            </a:extLst>
          </p:cNvPr>
          <p:cNvSpPr>
            <a:spLocks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7571">
            <a:extLst>
              <a:ext uri="{FF2B5EF4-FFF2-40B4-BE49-F238E27FC236}">
                <a16:creationId xmlns:a16="http://schemas.microsoft.com/office/drawing/2014/main" id="{B1B1DBA6-DD01-4C38-97CC-A3E5E6A8B797}"/>
              </a:ext>
            </a:extLst>
          </p:cNvPr>
          <p:cNvSpPr>
            <a:spLocks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7572">
            <a:extLst>
              <a:ext uri="{FF2B5EF4-FFF2-40B4-BE49-F238E27FC236}">
                <a16:creationId xmlns:a16="http://schemas.microsoft.com/office/drawing/2014/main" id="{67B55F7A-354B-4ADC-949D-2CF2629E1A49}"/>
              </a:ext>
            </a:extLst>
          </p:cNvPr>
          <p:cNvSpPr>
            <a:spLocks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7573">
            <a:extLst>
              <a:ext uri="{FF2B5EF4-FFF2-40B4-BE49-F238E27FC236}">
                <a16:creationId xmlns:a16="http://schemas.microsoft.com/office/drawing/2014/main" id="{8C85E9FE-46E7-4D20-B597-EC6459513570}"/>
              </a:ext>
            </a:extLst>
          </p:cNvPr>
          <p:cNvSpPr>
            <a:spLocks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7574">
            <a:extLst>
              <a:ext uri="{FF2B5EF4-FFF2-40B4-BE49-F238E27FC236}">
                <a16:creationId xmlns:a16="http://schemas.microsoft.com/office/drawing/2014/main" id="{EEA4F62A-FB92-4EC9-94E0-263EAA2087CE}"/>
              </a:ext>
            </a:extLst>
          </p:cNvPr>
          <p:cNvSpPr>
            <a:spLocks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7575">
            <a:extLst>
              <a:ext uri="{FF2B5EF4-FFF2-40B4-BE49-F238E27FC236}">
                <a16:creationId xmlns:a16="http://schemas.microsoft.com/office/drawing/2014/main" id="{B5EA2E17-DC50-48B6-8C0D-FD65210CE843}"/>
              </a:ext>
            </a:extLst>
          </p:cNvPr>
          <p:cNvSpPr>
            <a:spLocks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7576">
            <a:extLst>
              <a:ext uri="{FF2B5EF4-FFF2-40B4-BE49-F238E27FC236}">
                <a16:creationId xmlns:a16="http://schemas.microsoft.com/office/drawing/2014/main" id="{0DCEAD30-754F-4CF9-8BA3-18DF4C8C78F2}"/>
              </a:ext>
            </a:extLst>
          </p:cNvPr>
          <p:cNvSpPr>
            <a:spLocks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7577">
            <a:extLst>
              <a:ext uri="{FF2B5EF4-FFF2-40B4-BE49-F238E27FC236}">
                <a16:creationId xmlns:a16="http://schemas.microsoft.com/office/drawing/2014/main" id="{72263E49-49DC-4E91-999F-07A2A20A0FA3}"/>
              </a:ext>
            </a:extLst>
          </p:cNvPr>
          <p:cNvSpPr>
            <a:spLocks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7578">
            <a:extLst>
              <a:ext uri="{FF2B5EF4-FFF2-40B4-BE49-F238E27FC236}">
                <a16:creationId xmlns:a16="http://schemas.microsoft.com/office/drawing/2014/main" id="{D2E2CC7E-FCDC-4942-BED1-68417EAFD431}"/>
              </a:ext>
            </a:extLst>
          </p:cNvPr>
          <p:cNvSpPr>
            <a:spLocks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7579">
            <a:extLst>
              <a:ext uri="{FF2B5EF4-FFF2-40B4-BE49-F238E27FC236}">
                <a16:creationId xmlns:a16="http://schemas.microsoft.com/office/drawing/2014/main" id="{7E93907D-0B73-4F5E-A450-C3600B02872C}"/>
              </a:ext>
            </a:extLst>
          </p:cNvPr>
          <p:cNvSpPr>
            <a:spLocks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7580">
            <a:extLst>
              <a:ext uri="{FF2B5EF4-FFF2-40B4-BE49-F238E27FC236}">
                <a16:creationId xmlns:a16="http://schemas.microsoft.com/office/drawing/2014/main" id="{3233F3CD-F01C-4DDF-8095-84D3FBF47F66}"/>
              </a:ext>
            </a:extLst>
          </p:cNvPr>
          <p:cNvSpPr>
            <a:spLocks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7581">
            <a:extLst>
              <a:ext uri="{FF2B5EF4-FFF2-40B4-BE49-F238E27FC236}">
                <a16:creationId xmlns:a16="http://schemas.microsoft.com/office/drawing/2014/main" id="{265F8A9C-BFE4-4F71-B9E2-2B51657B1C04}"/>
              </a:ext>
            </a:extLst>
          </p:cNvPr>
          <p:cNvSpPr>
            <a:spLocks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7582">
            <a:extLst>
              <a:ext uri="{FF2B5EF4-FFF2-40B4-BE49-F238E27FC236}">
                <a16:creationId xmlns:a16="http://schemas.microsoft.com/office/drawing/2014/main" id="{17860FB4-EAE6-49DC-AEF7-C6D821BF8EE6}"/>
              </a:ext>
            </a:extLst>
          </p:cNvPr>
          <p:cNvSpPr>
            <a:spLocks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7583">
            <a:extLst>
              <a:ext uri="{FF2B5EF4-FFF2-40B4-BE49-F238E27FC236}">
                <a16:creationId xmlns:a16="http://schemas.microsoft.com/office/drawing/2014/main" id="{EE5A36B4-53EF-4FE7-B312-7CF576790CF8}"/>
              </a:ext>
            </a:extLst>
          </p:cNvPr>
          <p:cNvSpPr>
            <a:spLocks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7584">
            <a:extLst>
              <a:ext uri="{FF2B5EF4-FFF2-40B4-BE49-F238E27FC236}">
                <a16:creationId xmlns:a16="http://schemas.microsoft.com/office/drawing/2014/main" id="{AE3983F3-6776-43C9-9718-B953FD118374}"/>
              </a:ext>
            </a:extLst>
          </p:cNvPr>
          <p:cNvSpPr>
            <a:spLocks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7585">
            <a:extLst>
              <a:ext uri="{FF2B5EF4-FFF2-40B4-BE49-F238E27FC236}">
                <a16:creationId xmlns:a16="http://schemas.microsoft.com/office/drawing/2014/main" id="{062EC64A-559E-475F-AE8D-5E28A260AC19}"/>
              </a:ext>
            </a:extLst>
          </p:cNvPr>
          <p:cNvSpPr>
            <a:spLocks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7586">
            <a:extLst>
              <a:ext uri="{FF2B5EF4-FFF2-40B4-BE49-F238E27FC236}">
                <a16:creationId xmlns:a16="http://schemas.microsoft.com/office/drawing/2014/main" id="{F99C2743-3E01-484A-8555-74A7EBDC68D9}"/>
              </a:ext>
            </a:extLst>
          </p:cNvPr>
          <p:cNvSpPr>
            <a:spLocks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7587">
            <a:extLst>
              <a:ext uri="{FF2B5EF4-FFF2-40B4-BE49-F238E27FC236}">
                <a16:creationId xmlns:a16="http://schemas.microsoft.com/office/drawing/2014/main" id="{B35DDCD7-BF39-4612-801C-9B53BDE00ED4}"/>
              </a:ext>
            </a:extLst>
          </p:cNvPr>
          <p:cNvSpPr>
            <a:spLocks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7588">
            <a:extLst>
              <a:ext uri="{FF2B5EF4-FFF2-40B4-BE49-F238E27FC236}">
                <a16:creationId xmlns:a16="http://schemas.microsoft.com/office/drawing/2014/main" id="{A9AFB3A7-4EA7-4CBC-889B-8BF64F8AE4EA}"/>
              </a:ext>
            </a:extLst>
          </p:cNvPr>
          <p:cNvSpPr>
            <a:spLocks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7589">
            <a:extLst>
              <a:ext uri="{FF2B5EF4-FFF2-40B4-BE49-F238E27FC236}">
                <a16:creationId xmlns:a16="http://schemas.microsoft.com/office/drawing/2014/main" id="{39E7C005-B8DC-4AD9-B17A-7E4287E8A458}"/>
              </a:ext>
            </a:extLst>
          </p:cNvPr>
          <p:cNvSpPr>
            <a:spLocks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7590">
            <a:extLst>
              <a:ext uri="{FF2B5EF4-FFF2-40B4-BE49-F238E27FC236}">
                <a16:creationId xmlns:a16="http://schemas.microsoft.com/office/drawing/2014/main" id="{4609D1F5-660F-4983-8E47-B0F55AD77DFD}"/>
              </a:ext>
            </a:extLst>
          </p:cNvPr>
          <p:cNvSpPr>
            <a:spLocks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7591">
            <a:extLst>
              <a:ext uri="{FF2B5EF4-FFF2-40B4-BE49-F238E27FC236}">
                <a16:creationId xmlns:a16="http://schemas.microsoft.com/office/drawing/2014/main" id="{EC509564-410C-4E21-9D5A-68D7E7725CE6}"/>
              </a:ext>
            </a:extLst>
          </p:cNvPr>
          <p:cNvSpPr>
            <a:spLocks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7592">
            <a:extLst>
              <a:ext uri="{FF2B5EF4-FFF2-40B4-BE49-F238E27FC236}">
                <a16:creationId xmlns:a16="http://schemas.microsoft.com/office/drawing/2014/main" id="{09F08DE0-84CB-469F-AFEE-5A78083B6957}"/>
              </a:ext>
            </a:extLst>
          </p:cNvPr>
          <p:cNvSpPr>
            <a:spLocks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7593">
            <a:extLst>
              <a:ext uri="{FF2B5EF4-FFF2-40B4-BE49-F238E27FC236}">
                <a16:creationId xmlns:a16="http://schemas.microsoft.com/office/drawing/2014/main" id="{402DE6D0-2ACB-4F00-A0AD-1F6E2495F634}"/>
              </a:ext>
            </a:extLst>
          </p:cNvPr>
          <p:cNvSpPr>
            <a:spLocks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7594">
            <a:extLst>
              <a:ext uri="{FF2B5EF4-FFF2-40B4-BE49-F238E27FC236}">
                <a16:creationId xmlns:a16="http://schemas.microsoft.com/office/drawing/2014/main" id="{7D1BADCA-FE20-4293-A8BB-2ADCDC1F71EC}"/>
              </a:ext>
            </a:extLst>
          </p:cNvPr>
          <p:cNvSpPr>
            <a:spLocks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7595">
            <a:extLst>
              <a:ext uri="{FF2B5EF4-FFF2-40B4-BE49-F238E27FC236}">
                <a16:creationId xmlns:a16="http://schemas.microsoft.com/office/drawing/2014/main" id="{8849C8E5-1F99-47FC-9CA5-9DF433C06972}"/>
              </a:ext>
            </a:extLst>
          </p:cNvPr>
          <p:cNvSpPr>
            <a:spLocks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7596">
            <a:extLst>
              <a:ext uri="{FF2B5EF4-FFF2-40B4-BE49-F238E27FC236}">
                <a16:creationId xmlns:a16="http://schemas.microsoft.com/office/drawing/2014/main" id="{4A10DA16-2226-4D60-A221-EE9C638270F9}"/>
              </a:ext>
            </a:extLst>
          </p:cNvPr>
          <p:cNvSpPr>
            <a:spLocks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7597">
            <a:extLst>
              <a:ext uri="{FF2B5EF4-FFF2-40B4-BE49-F238E27FC236}">
                <a16:creationId xmlns:a16="http://schemas.microsoft.com/office/drawing/2014/main" id="{30C6E905-7A06-4A98-8F5B-70D17872F03A}"/>
              </a:ext>
            </a:extLst>
          </p:cNvPr>
          <p:cNvSpPr>
            <a:spLocks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7598">
            <a:extLst>
              <a:ext uri="{FF2B5EF4-FFF2-40B4-BE49-F238E27FC236}">
                <a16:creationId xmlns:a16="http://schemas.microsoft.com/office/drawing/2014/main" id="{0BF60B64-C54F-440B-9635-3E4285E53DFB}"/>
              </a:ext>
            </a:extLst>
          </p:cNvPr>
          <p:cNvSpPr>
            <a:spLocks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7599">
            <a:extLst>
              <a:ext uri="{FF2B5EF4-FFF2-40B4-BE49-F238E27FC236}">
                <a16:creationId xmlns:a16="http://schemas.microsoft.com/office/drawing/2014/main" id="{BDC88D97-4BA4-4AF9-B29D-999C48F72CBA}"/>
              </a:ext>
            </a:extLst>
          </p:cNvPr>
          <p:cNvSpPr>
            <a:spLocks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7600">
            <a:extLst>
              <a:ext uri="{FF2B5EF4-FFF2-40B4-BE49-F238E27FC236}">
                <a16:creationId xmlns:a16="http://schemas.microsoft.com/office/drawing/2014/main" id="{9E7F972C-6B08-4496-BF10-DECC636E13A8}"/>
              </a:ext>
            </a:extLst>
          </p:cNvPr>
          <p:cNvSpPr>
            <a:spLocks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7601">
            <a:extLst>
              <a:ext uri="{FF2B5EF4-FFF2-40B4-BE49-F238E27FC236}">
                <a16:creationId xmlns:a16="http://schemas.microsoft.com/office/drawing/2014/main" id="{1F03A7C1-9BF1-43D5-89C7-466EC3A09A7D}"/>
              </a:ext>
            </a:extLst>
          </p:cNvPr>
          <p:cNvSpPr>
            <a:spLocks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7602">
            <a:extLst>
              <a:ext uri="{FF2B5EF4-FFF2-40B4-BE49-F238E27FC236}">
                <a16:creationId xmlns:a16="http://schemas.microsoft.com/office/drawing/2014/main" id="{F8461EFC-F578-4B98-B414-809699338ABD}"/>
              </a:ext>
            </a:extLst>
          </p:cNvPr>
          <p:cNvSpPr>
            <a:spLocks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7603">
            <a:extLst>
              <a:ext uri="{FF2B5EF4-FFF2-40B4-BE49-F238E27FC236}">
                <a16:creationId xmlns:a16="http://schemas.microsoft.com/office/drawing/2014/main" id="{299A3750-1AD8-4741-A993-51317608F08E}"/>
              </a:ext>
            </a:extLst>
          </p:cNvPr>
          <p:cNvSpPr>
            <a:spLocks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7604">
            <a:extLst>
              <a:ext uri="{FF2B5EF4-FFF2-40B4-BE49-F238E27FC236}">
                <a16:creationId xmlns:a16="http://schemas.microsoft.com/office/drawing/2014/main" id="{87358814-0D62-4231-9F79-3A29C8E4443F}"/>
              </a:ext>
            </a:extLst>
          </p:cNvPr>
          <p:cNvSpPr>
            <a:spLocks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7605">
            <a:extLst>
              <a:ext uri="{FF2B5EF4-FFF2-40B4-BE49-F238E27FC236}">
                <a16:creationId xmlns:a16="http://schemas.microsoft.com/office/drawing/2014/main" id="{48614A29-15BC-4E72-A79F-B5718A27AA67}"/>
              </a:ext>
            </a:extLst>
          </p:cNvPr>
          <p:cNvSpPr>
            <a:spLocks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7606">
            <a:extLst>
              <a:ext uri="{FF2B5EF4-FFF2-40B4-BE49-F238E27FC236}">
                <a16:creationId xmlns:a16="http://schemas.microsoft.com/office/drawing/2014/main" id="{AB8BEC1F-77E4-4D99-99BD-2957EB5B49B1}"/>
              </a:ext>
            </a:extLst>
          </p:cNvPr>
          <p:cNvSpPr>
            <a:spLocks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7607">
            <a:extLst>
              <a:ext uri="{FF2B5EF4-FFF2-40B4-BE49-F238E27FC236}">
                <a16:creationId xmlns:a16="http://schemas.microsoft.com/office/drawing/2014/main" id="{8F00E489-CD08-4966-B252-52FA8CBE0C7A}"/>
              </a:ext>
            </a:extLst>
          </p:cNvPr>
          <p:cNvSpPr>
            <a:spLocks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7608">
            <a:extLst>
              <a:ext uri="{FF2B5EF4-FFF2-40B4-BE49-F238E27FC236}">
                <a16:creationId xmlns:a16="http://schemas.microsoft.com/office/drawing/2014/main" id="{ECCA18CC-F0F7-4049-8D00-BE46D7E4DE2C}"/>
              </a:ext>
            </a:extLst>
          </p:cNvPr>
          <p:cNvSpPr>
            <a:spLocks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7609">
            <a:extLst>
              <a:ext uri="{FF2B5EF4-FFF2-40B4-BE49-F238E27FC236}">
                <a16:creationId xmlns:a16="http://schemas.microsoft.com/office/drawing/2014/main" id="{B7CF3C57-47F0-4818-82DA-4AFD5EF18992}"/>
              </a:ext>
            </a:extLst>
          </p:cNvPr>
          <p:cNvSpPr>
            <a:spLocks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7610">
            <a:extLst>
              <a:ext uri="{FF2B5EF4-FFF2-40B4-BE49-F238E27FC236}">
                <a16:creationId xmlns:a16="http://schemas.microsoft.com/office/drawing/2014/main" id="{E3BA43AE-AADD-4FE4-9163-FAA0E21CFE55}"/>
              </a:ext>
            </a:extLst>
          </p:cNvPr>
          <p:cNvSpPr>
            <a:spLocks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7611">
            <a:extLst>
              <a:ext uri="{FF2B5EF4-FFF2-40B4-BE49-F238E27FC236}">
                <a16:creationId xmlns:a16="http://schemas.microsoft.com/office/drawing/2014/main" id="{DB8984E8-C227-40BD-884D-C144CAF0A1E8}"/>
              </a:ext>
            </a:extLst>
          </p:cNvPr>
          <p:cNvSpPr>
            <a:spLocks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7612">
            <a:extLst>
              <a:ext uri="{FF2B5EF4-FFF2-40B4-BE49-F238E27FC236}">
                <a16:creationId xmlns:a16="http://schemas.microsoft.com/office/drawing/2014/main" id="{BBFB2A38-440A-4C57-A6F6-E178459D976A}"/>
              </a:ext>
            </a:extLst>
          </p:cNvPr>
          <p:cNvSpPr>
            <a:spLocks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7613">
            <a:extLst>
              <a:ext uri="{FF2B5EF4-FFF2-40B4-BE49-F238E27FC236}">
                <a16:creationId xmlns:a16="http://schemas.microsoft.com/office/drawing/2014/main" id="{FA9BC89A-098B-4114-914C-A3376FC250A7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7614">
            <a:extLst>
              <a:ext uri="{FF2B5EF4-FFF2-40B4-BE49-F238E27FC236}">
                <a16:creationId xmlns:a16="http://schemas.microsoft.com/office/drawing/2014/main" id="{CB5213D4-ADB5-4898-BB5A-B3E5CCE4FA51}"/>
              </a:ext>
            </a:extLst>
          </p:cNvPr>
          <p:cNvSpPr>
            <a:spLocks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7615">
            <a:extLst>
              <a:ext uri="{FF2B5EF4-FFF2-40B4-BE49-F238E27FC236}">
                <a16:creationId xmlns:a16="http://schemas.microsoft.com/office/drawing/2014/main" id="{2BF7F3AB-728E-4A0E-8658-3E7CA95AD1AA}"/>
              </a:ext>
            </a:extLst>
          </p:cNvPr>
          <p:cNvSpPr>
            <a:spLocks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7616">
            <a:extLst>
              <a:ext uri="{FF2B5EF4-FFF2-40B4-BE49-F238E27FC236}">
                <a16:creationId xmlns:a16="http://schemas.microsoft.com/office/drawing/2014/main" id="{E122BBC3-5B5B-4FFA-899C-89697C256F84}"/>
              </a:ext>
            </a:extLst>
          </p:cNvPr>
          <p:cNvSpPr>
            <a:spLocks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7617">
            <a:extLst>
              <a:ext uri="{FF2B5EF4-FFF2-40B4-BE49-F238E27FC236}">
                <a16:creationId xmlns:a16="http://schemas.microsoft.com/office/drawing/2014/main" id="{DABC5B54-9FCB-40C3-9722-48EA5B9D3208}"/>
              </a:ext>
            </a:extLst>
          </p:cNvPr>
          <p:cNvSpPr>
            <a:spLocks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7618">
            <a:extLst>
              <a:ext uri="{FF2B5EF4-FFF2-40B4-BE49-F238E27FC236}">
                <a16:creationId xmlns:a16="http://schemas.microsoft.com/office/drawing/2014/main" id="{5DDA67FC-80F4-48AE-87B7-2C64407A0805}"/>
              </a:ext>
            </a:extLst>
          </p:cNvPr>
          <p:cNvSpPr>
            <a:spLocks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7619">
            <a:extLst>
              <a:ext uri="{FF2B5EF4-FFF2-40B4-BE49-F238E27FC236}">
                <a16:creationId xmlns:a16="http://schemas.microsoft.com/office/drawing/2014/main" id="{444FD884-89C0-45AB-A370-67A585925B1C}"/>
              </a:ext>
            </a:extLst>
          </p:cNvPr>
          <p:cNvSpPr>
            <a:spLocks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7620">
            <a:extLst>
              <a:ext uri="{FF2B5EF4-FFF2-40B4-BE49-F238E27FC236}">
                <a16:creationId xmlns:a16="http://schemas.microsoft.com/office/drawing/2014/main" id="{9E018EB6-FEBD-4676-B532-711049E31D71}"/>
              </a:ext>
            </a:extLst>
          </p:cNvPr>
          <p:cNvSpPr>
            <a:spLocks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7621">
            <a:extLst>
              <a:ext uri="{FF2B5EF4-FFF2-40B4-BE49-F238E27FC236}">
                <a16:creationId xmlns:a16="http://schemas.microsoft.com/office/drawing/2014/main" id="{C184F81B-FE08-4037-8AEC-6D4F768AA45B}"/>
              </a:ext>
            </a:extLst>
          </p:cNvPr>
          <p:cNvSpPr>
            <a:spLocks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7622">
            <a:extLst>
              <a:ext uri="{FF2B5EF4-FFF2-40B4-BE49-F238E27FC236}">
                <a16:creationId xmlns:a16="http://schemas.microsoft.com/office/drawing/2014/main" id="{9A911E81-15A7-422C-8106-5E14C8C8DBB9}"/>
              </a:ext>
            </a:extLst>
          </p:cNvPr>
          <p:cNvSpPr>
            <a:spLocks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7623">
            <a:extLst>
              <a:ext uri="{FF2B5EF4-FFF2-40B4-BE49-F238E27FC236}">
                <a16:creationId xmlns:a16="http://schemas.microsoft.com/office/drawing/2014/main" id="{304D62CA-8C09-47A7-BA7E-D002CA6BAAB4}"/>
              </a:ext>
            </a:extLst>
          </p:cNvPr>
          <p:cNvSpPr>
            <a:spLocks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7624">
            <a:extLst>
              <a:ext uri="{FF2B5EF4-FFF2-40B4-BE49-F238E27FC236}">
                <a16:creationId xmlns:a16="http://schemas.microsoft.com/office/drawing/2014/main" id="{19916D77-4AD9-4728-80F7-FA7C68452686}"/>
              </a:ext>
            </a:extLst>
          </p:cNvPr>
          <p:cNvSpPr>
            <a:spLocks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7625">
            <a:extLst>
              <a:ext uri="{FF2B5EF4-FFF2-40B4-BE49-F238E27FC236}">
                <a16:creationId xmlns:a16="http://schemas.microsoft.com/office/drawing/2014/main" id="{AA8F5ACF-3907-4E04-86CE-DF7473883532}"/>
              </a:ext>
            </a:extLst>
          </p:cNvPr>
          <p:cNvSpPr>
            <a:spLocks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7626">
            <a:extLst>
              <a:ext uri="{FF2B5EF4-FFF2-40B4-BE49-F238E27FC236}">
                <a16:creationId xmlns:a16="http://schemas.microsoft.com/office/drawing/2014/main" id="{A2EEFFD0-10F9-421F-B202-41D2BC115C06}"/>
              </a:ext>
            </a:extLst>
          </p:cNvPr>
          <p:cNvSpPr>
            <a:spLocks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7627">
            <a:extLst>
              <a:ext uri="{FF2B5EF4-FFF2-40B4-BE49-F238E27FC236}">
                <a16:creationId xmlns:a16="http://schemas.microsoft.com/office/drawing/2014/main" id="{43D49C30-9C2B-4AA8-807B-CFF3891E0020}"/>
              </a:ext>
            </a:extLst>
          </p:cNvPr>
          <p:cNvSpPr>
            <a:spLocks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7628">
            <a:extLst>
              <a:ext uri="{FF2B5EF4-FFF2-40B4-BE49-F238E27FC236}">
                <a16:creationId xmlns:a16="http://schemas.microsoft.com/office/drawing/2014/main" id="{E1FD7525-A208-4612-A119-9D6AE4F9665C}"/>
              </a:ext>
            </a:extLst>
          </p:cNvPr>
          <p:cNvSpPr>
            <a:spLocks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7629">
            <a:extLst>
              <a:ext uri="{FF2B5EF4-FFF2-40B4-BE49-F238E27FC236}">
                <a16:creationId xmlns:a16="http://schemas.microsoft.com/office/drawing/2014/main" id="{836AA9B0-B4F5-4ACD-8939-FCCCDB089E1D}"/>
              </a:ext>
            </a:extLst>
          </p:cNvPr>
          <p:cNvSpPr>
            <a:spLocks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7630">
            <a:extLst>
              <a:ext uri="{FF2B5EF4-FFF2-40B4-BE49-F238E27FC236}">
                <a16:creationId xmlns:a16="http://schemas.microsoft.com/office/drawing/2014/main" id="{81205216-1730-4459-A07B-9C50BA07926C}"/>
              </a:ext>
            </a:extLst>
          </p:cNvPr>
          <p:cNvSpPr>
            <a:spLocks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7631">
            <a:extLst>
              <a:ext uri="{FF2B5EF4-FFF2-40B4-BE49-F238E27FC236}">
                <a16:creationId xmlns:a16="http://schemas.microsoft.com/office/drawing/2014/main" id="{88B8DA2E-DE80-44FC-9016-43B73573020F}"/>
              </a:ext>
            </a:extLst>
          </p:cNvPr>
          <p:cNvSpPr>
            <a:spLocks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7632">
            <a:extLst>
              <a:ext uri="{FF2B5EF4-FFF2-40B4-BE49-F238E27FC236}">
                <a16:creationId xmlns:a16="http://schemas.microsoft.com/office/drawing/2014/main" id="{D6A13838-AD4E-4C27-BAA0-D23F0F5002A1}"/>
              </a:ext>
            </a:extLst>
          </p:cNvPr>
          <p:cNvSpPr>
            <a:spLocks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7633">
            <a:extLst>
              <a:ext uri="{FF2B5EF4-FFF2-40B4-BE49-F238E27FC236}">
                <a16:creationId xmlns:a16="http://schemas.microsoft.com/office/drawing/2014/main" id="{08983AE4-B071-43AC-9C2B-94F6E229CD78}"/>
              </a:ext>
            </a:extLst>
          </p:cNvPr>
          <p:cNvSpPr>
            <a:spLocks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7634">
            <a:extLst>
              <a:ext uri="{FF2B5EF4-FFF2-40B4-BE49-F238E27FC236}">
                <a16:creationId xmlns:a16="http://schemas.microsoft.com/office/drawing/2014/main" id="{502F5F47-2096-4842-842A-5CECFFD2C677}"/>
              </a:ext>
            </a:extLst>
          </p:cNvPr>
          <p:cNvSpPr>
            <a:spLocks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7635">
            <a:extLst>
              <a:ext uri="{FF2B5EF4-FFF2-40B4-BE49-F238E27FC236}">
                <a16:creationId xmlns:a16="http://schemas.microsoft.com/office/drawing/2014/main" id="{3C071D70-9ED9-4DBC-B519-FC49192807D1}"/>
              </a:ext>
            </a:extLst>
          </p:cNvPr>
          <p:cNvSpPr>
            <a:spLocks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7636">
            <a:extLst>
              <a:ext uri="{FF2B5EF4-FFF2-40B4-BE49-F238E27FC236}">
                <a16:creationId xmlns:a16="http://schemas.microsoft.com/office/drawing/2014/main" id="{850C8D6A-8FB1-4A58-9000-34230E87C3FD}"/>
              </a:ext>
            </a:extLst>
          </p:cNvPr>
          <p:cNvSpPr>
            <a:spLocks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7637">
            <a:extLst>
              <a:ext uri="{FF2B5EF4-FFF2-40B4-BE49-F238E27FC236}">
                <a16:creationId xmlns:a16="http://schemas.microsoft.com/office/drawing/2014/main" id="{9E0BECD9-BD1A-43B7-B382-2C7458842D41}"/>
              </a:ext>
            </a:extLst>
          </p:cNvPr>
          <p:cNvSpPr>
            <a:spLocks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7638">
            <a:extLst>
              <a:ext uri="{FF2B5EF4-FFF2-40B4-BE49-F238E27FC236}">
                <a16:creationId xmlns:a16="http://schemas.microsoft.com/office/drawing/2014/main" id="{8A4C3D52-BF90-4C5D-99AB-8B4C2014F23B}"/>
              </a:ext>
            </a:extLst>
          </p:cNvPr>
          <p:cNvSpPr>
            <a:spLocks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7639">
            <a:extLst>
              <a:ext uri="{FF2B5EF4-FFF2-40B4-BE49-F238E27FC236}">
                <a16:creationId xmlns:a16="http://schemas.microsoft.com/office/drawing/2014/main" id="{91C7AE00-2879-44FA-B1E6-835894E49711}"/>
              </a:ext>
            </a:extLst>
          </p:cNvPr>
          <p:cNvSpPr>
            <a:spLocks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7640">
            <a:extLst>
              <a:ext uri="{FF2B5EF4-FFF2-40B4-BE49-F238E27FC236}">
                <a16:creationId xmlns:a16="http://schemas.microsoft.com/office/drawing/2014/main" id="{6AB692A3-7DBD-4CF7-813F-C78AA441F0C6}"/>
              </a:ext>
            </a:extLst>
          </p:cNvPr>
          <p:cNvSpPr>
            <a:spLocks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7641">
            <a:extLst>
              <a:ext uri="{FF2B5EF4-FFF2-40B4-BE49-F238E27FC236}">
                <a16:creationId xmlns:a16="http://schemas.microsoft.com/office/drawing/2014/main" id="{4A1E85B7-8645-4850-A605-6660BDC62C7B}"/>
              </a:ext>
            </a:extLst>
          </p:cNvPr>
          <p:cNvSpPr>
            <a:spLocks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7642">
            <a:extLst>
              <a:ext uri="{FF2B5EF4-FFF2-40B4-BE49-F238E27FC236}">
                <a16:creationId xmlns:a16="http://schemas.microsoft.com/office/drawing/2014/main" id="{CA1EA8D4-EAD1-489B-A6BB-313E76AD6676}"/>
              </a:ext>
            </a:extLst>
          </p:cNvPr>
          <p:cNvSpPr>
            <a:spLocks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7643">
            <a:extLst>
              <a:ext uri="{FF2B5EF4-FFF2-40B4-BE49-F238E27FC236}">
                <a16:creationId xmlns:a16="http://schemas.microsoft.com/office/drawing/2014/main" id="{5A1B79BF-938C-45AA-89CE-BCA3BFC78E28}"/>
              </a:ext>
            </a:extLst>
          </p:cNvPr>
          <p:cNvSpPr>
            <a:spLocks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7644">
            <a:extLst>
              <a:ext uri="{FF2B5EF4-FFF2-40B4-BE49-F238E27FC236}">
                <a16:creationId xmlns:a16="http://schemas.microsoft.com/office/drawing/2014/main" id="{B31F010E-47AD-42BE-87F7-8ECE62364F32}"/>
              </a:ext>
            </a:extLst>
          </p:cNvPr>
          <p:cNvSpPr>
            <a:spLocks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7645">
            <a:extLst>
              <a:ext uri="{FF2B5EF4-FFF2-40B4-BE49-F238E27FC236}">
                <a16:creationId xmlns:a16="http://schemas.microsoft.com/office/drawing/2014/main" id="{24007E95-DA3F-4E0A-892F-2981B43E2465}"/>
              </a:ext>
            </a:extLst>
          </p:cNvPr>
          <p:cNvSpPr>
            <a:spLocks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7646">
            <a:extLst>
              <a:ext uri="{FF2B5EF4-FFF2-40B4-BE49-F238E27FC236}">
                <a16:creationId xmlns:a16="http://schemas.microsoft.com/office/drawing/2014/main" id="{E7092E3B-4075-4CAA-9598-EE6DA918BC59}"/>
              </a:ext>
            </a:extLst>
          </p:cNvPr>
          <p:cNvSpPr>
            <a:spLocks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7647">
            <a:extLst>
              <a:ext uri="{FF2B5EF4-FFF2-40B4-BE49-F238E27FC236}">
                <a16:creationId xmlns:a16="http://schemas.microsoft.com/office/drawing/2014/main" id="{4FBC612A-0B4D-4E87-AE92-42A5FEDC66F3}"/>
              </a:ext>
            </a:extLst>
          </p:cNvPr>
          <p:cNvSpPr>
            <a:spLocks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7648">
            <a:extLst>
              <a:ext uri="{FF2B5EF4-FFF2-40B4-BE49-F238E27FC236}">
                <a16:creationId xmlns:a16="http://schemas.microsoft.com/office/drawing/2014/main" id="{988B6ED4-56BB-4A05-A161-8B16B2660B64}"/>
              </a:ext>
            </a:extLst>
          </p:cNvPr>
          <p:cNvSpPr>
            <a:spLocks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7649">
            <a:extLst>
              <a:ext uri="{FF2B5EF4-FFF2-40B4-BE49-F238E27FC236}">
                <a16:creationId xmlns:a16="http://schemas.microsoft.com/office/drawing/2014/main" id="{0B729FED-2062-41F3-8512-B1AB4AC02221}"/>
              </a:ext>
            </a:extLst>
          </p:cNvPr>
          <p:cNvSpPr>
            <a:spLocks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7650">
            <a:extLst>
              <a:ext uri="{FF2B5EF4-FFF2-40B4-BE49-F238E27FC236}">
                <a16:creationId xmlns:a16="http://schemas.microsoft.com/office/drawing/2014/main" id="{B5222BF7-D5E2-4E5F-AA49-59E2EE362D17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7651">
            <a:extLst>
              <a:ext uri="{FF2B5EF4-FFF2-40B4-BE49-F238E27FC236}">
                <a16:creationId xmlns:a16="http://schemas.microsoft.com/office/drawing/2014/main" id="{56841917-6C52-4418-B364-07C324FEE24E}"/>
              </a:ext>
            </a:extLst>
          </p:cNvPr>
          <p:cNvSpPr>
            <a:spLocks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7652">
            <a:extLst>
              <a:ext uri="{FF2B5EF4-FFF2-40B4-BE49-F238E27FC236}">
                <a16:creationId xmlns:a16="http://schemas.microsoft.com/office/drawing/2014/main" id="{388955E5-DA9B-4657-95ED-96CD261D2998}"/>
              </a:ext>
            </a:extLst>
          </p:cNvPr>
          <p:cNvSpPr>
            <a:spLocks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7653">
            <a:extLst>
              <a:ext uri="{FF2B5EF4-FFF2-40B4-BE49-F238E27FC236}">
                <a16:creationId xmlns:a16="http://schemas.microsoft.com/office/drawing/2014/main" id="{B10C1AB2-AA72-4433-B51D-ED06FB8CD790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7654">
            <a:extLst>
              <a:ext uri="{FF2B5EF4-FFF2-40B4-BE49-F238E27FC236}">
                <a16:creationId xmlns:a16="http://schemas.microsoft.com/office/drawing/2014/main" id="{13448B06-92C6-4D2D-A91C-52D562A95940}"/>
              </a:ext>
            </a:extLst>
          </p:cNvPr>
          <p:cNvSpPr>
            <a:spLocks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7655">
            <a:extLst>
              <a:ext uri="{FF2B5EF4-FFF2-40B4-BE49-F238E27FC236}">
                <a16:creationId xmlns:a16="http://schemas.microsoft.com/office/drawing/2014/main" id="{9D084A58-4B63-403D-A44D-71816A40E9D3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7656">
            <a:extLst>
              <a:ext uri="{FF2B5EF4-FFF2-40B4-BE49-F238E27FC236}">
                <a16:creationId xmlns:a16="http://schemas.microsoft.com/office/drawing/2014/main" id="{E9F4BA66-035B-4B07-A459-98BE126D98CD}"/>
              </a:ext>
            </a:extLst>
          </p:cNvPr>
          <p:cNvSpPr>
            <a:spLocks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7657">
            <a:extLst>
              <a:ext uri="{FF2B5EF4-FFF2-40B4-BE49-F238E27FC236}">
                <a16:creationId xmlns:a16="http://schemas.microsoft.com/office/drawing/2014/main" id="{129FEC57-EEAC-4F67-B826-08CA55F351BC}"/>
              </a:ext>
            </a:extLst>
          </p:cNvPr>
          <p:cNvSpPr>
            <a:spLocks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7658">
            <a:extLst>
              <a:ext uri="{FF2B5EF4-FFF2-40B4-BE49-F238E27FC236}">
                <a16:creationId xmlns:a16="http://schemas.microsoft.com/office/drawing/2014/main" id="{451DB5FD-AB2D-47B0-BDF1-1B3F19970ACC}"/>
              </a:ext>
            </a:extLst>
          </p:cNvPr>
          <p:cNvSpPr>
            <a:spLocks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7659">
            <a:extLst>
              <a:ext uri="{FF2B5EF4-FFF2-40B4-BE49-F238E27FC236}">
                <a16:creationId xmlns:a16="http://schemas.microsoft.com/office/drawing/2014/main" id="{B63ECB35-52A6-41C8-8140-410F5CF8E73D}"/>
              </a:ext>
            </a:extLst>
          </p:cNvPr>
          <p:cNvSpPr>
            <a:spLocks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7660">
            <a:extLst>
              <a:ext uri="{FF2B5EF4-FFF2-40B4-BE49-F238E27FC236}">
                <a16:creationId xmlns:a16="http://schemas.microsoft.com/office/drawing/2014/main" id="{E375FDFF-34C1-4C19-88B4-FEF1C1D2518E}"/>
              </a:ext>
            </a:extLst>
          </p:cNvPr>
          <p:cNvSpPr>
            <a:spLocks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7661">
            <a:extLst>
              <a:ext uri="{FF2B5EF4-FFF2-40B4-BE49-F238E27FC236}">
                <a16:creationId xmlns:a16="http://schemas.microsoft.com/office/drawing/2014/main" id="{ACF07B9D-981B-4CA7-8675-E3750AE74CCC}"/>
              </a:ext>
            </a:extLst>
          </p:cNvPr>
          <p:cNvSpPr>
            <a:spLocks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7662">
            <a:extLst>
              <a:ext uri="{FF2B5EF4-FFF2-40B4-BE49-F238E27FC236}">
                <a16:creationId xmlns:a16="http://schemas.microsoft.com/office/drawing/2014/main" id="{4534EEC1-EBE8-4693-8B39-2C4E780D2C22}"/>
              </a:ext>
            </a:extLst>
          </p:cNvPr>
          <p:cNvSpPr>
            <a:spLocks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7663">
            <a:extLst>
              <a:ext uri="{FF2B5EF4-FFF2-40B4-BE49-F238E27FC236}">
                <a16:creationId xmlns:a16="http://schemas.microsoft.com/office/drawing/2014/main" id="{25BE2C6A-7567-4722-811A-C279FE2824A7}"/>
              </a:ext>
            </a:extLst>
          </p:cNvPr>
          <p:cNvSpPr>
            <a:spLocks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7664">
            <a:extLst>
              <a:ext uri="{FF2B5EF4-FFF2-40B4-BE49-F238E27FC236}">
                <a16:creationId xmlns:a16="http://schemas.microsoft.com/office/drawing/2014/main" id="{17FFB8B2-F0BA-4B59-A6ED-30EAF18ACBDC}"/>
              </a:ext>
            </a:extLst>
          </p:cNvPr>
          <p:cNvSpPr>
            <a:spLocks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7665">
            <a:extLst>
              <a:ext uri="{FF2B5EF4-FFF2-40B4-BE49-F238E27FC236}">
                <a16:creationId xmlns:a16="http://schemas.microsoft.com/office/drawing/2014/main" id="{B0ABBCC6-302D-4609-B2E5-068426050C0A}"/>
              </a:ext>
            </a:extLst>
          </p:cNvPr>
          <p:cNvSpPr>
            <a:spLocks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7666">
            <a:extLst>
              <a:ext uri="{FF2B5EF4-FFF2-40B4-BE49-F238E27FC236}">
                <a16:creationId xmlns:a16="http://schemas.microsoft.com/office/drawing/2014/main" id="{38C21BB1-A67A-44F7-8B67-19F5770A9CF1}"/>
              </a:ext>
            </a:extLst>
          </p:cNvPr>
          <p:cNvSpPr>
            <a:spLocks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7667">
            <a:extLst>
              <a:ext uri="{FF2B5EF4-FFF2-40B4-BE49-F238E27FC236}">
                <a16:creationId xmlns:a16="http://schemas.microsoft.com/office/drawing/2014/main" id="{8A60E47E-D57A-4668-BA31-690E2E07E81E}"/>
              </a:ext>
            </a:extLst>
          </p:cNvPr>
          <p:cNvSpPr>
            <a:spLocks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7668">
            <a:extLst>
              <a:ext uri="{FF2B5EF4-FFF2-40B4-BE49-F238E27FC236}">
                <a16:creationId xmlns:a16="http://schemas.microsoft.com/office/drawing/2014/main" id="{E1DDAB98-0C28-4ACD-8E21-E4D5EEBECB33}"/>
              </a:ext>
            </a:extLst>
          </p:cNvPr>
          <p:cNvSpPr>
            <a:spLocks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7669">
            <a:extLst>
              <a:ext uri="{FF2B5EF4-FFF2-40B4-BE49-F238E27FC236}">
                <a16:creationId xmlns:a16="http://schemas.microsoft.com/office/drawing/2014/main" id="{30540633-66C8-4D24-934F-FDC68ACFCEFD}"/>
              </a:ext>
            </a:extLst>
          </p:cNvPr>
          <p:cNvSpPr>
            <a:spLocks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7670">
            <a:extLst>
              <a:ext uri="{FF2B5EF4-FFF2-40B4-BE49-F238E27FC236}">
                <a16:creationId xmlns:a16="http://schemas.microsoft.com/office/drawing/2014/main" id="{73E4F0E3-B2CE-4D12-B964-49CF7F9C75DA}"/>
              </a:ext>
            </a:extLst>
          </p:cNvPr>
          <p:cNvSpPr>
            <a:spLocks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7671">
            <a:extLst>
              <a:ext uri="{FF2B5EF4-FFF2-40B4-BE49-F238E27FC236}">
                <a16:creationId xmlns:a16="http://schemas.microsoft.com/office/drawing/2014/main" id="{35724CD3-85A4-49B8-A8B9-C0B755DB712A}"/>
              </a:ext>
            </a:extLst>
          </p:cNvPr>
          <p:cNvSpPr>
            <a:spLocks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7672">
            <a:extLst>
              <a:ext uri="{FF2B5EF4-FFF2-40B4-BE49-F238E27FC236}">
                <a16:creationId xmlns:a16="http://schemas.microsoft.com/office/drawing/2014/main" id="{0B1144B0-D64F-463B-8B99-3892CCEC9020}"/>
              </a:ext>
            </a:extLst>
          </p:cNvPr>
          <p:cNvSpPr>
            <a:spLocks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7673">
            <a:extLst>
              <a:ext uri="{FF2B5EF4-FFF2-40B4-BE49-F238E27FC236}">
                <a16:creationId xmlns:a16="http://schemas.microsoft.com/office/drawing/2014/main" id="{AE3E0FCF-BC7C-43F8-9CAA-E20B20A8D5F4}"/>
              </a:ext>
            </a:extLst>
          </p:cNvPr>
          <p:cNvSpPr>
            <a:spLocks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7674">
            <a:extLst>
              <a:ext uri="{FF2B5EF4-FFF2-40B4-BE49-F238E27FC236}">
                <a16:creationId xmlns:a16="http://schemas.microsoft.com/office/drawing/2014/main" id="{07F4FFC7-099F-4090-9F72-DB1E0E5D0D90}"/>
              </a:ext>
            </a:extLst>
          </p:cNvPr>
          <p:cNvSpPr>
            <a:spLocks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7675">
            <a:extLst>
              <a:ext uri="{FF2B5EF4-FFF2-40B4-BE49-F238E27FC236}">
                <a16:creationId xmlns:a16="http://schemas.microsoft.com/office/drawing/2014/main" id="{9AA4A09B-B33A-4DDA-BEE1-D6C599767472}"/>
              </a:ext>
            </a:extLst>
          </p:cNvPr>
          <p:cNvSpPr>
            <a:spLocks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7676">
            <a:extLst>
              <a:ext uri="{FF2B5EF4-FFF2-40B4-BE49-F238E27FC236}">
                <a16:creationId xmlns:a16="http://schemas.microsoft.com/office/drawing/2014/main" id="{7058FB3A-1E26-42BA-A377-40712A09C7D1}"/>
              </a:ext>
            </a:extLst>
          </p:cNvPr>
          <p:cNvSpPr>
            <a:spLocks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7677">
            <a:extLst>
              <a:ext uri="{FF2B5EF4-FFF2-40B4-BE49-F238E27FC236}">
                <a16:creationId xmlns:a16="http://schemas.microsoft.com/office/drawing/2014/main" id="{5D1EF946-96A0-4CA9-B463-B93B25ED0117}"/>
              </a:ext>
            </a:extLst>
          </p:cNvPr>
          <p:cNvSpPr>
            <a:spLocks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7678">
            <a:extLst>
              <a:ext uri="{FF2B5EF4-FFF2-40B4-BE49-F238E27FC236}">
                <a16:creationId xmlns:a16="http://schemas.microsoft.com/office/drawing/2014/main" id="{C2393330-9270-42B0-BFB3-A331380673CA}"/>
              </a:ext>
            </a:extLst>
          </p:cNvPr>
          <p:cNvSpPr>
            <a:spLocks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7679">
            <a:extLst>
              <a:ext uri="{FF2B5EF4-FFF2-40B4-BE49-F238E27FC236}">
                <a16:creationId xmlns:a16="http://schemas.microsoft.com/office/drawing/2014/main" id="{B7E1D9D9-C9C3-4BAE-A257-37DF39779406}"/>
              </a:ext>
            </a:extLst>
          </p:cNvPr>
          <p:cNvSpPr>
            <a:spLocks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7680">
            <a:extLst>
              <a:ext uri="{FF2B5EF4-FFF2-40B4-BE49-F238E27FC236}">
                <a16:creationId xmlns:a16="http://schemas.microsoft.com/office/drawing/2014/main" id="{E3816E31-976A-4CB0-B851-FF0A4936BAE1}"/>
              </a:ext>
            </a:extLst>
          </p:cNvPr>
          <p:cNvSpPr>
            <a:spLocks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7681">
            <a:extLst>
              <a:ext uri="{FF2B5EF4-FFF2-40B4-BE49-F238E27FC236}">
                <a16:creationId xmlns:a16="http://schemas.microsoft.com/office/drawing/2014/main" id="{8BD7BC99-D1C0-4336-9036-140FB77E304F}"/>
              </a:ext>
            </a:extLst>
          </p:cNvPr>
          <p:cNvSpPr>
            <a:spLocks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7682">
            <a:extLst>
              <a:ext uri="{FF2B5EF4-FFF2-40B4-BE49-F238E27FC236}">
                <a16:creationId xmlns:a16="http://schemas.microsoft.com/office/drawing/2014/main" id="{B1A94173-5C9C-40E7-97B4-9B73898C755E}"/>
              </a:ext>
            </a:extLst>
          </p:cNvPr>
          <p:cNvSpPr>
            <a:spLocks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7683">
            <a:extLst>
              <a:ext uri="{FF2B5EF4-FFF2-40B4-BE49-F238E27FC236}">
                <a16:creationId xmlns:a16="http://schemas.microsoft.com/office/drawing/2014/main" id="{C00DB490-164C-4EB9-B07D-6F9D59DDBC25}"/>
              </a:ext>
            </a:extLst>
          </p:cNvPr>
          <p:cNvSpPr>
            <a:spLocks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7684">
            <a:extLst>
              <a:ext uri="{FF2B5EF4-FFF2-40B4-BE49-F238E27FC236}">
                <a16:creationId xmlns:a16="http://schemas.microsoft.com/office/drawing/2014/main" id="{555AAFDF-29CB-48EF-9113-D516DC882F9B}"/>
              </a:ext>
            </a:extLst>
          </p:cNvPr>
          <p:cNvSpPr>
            <a:spLocks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7685">
            <a:extLst>
              <a:ext uri="{FF2B5EF4-FFF2-40B4-BE49-F238E27FC236}">
                <a16:creationId xmlns:a16="http://schemas.microsoft.com/office/drawing/2014/main" id="{B5658877-3911-4939-B16A-30965C2639FC}"/>
              </a:ext>
            </a:extLst>
          </p:cNvPr>
          <p:cNvSpPr>
            <a:spLocks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7686">
            <a:extLst>
              <a:ext uri="{FF2B5EF4-FFF2-40B4-BE49-F238E27FC236}">
                <a16:creationId xmlns:a16="http://schemas.microsoft.com/office/drawing/2014/main" id="{21697EF0-909F-470F-B9E2-FF2F58B1DD20}"/>
              </a:ext>
            </a:extLst>
          </p:cNvPr>
          <p:cNvSpPr>
            <a:spLocks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7687">
            <a:extLst>
              <a:ext uri="{FF2B5EF4-FFF2-40B4-BE49-F238E27FC236}">
                <a16:creationId xmlns:a16="http://schemas.microsoft.com/office/drawing/2014/main" id="{287D3E8E-5B8F-44CB-AFBF-53608641C0AA}"/>
              </a:ext>
            </a:extLst>
          </p:cNvPr>
          <p:cNvSpPr>
            <a:spLocks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7688">
            <a:extLst>
              <a:ext uri="{FF2B5EF4-FFF2-40B4-BE49-F238E27FC236}">
                <a16:creationId xmlns:a16="http://schemas.microsoft.com/office/drawing/2014/main" id="{8EE6F37C-DCBF-4561-AB25-03C044951CF0}"/>
              </a:ext>
            </a:extLst>
          </p:cNvPr>
          <p:cNvSpPr>
            <a:spLocks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7689">
            <a:extLst>
              <a:ext uri="{FF2B5EF4-FFF2-40B4-BE49-F238E27FC236}">
                <a16:creationId xmlns:a16="http://schemas.microsoft.com/office/drawing/2014/main" id="{3F361927-DB5A-44B3-8616-A3B064CD0FF5}"/>
              </a:ext>
            </a:extLst>
          </p:cNvPr>
          <p:cNvSpPr>
            <a:spLocks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7690">
            <a:extLst>
              <a:ext uri="{FF2B5EF4-FFF2-40B4-BE49-F238E27FC236}">
                <a16:creationId xmlns:a16="http://schemas.microsoft.com/office/drawing/2014/main" id="{B907AEEA-E1CC-461D-AE6E-E7B69B5D2E94}"/>
              </a:ext>
            </a:extLst>
          </p:cNvPr>
          <p:cNvSpPr>
            <a:spLocks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7691">
            <a:extLst>
              <a:ext uri="{FF2B5EF4-FFF2-40B4-BE49-F238E27FC236}">
                <a16:creationId xmlns:a16="http://schemas.microsoft.com/office/drawing/2014/main" id="{93088FC7-1D34-4F1F-9BA9-479CD27C06DB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7692">
            <a:extLst>
              <a:ext uri="{FF2B5EF4-FFF2-40B4-BE49-F238E27FC236}">
                <a16:creationId xmlns:a16="http://schemas.microsoft.com/office/drawing/2014/main" id="{74AEE8F1-65BB-4445-AE60-C22FB1823E8D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7693">
            <a:extLst>
              <a:ext uri="{FF2B5EF4-FFF2-40B4-BE49-F238E27FC236}">
                <a16:creationId xmlns:a16="http://schemas.microsoft.com/office/drawing/2014/main" id="{F962AB88-1959-4CC6-90A9-D3B7CFB44519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7694">
            <a:extLst>
              <a:ext uri="{FF2B5EF4-FFF2-40B4-BE49-F238E27FC236}">
                <a16:creationId xmlns:a16="http://schemas.microsoft.com/office/drawing/2014/main" id="{05CE205C-73BB-410E-9916-5F34BABADD81}"/>
              </a:ext>
            </a:extLst>
          </p:cNvPr>
          <p:cNvSpPr>
            <a:spLocks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7695">
            <a:extLst>
              <a:ext uri="{FF2B5EF4-FFF2-40B4-BE49-F238E27FC236}">
                <a16:creationId xmlns:a16="http://schemas.microsoft.com/office/drawing/2014/main" id="{FE9D53F6-A51E-4A14-8ED8-6233732C15B0}"/>
              </a:ext>
            </a:extLst>
          </p:cNvPr>
          <p:cNvSpPr>
            <a:spLocks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7696">
            <a:extLst>
              <a:ext uri="{FF2B5EF4-FFF2-40B4-BE49-F238E27FC236}">
                <a16:creationId xmlns:a16="http://schemas.microsoft.com/office/drawing/2014/main" id="{085D30AB-7F64-4E40-B64A-97C8A82AD2EC}"/>
              </a:ext>
            </a:extLst>
          </p:cNvPr>
          <p:cNvSpPr>
            <a:spLocks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7697">
            <a:extLst>
              <a:ext uri="{FF2B5EF4-FFF2-40B4-BE49-F238E27FC236}">
                <a16:creationId xmlns:a16="http://schemas.microsoft.com/office/drawing/2014/main" id="{B56DEADC-172E-4A10-BDE8-7A8C0BB4081A}"/>
              </a:ext>
            </a:extLst>
          </p:cNvPr>
          <p:cNvSpPr>
            <a:spLocks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7698">
            <a:extLst>
              <a:ext uri="{FF2B5EF4-FFF2-40B4-BE49-F238E27FC236}">
                <a16:creationId xmlns:a16="http://schemas.microsoft.com/office/drawing/2014/main" id="{61A44493-298C-4002-BFB6-3A293E5E20D0}"/>
              </a:ext>
            </a:extLst>
          </p:cNvPr>
          <p:cNvSpPr>
            <a:spLocks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7699">
            <a:extLst>
              <a:ext uri="{FF2B5EF4-FFF2-40B4-BE49-F238E27FC236}">
                <a16:creationId xmlns:a16="http://schemas.microsoft.com/office/drawing/2014/main" id="{8872434C-F6EB-4577-9725-43093BD65EEA}"/>
              </a:ext>
            </a:extLst>
          </p:cNvPr>
          <p:cNvSpPr>
            <a:spLocks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7700">
            <a:extLst>
              <a:ext uri="{FF2B5EF4-FFF2-40B4-BE49-F238E27FC236}">
                <a16:creationId xmlns:a16="http://schemas.microsoft.com/office/drawing/2014/main" id="{559EC721-8A67-490D-A81D-15AA3EC9962D}"/>
              </a:ext>
            </a:extLst>
          </p:cNvPr>
          <p:cNvSpPr>
            <a:spLocks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7701">
            <a:extLst>
              <a:ext uri="{FF2B5EF4-FFF2-40B4-BE49-F238E27FC236}">
                <a16:creationId xmlns:a16="http://schemas.microsoft.com/office/drawing/2014/main" id="{8FCB9749-9209-481B-BCB6-8E9B6448EFC8}"/>
              </a:ext>
            </a:extLst>
          </p:cNvPr>
          <p:cNvSpPr>
            <a:spLocks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7702">
            <a:extLst>
              <a:ext uri="{FF2B5EF4-FFF2-40B4-BE49-F238E27FC236}">
                <a16:creationId xmlns:a16="http://schemas.microsoft.com/office/drawing/2014/main" id="{4D34BA21-E336-48D0-8C3C-BD78522AF849}"/>
              </a:ext>
            </a:extLst>
          </p:cNvPr>
          <p:cNvSpPr>
            <a:spLocks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7703">
            <a:extLst>
              <a:ext uri="{FF2B5EF4-FFF2-40B4-BE49-F238E27FC236}">
                <a16:creationId xmlns:a16="http://schemas.microsoft.com/office/drawing/2014/main" id="{E4A740EC-47B7-4F60-9A8F-1CBFDD5A4D6D}"/>
              </a:ext>
            </a:extLst>
          </p:cNvPr>
          <p:cNvSpPr>
            <a:spLocks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7704">
            <a:extLst>
              <a:ext uri="{FF2B5EF4-FFF2-40B4-BE49-F238E27FC236}">
                <a16:creationId xmlns:a16="http://schemas.microsoft.com/office/drawing/2014/main" id="{1C99D509-B051-4863-9211-C465FF92CE3F}"/>
              </a:ext>
            </a:extLst>
          </p:cNvPr>
          <p:cNvSpPr>
            <a:spLocks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7705">
            <a:extLst>
              <a:ext uri="{FF2B5EF4-FFF2-40B4-BE49-F238E27FC236}">
                <a16:creationId xmlns:a16="http://schemas.microsoft.com/office/drawing/2014/main" id="{52A0C730-FE2F-471C-AB5A-54A66C33DCDB}"/>
              </a:ext>
            </a:extLst>
          </p:cNvPr>
          <p:cNvSpPr>
            <a:spLocks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7706">
            <a:extLst>
              <a:ext uri="{FF2B5EF4-FFF2-40B4-BE49-F238E27FC236}">
                <a16:creationId xmlns:a16="http://schemas.microsoft.com/office/drawing/2014/main" id="{A8C35B17-C731-4BC3-8D92-764260E287AB}"/>
              </a:ext>
            </a:extLst>
          </p:cNvPr>
          <p:cNvSpPr>
            <a:spLocks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7707">
            <a:extLst>
              <a:ext uri="{FF2B5EF4-FFF2-40B4-BE49-F238E27FC236}">
                <a16:creationId xmlns:a16="http://schemas.microsoft.com/office/drawing/2014/main" id="{0F9A9D9B-898D-45DA-B28F-4977434E60EF}"/>
              </a:ext>
            </a:extLst>
          </p:cNvPr>
          <p:cNvSpPr>
            <a:spLocks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7708">
            <a:extLst>
              <a:ext uri="{FF2B5EF4-FFF2-40B4-BE49-F238E27FC236}">
                <a16:creationId xmlns:a16="http://schemas.microsoft.com/office/drawing/2014/main" id="{9B7A7CC4-ECCC-4DE4-9E6C-9202A5B7D88D}"/>
              </a:ext>
            </a:extLst>
          </p:cNvPr>
          <p:cNvSpPr>
            <a:spLocks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7709">
            <a:extLst>
              <a:ext uri="{FF2B5EF4-FFF2-40B4-BE49-F238E27FC236}">
                <a16:creationId xmlns:a16="http://schemas.microsoft.com/office/drawing/2014/main" id="{DDD6DDC9-C5F7-4BC7-A4CC-88825E15D220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7710">
            <a:extLst>
              <a:ext uri="{FF2B5EF4-FFF2-40B4-BE49-F238E27FC236}">
                <a16:creationId xmlns:a16="http://schemas.microsoft.com/office/drawing/2014/main" id="{9306178F-138A-470C-B796-90EC82F5E403}"/>
              </a:ext>
            </a:extLst>
          </p:cNvPr>
          <p:cNvSpPr>
            <a:spLocks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7711">
            <a:extLst>
              <a:ext uri="{FF2B5EF4-FFF2-40B4-BE49-F238E27FC236}">
                <a16:creationId xmlns:a16="http://schemas.microsoft.com/office/drawing/2014/main" id="{FCDDF280-4F25-4E5A-9E8A-686ADEB34AD9}"/>
              </a:ext>
            </a:extLst>
          </p:cNvPr>
          <p:cNvSpPr>
            <a:spLocks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7712">
            <a:extLst>
              <a:ext uri="{FF2B5EF4-FFF2-40B4-BE49-F238E27FC236}">
                <a16:creationId xmlns:a16="http://schemas.microsoft.com/office/drawing/2014/main" id="{0AF1324D-668F-4729-AA92-07EC68070169}"/>
              </a:ext>
            </a:extLst>
          </p:cNvPr>
          <p:cNvSpPr>
            <a:spLocks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7713">
            <a:extLst>
              <a:ext uri="{FF2B5EF4-FFF2-40B4-BE49-F238E27FC236}">
                <a16:creationId xmlns:a16="http://schemas.microsoft.com/office/drawing/2014/main" id="{AAF0E8BC-1CFB-42FB-AFF1-62A07AC6C174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7714">
            <a:extLst>
              <a:ext uri="{FF2B5EF4-FFF2-40B4-BE49-F238E27FC236}">
                <a16:creationId xmlns:a16="http://schemas.microsoft.com/office/drawing/2014/main" id="{1FFC9958-0EBD-4503-A572-064C007551E2}"/>
              </a:ext>
            </a:extLst>
          </p:cNvPr>
          <p:cNvSpPr>
            <a:spLocks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7715">
            <a:extLst>
              <a:ext uri="{FF2B5EF4-FFF2-40B4-BE49-F238E27FC236}">
                <a16:creationId xmlns:a16="http://schemas.microsoft.com/office/drawing/2014/main" id="{EC4DB254-99E7-402E-989B-AC6DB87E7F7C}"/>
              </a:ext>
            </a:extLst>
          </p:cNvPr>
          <p:cNvSpPr>
            <a:spLocks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7716">
            <a:extLst>
              <a:ext uri="{FF2B5EF4-FFF2-40B4-BE49-F238E27FC236}">
                <a16:creationId xmlns:a16="http://schemas.microsoft.com/office/drawing/2014/main" id="{5BA78566-0AD3-443C-8A4E-4FB942A8BC9F}"/>
              </a:ext>
            </a:extLst>
          </p:cNvPr>
          <p:cNvSpPr>
            <a:spLocks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7717">
            <a:extLst>
              <a:ext uri="{FF2B5EF4-FFF2-40B4-BE49-F238E27FC236}">
                <a16:creationId xmlns:a16="http://schemas.microsoft.com/office/drawing/2014/main" id="{B7C3D51D-FE2A-4414-B42B-9AB52B1685F6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7718">
            <a:extLst>
              <a:ext uri="{FF2B5EF4-FFF2-40B4-BE49-F238E27FC236}">
                <a16:creationId xmlns:a16="http://schemas.microsoft.com/office/drawing/2014/main" id="{EC8697D4-8C10-471A-B39B-7EE5986DD098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7719">
            <a:extLst>
              <a:ext uri="{FF2B5EF4-FFF2-40B4-BE49-F238E27FC236}">
                <a16:creationId xmlns:a16="http://schemas.microsoft.com/office/drawing/2014/main" id="{2785EEF9-3F8F-4516-8101-96955D55220C}"/>
              </a:ext>
            </a:extLst>
          </p:cNvPr>
          <p:cNvSpPr>
            <a:spLocks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7720">
            <a:extLst>
              <a:ext uri="{FF2B5EF4-FFF2-40B4-BE49-F238E27FC236}">
                <a16:creationId xmlns:a16="http://schemas.microsoft.com/office/drawing/2014/main" id="{4D8BBCDF-5C97-4410-98E8-5E8FDCA1EA82}"/>
              </a:ext>
            </a:extLst>
          </p:cNvPr>
          <p:cNvSpPr>
            <a:spLocks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7721">
            <a:extLst>
              <a:ext uri="{FF2B5EF4-FFF2-40B4-BE49-F238E27FC236}">
                <a16:creationId xmlns:a16="http://schemas.microsoft.com/office/drawing/2014/main" id="{10780964-8D7C-4DF1-ACDE-34CC491AC2ED}"/>
              </a:ext>
            </a:extLst>
          </p:cNvPr>
          <p:cNvSpPr>
            <a:spLocks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7722">
            <a:extLst>
              <a:ext uri="{FF2B5EF4-FFF2-40B4-BE49-F238E27FC236}">
                <a16:creationId xmlns:a16="http://schemas.microsoft.com/office/drawing/2014/main" id="{EA065F0E-D964-471C-B4B9-97C254BF1425}"/>
              </a:ext>
            </a:extLst>
          </p:cNvPr>
          <p:cNvSpPr>
            <a:spLocks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7723">
            <a:extLst>
              <a:ext uri="{FF2B5EF4-FFF2-40B4-BE49-F238E27FC236}">
                <a16:creationId xmlns:a16="http://schemas.microsoft.com/office/drawing/2014/main" id="{894623AD-9D5A-4374-AE84-E2644FFD43ED}"/>
              </a:ext>
            </a:extLst>
          </p:cNvPr>
          <p:cNvSpPr>
            <a:spLocks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7724">
            <a:extLst>
              <a:ext uri="{FF2B5EF4-FFF2-40B4-BE49-F238E27FC236}">
                <a16:creationId xmlns:a16="http://schemas.microsoft.com/office/drawing/2014/main" id="{C8A3A0DD-7553-49B8-B00E-285BF0486A6D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7725">
            <a:extLst>
              <a:ext uri="{FF2B5EF4-FFF2-40B4-BE49-F238E27FC236}">
                <a16:creationId xmlns:a16="http://schemas.microsoft.com/office/drawing/2014/main" id="{84AD75C0-384F-4E4D-B2DB-005BFF08BA87}"/>
              </a:ext>
            </a:extLst>
          </p:cNvPr>
          <p:cNvSpPr>
            <a:spLocks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7726">
            <a:extLst>
              <a:ext uri="{FF2B5EF4-FFF2-40B4-BE49-F238E27FC236}">
                <a16:creationId xmlns:a16="http://schemas.microsoft.com/office/drawing/2014/main" id="{1C5C13CF-1993-41E7-BEB1-E37E34A847DC}"/>
              </a:ext>
            </a:extLst>
          </p:cNvPr>
          <p:cNvSpPr>
            <a:spLocks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7727">
            <a:extLst>
              <a:ext uri="{FF2B5EF4-FFF2-40B4-BE49-F238E27FC236}">
                <a16:creationId xmlns:a16="http://schemas.microsoft.com/office/drawing/2014/main" id="{7B5A41AB-AE8E-42C1-8683-D299C1D49975}"/>
              </a:ext>
            </a:extLst>
          </p:cNvPr>
          <p:cNvSpPr>
            <a:spLocks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7728">
            <a:extLst>
              <a:ext uri="{FF2B5EF4-FFF2-40B4-BE49-F238E27FC236}">
                <a16:creationId xmlns:a16="http://schemas.microsoft.com/office/drawing/2014/main" id="{96288573-5E02-4CC3-AC31-F8ED40A686BF}"/>
              </a:ext>
            </a:extLst>
          </p:cNvPr>
          <p:cNvSpPr>
            <a:spLocks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7729">
            <a:extLst>
              <a:ext uri="{FF2B5EF4-FFF2-40B4-BE49-F238E27FC236}">
                <a16:creationId xmlns:a16="http://schemas.microsoft.com/office/drawing/2014/main" id="{10CFFC11-1722-454B-88AD-7F52ED85A96E}"/>
              </a:ext>
            </a:extLst>
          </p:cNvPr>
          <p:cNvSpPr>
            <a:spLocks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7730">
            <a:extLst>
              <a:ext uri="{FF2B5EF4-FFF2-40B4-BE49-F238E27FC236}">
                <a16:creationId xmlns:a16="http://schemas.microsoft.com/office/drawing/2014/main" id="{FD8D7794-30A9-4BBE-82C4-2AF360EA4D87}"/>
              </a:ext>
            </a:extLst>
          </p:cNvPr>
          <p:cNvSpPr>
            <a:spLocks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7731">
            <a:extLst>
              <a:ext uri="{FF2B5EF4-FFF2-40B4-BE49-F238E27FC236}">
                <a16:creationId xmlns:a16="http://schemas.microsoft.com/office/drawing/2014/main" id="{EFECE179-D818-43BB-91C7-FF14D8F70FCF}"/>
              </a:ext>
            </a:extLst>
          </p:cNvPr>
          <p:cNvSpPr>
            <a:spLocks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7732">
            <a:extLst>
              <a:ext uri="{FF2B5EF4-FFF2-40B4-BE49-F238E27FC236}">
                <a16:creationId xmlns:a16="http://schemas.microsoft.com/office/drawing/2014/main" id="{481679E9-D627-4B85-A79F-04DDC21D927B}"/>
              </a:ext>
            </a:extLst>
          </p:cNvPr>
          <p:cNvSpPr>
            <a:spLocks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7733">
            <a:extLst>
              <a:ext uri="{FF2B5EF4-FFF2-40B4-BE49-F238E27FC236}">
                <a16:creationId xmlns:a16="http://schemas.microsoft.com/office/drawing/2014/main" id="{D9DFFD9A-0677-4E56-AC2D-7C18AFCB8C0E}"/>
              </a:ext>
            </a:extLst>
          </p:cNvPr>
          <p:cNvSpPr>
            <a:spLocks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7734">
            <a:extLst>
              <a:ext uri="{FF2B5EF4-FFF2-40B4-BE49-F238E27FC236}">
                <a16:creationId xmlns:a16="http://schemas.microsoft.com/office/drawing/2014/main" id="{4D624F6E-7630-492D-AB61-781315CF5CD2}"/>
              </a:ext>
            </a:extLst>
          </p:cNvPr>
          <p:cNvSpPr>
            <a:spLocks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7735">
            <a:extLst>
              <a:ext uri="{FF2B5EF4-FFF2-40B4-BE49-F238E27FC236}">
                <a16:creationId xmlns:a16="http://schemas.microsoft.com/office/drawing/2014/main" id="{C827970D-F905-42FB-8896-DB4F07DB95E1}"/>
              </a:ext>
            </a:extLst>
          </p:cNvPr>
          <p:cNvSpPr>
            <a:spLocks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7736">
            <a:extLst>
              <a:ext uri="{FF2B5EF4-FFF2-40B4-BE49-F238E27FC236}">
                <a16:creationId xmlns:a16="http://schemas.microsoft.com/office/drawing/2014/main" id="{C066E8FB-191D-466D-8632-A0B8CEB60322}"/>
              </a:ext>
            </a:extLst>
          </p:cNvPr>
          <p:cNvSpPr>
            <a:spLocks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7737">
            <a:extLst>
              <a:ext uri="{FF2B5EF4-FFF2-40B4-BE49-F238E27FC236}">
                <a16:creationId xmlns:a16="http://schemas.microsoft.com/office/drawing/2014/main" id="{A0F16D7B-39AD-455E-8F2A-592AD7150045}"/>
              </a:ext>
            </a:extLst>
          </p:cNvPr>
          <p:cNvSpPr>
            <a:spLocks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7738">
            <a:extLst>
              <a:ext uri="{FF2B5EF4-FFF2-40B4-BE49-F238E27FC236}">
                <a16:creationId xmlns:a16="http://schemas.microsoft.com/office/drawing/2014/main" id="{B87BEE84-83DF-4216-8982-9D7861AD674F}"/>
              </a:ext>
            </a:extLst>
          </p:cNvPr>
          <p:cNvSpPr>
            <a:spLocks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7739">
            <a:extLst>
              <a:ext uri="{FF2B5EF4-FFF2-40B4-BE49-F238E27FC236}">
                <a16:creationId xmlns:a16="http://schemas.microsoft.com/office/drawing/2014/main" id="{B24B72F6-DBA1-4771-9673-1722F6445CCB}"/>
              </a:ext>
            </a:extLst>
          </p:cNvPr>
          <p:cNvSpPr>
            <a:spLocks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7740">
            <a:extLst>
              <a:ext uri="{FF2B5EF4-FFF2-40B4-BE49-F238E27FC236}">
                <a16:creationId xmlns:a16="http://schemas.microsoft.com/office/drawing/2014/main" id="{C0F23E9E-E1D1-41F9-8FE6-629995E531F8}"/>
              </a:ext>
            </a:extLst>
          </p:cNvPr>
          <p:cNvSpPr>
            <a:spLocks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7741">
            <a:extLst>
              <a:ext uri="{FF2B5EF4-FFF2-40B4-BE49-F238E27FC236}">
                <a16:creationId xmlns:a16="http://schemas.microsoft.com/office/drawing/2014/main" id="{475716C0-5DDB-4B5C-A94E-9D918CDB9D05}"/>
              </a:ext>
            </a:extLst>
          </p:cNvPr>
          <p:cNvSpPr>
            <a:spLocks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7742">
            <a:extLst>
              <a:ext uri="{FF2B5EF4-FFF2-40B4-BE49-F238E27FC236}">
                <a16:creationId xmlns:a16="http://schemas.microsoft.com/office/drawing/2014/main" id="{16E59370-3E7B-41E0-9A3E-792A5D1F4110}"/>
              </a:ext>
            </a:extLst>
          </p:cNvPr>
          <p:cNvSpPr>
            <a:spLocks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7743">
            <a:extLst>
              <a:ext uri="{FF2B5EF4-FFF2-40B4-BE49-F238E27FC236}">
                <a16:creationId xmlns:a16="http://schemas.microsoft.com/office/drawing/2014/main" id="{D2C1539B-758C-4984-90EC-FE5C1DFD8241}"/>
              </a:ext>
            </a:extLst>
          </p:cNvPr>
          <p:cNvSpPr>
            <a:spLocks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7744">
            <a:extLst>
              <a:ext uri="{FF2B5EF4-FFF2-40B4-BE49-F238E27FC236}">
                <a16:creationId xmlns:a16="http://schemas.microsoft.com/office/drawing/2014/main" id="{33F9254B-DE89-4CAD-B268-9BEBB68777F1}"/>
              </a:ext>
            </a:extLst>
          </p:cNvPr>
          <p:cNvSpPr>
            <a:spLocks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7745">
            <a:extLst>
              <a:ext uri="{FF2B5EF4-FFF2-40B4-BE49-F238E27FC236}">
                <a16:creationId xmlns:a16="http://schemas.microsoft.com/office/drawing/2014/main" id="{8D3ECCE0-DD89-4C19-AEF8-D922503C32F9}"/>
              </a:ext>
            </a:extLst>
          </p:cNvPr>
          <p:cNvSpPr>
            <a:spLocks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7746">
            <a:extLst>
              <a:ext uri="{FF2B5EF4-FFF2-40B4-BE49-F238E27FC236}">
                <a16:creationId xmlns:a16="http://schemas.microsoft.com/office/drawing/2014/main" id="{87B3DAE4-FF3E-4358-A19E-FE0D0159C578}"/>
              </a:ext>
            </a:extLst>
          </p:cNvPr>
          <p:cNvSpPr>
            <a:spLocks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7747">
            <a:extLst>
              <a:ext uri="{FF2B5EF4-FFF2-40B4-BE49-F238E27FC236}">
                <a16:creationId xmlns:a16="http://schemas.microsoft.com/office/drawing/2014/main" id="{97E99813-49E3-4BA6-80A3-5907302E4CB9}"/>
              </a:ext>
            </a:extLst>
          </p:cNvPr>
          <p:cNvSpPr>
            <a:spLocks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7748">
            <a:extLst>
              <a:ext uri="{FF2B5EF4-FFF2-40B4-BE49-F238E27FC236}">
                <a16:creationId xmlns:a16="http://schemas.microsoft.com/office/drawing/2014/main" id="{579709C3-528C-4802-B74C-E1DF6A3E87E2}"/>
              </a:ext>
            </a:extLst>
          </p:cNvPr>
          <p:cNvSpPr>
            <a:spLocks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7749">
            <a:extLst>
              <a:ext uri="{FF2B5EF4-FFF2-40B4-BE49-F238E27FC236}">
                <a16:creationId xmlns:a16="http://schemas.microsoft.com/office/drawing/2014/main" id="{C21190F0-AB7E-443D-9D14-59639B14BEED}"/>
              </a:ext>
            </a:extLst>
          </p:cNvPr>
          <p:cNvSpPr>
            <a:spLocks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7750">
            <a:extLst>
              <a:ext uri="{FF2B5EF4-FFF2-40B4-BE49-F238E27FC236}">
                <a16:creationId xmlns:a16="http://schemas.microsoft.com/office/drawing/2014/main" id="{BA82CF10-00FD-4FD5-997C-08E9450D2376}"/>
              </a:ext>
            </a:extLst>
          </p:cNvPr>
          <p:cNvSpPr>
            <a:spLocks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7751">
            <a:extLst>
              <a:ext uri="{FF2B5EF4-FFF2-40B4-BE49-F238E27FC236}">
                <a16:creationId xmlns:a16="http://schemas.microsoft.com/office/drawing/2014/main" id="{3CA94EDB-D5E7-4106-A113-1555A08351FD}"/>
              </a:ext>
            </a:extLst>
          </p:cNvPr>
          <p:cNvSpPr>
            <a:spLocks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7752">
            <a:extLst>
              <a:ext uri="{FF2B5EF4-FFF2-40B4-BE49-F238E27FC236}">
                <a16:creationId xmlns:a16="http://schemas.microsoft.com/office/drawing/2014/main" id="{70F04020-276E-4100-A95C-50708ADB60E4}"/>
              </a:ext>
            </a:extLst>
          </p:cNvPr>
          <p:cNvSpPr>
            <a:spLocks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7753">
            <a:extLst>
              <a:ext uri="{FF2B5EF4-FFF2-40B4-BE49-F238E27FC236}">
                <a16:creationId xmlns:a16="http://schemas.microsoft.com/office/drawing/2014/main" id="{545D3838-4441-4F44-90FA-F17BF92DEFFA}"/>
              </a:ext>
            </a:extLst>
          </p:cNvPr>
          <p:cNvSpPr>
            <a:spLocks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7754">
            <a:extLst>
              <a:ext uri="{FF2B5EF4-FFF2-40B4-BE49-F238E27FC236}">
                <a16:creationId xmlns:a16="http://schemas.microsoft.com/office/drawing/2014/main" id="{E40E8700-4DA7-4C95-A516-1E73C6F4E680}"/>
              </a:ext>
            </a:extLst>
          </p:cNvPr>
          <p:cNvSpPr>
            <a:spLocks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7755">
            <a:extLst>
              <a:ext uri="{FF2B5EF4-FFF2-40B4-BE49-F238E27FC236}">
                <a16:creationId xmlns:a16="http://schemas.microsoft.com/office/drawing/2014/main" id="{0FD8A13A-4930-4EB4-8C24-E724C81B68A7}"/>
              </a:ext>
            </a:extLst>
          </p:cNvPr>
          <p:cNvSpPr>
            <a:spLocks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7756">
            <a:extLst>
              <a:ext uri="{FF2B5EF4-FFF2-40B4-BE49-F238E27FC236}">
                <a16:creationId xmlns:a16="http://schemas.microsoft.com/office/drawing/2014/main" id="{B3BDD34F-772B-4717-9FBE-CA5114B21554}"/>
              </a:ext>
            </a:extLst>
          </p:cNvPr>
          <p:cNvSpPr>
            <a:spLocks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7757">
            <a:extLst>
              <a:ext uri="{FF2B5EF4-FFF2-40B4-BE49-F238E27FC236}">
                <a16:creationId xmlns:a16="http://schemas.microsoft.com/office/drawing/2014/main" id="{B471EFB7-2515-49A7-BBCA-2FC9011F9847}"/>
              </a:ext>
            </a:extLst>
          </p:cNvPr>
          <p:cNvSpPr>
            <a:spLocks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7758">
            <a:extLst>
              <a:ext uri="{FF2B5EF4-FFF2-40B4-BE49-F238E27FC236}">
                <a16:creationId xmlns:a16="http://schemas.microsoft.com/office/drawing/2014/main" id="{4FBDBA75-A2A5-491D-B6C5-879635508E93}"/>
              </a:ext>
            </a:extLst>
          </p:cNvPr>
          <p:cNvSpPr>
            <a:spLocks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7759">
            <a:extLst>
              <a:ext uri="{FF2B5EF4-FFF2-40B4-BE49-F238E27FC236}">
                <a16:creationId xmlns:a16="http://schemas.microsoft.com/office/drawing/2014/main" id="{DB8D68C6-B4E9-417E-BA65-9FFA67B4E7E3}"/>
              </a:ext>
            </a:extLst>
          </p:cNvPr>
          <p:cNvSpPr>
            <a:spLocks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7760">
            <a:extLst>
              <a:ext uri="{FF2B5EF4-FFF2-40B4-BE49-F238E27FC236}">
                <a16:creationId xmlns:a16="http://schemas.microsoft.com/office/drawing/2014/main" id="{04F2E287-B164-4F1B-B019-F5AB7B05000F}"/>
              </a:ext>
            </a:extLst>
          </p:cNvPr>
          <p:cNvSpPr>
            <a:spLocks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7761">
            <a:extLst>
              <a:ext uri="{FF2B5EF4-FFF2-40B4-BE49-F238E27FC236}">
                <a16:creationId xmlns:a16="http://schemas.microsoft.com/office/drawing/2014/main" id="{6F7697F4-B894-4870-93C6-181C6E9035ED}"/>
              </a:ext>
            </a:extLst>
          </p:cNvPr>
          <p:cNvSpPr>
            <a:spLocks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7762">
            <a:extLst>
              <a:ext uri="{FF2B5EF4-FFF2-40B4-BE49-F238E27FC236}">
                <a16:creationId xmlns:a16="http://schemas.microsoft.com/office/drawing/2014/main" id="{6E2B9356-A771-47FF-A2F5-954ACF5652B0}"/>
              </a:ext>
            </a:extLst>
          </p:cNvPr>
          <p:cNvSpPr>
            <a:spLocks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7763">
            <a:extLst>
              <a:ext uri="{FF2B5EF4-FFF2-40B4-BE49-F238E27FC236}">
                <a16:creationId xmlns:a16="http://schemas.microsoft.com/office/drawing/2014/main" id="{22113516-A4A0-4E12-8405-376D0A6F35EF}"/>
              </a:ext>
            </a:extLst>
          </p:cNvPr>
          <p:cNvSpPr>
            <a:spLocks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7764">
            <a:extLst>
              <a:ext uri="{FF2B5EF4-FFF2-40B4-BE49-F238E27FC236}">
                <a16:creationId xmlns:a16="http://schemas.microsoft.com/office/drawing/2014/main" id="{B6B7F131-3EE8-4ADA-828F-30AA2548EB87}"/>
              </a:ext>
            </a:extLst>
          </p:cNvPr>
          <p:cNvSpPr>
            <a:spLocks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7765">
            <a:extLst>
              <a:ext uri="{FF2B5EF4-FFF2-40B4-BE49-F238E27FC236}">
                <a16:creationId xmlns:a16="http://schemas.microsoft.com/office/drawing/2014/main" id="{1F878E88-792F-4F4D-870D-71C9A467E8C6}"/>
              </a:ext>
            </a:extLst>
          </p:cNvPr>
          <p:cNvSpPr>
            <a:spLocks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7766">
            <a:extLst>
              <a:ext uri="{FF2B5EF4-FFF2-40B4-BE49-F238E27FC236}">
                <a16:creationId xmlns:a16="http://schemas.microsoft.com/office/drawing/2014/main" id="{1345F4D9-3203-4C5E-8CBF-4E297ADB6B20}"/>
              </a:ext>
            </a:extLst>
          </p:cNvPr>
          <p:cNvSpPr>
            <a:spLocks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7767">
            <a:extLst>
              <a:ext uri="{FF2B5EF4-FFF2-40B4-BE49-F238E27FC236}">
                <a16:creationId xmlns:a16="http://schemas.microsoft.com/office/drawing/2014/main" id="{70C32AEB-21E9-4DAF-9B70-47E3EDB2FD17}"/>
              </a:ext>
            </a:extLst>
          </p:cNvPr>
          <p:cNvSpPr>
            <a:spLocks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7768">
            <a:extLst>
              <a:ext uri="{FF2B5EF4-FFF2-40B4-BE49-F238E27FC236}">
                <a16:creationId xmlns:a16="http://schemas.microsoft.com/office/drawing/2014/main" id="{BD678C37-D4A2-4C67-9AC2-77771F65C0F7}"/>
              </a:ext>
            </a:extLst>
          </p:cNvPr>
          <p:cNvSpPr>
            <a:spLocks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7769">
            <a:extLst>
              <a:ext uri="{FF2B5EF4-FFF2-40B4-BE49-F238E27FC236}">
                <a16:creationId xmlns:a16="http://schemas.microsoft.com/office/drawing/2014/main" id="{00E06A67-FEDE-48E0-B139-A6CE695E97FB}"/>
              </a:ext>
            </a:extLst>
          </p:cNvPr>
          <p:cNvSpPr>
            <a:spLocks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7770">
            <a:extLst>
              <a:ext uri="{FF2B5EF4-FFF2-40B4-BE49-F238E27FC236}">
                <a16:creationId xmlns:a16="http://schemas.microsoft.com/office/drawing/2014/main" id="{A6032175-2F95-4714-88CC-783526E19EA1}"/>
              </a:ext>
            </a:extLst>
          </p:cNvPr>
          <p:cNvSpPr>
            <a:spLocks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7771">
            <a:extLst>
              <a:ext uri="{FF2B5EF4-FFF2-40B4-BE49-F238E27FC236}">
                <a16:creationId xmlns:a16="http://schemas.microsoft.com/office/drawing/2014/main" id="{714A4307-3433-43B7-B3BE-CB29BCEF4F7E}"/>
              </a:ext>
            </a:extLst>
          </p:cNvPr>
          <p:cNvSpPr>
            <a:spLocks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7772">
            <a:extLst>
              <a:ext uri="{FF2B5EF4-FFF2-40B4-BE49-F238E27FC236}">
                <a16:creationId xmlns:a16="http://schemas.microsoft.com/office/drawing/2014/main" id="{4AC5DCD9-EF6D-4C6E-8041-BA1751B6904B}"/>
              </a:ext>
            </a:extLst>
          </p:cNvPr>
          <p:cNvSpPr>
            <a:spLocks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7773">
            <a:extLst>
              <a:ext uri="{FF2B5EF4-FFF2-40B4-BE49-F238E27FC236}">
                <a16:creationId xmlns:a16="http://schemas.microsoft.com/office/drawing/2014/main" id="{5E9E4CDE-BF6D-4AC5-95B1-946281763780}"/>
              </a:ext>
            </a:extLst>
          </p:cNvPr>
          <p:cNvSpPr>
            <a:spLocks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7774">
            <a:extLst>
              <a:ext uri="{FF2B5EF4-FFF2-40B4-BE49-F238E27FC236}">
                <a16:creationId xmlns:a16="http://schemas.microsoft.com/office/drawing/2014/main" id="{06C56EC1-45FA-409C-BE61-17A30C2678C9}"/>
              </a:ext>
            </a:extLst>
          </p:cNvPr>
          <p:cNvSpPr>
            <a:spLocks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7775">
            <a:extLst>
              <a:ext uri="{FF2B5EF4-FFF2-40B4-BE49-F238E27FC236}">
                <a16:creationId xmlns:a16="http://schemas.microsoft.com/office/drawing/2014/main" id="{5E9E1B28-968B-4EA1-8B7C-CF2707312D29}"/>
              </a:ext>
            </a:extLst>
          </p:cNvPr>
          <p:cNvSpPr>
            <a:spLocks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7776">
            <a:extLst>
              <a:ext uri="{FF2B5EF4-FFF2-40B4-BE49-F238E27FC236}">
                <a16:creationId xmlns:a16="http://schemas.microsoft.com/office/drawing/2014/main" id="{BC382143-F99D-4AD0-A0B0-712AD4A224BC}"/>
              </a:ext>
            </a:extLst>
          </p:cNvPr>
          <p:cNvSpPr>
            <a:spLocks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7777">
            <a:extLst>
              <a:ext uri="{FF2B5EF4-FFF2-40B4-BE49-F238E27FC236}">
                <a16:creationId xmlns:a16="http://schemas.microsoft.com/office/drawing/2014/main" id="{A3E3D547-4365-439E-8BF2-590C0525D3D3}"/>
              </a:ext>
            </a:extLst>
          </p:cNvPr>
          <p:cNvSpPr>
            <a:spLocks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7778">
            <a:extLst>
              <a:ext uri="{FF2B5EF4-FFF2-40B4-BE49-F238E27FC236}">
                <a16:creationId xmlns:a16="http://schemas.microsoft.com/office/drawing/2014/main" id="{91EFE864-9E8F-45BC-A0F1-790FF9716FD0}"/>
              </a:ext>
            </a:extLst>
          </p:cNvPr>
          <p:cNvSpPr>
            <a:spLocks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7779">
            <a:extLst>
              <a:ext uri="{FF2B5EF4-FFF2-40B4-BE49-F238E27FC236}">
                <a16:creationId xmlns:a16="http://schemas.microsoft.com/office/drawing/2014/main" id="{475888A4-C81E-4219-AFDB-603215640306}"/>
              </a:ext>
            </a:extLst>
          </p:cNvPr>
          <p:cNvSpPr>
            <a:spLocks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7780">
            <a:extLst>
              <a:ext uri="{FF2B5EF4-FFF2-40B4-BE49-F238E27FC236}">
                <a16:creationId xmlns:a16="http://schemas.microsoft.com/office/drawing/2014/main" id="{E6BA7C07-C0D8-4FB6-A04A-DCA9BED55067}"/>
              </a:ext>
            </a:extLst>
          </p:cNvPr>
          <p:cNvSpPr>
            <a:spLocks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7781">
            <a:extLst>
              <a:ext uri="{FF2B5EF4-FFF2-40B4-BE49-F238E27FC236}">
                <a16:creationId xmlns:a16="http://schemas.microsoft.com/office/drawing/2014/main" id="{E5B00B3E-A5E6-4125-BDC5-EF38F099DB7A}"/>
              </a:ext>
            </a:extLst>
          </p:cNvPr>
          <p:cNvSpPr>
            <a:spLocks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7782">
            <a:extLst>
              <a:ext uri="{FF2B5EF4-FFF2-40B4-BE49-F238E27FC236}">
                <a16:creationId xmlns:a16="http://schemas.microsoft.com/office/drawing/2014/main" id="{627A40AB-3815-4E31-B111-E34458F8A99C}"/>
              </a:ext>
            </a:extLst>
          </p:cNvPr>
          <p:cNvSpPr>
            <a:spLocks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7783">
            <a:extLst>
              <a:ext uri="{FF2B5EF4-FFF2-40B4-BE49-F238E27FC236}">
                <a16:creationId xmlns:a16="http://schemas.microsoft.com/office/drawing/2014/main" id="{4E727FC1-883D-4972-8F04-82D25278D0BE}"/>
              </a:ext>
            </a:extLst>
          </p:cNvPr>
          <p:cNvSpPr>
            <a:spLocks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7784">
            <a:extLst>
              <a:ext uri="{FF2B5EF4-FFF2-40B4-BE49-F238E27FC236}">
                <a16:creationId xmlns:a16="http://schemas.microsoft.com/office/drawing/2014/main" id="{ED6A9C4D-21BC-40C3-A6CD-75B0D388827A}"/>
              </a:ext>
            </a:extLst>
          </p:cNvPr>
          <p:cNvSpPr>
            <a:spLocks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7785">
            <a:extLst>
              <a:ext uri="{FF2B5EF4-FFF2-40B4-BE49-F238E27FC236}">
                <a16:creationId xmlns:a16="http://schemas.microsoft.com/office/drawing/2014/main" id="{A2C16BC8-7EC1-4504-A678-2C3E3134931D}"/>
              </a:ext>
            </a:extLst>
          </p:cNvPr>
          <p:cNvSpPr>
            <a:spLocks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7786">
            <a:extLst>
              <a:ext uri="{FF2B5EF4-FFF2-40B4-BE49-F238E27FC236}">
                <a16:creationId xmlns:a16="http://schemas.microsoft.com/office/drawing/2014/main" id="{9F8B44DD-468D-4C62-9F69-4F00BDE13E95}"/>
              </a:ext>
            </a:extLst>
          </p:cNvPr>
          <p:cNvSpPr>
            <a:spLocks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7787">
            <a:extLst>
              <a:ext uri="{FF2B5EF4-FFF2-40B4-BE49-F238E27FC236}">
                <a16:creationId xmlns:a16="http://schemas.microsoft.com/office/drawing/2014/main" id="{2F358EAD-2132-420C-AA97-42365FA63886}"/>
              </a:ext>
            </a:extLst>
          </p:cNvPr>
          <p:cNvSpPr>
            <a:spLocks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7788">
            <a:extLst>
              <a:ext uri="{FF2B5EF4-FFF2-40B4-BE49-F238E27FC236}">
                <a16:creationId xmlns:a16="http://schemas.microsoft.com/office/drawing/2014/main" id="{8430D79E-E099-4A53-8557-41BE0037F908}"/>
              </a:ext>
            </a:extLst>
          </p:cNvPr>
          <p:cNvSpPr>
            <a:spLocks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7789">
            <a:extLst>
              <a:ext uri="{FF2B5EF4-FFF2-40B4-BE49-F238E27FC236}">
                <a16:creationId xmlns:a16="http://schemas.microsoft.com/office/drawing/2014/main" id="{98F2FD20-D986-47DF-A06D-90DFBE19766E}"/>
              </a:ext>
            </a:extLst>
          </p:cNvPr>
          <p:cNvSpPr>
            <a:spLocks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7790">
            <a:extLst>
              <a:ext uri="{FF2B5EF4-FFF2-40B4-BE49-F238E27FC236}">
                <a16:creationId xmlns:a16="http://schemas.microsoft.com/office/drawing/2014/main" id="{6D7BF8CB-45D6-4C44-AC34-AFF2405E626C}"/>
              </a:ext>
            </a:extLst>
          </p:cNvPr>
          <p:cNvSpPr>
            <a:spLocks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7791">
            <a:extLst>
              <a:ext uri="{FF2B5EF4-FFF2-40B4-BE49-F238E27FC236}">
                <a16:creationId xmlns:a16="http://schemas.microsoft.com/office/drawing/2014/main" id="{E4675C97-03C0-4DB8-80B3-12F171B88029}"/>
              </a:ext>
            </a:extLst>
          </p:cNvPr>
          <p:cNvSpPr>
            <a:spLocks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7792">
            <a:extLst>
              <a:ext uri="{FF2B5EF4-FFF2-40B4-BE49-F238E27FC236}">
                <a16:creationId xmlns:a16="http://schemas.microsoft.com/office/drawing/2014/main" id="{47F611E7-8BA8-43E9-AB55-F2B5FC1FF539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7793">
            <a:extLst>
              <a:ext uri="{FF2B5EF4-FFF2-40B4-BE49-F238E27FC236}">
                <a16:creationId xmlns:a16="http://schemas.microsoft.com/office/drawing/2014/main" id="{A66E6896-3E6D-41E5-8972-A1D8F4BDF4D8}"/>
              </a:ext>
            </a:extLst>
          </p:cNvPr>
          <p:cNvSpPr>
            <a:spLocks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7794">
            <a:extLst>
              <a:ext uri="{FF2B5EF4-FFF2-40B4-BE49-F238E27FC236}">
                <a16:creationId xmlns:a16="http://schemas.microsoft.com/office/drawing/2014/main" id="{77312EC6-7FED-422E-9384-F098A7FF2DC2}"/>
              </a:ext>
            </a:extLst>
          </p:cNvPr>
          <p:cNvSpPr>
            <a:spLocks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7795">
            <a:extLst>
              <a:ext uri="{FF2B5EF4-FFF2-40B4-BE49-F238E27FC236}">
                <a16:creationId xmlns:a16="http://schemas.microsoft.com/office/drawing/2014/main" id="{D2E9A915-3A45-4592-A5F8-948C3526F4EE}"/>
              </a:ext>
            </a:extLst>
          </p:cNvPr>
          <p:cNvSpPr>
            <a:spLocks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7796">
            <a:extLst>
              <a:ext uri="{FF2B5EF4-FFF2-40B4-BE49-F238E27FC236}">
                <a16:creationId xmlns:a16="http://schemas.microsoft.com/office/drawing/2014/main" id="{3A4146C4-3508-4FE8-B0E4-CA8CC1780052}"/>
              </a:ext>
            </a:extLst>
          </p:cNvPr>
          <p:cNvSpPr>
            <a:spLocks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7797">
            <a:extLst>
              <a:ext uri="{FF2B5EF4-FFF2-40B4-BE49-F238E27FC236}">
                <a16:creationId xmlns:a16="http://schemas.microsoft.com/office/drawing/2014/main" id="{B529C9BB-D46A-4BA7-A687-85FB56EDF814}"/>
              </a:ext>
            </a:extLst>
          </p:cNvPr>
          <p:cNvSpPr>
            <a:spLocks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7798">
            <a:extLst>
              <a:ext uri="{FF2B5EF4-FFF2-40B4-BE49-F238E27FC236}">
                <a16:creationId xmlns:a16="http://schemas.microsoft.com/office/drawing/2014/main" id="{0494729E-1965-49C0-9AD3-4DACEB57A759}"/>
              </a:ext>
            </a:extLst>
          </p:cNvPr>
          <p:cNvSpPr>
            <a:spLocks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7799">
            <a:extLst>
              <a:ext uri="{FF2B5EF4-FFF2-40B4-BE49-F238E27FC236}">
                <a16:creationId xmlns:a16="http://schemas.microsoft.com/office/drawing/2014/main" id="{A817D294-2FAF-4A88-8221-7E16F056D218}"/>
              </a:ext>
            </a:extLst>
          </p:cNvPr>
          <p:cNvSpPr>
            <a:spLocks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7800">
            <a:extLst>
              <a:ext uri="{FF2B5EF4-FFF2-40B4-BE49-F238E27FC236}">
                <a16:creationId xmlns:a16="http://schemas.microsoft.com/office/drawing/2014/main" id="{7EB72D68-518D-492D-8DE5-EA7F09405FD2}"/>
              </a:ext>
            </a:extLst>
          </p:cNvPr>
          <p:cNvSpPr>
            <a:spLocks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7801">
            <a:extLst>
              <a:ext uri="{FF2B5EF4-FFF2-40B4-BE49-F238E27FC236}">
                <a16:creationId xmlns:a16="http://schemas.microsoft.com/office/drawing/2014/main" id="{CAFB063E-1EFE-4DB4-AEFF-5EF7AE1F897C}"/>
              </a:ext>
            </a:extLst>
          </p:cNvPr>
          <p:cNvSpPr>
            <a:spLocks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7802">
            <a:extLst>
              <a:ext uri="{FF2B5EF4-FFF2-40B4-BE49-F238E27FC236}">
                <a16:creationId xmlns:a16="http://schemas.microsoft.com/office/drawing/2014/main" id="{42299020-BCD6-4CB7-AC3B-A338A8E825AA}"/>
              </a:ext>
            </a:extLst>
          </p:cNvPr>
          <p:cNvSpPr>
            <a:spLocks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7803">
            <a:extLst>
              <a:ext uri="{FF2B5EF4-FFF2-40B4-BE49-F238E27FC236}">
                <a16:creationId xmlns:a16="http://schemas.microsoft.com/office/drawing/2014/main" id="{BA5A81D9-139A-4B46-A373-FCFF7145D03F}"/>
              </a:ext>
            </a:extLst>
          </p:cNvPr>
          <p:cNvSpPr>
            <a:spLocks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7804">
            <a:extLst>
              <a:ext uri="{FF2B5EF4-FFF2-40B4-BE49-F238E27FC236}">
                <a16:creationId xmlns:a16="http://schemas.microsoft.com/office/drawing/2014/main" id="{BAE5A6CE-A12B-4BFB-A56B-ABA6DA16CA7C}"/>
              </a:ext>
            </a:extLst>
          </p:cNvPr>
          <p:cNvSpPr>
            <a:spLocks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7805">
            <a:extLst>
              <a:ext uri="{FF2B5EF4-FFF2-40B4-BE49-F238E27FC236}">
                <a16:creationId xmlns:a16="http://schemas.microsoft.com/office/drawing/2014/main" id="{E8EFB78D-BF9F-4AC1-BC14-97AEDF501D58}"/>
              </a:ext>
            </a:extLst>
          </p:cNvPr>
          <p:cNvSpPr>
            <a:spLocks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7806">
            <a:extLst>
              <a:ext uri="{FF2B5EF4-FFF2-40B4-BE49-F238E27FC236}">
                <a16:creationId xmlns:a16="http://schemas.microsoft.com/office/drawing/2014/main" id="{2AB3D9C3-6FE5-43E9-A8F8-79755C52E04D}"/>
              </a:ext>
            </a:extLst>
          </p:cNvPr>
          <p:cNvSpPr>
            <a:spLocks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7807">
            <a:extLst>
              <a:ext uri="{FF2B5EF4-FFF2-40B4-BE49-F238E27FC236}">
                <a16:creationId xmlns:a16="http://schemas.microsoft.com/office/drawing/2014/main" id="{78512511-9B33-4931-B89E-83679E30499A}"/>
              </a:ext>
            </a:extLst>
          </p:cNvPr>
          <p:cNvSpPr>
            <a:spLocks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7808">
            <a:extLst>
              <a:ext uri="{FF2B5EF4-FFF2-40B4-BE49-F238E27FC236}">
                <a16:creationId xmlns:a16="http://schemas.microsoft.com/office/drawing/2014/main" id="{8A3AD19C-E7B7-4760-A130-03BAB2B0CE16}"/>
              </a:ext>
            </a:extLst>
          </p:cNvPr>
          <p:cNvSpPr>
            <a:spLocks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7809">
            <a:extLst>
              <a:ext uri="{FF2B5EF4-FFF2-40B4-BE49-F238E27FC236}">
                <a16:creationId xmlns:a16="http://schemas.microsoft.com/office/drawing/2014/main" id="{AE0070C5-A4AA-40E7-B4ED-1544AF79EEFD}"/>
              </a:ext>
            </a:extLst>
          </p:cNvPr>
          <p:cNvSpPr>
            <a:spLocks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7810">
            <a:extLst>
              <a:ext uri="{FF2B5EF4-FFF2-40B4-BE49-F238E27FC236}">
                <a16:creationId xmlns:a16="http://schemas.microsoft.com/office/drawing/2014/main" id="{2FB5B3A3-F256-4B82-9CBA-3EF4D0CD835A}"/>
              </a:ext>
            </a:extLst>
          </p:cNvPr>
          <p:cNvSpPr>
            <a:spLocks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7811">
            <a:extLst>
              <a:ext uri="{FF2B5EF4-FFF2-40B4-BE49-F238E27FC236}">
                <a16:creationId xmlns:a16="http://schemas.microsoft.com/office/drawing/2014/main" id="{06482C1B-312A-4D4B-8212-3BB856011C5A}"/>
              </a:ext>
            </a:extLst>
          </p:cNvPr>
          <p:cNvSpPr>
            <a:spLocks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7812">
            <a:extLst>
              <a:ext uri="{FF2B5EF4-FFF2-40B4-BE49-F238E27FC236}">
                <a16:creationId xmlns:a16="http://schemas.microsoft.com/office/drawing/2014/main" id="{33B711AD-27B1-4EAC-94A4-E18FF10D07F0}"/>
              </a:ext>
            </a:extLst>
          </p:cNvPr>
          <p:cNvSpPr>
            <a:spLocks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7813">
            <a:extLst>
              <a:ext uri="{FF2B5EF4-FFF2-40B4-BE49-F238E27FC236}">
                <a16:creationId xmlns:a16="http://schemas.microsoft.com/office/drawing/2014/main" id="{9E7E2FD7-406C-4480-AA1B-954BDC69806C}"/>
              </a:ext>
            </a:extLst>
          </p:cNvPr>
          <p:cNvSpPr>
            <a:spLocks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7814">
            <a:extLst>
              <a:ext uri="{FF2B5EF4-FFF2-40B4-BE49-F238E27FC236}">
                <a16:creationId xmlns:a16="http://schemas.microsoft.com/office/drawing/2014/main" id="{9CB85065-8906-4F9C-9545-5F70BF16881A}"/>
              </a:ext>
            </a:extLst>
          </p:cNvPr>
          <p:cNvSpPr>
            <a:spLocks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7815">
            <a:extLst>
              <a:ext uri="{FF2B5EF4-FFF2-40B4-BE49-F238E27FC236}">
                <a16:creationId xmlns:a16="http://schemas.microsoft.com/office/drawing/2014/main" id="{1CECB577-7CC9-4750-8306-3BBA3BD2207F}"/>
              </a:ext>
            </a:extLst>
          </p:cNvPr>
          <p:cNvSpPr>
            <a:spLocks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7816">
            <a:extLst>
              <a:ext uri="{FF2B5EF4-FFF2-40B4-BE49-F238E27FC236}">
                <a16:creationId xmlns:a16="http://schemas.microsoft.com/office/drawing/2014/main" id="{4A48F4F1-7F27-4090-9979-89FEAB012C5F}"/>
              </a:ext>
            </a:extLst>
          </p:cNvPr>
          <p:cNvSpPr>
            <a:spLocks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7817">
            <a:extLst>
              <a:ext uri="{FF2B5EF4-FFF2-40B4-BE49-F238E27FC236}">
                <a16:creationId xmlns:a16="http://schemas.microsoft.com/office/drawing/2014/main" id="{AD5DE71D-A6A0-43C6-92D9-A971DB29F9D8}"/>
              </a:ext>
            </a:extLst>
          </p:cNvPr>
          <p:cNvSpPr>
            <a:spLocks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7818">
            <a:extLst>
              <a:ext uri="{FF2B5EF4-FFF2-40B4-BE49-F238E27FC236}">
                <a16:creationId xmlns:a16="http://schemas.microsoft.com/office/drawing/2014/main" id="{EAA00667-3124-44BC-BD19-494F6C8AF371}"/>
              </a:ext>
            </a:extLst>
          </p:cNvPr>
          <p:cNvSpPr>
            <a:spLocks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7819">
            <a:extLst>
              <a:ext uri="{FF2B5EF4-FFF2-40B4-BE49-F238E27FC236}">
                <a16:creationId xmlns:a16="http://schemas.microsoft.com/office/drawing/2014/main" id="{58AC5E17-94A8-464D-BADE-CF8B679F781C}"/>
              </a:ext>
            </a:extLst>
          </p:cNvPr>
          <p:cNvSpPr>
            <a:spLocks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7820">
            <a:extLst>
              <a:ext uri="{FF2B5EF4-FFF2-40B4-BE49-F238E27FC236}">
                <a16:creationId xmlns:a16="http://schemas.microsoft.com/office/drawing/2014/main" id="{E6E4DD18-0B50-40DD-B525-2B8A6DB66D82}"/>
              </a:ext>
            </a:extLst>
          </p:cNvPr>
          <p:cNvSpPr>
            <a:spLocks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7821">
            <a:extLst>
              <a:ext uri="{FF2B5EF4-FFF2-40B4-BE49-F238E27FC236}">
                <a16:creationId xmlns:a16="http://schemas.microsoft.com/office/drawing/2014/main" id="{A1D69799-8247-4003-BD5C-E5F540CBF2D6}"/>
              </a:ext>
            </a:extLst>
          </p:cNvPr>
          <p:cNvSpPr>
            <a:spLocks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7822">
            <a:extLst>
              <a:ext uri="{FF2B5EF4-FFF2-40B4-BE49-F238E27FC236}">
                <a16:creationId xmlns:a16="http://schemas.microsoft.com/office/drawing/2014/main" id="{52EA49F0-851F-44A5-BE95-9826246305F3}"/>
              </a:ext>
            </a:extLst>
          </p:cNvPr>
          <p:cNvSpPr>
            <a:spLocks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7823">
            <a:extLst>
              <a:ext uri="{FF2B5EF4-FFF2-40B4-BE49-F238E27FC236}">
                <a16:creationId xmlns:a16="http://schemas.microsoft.com/office/drawing/2014/main" id="{9FB92E47-BC85-4086-AF68-711BEB77A4A5}"/>
              </a:ext>
            </a:extLst>
          </p:cNvPr>
          <p:cNvSpPr>
            <a:spLocks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7824">
            <a:extLst>
              <a:ext uri="{FF2B5EF4-FFF2-40B4-BE49-F238E27FC236}">
                <a16:creationId xmlns:a16="http://schemas.microsoft.com/office/drawing/2014/main" id="{A517DD0D-9C4C-4C4D-BD60-70B75CE31B22}"/>
              </a:ext>
            </a:extLst>
          </p:cNvPr>
          <p:cNvSpPr>
            <a:spLocks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7825">
            <a:extLst>
              <a:ext uri="{FF2B5EF4-FFF2-40B4-BE49-F238E27FC236}">
                <a16:creationId xmlns:a16="http://schemas.microsoft.com/office/drawing/2014/main" id="{95B2166D-D2A1-4C78-8045-EC174D70B60C}"/>
              </a:ext>
            </a:extLst>
          </p:cNvPr>
          <p:cNvSpPr>
            <a:spLocks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7826">
            <a:extLst>
              <a:ext uri="{FF2B5EF4-FFF2-40B4-BE49-F238E27FC236}">
                <a16:creationId xmlns:a16="http://schemas.microsoft.com/office/drawing/2014/main" id="{F2958834-A063-4812-987F-47FC7FF0956D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7827">
            <a:extLst>
              <a:ext uri="{FF2B5EF4-FFF2-40B4-BE49-F238E27FC236}">
                <a16:creationId xmlns:a16="http://schemas.microsoft.com/office/drawing/2014/main" id="{7131338E-78B1-4EF3-8CD0-B5A3114EF110}"/>
              </a:ext>
            </a:extLst>
          </p:cNvPr>
          <p:cNvSpPr>
            <a:spLocks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7828">
            <a:extLst>
              <a:ext uri="{FF2B5EF4-FFF2-40B4-BE49-F238E27FC236}">
                <a16:creationId xmlns:a16="http://schemas.microsoft.com/office/drawing/2014/main" id="{52603DF6-BE76-44A5-839C-C029537B0848}"/>
              </a:ext>
            </a:extLst>
          </p:cNvPr>
          <p:cNvSpPr>
            <a:spLocks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7829">
            <a:extLst>
              <a:ext uri="{FF2B5EF4-FFF2-40B4-BE49-F238E27FC236}">
                <a16:creationId xmlns:a16="http://schemas.microsoft.com/office/drawing/2014/main" id="{A181A6E2-A0D5-4865-89B7-BE20595B4AFC}"/>
              </a:ext>
            </a:extLst>
          </p:cNvPr>
          <p:cNvSpPr>
            <a:spLocks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7830">
            <a:extLst>
              <a:ext uri="{FF2B5EF4-FFF2-40B4-BE49-F238E27FC236}">
                <a16:creationId xmlns:a16="http://schemas.microsoft.com/office/drawing/2014/main" id="{11202EA8-7ACA-451E-88FA-32B237BD1AC6}"/>
              </a:ext>
            </a:extLst>
          </p:cNvPr>
          <p:cNvSpPr>
            <a:spLocks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7831">
            <a:extLst>
              <a:ext uri="{FF2B5EF4-FFF2-40B4-BE49-F238E27FC236}">
                <a16:creationId xmlns:a16="http://schemas.microsoft.com/office/drawing/2014/main" id="{A87122D7-AD16-4D1F-BCB1-0AE2C3BCC872}"/>
              </a:ext>
            </a:extLst>
          </p:cNvPr>
          <p:cNvSpPr>
            <a:spLocks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7832">
            <a:extLst>
              <a:ext uri="{FF2B5EF4-FFF2-40B4-BE49-F238E27FC236}">
                <a16:creationId xmlns:a16="http://schemas.microsoft.com/office/drawing/2014/main" id="{914A2F8B-A565-4B57-B0B3-69A1F5FB9314}"/>
              </a:ext>
            </a:extLst>
          </p:cNvPr>
          <p:cNvSpPr>
            <a:spLocks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7833">
            <a:extLst>
              <a:ext uri="{FF2B5EF4-FFF2-40B4-BE49-F238E27FC236}">
                <a16:creationId xmlns:a16="http://schemas.microsoft.com/office/drawing/2014/main" id="{0C74DEF1-E3DE-47CE-9674-161CCBE08499}"/>
              </a:ext>
            </a:extLst>
          </p:cNvPr>
          <p:cNvSpPr>
            <a:spLocks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7834">
            <a:extLst>
              <a:ext uri="{FF2B5EF4-FFF2-40B4-BE49-F238E27FC236}">
                <a16:creationId xmlns:a16="http://schemas.microsoft.com/office/drawing/2014/main" id="{ED5E17CE-C6E8-4AD3-BD03-BB6D4FD51D0E}"/>
              </a:ext>
            </a:extLst>
          </p:cNvPr>
          <p:cNvSpPr>
            <a:spLocks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7835">
            <a:extLst>
              <a:ext uri="{FF2B5EF4-FFF2-40B4-BE49-F238E27FC236}">
                <a16:creationId xmlns:a16="http://schemas.microsoft.com/office/drawing/2014/main" id="{4DCAF725-7259-4F83-9FB4-C04F4292588C}"/>
              </a:ext>
            </a:extLst>
          </p:cNvPr>
          <p:cNvSpPr>
            <a:spLocks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7836">
            <a:extLst>
              <a:ext uri="{FF2B5EF4-FFF2-40B4-BE49-F238E27FC236}">
                <a16:creationId xmlns:a16="http://schemas.microsoft.com/office/drawing/2014/main" id="{C9F7BEFD-6315-4736-8714-ECF8006FB72C}"/>
              </a:ext>
            </a:extLst>
          </p:cNvPr>
          <p:cNvSpPr>
            <a:spLocks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7837">
            <a:extLst>
              <a:ext uri="{FF2B5EF4-FFF2-40B4-BE49-F238E27FC236}">
                <a16:creationId xmlns:a16="http://schemas.microsoft.com/office/drawing/2014/main" id="{2989C887-C021-4C91-B0FB-F4E25C867DBE}"/>
              </a:ext>
            </a:extLst>
          </p:cNvPr>
          <p:cNvSpPr>
            <a:spLocks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7838">
            <a:extLst>
              <a:ext uri="{FF2B5EF4-FFF2-40B4-BE49-F238E27FC236}">
                <a16:creationId xmlns:a16="http://schemas.microsoft.com/office/drawing/2014/main" id="{B149FA5F-7EDD-4892-80A4-7F7B9210232D}"/>
              </a:ext>
            </a:extLst>
          </p:cNvPr>
          <p:cNvSpPr>
            <a:spLocks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7839">
            <a:extLst>
              <a:ext uri="{FF2B5EF4-FFF2-40B4-BE49-F238E27FC236}">
                <a16:creationId xmlns:a16="http://schemas.microsoft.com/office/drawing/2014/main" id="{91558FDD-FB91-41A4-835B-FB57E7DBBDD5}"/>
              </a:ext>
            </a:extLst>
          </p:cNvPr>
          <p:cNvSpPr>
            <a:spLocks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7840">
            <a:extLst>
              <a:ext uri="{FF2B5EF4-FFF2-40B4-BE49-F238E27FC236}">
                <a16:creationId xmlns:a16="http://schemas.microsoft.com/office/drawing/2014/main" id="{FE7EFADF-B2B0-41E9-9BA6-68A32A2E4294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7841">
            <a:extLst>
              <a:ext uri="{FF2B5EF4-FFF2-40B4-BE49-F238E27FC236}">
                <a16:creationId xmlns:a16="http://schemas.microsoft.com/office/drawing/2014/main" id="{EC3F1866-B015-4E52-8BC6-7B1E7D983AAA}"/>
              </a:ext>
            </a:extLst>
          </p:cNvPr>
          <p:cNvSpPr>
            <a:spLocks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7842">
            <a:extLst>
              <a:ext uri="{FF2B5EF4-FFF2-40B4-BE49-F238E27FC236}">
                <a16:creationId xmlns:a16="http://schemas.microsoft.com/office/drawing/2014/main" id="{D8189EFA-267C-44C7-B6A0-34B512D2FB01}"/>
              </a:ext>
            </a:extLst>
          </p:cNvPr>
          <p:cNvSpPr>
            <a:spLocks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7843">
            <a:extLst>
              <a:ext uri="{FF2B5EF4-FFF2-40B4-BE49-F238E27FC236}">
                <a16:creationId xmlns:a16="http://schemas.microsoft.com/office/drawing/2014/main" id="{896E6D3B-46A5-49AE-B322-C53E5F5FE12B}"/>
              </a:ext>
            </a:extLst>
          </p:cNvPr>
          <p:cNvSpPr>
            <a:spLocks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7844">
            <a:extLst>
              <a:ext uri="{FF2B5EF4-FFF2-40B4-BE49-F238E27FC236}">
                <a16:creationId xmlns:a16="http://schemas.microsoft.com/office/drawing/2014/main" id="{7E3C77B2-4B98-4ED0-838F-E2C406E0D534}"/>
              </a:ext>
            </a:extLst>
          </p:cNvPr>
          <p:cNvSpPr>
            <a:spLocks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7845">
            <a:extLst>
              <a:ext uri="{FF2B5EF4-FFF2-40B4-BE49-F238E27FC236}">
                <a16:creationId xmlns:a16="http://schemas.microsoft.com/office/drawing/2014/main" id="{811FF7EB-0264-4804-B83F-1A3B69DDCEA7}"/>
              </a:ext>
            </a:extLst>
          </p:cNvPr>
          <p:cNvSpPr>
            <a:spLocks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7846">
            <a:extLst>
              <a:ext uri="{FF2B5EF4-FFF2-40B4-BE49-F238E27FC236}">
                <a16:creationId xmlns:a16="http://schemas.microsoft.com/office/drawing/2014/main" id="{4C1DFAF7-D218-4DCF-BB8C-5AD3EA13604F}"/>
              </a:ext>
            </a:extLst>
          </p:cNvPr>
          <p:cNvSpPr>
            <a:spLocks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7847">
            <a:extLst>
              <a:ext uri="{FF2B5EF4-FFF2-40B4-BE49-F238E27FC236}">
                <a16:creationId xmlns:a16="http://schemas.microsoft.com/office/drawing/2014/main" id="{BD947B5C-455B-452C-8E6E-CF9DB6C8087B}"/>
              </a:ext>
            </a:extLst>
          </p:cNvPr>
          <p:cNvSpPr>
            <a:spLocks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7848">
            <a:extLst>
              <a:ext uri="{FF2B5EF4-FFF2-40B4-BE49-F238E27FC236}">
                <a16:creationId xmlns:a16="http://schemas.microsoft.com/office/drawing/2014/main" id="{81521589-9A3B-4840-8F29-569ABF9C03B7}"/>
              </a:ext>
            </a:extLst>
          </p:cNvPr>
          <p:cNvSpPr>
            <a:spLocks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7849">
            <a:extLst>
              <a:ext uri="{FF2B5EF4-FFF2-40B4-BE49-F238E27FC236}">
                <a16:creationId xmlns:a16="http://schemas.microsoft.com/office/drawing/2014/main" id="{33F67790-DAE0-439B-B475-A9461AD3FBC6}"/>
              </a:ext>
            </a:extLst>
          </p:cNvPr>
          <p:cNvSpPr>
            <a:spLocks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7850">
            <a:extLst>
              <a:ext uri="{FF2B5EF4-FFF2-40B4-BE49-F238E27FC236}">
                <a16:creationId xmlns:a16="http://schemas.microsoft.com/office/drawing/2014/main" id="{98E8AC06-065B-44BC-A1A3-2848344E6115}"/>
              </a:ext>
            </a:extLst>
          </p:cNvPr>
          <p:cNvSpPr>
            <a:spLocks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7851">
            <a:extLst>
              <a:ext uri="{FF2B5EF4-FFF2-40B4-BE49-F238E27FC236}">
                <a16:creationId xmlns:a16="http://schemas.microsoft.com/office/drawing/2014/main" id="{68D17D55-2625-4361-A5D8-B7E7C4B8BC80}"/>
              </a:ext>
            </a:extLst>
          </p:cNvPr>
          <p:cNvSpPr>
            <a:spLocks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7852">
            <a:extLst>
              <a:ext uri="{FF2B5EF4-FFF2-40B4-BE49-F238E27FC236}">
                <a16:creationId xmlns:a16="http://schemas.microsoft.com/office/drawing/2014/main" id="{72E9EB0C-B435-4651-B50F-4D60356F186B}"/>
              </a:ext>
            </a:extLst>
          </p:cNvPr>
          <p:cNvSpPr>
            <a:spLocks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7853">
            <a:extLst>
              <a:ext uri="{FF2B5EF4-FFF2-40B4-BE49-F238E27FC236}">
                <a16:creationId xmlns:a16="http://schemas.microsoft.com/office/drawing/2014/main" id="{7EFB03A6-9F75-47BB-AE48-F50BBCBF52C2}"/>
              </a:ext>
            </a:extLst>
          </p:cNvPr>
          <p:cNvSpPr>
            <a:spLocks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7854">
            <a:extLst>
              <a:ext uri="{FF2B5EF4-FFF2-40B4-BE49-F238E27FC236}">
                <a16:creationId xmlns:a16="http://schemas.microsoft.com/office/drawing/2014/main" id="{6D69D3AD-7B27-409C-A4E9-2389851492C2}"/>
              </a:ext>
            </a:extLst>
          </p:cNvPr>
          <p:cNvSpPr>
            <a:spLocks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7855">
            <a:extLst>
              <a:ext uri="{FF2B5EF4-FFF2-40B4-BE49-F238E27FC236}">
                <a16:creationId xmlns:a16="http://schemas.microsoft.com/office/drawing/2014/main" id="{AC9C1FA3-2798-4DB7-9B4D-FF73D556051D}"/>
              </a:ext>
            </a:extLst>
          </p:cNvPr>
          <p:cNvSpPr>
            <a:spLocks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7856">
            <a:extLst>
              <a:ext uri="{FF2B5EF4-FFF2-40B4-BE49-F238E27FC236}">
                <a16:creationId xmlns:a16="http://schemas.microsoft.com/office/drawing/2014/main" id="{CBCF3A91-1C27-44AC-8ECB-72ADA88E4960}"/>
              </a:ext>
            </a:extLst>
          </p:cNvPr>
          <p:cNvSpPr>
            <a:spLocks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7857">
            <a:extLst>
              <a:ext uri="{FF2B5EF4-FFF2-40B4-BE49-F238E27FC236}">
                <a16:creationId xmlns:a16="http://schemas.microsoft.com/office/drawing/2014/main" id="{6369AA46-80F8-4BCE-A62A-EE653B273531}"/>
              </a:ext>
            </a:extLst>
          </p:cNvPr>
          <p:cNvSpPr>
            <a:spLocks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7858">
            <a:extLst>
              <a:ext uri="{FF2B5EF4-FFF2-40B4-BE49-F238E27FC236}">
                <a16:creationId xmlns:a16="http://schemas.microsoft.com/office/drawing/2014/main" id="{55D71978-B647-4DC4-8640-EEE86D3E2A6F}"/>
              </a:ext>
            </a:extLst>
          </p:cNvPr>
          <p:cNvSpPr>
            <a:spLocks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7859">
            <a:extLst>
              <a:ext uri="{FF2B5EF4-FFF2-40B4-BE49-F238E27FC236}">
                <a16:creationId xmlns:a16="http://schemas.microsoft.com/office/drawing/2014/main" id="{D02B3807-9F5E-4471-A62E-DA1D857644EA}"/>
              </a:ext>
            </a:extLst>
          </p:cNvPr>
          <p:cNvSpPr>
            <a:spLocks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7860">
            <a:extLst>
              <a:ext uri="{FF2B5EF4-FFF2-40B4-BE49-F238E27FC236}">
                <a16:creationId xmlns:a16="http://schemas.microsoft.com/office/drawing/2014/main" id="{50AB48E0-5403-4984-8199-85C6662CCCA7}"/>
              </a:ext>
            </a:extLst>
          </p:cNvPr>
          <p:cNvSpPr>
            <a:spLocks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7861">
            <a:extLst>
              <a:ext uri="{FF2B5EF4-FFF2-40B4-BE49-F238E27FC236}">
                <a16:creationId xmlns:a16="http://schemas.microsoft.com/office/drawing/2014/main" id="{AEA51A25-0DA0-4119-B4E9-043574194F60}"/>
              </a:ext>
            </a:extLst>
          </p:cNvPr>
          <p:cNvSpPr>
            <a:spLocks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7862">
            <a:extLst>
              <a:ext uri="{FF2B5EF4-FFF2-40B4-BE49-F238E27FC236}">
                <a16:creationId xmlns:a16="http://schemas.microsoft.com/office/drawing/2014/main" id="{4B74DA34-A316-4DFC-82F6-6C19D1E43F9B}"/>
              </a:ext>
            </a:extLst>
          </p:cNvPr>
          <p:cNvSpPr>
            <a:spLocks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7863">
            <a:extLst>
              <a:ext uri="{FF2B5EF4-FFF2-40B4-BE49-F238E27FC236}">
                <a16:creationId xmlns:a16="http://schemas.microsoft.com/office/drawing/2014/main" id="{C65D2CA3-25F3-4197-B9EA-73042EC6E588}"/>
              </a:ext>
            </a:extLst>
          </p:cNvPr>
          <p:cNvSpPr>
            <a:spLocks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7864">
            <a:extLst>
              <a:ext uri="{FF2B5EF4-FFF2-40B4-BE49-F238E27FC236}">
                <a16:creationId xmlns:a16="http://schemas.microsoft.com/office/drawing/2014/main" id="{DAA59A7F-A27C-4547-968D-1DC1BD73D922}"/>
              </a:ext>
            </a:extLst>
          </p:cNvPr>
          <p:cNvSpPr>
            <a:spLocks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7865">
            <a:extLst>
              <a:ext uri="{FF2B5EF4-FFF2-40B4-BE49-F238E27FC236}">
                <a16:creationId xmlns:a16="http://schemas.microsoft.com/office/drawing/2014/main" id="{6D4301BA-9158-4F74-B44C-80E6FDF5366E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7866">
            <a:extLst>
              <a:ext uri="{FF2B5EF4-FFF2-40B4-BE49-F238E27FC236}">
                <a16:creationId xmlns:a16="http://schemas.microsoft.com/office/drawing/2014/main" id="{90865FA4-EE24-46CF-97E8-E4542EB77887}"/>
              </a:ext>
            </a:extLst>
          </p:cNvPr>
          <p:cNvSpPr>
            <a:spLocks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7867">
            <a:extLst>
              <a:ext uri="{FF2B5EF4-FFF2-40B4-BE49-F238E27FC236}">
                <a16:creationId xmlns:a16="http://schemas.microsoft.com/office/drawing/2014/main" id="{4C9F938C-4EDE-4530-919B-2088DFBEEB50}"/>
              </a:ext>
            </a:extLst>
          </p:cNvPr>
          <p:cNvSpPr>
            <a:spLocks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7868">
            <a:extLst>
              <a:ext uri="{FF2B5EF4-FFF2-40B4-BE49-F238E27FC236}">
                <a16:creationId xmlns:a16="http://schemas.microsoft.com/office/drawing/2014/main" id="{804A6937-263D-42FF-9BE9-3842AECE40C7}"/>
              </a:ext>
            </a:extLst>
          </p:cNvPr>
          <p:cNvSpPr>
            <a:spLocks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7869">
            <a:extLst>
              <a:ext uri="{FF2B5EF4-FFF2-40B4-BE49-F238E27FC236}">
                <a16:creationId xmlns:a16="http://schemas.microsoft.com/office/drawing/2014/main" id="{C103E51E-FE7E-4575-820B-F686AFC125D2}"/>
              </a:ext>
            </a:extLst>
          </p:cNvPr>
          <p:cNvSpPr>
            <a:spLocks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7870">
            <a:extLst>
              <a:ext uri="{FF2B5EF4-FFF2-40B4-BE49-F238E27FC236}">
                <a16:creationId xmlns:a16="http://schemas.microsoft.com/office/drawing/2014/main" id="{E651CD41-E347-48AD-BD91-BB0D171A687D}"/>
              </a:ext>
            </a:extLst>
          </p:cNvPr>
          <p:cNvSpPr>
            <a:spLocks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7871">
            <a:extLst>
              <a:ext uri="{FF2B5EF4-FFF2-40B4-BE49-F238E27FC236}">
                <a16:creationId xmlns:a16="http://schemas.microsoft.com/office/drawing/2014/main" id="{6538F94C-101D-4CFF-818A-5F54D9DDDF15}"/>
              </a:ext>
            </a:extLst>
          </p:cNvPr>
          <p:cNvSpPr>
            <a:spLocks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7872">
            <a:extLst>
              <a:ext uri="{FF2B5EF4-FFF2-40B4-BE49-F238E27FC236}">
                <a16:creationId xmlns:a16="http://schemas.microsoft.com/office/drawing/2014/main" id="{F9D1768C-2CEA-4B1F-8DC0-F07607520449}"/>
              </a:ext>
            </a:extLst>
          </p:cNvPr>
          <p:cNvSpPr>
            <a:spLocks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7873">
            <a:extLst>
              <a:ext uri="{FF2B5EF4-FFF2-40B4-BE49-F238E27FC236}">
                <a16:creationId xmlns:a16="http://schemas.microsoft.com/office/drawing/2014/main" id="{33201120-722C-4258-AE95-25FC2A35E57A}"/>
              </a:ext>
            </a:extLst>
          </p:cNvPr>
          <p:cNvSpPr>
            <a:spLocks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7874">
            <a:extLst>
              <a:ext uri="{FF2B5EF4-FFF2-40B4-BE49-F238E27FC236}">
                <a16:creationId xmlns:a16="http://schemas.microsoft.com/office/drawing/2014/main" id="{A7D7B312-D27D-4A7E-8351-2D9B42B1DD3D}"/>
              </a:ext>
            </a:extLst>
          </p:cNvPr>
          <p:cNvSpPr>
            <a:spLocks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7875">
            <a:extLst>
              <a:ext uri="{FF2B5EF4-FFF2-40B4-BE49-F238E27FC236}">
                <a16:creationId xmlns:a16="http://schemas.microsoft.com/office/drawing/2014/main" id="{AA8955A2-F71E-4522-819B-29F18E9F31CE}"/>
              </a:ext>
            </a:extLst>
          </p:cNvPr>
          <p:cNvSpPr>
            <a:spLocks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7876">
            <a:extLst>
              <a:ext uri="{FF2B5EF4-FFF2-40B4-BE49-F238E27FC236}">
                <a16:creationId xmlns:a16="http://schemas.microsoft.com/office/drawing/2014/main" id="{8221308A-6CCF-4232-980D-B811EA02F954}"/>
              </a:ext>
            </a:extLst>
          </p:cNvPr>
          <p:cNvSpPr>
            <a:spLocks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7877">
            <a:extLst>
              <a:ext uri="{FF2B5EF4-FFF2-40B4-BE49-F238E27FC236}">
                <a16:creationId xmlns:a16="http://schemas.microsoft.com/office/drawing/2014/main" id="{F1C817B7-C5BE-4C38-9AC9-81ECFFA0974E}"/>
              </a:ext>
            </a:extLst>
          </p:cNvPr>
          <p:cNvSpPr>
            <a:spLocks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7878">
            <a:extLst>
              <a:ext uri="{FF2B5EF4-FFF2-40B4-BE49-F238E27FC236}">
                <a16:creationId xmlns:a16="http://schemas.microsoft.com/office/drawing/2014/main" id="{160B00EC-F815-4D2A-906B-56301122E935}"/>
              </a:ext>
            </a:extLst>
          </p:cNvPr>
          <p:cNvSpPr>
            <a:spLocks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7879">
            <a:extLst>
              <a:ext uri="{FF2B5EF4-FFF2-40B4-BE49-F238E27FC236}">
                <a16:creationId xmlns:a16="http://schemas.microsoft.com/office/drawing/2014/main" id="{5C0AF40F-9FCF-4C7A-B7B9-5A461D7DB7D6}"/>
              </a:ext>
            </a:extLst>
          </p:cNvPr>
          <p:cNvSpPr>
            <a:spLocks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7880">
            <a:extLst>
              <a:ext uri="{FF2B5EF4-FFF2-40B4-BE49-F238E27FC236}">
                <a16:creationId xmlns:a16="http://schemas.microsoft.com/office/drawing/2014/main" id="{10C44BDD-3777-47C6-919C-C69D440F69DD}"/>
              </a:ext>
            </a:extLst>
          </p:cNvPr>
          <p:cNvSpPr>
            <a:spLocks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7881">
            <a:extLst>
              <a:ext uri="{FF2B5EF4-FFF2-40B4-BE49-F238E27FC236}">
                <a16:creationId xmlns:a16="http://schemas.microsoft.com/office/drawing/2014/main" id="{A381C6D4-DD54-46AE-994E-AB36204C5AC0}"/>
              </a:ext>
            </a:extLst>
          </p:cNvPr>
          <p:cNvSpPr>
            <a:spLocks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7882">
            <a:extLst>
              <a:ext uri="{FF2B5EF4-FFF2-40B4-BE49-F238E27FC236}">
                <a16:creationId xmlns:a16="http://schemas.microsoft.com/office/drawing/2014/main" id="{FD16772D-91E9-4204-ACD6-C5B27B2E728E}"/>
              </a:ext>
            </a:extLst>
          </p:cNvPr>
          <p:cNvSpPr>
            <a:spLocks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7883">
            <a:extLst>
              <a:ext uri="{FF2B5EF4-FFF2-40B4-BE49-F238E27FC236}">
                <a16:creationId xmlns:a16="http://schemas.microsoft.com/office/drawing/2014/main" id="{AF8373EB-A609-4C38-A480-7535D0FB724B}"/>
              </a:ext>
            </a:extLst>
          </p:cNvPr>
          <p:cNvSpPr>
            <a:spLocks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7884">
            <a:extLst>
              <a:ext uri="{FF2B5EF4-FFF2-40B4-BE49-F238E27FC236}">
                <a16:creationId xmlns:a16="http://schemas.microsoft.com/office/drawing/2014/main" id="{7DAA2EA0-E25D-403C-A38C-E11D50865CB2}"/>
              </a:ext>
            </a:extLst>
          </p:cNvPr>
          <p:cNvSpPr>
            <a:spLocks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7885">
            <a:extLst>
              <a:ext uri="{FF2B5EF4-FFF2-40B4-BE49-F238E27FC236}">
                <a16:creationId xmlns:a16="http://schemas.microsoft.com/office/drawing/2014/main" id="{3093471A-7D6C-47C9-8C88-5E01E1D7D9B3}"/>
              </a:ext>
            </a:extLst>
          </p:cNvPr>
          <p:cNvSpPr>
            <a:spLocks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7886">
            <a:extLst>
              <a:ext uri="{FF2B5EF4-FFF2-40B4-BE49-F238E27FC236}">
                <a16:creationId xmlns:a16="http://schemas.microsoft.com/office/drawing/2014/main" id="{5BEC46B2-0E7B-42CB-A177-ABA1BB724DB8}"/>
              </a:ext>
            </a:extLst>
          </p:cNvPr>
          <p:cNvSpPr>
            <a:spLocks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7887">
            <a:extLst>
              <a:ext uri="{FF2B5EF4-FFF2-40B4-BE49-F238E27FC236}">
                <a16:creationId xmlns:a16="http://schemas.microsoft.com/office/drawing/2014/main" id="{0E771F27-46AF-4060-8B18-7A784549E06D}"/>
              </a:ext>
            </a:extLst>
          </p:cNvPr>
          <p:cNvSpPr>
            <a:spLocks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7888">
            <a:extLst>
              <a:ext uri="{FF2B5EF4-FFF2-40B4-BE49-F238E27FC236}">
                <a16:creationId xmlns:a16="http://schemas.microsoft.com/office/drawing/2014/main" id="{0842946E-3CA4-4DB0-B680-D77A83D7A98A}"/>
              </a:ext>
            </a:extLst>
          </p:cNvPr>
          <p:cNvSpPr>
            <a:spLocks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7889">
            <a:extLst>
              <a:ext uri="{FF2B5EF4-FFF2-40B4-BE49-F238E27FC236}">
                <a16:creationId xmlns:a16="http://schemas.microsoft.com/office/drawing/2014/main" id="{17031357-DA07-436C-8673-D1A65993746F}"/>
              </a:ext>
            </a:extLst>
          </p:cNvPr>
          <p:cNvSpPr>
            <a:spLocks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7890">
            <a:extLst>
              <a:ext uri="{FF2B5EF4-FFF2-40B4-BE49-F238E27FC236}">
                <a16:creationId xmlns:a16="http://schemas.microsoft.com/office/drawing/2014/main" id="{273A83C9-D78E-4046-A254-8E4A4A386B36}"/>
              </a:ext>
            </a:extLst>
          </p:cNvPr>
          <p:cNvSpPr>
            <a:spLocks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7891">
            <a:extLst>
              <a:ext uri="{FF2B5EF4-FFF2-40B4-BE49-F238E27FC236}">
                <a16:creationId xmlns:a16="http://schemas.microsoft.com/office/drawing/2014/main" id="{ACA35210-380E-4153-A8FD-A3FBE3B99255}"/>
              </a:ext>
            </a:extLst>
          </p:cNvPr>
          <p:cNvSpPr>
            <a:spLocks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7892">
            <a:extLst>
              <a:ext uri="{FF2B5EF4-FFF2-40B4-BE49-F238E27FC236}">
                <a16:creationId xmlns:a16="http://schemas.microsoft.com/office/drawing/2014/main" id="{A57F3EAE-584B-4634-924C-B5030D99CB8F}"/>
              </a:ext>
            </a:extLst>
          </p:cNvPr>
          <p:cNvSpPr>
            <a:spLocks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7893">
            <a:extLst>
              <a:ext uri="{FF2B5EF4-FFF2-40B4-BE49-F238E27FC236}">
                <a16:creationId xmlns:a16="http://schemas.microsoft.com/office/drawing/2014/main" id="{F20822E2-A0CD-4FB6-AC1A-C23B6AB136F0}"/>
              </a:ext>
            </a:extLst>
          </p:cNvPr>
          <p:cNvSpPr>
            <a:spLocks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7894">
            <a:extLst>
              <a:ext uri="{FF2B5EF4-FFF2-40B4-BE49-F238E27FC236}">
                <a16:creationId xmlns:a16="http://schemas.microsoft.com/office/drawing/2014/main" id="{BA8FF45E-A729-4230-BB2E-530264723462}"/>
              </a:ext>
            </a:extLst>
          </p:cNvPr>
          <p:cNvSpPr>
            <a:spLocks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7895">
            <a:extLst>
              <a:ext uri="{FF2B5EF4-FFF2-40B4-BE49-F238E27FC236}">
                <a16:creationId xmlns:a16="http://schemas.microsoft.com/office/drawing/2014/main" id="{0826739E-BCE2-47DF-ACD5-D6142B810FB4}"/>
              </a:ext>
            </a:extLst>
          </p:cNvPr>
          <p:cNvSpPr>
            <a:spLocks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7896">
            <a:extLst>
              <a:ext uri="{FF2B5EF4-FFF2-40B4-BE49-F238E27FC236}">
                <a16:creationId xmlns:a16="http://schemas.microsoft.com/office/drawing/2014/main" id="{E38D2BE4-B876-415A-A1D3-BE5184D4C8A3}"/>
              </a:ext>
            </a:extLst>
          </p:cNvPr>
          <p:cNvSpPr>
            <a:spLocks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7897">
            <a:extLst>
              <a:ext uri="{FF2B5EF4-FFF2-40B4-BE49-F238E27FC236}">
                <a16:creationId xmlns:a16="http://schemas.microsoft.com/office/drawing/2014/main" id="{480D1129-5A97-41DF-B8D5-95FE93B43E84}"/>
              </a:ext>
            </a:extLst>
          </p:cNvPr>
          <p:cNvSpPr>
            <a:spLocks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7898">
            <a:extLst>
              <a:ext uri="{FF2B5EF4-FFF2-40B4-BE49-F238E27FC236}">
                <a16:creationId xmlns:a16="http://schemas.microsoft.com/office/drawing/2014/main" id="{F32BEDBC-A02B-4E17-BE1D-BD5FDB97CB43}"/>
              </a:ext>
            </a:extLst>
          </p:cNvPr>
          <p:cNvSpPr>
            <a:spLocks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7899">
            <a:extLst>
              <a:ext uri="{FF2B5EF4-FFF2-40B4-BE49-F238E27FC236}">
                <a16:creationId xmlns:a16="http://schemas.microsoft.com/office/drawing/2014/main" id="{0BA49A78-B79A-4F97-8158-444B3A874E84}"/>
              </a:ext>
            </a:extLst>
          </p:cNvPr>
          <p:cNvSpPr>
            <a:spLocks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7900">
            <a:extLst>
              <a:ext uri="{FF2B5EF4-FFF2-40B4-BE49-F238E27FC236}">
                <a16:creationId xmlns:a16="http://schemas.microsoft.com/office/drawing/2014/main" id="{2BD3790E-8AF7-4717-A41B-6B684AE1EADC}"/>
              </a:ext>
            </a:extLst>
          </p:cNvPr>
          <p:cNvSpPr>
            <a:spLocks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7901">
            <a:extLst>
              <a:ext uri="{FF2B5EF4-FFF2-40B4-BE49-F238E27FC236}">
                <a16:creationId xmlns:a16="http://schemas.microsoft.com/office/drawing/2014/main" id="{5F14D851-F445-42AC-A96F-8CFAD2B3E04E}"/>
              </a:ext>
            </a:extLst>
          </p:cNvPr>
          <p:cNvSpPr>
            <a:spLocks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7902">
            <a:extLst>
              <a:ext uri="{FF2B5EF4-FFF2-40B4-BE49-F238E27FC236}">
                <a16:creationId xmlns:a16="http://schemas.microsoft.com/office/drawing/2014/main" id="{DC1DBBB8-F674-4502-832D-544DE7A388BB}"/>
              </a:ext>
            </a:extLst>
          </p:cNvPr>
          <p:cNvSpPr>
            <a:spLocks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7903">
            <a:extLst>
              <a:ext uri="{FF2B5EF4-FFF2-40B4-BE49-F238E27FC236}">
                <a16:creationId xmlns:a16="http://schemas.microsoft.com/office/drawing/2014/main" id="{263D884E-9E4B-4E40-8096-C2D9E8EDE8DC}"/>
              </a:ext>
            </a:extLst>
          </p:cNvPr>
          <p:cNvSpPr>
            <a:spLocks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7904">
            <a:extLst>
              <a:ext uri="{FF2B5EF4-FFF2-40B4-BE49-F238E27FC236}">
                <a16:creationId xmlns:a16="http://schemas.microsoft.com/office/drawing/2014/main" id="{5993ECC9-0FD2-43B9-9EDE-288795BDA510}"/>
              </a:ext>
            </a:extLst>
          </p:cNvPr>
          <p:cNvSpPr>
            <a:spLocks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7905">
            <a:extLst>
              <a:ext uri="{FF2B5EF4-FFF2-40B4-BE49-F238E27FC236}">
                <a16:creationId xmlns:a16="http://schemas.microsoft.com/office/drawing/2014/main" id="{3AE07482-1BDF-474B-871D-C4E2EAF0AD55}"/>
              </a:ext>
            </a:extLst>
          </p:cNvPr>
          <p:cNvSpPr>
            <a:spLocks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7906">
            <a:extLst>
              <a:ext uri="{FF2B5EF4-FFF2-40B4-BE49-F238E27FC236}">
                <a16:creationId xmlns:a16="http://schemas.microsoft.com/office/drawing/2014/main" id="{47EB5E06-FF3A-4963-83C6-9DE345AB7EA7}"/>
              </a:ext>
            </a:extLst>
          </p:cNvPr>
          <p:cNvSpPr>
            <a:spLocks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7907">
            <a:extLst>
              <a:ext uri="{FF2B5EF4-FFF2-40B4-BE49-F238E27FC236}">
                <a16:creationId xmlns:a16="http://schemas.microsoft.com/office/drawing/2014/main" id="{D89A5845-1C9C-465D-8787-9C5C71F7E03F}"/>
              </a:ext>
            </a:extLst>
          </p:cNvPr>
          <p:cNvSpPr>
            <a:spLocks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7908">
            <a:extLst>
              <a:ext uri="{FF2B5EF4-FFF2-40B4-BE49-F238E27FC236}">
                <a16:creationId xmlns:a16="http://schemas.microsoft.com/office/drawing/2014/main" id="{56451B87-C32D-4D5A-8C03-C147DC50E402}"/>
              </a:ext>
            </a:extLst>
          </p:cNvPr>
          <p:cNvSpPr>
            <a:spLocks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7909">
            <a:extLst>
              <a:ext uri="{FF2B5EF4-FFF2-40B4-BE49-F238E27FC236}">
                <a16:creationId xmlns:a16="http://schemas.microsoft.com/office/drawing/2014/main" id="{7DF7C4EE-F1A3-4CD5-A620-665F6DF74FCE}"/>
              </a:ext>
            </a:extLst>
          </p:cNvPr>
          <p:cNvSpPr>
            <a:spLocks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7910">
            <a:extLst>
              <a:ext uri="{FF2B5EF4-FFF2-40B4-BE49-F238E27FC236}">
                <a16:creationId xmlns:a16="http://schemas.microsoft.com/office/drawing/2014/main" id="{4A2A5E3C-278B-45DC-AA76-9592D4AFFB14}"/>
              </a:ext>
            </a:extLst>
          </p:cNvPr>
          <p:cNvSpPr>
            <a:spLocks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7911">
            <a:extLst>
              <a:ext uri="{FF2B5EF4-FFF2-40B4-BE49-F238E27FC236}">
                <a16:creationId xmlns:a16="http://schemas.microsoft.com/office/drawing/2014/main" id="{D7CA757E-E5DF-4E6B-8454-BA430A1D66A7}"/>
              </a:ext>
            </a:extLst>
          </p:cNvPr>
          <p:cNvSpPr>
            <a:spLocks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7912">
            <a:extLst>
              <a:ext uri="{FF2B5EF4-FFF2-40B4-BE49-F238E27FC236}">
                <a16:creationId xmlns:a16="http://schemas.microsoft.com/office/drawing/2014/main" id="{322AC287-48A9-4D4C-95E3-13CD8F78984D}"/>
              </a:ext>
            </a:extLst>
          </p:cNvPr>
          <p:cNvSpPr>
            <a:spLocks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7913">
            <a:extLst>
              <a:ext uri="{FF2B5EF4-FFF2-40B4-BE49-F238E27FC236}">
                <a16:creationId xmlns:a16="http://schemas.microsoft.com/office/drawing/2014/main" id="{B0EB9E76-5155-4661-831E-7F3C0713806B}"/>
              </a:ext>
            </a:extLst>
          </p:cNvPr>
          <p:cNvSpPr>
            <a:spLocks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7914">
            <a:extLst>
              <a:ext uri="{FF2B5EF4-FFF2-40B4-BE49-F238E27FC236}">
                <a16:creationId xmlns:a16="http://schemas.microsoft.com/office/drawing/2014/main" id="{4F6418F2-004B-431F-A3FA-8F47997093F8}"/>
              </a:ext>
            </a:extLst>
          </p:cNvPr>
          <p:cNvSpPr>
            <a:spLocks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7915">
            <a:extLst>
              <a:ext uri="{FF2B5EF4-FFF2-40B4-BE49-F238E27FC236}">
                <a16:creationId xmlns:a16="http://schemas.microsoft.com/office/drawing/2014/main" id="{09A0277F-3D8A-43B4-9070-1CA0544C6775}"/>
              </a:ext>
            </a:extLst>
          </p:cNvPr>
          <p:cNvSpPr>
            <a:spLocks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7916">
            <a:extLst>
              <a:ext uri="{FF2B5EF4-FFF2-40B4-BE49-F238E27FC236}">
                <a16:creationId xmlns:a16="http://schemas.microsoft.com/office/drawing/2014/main" id="{AF831E4C-44E0-4142-8B3D-8B3DF7AFF280}"/>
              </a:ext>
            </a:extLst>
          </p:cNvPr>
          <p:cNvSpPr>
            <a:spLocks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7917">
            <a:extLst>
              <a:ext uri="{FF2B5EF4-FFF2-40B4-BE49-F238E27FC236}">
                <a16:creationId xmlns:a16="http://schemas.microsoft.com/office/drawing/2014/main" id="{6BE4527A-4F7B-443D-B491-7E3B0502F6ED}"/>
              </a:ext>
            </a:extLst>
          </p:cNvPr>
          <p:cNvSpPr>
            <a:spLocks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7918">
            <a:extLst>
              <a:ext uri="{FF2B5EF4-FFF2-40B4-BE49-F238E27FC236}">
                <a16:creationId xmlns:a16="http://schemas.microsoft.com/office/drawing/2014/main" id="{BF3424C4-3D28-4926-B01F-0E4DCC3AF281}"/>
              </a:ext>
            </a:extLst>
          </p:cNvPr>
          <p:cNvSpPr>
            <a:spLocks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7919">
            <a:extLst>
              <a:ext uri="{FF2B5EF4-FFF2-40B4-BE49-F238E27FC236}">
                <a16:creationId xmlns:a16="http://schemas.microsoft.com/office/drawing/2014/main" id="{A80BB8E2-B9A4-4937-8769-1CC7B901CC49}"/>
              </a:ext>
            </a:extLst>
          </p:cNvPr>
          <p:cNvSpPr>
            <a:spLocks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7920">
            <a:extLst>
              <a:ext uri="{FF2B5EF4-FFF2-40B4-BE49-F238E27FC236}">
                <a16:creationId xmlns:a16="http://schemas.microsoft.com/office/drawing/2014/main" id="{B9D00C4E-C61A-4A16-9E16-7E7283C68A7E}"/>
              </a:ext>
            </a:extLst>
          </p:cNvPr>
          <p:cNvSpPr>
            <a:spLocks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7921">
            <a:extLst>
              <a:ext uri="{FF2B5EF4-FFF2-40B4-BE49-F238E27FC236}">
                <a16:creationId xmlns:a16="http://schemas.microsoft.com/office/drawing/2014/main" id="{B624037A-70D9-40E9-8C42-60D4F9737327}"/>
              </a:ext>
            </a:extLst>
          </p:cNvPr>
          <p:cNvSpPr>
            <a:spLocks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7922">
            <a:extLst>
              <a:ext uri="{FF2B5EF4-FFF2-40B4-BE49-F238E27FC236}">
                <a16:creationId xmlns:a16="http://schemas.microsoft.com/office/drawing/2014/main" id="{68034A1C-F2C8-474E-A04C-BD3C96EDDE37}"/>
              </a:ext>
            </a:extLst>
          </p:cNvPr>
          <p:cNvSpPr>
            <a:spLocks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7923">
            <a:extLst>
              <a:ext uri="{FF2B5EF4-FFF2-40B4-BE49-F238E27FC236}">
                <a16:creationId xmlns:a16="http://schemas.microsoft.com/office/drawing/2014/main" id="{D3877EEE-1A98-4144-B6A6-3ED80CE7DCF6}"/>
              </a:ext>
            </a:extLst>
          </p:cNvPr>
          <p:cNvSpPr>
            <a:spLocks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7924">
            <a:extLst>
              <a:ext uri="{FF2B5EF4-FFF2-40B4-BE49-F238E27FC236}">
                <a16:creationId xmlns:a16="http://schemas.microsoft.com/office/drawing/2014/main" id="{20DED253-9DA3-4E3D-86E8-D8C5B49F73A8}"/>
              </a:ext>
            </a:extLst>
          </p:cNvPr>
          <p:cNvSpPr>
            <a:spLocks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7925">
            <a:extLst>
              <a:ext uri="{FF2B5EF4-FFF2-40B4-BE49-F238E27FC236}">
                <a16:creationId xmlns:a16="http://schemas.microsoft.com/office/drawing/2014/main" id="{046C1171-3E03-4816-9F3D-C8D7D3FC559E}"/>
              </a:ext>
            </a:extLst>
          </p:cNvPr>
          <p:cNvSpPr>
            <a:spLocks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7926">
            <a:extLst>
              <a:ext uri="{FF2B5EF4-FFF2-40B4-BE49-F238E27FC236}">
                <a16:creationId xmlns:a16="http://schemas.microsoft.com/office/drawing/2014/main" id="{A7B893D6-463D-4D74-8DF1-4035FDF7C04E}"/>
              </a:ext>
            </a:extLst>
          </p:cNvPr>
          <p:cNvSpPr>
            <a:spLocks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7927">
            <a:extLst>
              <a:ext uri="{FF2B5EF4-FFF2-40B4-BE49-F238E27FC236}">
                <a16:creationId xmlns:a16="http://schemas.microsoft.com/office/drawing/2014/main" id="{C0CD41CE-DEAA-4AB1-B582-F8A3B19404A8}"/>
              </a:ext>
            </a:extLst>
          </p:cNvPr>
          <p:cNvSpPr>
            <a:spLocks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7928">
            <a:extLst>
              <a:ext uri="{FF2B5EF4-FFF2-40B4-BE49-F238E27FC236}">
                <a16:creationId xmlns:a16="http://schemas.microsoft.com/office/drawing/2014/main" id="{AC1BA2D8-E381-4777-BC5C-272714CE4725}"/>
              </a:ext>
            </a:extLst>
          </p:cNvPr>
          <p:cNvSpPr>
            <a:spLocks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7929">
            <a:extLst>
              <a:ext uri="{FF2B5EF4-FFF2-40B4-BE49-F238E27FC236}">
                <a16:creationId xmlns:a16="http://schemas.microsoft.com/office/drawing/2014/main" id="{B4F8A1C5-9673-44EC-876F-697AA3122C5A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7930">
            <a:extLst>
              <a:ext uri="{FF2B5EF4-FFF2-40B4-BE49-F238E27FC236}">
                <a16:creationId xmlns:a16="http://schemas.microsoft.com/office/drawing/2014/main" id="{98158CA0-A7B5-4A44-9EA8-1F351E630E8A}"/>
              </a:ext>
            </a:extLst>
          </p:cNvPr>
          <p:cNvSpPr>
            <a:spLocks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7931">
            <a:extLst>
              <a:ext uri="{FF2B5EF4-FFF2-40B4-BE49-F238E27FC236}">
                <a16:creationId xmlns:a16="http://schemas.microsoft.com/office/drawing/2014/main" id="{78A938AE-DF64-4230-9AB1-33BB7C49565C}"/>
              </a:ext>
            </a:extLst>
          </p:cNvPr>
          <p:cNvSpPr>
            <a:spLocks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7932">
            <a:extLst>
              <a:ext uri="{FF2B5EF4-FFF2-40B4-BE49-F238E27FC236}">
                <a16:creationId xmlns:a16="http://schemas.microsoft.com/office/drawing/2014/main" id="{56F85625-CE70-42CC-8B5C-C77896C6243C}"/>
              </a:ext>
            </a:extLst>
          </p:cNvPr>
          <p:cNvSpPr>
            <a:spLocks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7933">
            <a:extLst>
              <a:ext uri="{FF2B5EF4-FFF2-40B4-BE49-F238E27FC236}">
                <a16:creationId xmlns:a16="http://schemas.microsoft.com/office/drawing/2014/main" id="{D7A38A42-635E-45E1-B9CD-E9808335A590}"/>
              </a:ext>
            </a:extLst>
          </p:cNvPr>
          <p:cNvSpPr>
            <a:spLocks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7934">
            <a:extLst>
              <a:ext uri="{FF2B5EF4-FFF2-40B4-BE49-F238E27FC236}">
                <a16:creationId xmlns:a16="http://schemas.microsoft.com/office/drawing/2014/main" id="{B5F35723-10E3-4123-8ADE-3664FFF34B8B}"/>
              </a:ext>
            </a:extLst>
          </p:cNvPr>
          <p:cNvSpPr>
            <a:spLocks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7935">
            <a:extLst>
              <a:ext uri="{FF2B5EF4-FFF2-40B4-BE49-F238E27FC236}">
                <a16:creationId xmlns:a16="http://schemas.microsoft.com/office/drawing/2014/main" id="{FCD38176-9DF0-4948-A97D-C98AFDCF3CDA}"/>
              </a:ext>
            </a:extLst>
          </p:cNvPr>
          <p:cNvSpPr>
            <a:spLocks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7936">
            <a:extLst>
              <a:ext uri="{FF2B5EF4-FFF2-40B4-BE49-F238E27FC236}">
                <a16:creationId xmlns:a16="http://schemas.microsoft.com/office/drawing/2014/main" id="{730726D6-4275-4BF1-98EA-329EDBC991D8}"/>
              </a:ext>
            </a:extLst>
          </p:cNvPr>
          <p:cNvSpPr>
            <a:spLocks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7937">
            <a:extLst>
              <a:ext uri="{FF2B5EF4-FFF2-40B4-BE49-F238E27FC236}">
                <a16:creationId xmlns:a16="http://schemas.microsoft.com/office/drawing/2014/main" id="{91BBE8B7-39B8-4DED-8476-5754547B9995}"/>
              </a:ext>
            </a:extLst>
          </p:cNvPr>
          <p:cNvSpPr>
            <a:spLocks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7938">
            <a:extLst>
              <a:ext uri="{FF2B5EF4-FFF2-40B4-BE49-F238E27FC236}">
                <a16:creationId xmlns:a16="http://schemas.microsoft.com/office/drawing/2014/main" id="{52271731-302C-4BFB-A535-83B1A387621F}"/>
              </a:ext>
            </a:extLst>
          </p:cNvPr>
          <p:cNvSpPr>
            <a:spLocks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7939">
            <a:extLst>
              <a:ext uri="{FF2B5EF4-FFF2-40B4-BE49-F238E27FC236}">
                <a16:creationId xmlns:a16="http://schemas.microsoft.com/office/drawing/2014/main" id="{0EE337AA-4B3B-4044-9A72-EA6809A013EE}"/>
              </a:ext>
            </a:extLst>
          </p:cNvPr>
          <p:cNvSpPr>
            <a:spLocks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7940">
            <a:extLst>
              <a:ext uri="{FF2B5EF4-FFF2-40B4-BE49-F238E27FC236}">
                <a16:creationId xmlns:a16="http://schemas.microsoft.com/office/drawing/2014/main" id="{4DDF9714-A24C-436D-A0CB-283748D648A4}"/>
              </a:ext>
            </a:extLst>
          </p:cNvPr>
          <p:cNvSpPr>
            <a:spLocks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7941">
            <a:extLst>
              <a:ext uri="{FF2B5EF4-FFF2-40B4-BE49-F238E27FC236}">
                <a16:creationId xmlns:a16="http://schemas.microsoft.com/office/drawing/2014/main" id="{FE629601-F197-4DD7-803D-DCC9F1E71641}"/>
              </a:ext>
            </a:extLst>
          </p:cNvPr>
          <p:cNvSpPr>
            <a:spLocks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7942">
            <a:extLst>
              <a:ext uri="{FF2B5EF4-FFF2-40B4-BE49-F238E27FC236}">
                <a16:creationId xmlns:a16="http://schemas.microsoft.com/office/drawing/2014/main" id="{460C80EB-1F52-4622-8243-03AC6887332D}"/>
              </a:ext>
            </a:extLst>
          </p:cNvPr>
          <p:cNvSpPr>
            <a:spLocks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7943">
            <a:extLst>
              <a:ext uri="{FF2B5EF4-FFF2-40B4-BE49-F238E27FC236}">
                <a16:creationId xmlns:a16="http://schemas.microsoft.com/office/drawing/2014/main" id="{FD039980-2574-4EE9-833A-D3986F1AE97B}"/>
              </a:ext>
            </a:extLst>
          </p:cNvPr>
          <p:cNvSpPr>
            <a:spLocks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7944">
            <a:extLst>
              <a:ext uri="{FF2B5EF4-FFF2-40B4-BE49-F238E27FC236}">
                <a16:creationId xmlns:a16="http://schemas.microsoft.com/office/drawing/2014/main" id="{A72C00A6-D90E-4941-8E1A-7BEB503423C9}"/>
              </a:ext>
            </a:extLst>
          </p:cNvPr>
          <p:cNvSpPr>
            <a:spLocks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7945">
            <a:extLst>
              <a:ext uri="{FF2B5EF4-FFF2-40B4-BE49-F238E27FC236}">
                <a16:creationId xmlns:a16="http://schemas.microsoft.com/office/drawing/2014/main" id="{09B7256F-E34B-45A6-A1C0-AC18C6967D26}"/>
              </a:ext>
            </a:extLst>
          </p:cNvPr>
          <p:cNvSpPr>
            <a:spLocks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7946">
            <a:extLst>
              <a:ext uri="{FF2B5EF4-FFF2-40B4-BE49-F238E27FC236}">
                <a16:creationId xmlns:a16="http://schemas.microsoft.com/office/drawing/2014/main" id="{D6C74C6A-2EC0-4A5E-8252-F70750AA08A7}"/>
              </a:ext>
            </a:extLst>
          </p:cNvPr>
          <p:cNvSpPr>
            <a:spLocks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7947">
            <a:extLst>
              <a:ext uri="{FF2B5EF4-FFF2-40B4-BE49-F238E27FC236}">
                <a16:creationId xmlns:a16="http://schemas.microsoft.com/office/drawing/2014/main" id="{E25AE87C-7B81-42C3-8314-4B9D4D213C0D}"/>
              </a:ext>
            </a:extLst>
          </p:cNvPr>
          <p:cNvSpPr>
            <a:spLocks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7948">
            <a:extLst>
              <a:ext uri="{FF2B5EF4-FFF2-40B4-BE49-F238E27FC236}">
                <a16:creationId xmlns:a16="http://schemas.microsoft.com/office/drawing/2014/main" id="{DAF1EC1F-A7AC-4F4D-82C8-39B79260D15D}"/>
              </a:ext>
            </a:extLst>
          </p:cNvPr>
          <p:cNvSpPr>
            <a:spLocks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7949">
            <a:extLst>
              <a:ext uri="{FF2B5EF4-FFF2-40B4-BE49-F238E27FC236}">
                <a16:creationId xmlns:a16="http://schemas.microsoft.com/office/drawing/2014/main" id="{7A19B2E5-F2BE-47E5-B71C-FF90CF5F540D}"/>
              </a:ext>
            </a:extLst>
          </p:cNvPr>
          <p:cNvSpPr>
            <a:spLocks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7950">
            <a:extLst>
              <a:ext uri="{FF2B5EF4-FFF2-40B4-BE49-F238E27FC236}">
                <a16:creationId xmlns:a16="http://schemas.microsoft.com/office/drawing/2014/main" id="{1004CF3D-BD80-436B-A77C-7D2443E801EA}"/>
              </a:ext>
            </a:extLst>
          </p:cNvPr>
          <p:cNvSpPr>
            <a:spLocks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7951">
            <a:extLst>
              <a:ext uri="{FF2B5EF4-FFF2-40B4-BE49-F238E27FC236}">
                <a16:creationId xmlns:a16="http://schemas.microsoft.com/office/drawing/2014/main" id="{1CEA22A3-8F7B-4B00-99F9-6320CA958509}"/>
              </a:ext>
            </a:extLst>
          </p:cNvPr>
          <p:cNvSpPr>
            <a:spLocks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7952">
            <a:extLst>
              <a:ext uri="{FF2B5EF4-FFF2-40B4-BE49-F238E27FC236}">
                <a16:creationId xmlns:a16="http://schemas.microsoft.com/office/drawing/2014/main" id="{6E04F942-179B-45D3-996A-4C253D5EB99D}"/>
              </a:ext>
            </a:extLst>
          </p:cNvPr>
          <p:cNvSpPr>
            <a:spLocks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7953">
            <a:extLst>
              <a:ext uri="{FF2B5EF4-FFF2-40B4-BE49-F238E27FC236}">
                <a16:creationId xmlns:a16="http://schemas.microsoft.com/office/drawing/2014/main" id="{E08DCFCC-711E-4F50-8C32-41F9D8E83C9E}"/>
              </a:ext>
            </a:extLst>
          </p:cNvPr>
          <p:cNvSpPr>
            <a:spLocks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7954">
            <a:extLst>
              <a:ext uri="{FF2B5EF4-FFF2-40B4-BE49-F238E27FC236}">
                <a16:creationId xmlns:a16="http://schemas.microsoft.com/office/drawing/2014/main" id="{0A926BE4-5FF8-44BF-8A6E-CE37128008B9}"/>
              </a:ext>
            </a:extLst>
          </p:cNvPr>
          <p:cNvSpPr>
            <a:spLocks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7955">
            <a:extLst>
              <a:ext uri="{FF2B5EF4-FFF2-40B4-BE49-F238E27FC236}">
                <a16:creationId xmlns:a16="http://schemas.microsoft.com/office/drawing/2014/main" id="{97E6CE6E-F433-40B0-90FC-BB4F19D81A00}"/>
              </a:ext>
            </a:extLst>
          </p:cNvPr>
          <p:cNvSpPr>
            <a:spLocks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7956">
            <a:extLst>
              <a:ext uri="{FF2B5EF4-FFF2-40B4-BE49-F238E27FC236}">
                <a16:creationId xmlns:a16="http://schemas.microsoft.com/office/drawing/2014/main" id="{82443D2F-64FF-4613-8968-DBF3BC46B229}"/>
              </a:ext>
            </a:extLst>
          </p:cNvPr>
          <p:cNvSpPr>
            <a:spLocks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7957">
            <a:extLst>
              <a:ext uri="{FF2B5EF4-FFF2-40B4-BE49-F238E27FC236}">
                <a16:creationId xmlns:a16="http://schemas.microsoft.com/office/drawing/2014/main" id="{A76AD012-C5C4-4746-872D-325F08208366}"/>
              </a:ext>
            </a:extLst>
          </p:cNvPr>
          <p:cNvSpPr>
            <a:spLocks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7958">
            <a:extLst>
              <a:ext uri="{FF2B5EF4-FFF2-40B4-BE49-F238E27FC236}">
                <a16:creationId xmlns:a16="http://schemas.microsoft.com/office/drawing/2014/main" id="{A11320BB-B2AB-45FE-9EB9-16A72E74CFD1}"/>
              </a:ext>
            </a:extLst>
          </p:cNvPr>
          <p:cNvSpPr>
            <a:spLocks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7959">
            <a:extLst>
              <a:ext uri="{FF2B5EF4-FFF2-40B4-BE49-F238E27FC236}">
                <a16:creationId xmlns:a16="http://schemas.microsoft.com/office/drawing/2014/main" id="{F9B8B52F-2DF5-4375-9361-3AC911E7842E}"/>
              </a:ext>
            </a:extLst>
          </p:cNvPr>
          <p:cNvSpPr>
            <a:spLocks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7960">
            <a:extLst>
              <a:ext uri="{FF2B5EF4-FFF2-40B4-BE49-F238E27FC236}">
                <a16:creationId xmlns:a16="http://schemas.microsoft.com/office/drawing/2014/main" id="{0225CD26-A481-4DA9-96A5-F026628B7D94}"/>
              </a:ext>
            </a:extLst>
          </p:cNvPr>
          <p:cNvSpPr>
            <a:spLocks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7961">
            <a:extLst>
              <a:ext uri="{FF2B5EF4-FFF2-40B4-BE49-F238E27FC236}">
                <a16:creationId xmlns:a16="http://schemas.microsoft.com/office/drawing/2014/main" id="{127F6FAC-6D95-4310-9CF8-22994F3CE392}"/>
              </a:ext>
            </a:extLst>
          </p:cNvPr>
          <p:cNvSpPr>
            <a:spLocks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7962">
            <a:extLst>
              <a:ext uri="{FF2B5EF4-FFF2-40B4-BE49-F238E27FC236}">
                <a16:creationId xmlns:a16="http://schemas.microsoft.com/office/drawing/2014/main" id="{5F59B15E-8793-4EE5-A54F-9E923922E6B1}"/>
              </a:ext>
            </a:extLst>
          </p:cNvPr>
          <p:cNvSpPr>
            <a:spLocks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7963">
            <a:extLst>
              <a:ext uri="{FF2B5EF4-FFF2-40B4-BE49-F238E27FC236}">
                <a16:creationId xmlns:a16="http://schemas.microsoft.com/office/drawing/2014/main" id="{B721EA1A-30E3-4022-B28E-97F4E7F8DDBE}"/>
              </a:ext>
            </a:extLst>
          </p:cNvPr>
          <p:cNvSpPr>
            <a:spLocks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7964">
            <a:extLst>
              <a:ext uri="{FF2B5EF4-FFF2-40B4-BE49-F238E27FC236}">
                <a16:creationId xmlns:a16="http://schemas.microsoft.com/office/drawing/2014/main" id="{FBE22CA8-ACFA-4DA3-A5C4-4396FC0648D4}"/>
              </a:ext>
            </a:extLst>
          </p:cNvPr>
          <p:cNvSpPr>
            <a:spLocks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7965">
            <a:extLst>
              <a:ext uri="{FF2B5EF4-FFF2-40B4-BE49-F238E27FC236}">
                <a16:creationId xmlns:a16="http://schemas.microsoft.com/office/drawing/2014/main" id="{61C6A5B0-19A0-4790-83B5-E4EC10B873E2}"/>
              </a:ext>
            </a:extLst>
          </p:cNvPr>
          <p:cNvSpPr>
            <a:spLocks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7966">
            <a:extLst>
              <a:ext uri="{FF2B5EF4-FFF2-40B4-BE49-F238E27FC236}">
                <a16:creationId xmlns:a16="http://schemas.microsoft.com/office/drawing/2014/main" id="{D30D71D3-563F-4472-BA6B-8B9E983B68CC}"/>
              </a:ext>
            </a:extLst>
          </p:cNvPr>
          <p:cNvSpPr>
            <a:spLocks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7967">
            <a:extLst>
              <a:ext uri="{FF2B5EF4-FFF2-40B4-BE49-F238E27FC236}">
                <a16:creationId xmlns:a16="http://schemas.microsoft.com/office/drawing/2014/main" id="{F2A1CFC7-B11C-4A15-87F6-6EFA14805465}"/>
              </a:ext>
            </a:extLst>
          </p:cNvPr>
          <p:cNvSpPr>
            <a:spLocks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7968">
            <a:extLst>
              <a:ext uri="{FF2B5EF4-FFF2-40B4-BE49-F238E27FC236}">
                <a16:creationId xmlns:a16="http://schemas.microsoft.com/office/drawing/2014/main" id="{70DFC44D-BB2B-484B-8E1D-464623CC1E19}"/>
              </a:ext>
            </a:extLst>
          </p:cNvPr>
          <p:cNvSpPr>
            <a:spLocks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7969">
            <a:extLst>
              <a:ext uri="{FF2B5EF4-FFF2-40B4-BE49-F238E27FC236}">
                <a16:creationId xmlns:a16="http://schemas.microsoft.com/office/drawing/2014/main" id="{4AF24316-AEE0-4D7D-8B09-7ABD965A7877}"/>
              </a:ext>
            </a:extLst>
          </p:cNvPr>
          <p:cNvSpPr>
            <a:spLocks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7970">
            <a:extLst>
              <a:ext uri="{FF2B5EF4-FFF2-40B4-BE49-F238E27FC236}">
                <a16:creationId xmlns:a16="http://schemas.microsoft.com/office/drawing/2014/main" id="{D74A845B-1E1C-4A4B-B831-F8DE6F61699C}"/>
              </a:ext>
            </a:extLst>
          </p:cNvPr>
          <p:cNvSpPr>
            <a:spLocks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7971">
            <a:extLst>
              <a:ext uri="{FF2B5EF4-FFF2-40B4-BE49-F238E27FC236}">
                <a16:creationId xmlns:a16="http://schemas.microsoft.com/office/drawing/2014/main" id="{2B76C11F-26CD-4B32-A713-F3990F6350C3}"/>
              </a:ext>
            </a:extLst>
          </p:cNvPr>
          <p:cNvSpPr>
            <a:spLocks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7972">
            <a:extLst>
              <a:ext uri="{FF2B5EF4-FFF2-40B4-BE49-F238E27FC236}">
                <a16:creationId xmlns:a16="http://schemas.microsoft.com/office/drawing/2014/main" id="{55A8831D-BA5B-4670-85FC-0CAF29B82FEB}"/>
              </a:ext>
            </a:extLst>
          </p:cNvPr>
          <p:cNvSpPr>
            <a:spLocks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7973">
            <a:extLst>
              <a:ext uri="{FF2B5EF4-FFF2-40B4-BE49-F238E27FC236}">
                <a16:creationId xmlns:a16="http://schemas.microsoft.com/office/drawing/2014/main" id="{B3330EF7-07D8-42F5-8B33-6929BAF707C0}"/>
              </a:ext>
            </a:extLst>
          </p:cNvPr>
          <p:cNvSpPr>
            <a:spLocks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7974">
            <a:extLst>
              <a:ext uri="{FF2B5EF4-FFF2-40B4-BE49-F238E27FC236}">
                <a16:creationId xmlns:a16="http://schemas.microsoft.com/office/drawing/2014/main" id="{60C7E55D-9971-4F43-AAE7-9BEA53C9BB51}"/>
              </a:ext>
            </a:extLst>
          </p:cNvPr>
          <p:cNvSpPr>
            <a:spLocks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7975">
            <a:extLst>
              <a:ext uri="{FF2B5EF4-FFF2-40B4-BE49-F238E27FC236}">
                <a16:creationId xmlns:a16="http://schemas.microsoft.com/office/drawing/2014/main" id="{F27FDD51-DD84-4DC5-BD2A-45A9D402539B}"/>
              </a:ext>
            </a:extLst>
          </p:cNvPr>
          <p:cNvSpPr>
            <a:spLocks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7976">
            <a:extLst>
              <a:ext uri="{FF2B5EF4-FFF2-40B4-BE49-F238E27FC236}">
                <a16:creationId xmlns:a16="http://schemas.microsoft.com/office/drawing/2014/main" id="{14343B61-BB43-444D-A86F-59BB63FF122C}"/>
              </a:ext>
            </a:extLst>
          </p:cNvPr>
          <p:cNvSpPr>
            <a:spLocks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7977">
            <a:extLst>
              <a:ext uri="{FF2B5EF4-FFF2-40B4-BE49-F238E27FC236}">
                <a16:creationId xmlns:a16="http://schemas.microsoft.com/office/drawing/2014/main" id="{35683424-12E8-4A96-94EA-B0222F027B28}"/>
              </a:ext>
            </a:extLst>
          </p:cNvPr>
          <p:cNvSpPr>
            <a:spLocks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7978">
            <a:extLst>
              <a:ext uri="{FF2B5EF4-FFF2-40B4-BE49-F238E27FC236}">
                <a16:creationId xmlns:a16="http://schemas.microsoft.com/office/drawing/2014/main" id="{0097D523-E230-4FCC-B034-4572883D596F}"/>
              </a:ext>
            </a:extLst>
          </p:cNvPr>
          <p:cNvSpPr>
            <a:spLocks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7979">
            <a:extLst>
              <a:ext uri="{FF2B5EF4-FFF2-40B4-BE49-F238E27FC236}">
                <a16:creationId xmlns:a16="http://schemas.microsoft.com/office/drawing/2014/main" id="{9CDA53E1-7874-43AF-811A-B0AC6E15A904}"/>
              </a:ext>
            </a:extLst>
          </p:cNvPr>
          <p:cNvSpPr>
            <a:spLocks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7980">
            <a:extLst>
              <a:ext uri="{FF2B5EF4-FFF2-40B4-BE49-F238E27FC236}">
                <a16:creationId xmlns:a16="http://schemas.microsoft.com/office/drawing/2014/main" id="{CB0F30FC-DA63-4ED5-80B1-1BC8B063DA88}"/>
              </a:ext>
            </a:extLst>
          </p:cNvPr>
          <p:cNvSpPr>
            <a:spLocks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7981">
            <a:extLst>
              <a:ext uri="{FF2B5EF4-FFF2-40B4-BE49-F238E27FC236}">
                <a16:creationId xmlns:a16="http://schemas.microsoft.com/office/drawing/2014/main" id="{C64C0B9E-82D6-4F6C-80B3-B95CB5B931AE}"/>
              </a:ext>
            </a:extLst>
          </p:cNvPr>
          <p:cNvSpPr>
            <a:spLocks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7982">
            <a:extLst>
              <a:ext uri="{FF2B5EF4-FFF2-40B4-BE49-F238E27FC236}">
                <a16:creationId xmlns:a16="http://schemas.microsoft.com/office/drawing/2014/main" id="{899EF1FC-0FC9-4D1E-B269-171D732FE2D5}"/>
              </a:ext>
            </a:extLst>
          </p:cNvPr>
          <p:cNvSpPr>
            <a:spLocks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7983">
            <a:extLst>
              <a:ext uri="{FF2B5EF4-FFF2-40B4-BE49-F238E27FC236}">
                <a16:creationId xmlns:a16="http://schemas.microsoft.com/office/drawing/2014/main" id="{D1F2E49A-ED91-4345-A58B-A935C3D5AC18}"/>
              </a:ext>
            </a:extLst>
          </p:cNvPr>
          <p:cNvSpPr>
            <a:spLocks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7984">
            <a:extLst>
              <a:ext uri="{FF2B5EF4-FFF2-40B4-BE49-F238E27FC236}">
                <a16:creationId xmlns:a16="http://schemas.microsoft.com/office/drawing/2014/main" id="{4B482C20-6D93-4A2A-B232-45D2F4985197}"/>
              </a:ext>
            </a:extLst>
          </p:cNvPr>
          <p:cNvSpPr>
            <a:spLocks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7985">
            <a:extLst>
              <a:ext uri="{FF2B5EF4-FFF2-40B4-BE49-F238E27FC236}">
                <a16:creationId xmlns:a16="http://schemas.microsoft.com/office/drawing/2014/main" id="{18B1B762-E56C-48B6-AFF4-8138CF88E05F}"/>
              </a:ext>
            </a:extLst>
          </p:cNvPr>
          <p:cNvSpPr>
            <a:spLocks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7986">
            <a:extLst>
              <a:ext uri="{FF2B5EF4-FFF2-40B4-BE49-F238E27FC236}">
                <a16:creationId xmlns:a16="http://schemas.microsoft.com/office/drawing/2014/main" id="{621F53F2-B19C-4C1E-939F-ED82904B54DD}"/>
              </a:ext>
            </a:extLst>
          </p:cNvPr>
          <p:cNvSpPr>
            <a:spLocks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7987">
            <a:extLst>
              <a:ext uri="{FF2B5EF4-FFF2-40B4-BE49-F238E27FC236}">
                <a16:creationId xmlns:a16="http://schemas.microsoft.com/office/drawing/2014/main" id="{C10A0765-BCA3-4A58-B742-63CA4057F07A}"/>
              </a:ext>
            </a:extLst>
          </p:cNvPr>
          <p:cNvSpPr>
            <a:spLocks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7988">
            <a:extLst>
              <a:ext uri="{FF2B5EF4-FFF2-40B4-BE49-F238E27FC236}">
                <a16:creationId xmlns:a16="http://schemas.microsoft.com/office/drawing/2014/main" id="{75056F15-68E7-4722-82EE-871C7EE11AE6}"/>
              </a:ext>
            </a:extLst>
          </p:cNvPr>
          <p:cNvSpPr>
            <a:spLocks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7989">
            <a:extLst>
              <a:ext uri="{FF2B5EF4-FFF2-40B4-BE49-F238E27FC236}">
                <a16:creationId xmlns:a16="http://schemas.microsoft.com/office/drawing/2014/main" id="{580F4728-39B6-42A4-8A2A-537C4103F11D}"/>
              </a:ext>
            </a:extLst>
          </p:cNvPr>
          <p:cNvSpPr>
            <a:spLocks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7990">
            <a:extLst>
              <a:ext uri="{FF2B5EF4-FFF2-40B4-BE49-F238E27FC236}">
                <a16:creationId xmlns:a16="http://schemas.microsoft.com/office/drawing/2014/main" id="{EA899E57-BE60-46EF-A251-A694D80F4B3C}"/>
              </a:ext>
            </a:extLst>
          </p:cNvPr>
          <p:cNvSpPr>
            <a:spLocks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7991">
            <a:extLst>
              <a:ext uri="{FF2B5EF4-FFF2-40B4-BE49-F238E27FC236}">
                <a16:creationId xmlns:a16="http://schemas.microsoft.com/office/drawing/2014/main" id="{5D1D1C4B-F4F8-4075-B801-028BD99B7842}"/>
              </a:ext>
            </a:extLst>
          </p:cNvPr>
          <p:cNvSpPr>
            <a:spLocks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7992">
            <a:extLst>
              <a:ext uri="{FF2B5EF4-FFF2-40B4-BE49-F238E27FC236}">
                <a16:creationId xmlns:a16="http://schemas.microsoft.com/office/drawing/2014/main" id="{FCAB9270-0EA0-4F3B-BB90-B0BE75EB7E54}"/>
              </a:ext>
            </a:extLst>
          </p:cNvPr>
          <p:cNvSpPr>
            <a:spLocks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7993">
            <a:extLst>
              <a:ext uri="{FF2B5EF4-FFF2-40B4-BE49-F238E27FC236}">
                <a16:creationId xmlns:a16="http://schemas.microsoft.com/office/drawing/2014/main" id="{D53773A8-DC38-4F30-841C-A52547F0A638}"/>
              </a:ext>
            </a:extLst>
          </p:cNvPr>
          <p:cNvSpPr>
            <a:spLocks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7994">
            <a:extLst>
              <a:ext uri="{FF2B5EF4-FFF2-40B4-BE49-F238E27FC236}">
                <a16:creationId xmlns:a16="http://schemas.microsoft.com/office/drawing/2014/main" id="{A4D2183E-9751-4629-A82C-699CA83A3806}"/>
              </a:ext>
            </a:extLst>
          </p:cNvPr>
          <p:cNvSpPr>
            <a:spLocks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7995">
            <a:extLst>
              <a:ext uri="{FF2B5EF4-FFF2-40B4-BE49-F238E27FC236}">
                <a16:creationId xmlns:a16="http://schemas.microsoft.com/office/drawing/2014/main" id="{38581668-9813-4EC6-9197-0A2377B98EA4}"/>
              </a:ext>
            </a:extLst>
          </p:cNvPr>
          <p:cNvSpPr>
            <a:spLocks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7996">
            <a:extLst>
              <a:ext uri="{FF2B5EF4-FFF2-40B4-BE49-F238E27FC236}">
                <a16:creationId xmlns:a16="http://schemas.microsoft.com/office/drawing/2014/main" id="{626B7188-5FBD-4051-BC4F-4461D036852C}"/>
              </a:ext>
            </a:extLst>
          </p:cNvPr>
          <p:cNvSpPr>
            <a:spLocks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7997">
            <a:extLst>
              <a:ext uri="{FF2B5EF4-FFF2-40B4-BE49-F238E27FC236}">
                <a16:creationId xmlns:a16="http://schemas.microsoft.com/office/drawing/2014/main" id="{7C3EEBB8-C2BA-4B40-A75E-A43FDE81D036}"/>
              </a:ext>
            </a:extLst>
          </p:cNvPr>
          <p:cNvSpPr>
            <a:spLocks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7998">
            <a:extLst>
              <a:ext uri="{FF2B5EF4-FFF2-40B4-BE49-F238E27FC236}">
                <a16:creationId xmlns:a16="http://schemas.microsoft.com/office/drawing/2014/main" id="{3B79DC8D-E349-4D9E-83A8-17F0B21F3D54}"/>
              </a:ext>
            </a:extLst>
          </p:cNvPr>
          <p:cNvSpPr>
            <a:spLocks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7999">
            <a:extLst>
              <a:ext uri="{FF2B5EF4-FFF2-40B4-BE49-F238E27FC236}">
                <a16:creationId xmlns:a16="http://schemas.microsoft.com/office/drawing/2014/main" id="{4F4A6551-3FA8-431E-A753-196426BD1785}"/>
              </a:ext>
            </a:extLst>
          </p:cNvPr>
          <p:cNvSpPr>
            <a:spLocks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8000">
            <a:extLst>
              <a:ext uri="{FF2B5EF4-FFF2-40B4-BE49-F238E27FC236}">
                <a16:creationId xmlns:a16="http://schemas.microsoft.com/office/drawing/2014/main" id="{BE2550DE-EF86-4D68-82F4-D30E5B409F91}"/>
              </a:ext>
            </a:extLst>
          </p:cNvPr>
          <p:cNvSpPr>
            <a:spLocks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8001">
            <a:extLst>
              <a:ext uri="{FF2B5EF4-FFF2-40B4-BE49-F238E27FC236}">
                <a16:creationId xmlns:a16="http://schemas.microsoft.com/office/drawing/2014/main" id="{1475814A-64A8-4137-AF37-DD6A1DE4CCB1}"/>
              </a:ext>
            </a:extLst>
          </p:cNvPr>
          <p:cNvSpPr>
            <a:spLocks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8002">
            <a:extLst>
              <a:ext uri="{FF2B5EF4-FFF2-40B4-BE49-F238E27FC236}">
                <a16:creationId xmlns:a16="http://schemas.microsoft.com/office/drawing/2014/main" id="{584C6600-5867-4814-9883-C29151616AA7}"/>
              </a:ext>
            </a:extLst>
          </p:cNvPr>
          <p:cNvSpPr>
            <a:spLocks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8003">
            <a:extLst>
              <a:ext uri="{FF2B5EF4-FFF2-40B4-BE49-F238E27FC236}">
                <a16:creationId xmlns:a16="http://schemas.microsoft.com/office/drawing/2014/main" id="{C8D06A36-8A8F-4D12-8370-940998931821}"/>
              </a:ext>
            </a:extLst>
          </p:cNvPr>
          <p:cNvSpPr>
            <a:spLocks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8004">
            <a:extLst>
              <a:ext uri="{FF2B5EF4-FFF2-40B4-BE49-F238E27FC236}">
                <a16:creationId xmlns:a16="http://schemas.microsoft.com/office/drawing/2014/main" id="{E64764AA-46EE-47F1-8482-FEE549073AFE}"/>
              </a:ext>
            </a:extLst>
          </p:cNvPr>
          <p:cNvSpPr>
            <a:spLocks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8005">
            <a:extLst>
              <a:ext uri="{FF2B5EF4-FFF2-40B4-BE49-F238E27FC236}">
                <a16:creationId xmlns:a16="http://schemas.microsoft.com/office/drawing/2014/main" id="{E3704FDA-2792-48D8-A039-A82C33AF2396}"/>
              </a:ext>
            </a:extLst>
          </p:cNvPr>
          <p:cNvSpPr>
            <a:spLocks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8006">
            <a:extLst>
              <a:ext uri="{FF2B5EF4-FFF2-40B4-BE49-F238E27FC236}">
                <a16:creationId xmlns:a16="http://schemas.microsoft.com/office/drawing/2014/main" id="{DD4F61B7-A96F-41B6-9016-2C11311ABB5A}"/>
              </a:ext>
            </a:extLst>
          </p:cNvPr>
          <p:cNvSpPr>
            <a:spLocks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8007">
            <a:extLst>
              <a:ext uri="{FF2B5EF4-FFF2-40B4-BE49-F238E27FC236}">
                <a16:creationId xmlns:a16="http://schemas.microsoft.com/office/drawing/2014/main" id="{8696FD67-84BA-40DD-93B1-19F3A352D20C}"/>
              </a:ext>
            </a:extLst>
          </p:cNvPr>
          <p:cNvSpPr>
            <a:spLocks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8008">
            <a:extLst>
              <a:ext uri="{FF2B5EF4-FFF2-40B4-BE49-F238E27FC236}">
                <a16:creationId xmlns:a16="http://schemas.microsoft.com/office/drawing/2014/main" id="{866C4B04-86A0-4EC2-A5CE-E342E79861FE}"/>
              </a:ext>
            </a:extLst>
          </p:cNvPr>
          <p:cNvSpPr>
            <a:spLocks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8009">
            <a:extLst>
              <a:ext uri="{FF2B5EF4-FFF2-40B4-BE49-F238E27FC236}">
                <a16:creationId xmlns:a16="http://schemas.microsoft.com/office/drawing/2014/main" id="{7EE37A2C-E75D-46F5-9584-F98F3B64EF44}"/>
              </a:ext>
            </a:extLst>
          </p:cNvPr>
          <p:cNvSpPr>
            <a:spLocks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8010">
            <a:extLst>
              <a:ext uri="{FF2B5EF4-FFF2-40B4-BE49-F238E27FC236}">
                <a16:creationId xmlns:a16="http://schemas.microsoft.com/office/drawing/2014/main" id="{E77BB2C4-5BDB-4815-B8B0-773515692A45}"/>
              </a:ext>
            </a:extLst>
          </p:cNvPr>
          <p:cNvSpPr>
            <a:spLocks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8011">
            <a:extLst>
              <a:ext uri="{FF2B5EF4-FFF2-40B4-BE49-F238E27FC236}">
                <a16:creationId xmlns:a16="http://schemas.microsoft.com/office/drawing/2014/main" id="{1F774B46-5E4C-463A-A151-27D9F53D4B77}"/>
              </a:ext>
            </a:extLst>
          </p:cNvPr>
          <p:cNvSpPr>
            <a:spLocks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8012">
            <a:extLst>
              <a:ext uri="{FF2B5EF4-FFF2-40B4-BE49-F238E27FC236}">
                <a16:creationId xmlns:a16="http://schemas.microsoft.com/office/drawing/2014/main" id="{8BC5D9BE-E079-4C88-866C-7D6D13C1D1F3}"/>
              </a:ext>
            </a:extLst>
          </p:cNvPr>
          <p:cNvSpPr>
            <a:spLocks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8013">
            <a:extLst>
              <a:ext uri="{FF2B5EF4-FFF2-40B4-BE49-F238E27FC236}">
                <a16:creationId xmlns:a16="http://schemas.microsoft.com/office/drawing/2014/main" id="{F8F05468-76AA-4ADB-85F1-78C1AD9E8929}"/>
              </a:ext>
            </a:extLst>
          </p:cNvPr>
          <p:cNvSpPr>
            <a:spLocks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8014">
            <a:extLst>
              <a:ext uri="{FF2B5EF4-FFF2-40B4-BE49-F238E27FC236}">
                <a16:creationId xmlns:a16="http://schemas.microsoft.com/office/drawing/2014/main" id="{628AB759-3ED6-4175-ACF5-B0F4094C8C48}"/>
              </a:ext>
            </a:extLst>
          </p:cNvPr>
          <p:cNvSpPr>
            <a:spLocks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8015">
            <a:extLst>
              <a:ext uri="{FF2B5EF4-FFF2-40B4-BE49-F238E27FC236}">
                <a16:creationId xmlns:a16="http://schemas.microsoft.com/office/drawing/2014/main" id="{FB611D5E-AAF6-4D32-A6D9-78E7D6CBADF5}"/>
              </a:ext>
            </a:extLst>
          </p:cNvPr>
          <p:cNvSpPr>
            <a:spLocks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8016">
            <a:extLst>
              <a:ext uri="{FF2B5EF4-FFF2-40B4-BE49-F238E27FC236}">
                <a16:creationId xmlns:a16="http://schemas.microsoft.com/office/drawing/2014/main" id="{FF494B20-EC13-4630-84CC-06A18F11807E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8017">
            <a:extLst>
              <a:ext uri="{FF2B5EF4-FFF2-40B4-BE49-F238E27FC236}">
                <a16:creationId xmlns:a16="http://schemas.microsoft.com/office/drawing/2014/main" id="{E98C7536-9660-4E94-8C94-9C1472482F71}"/>
              </a:ext>
            </a:extLst>
          </p:cNvPr>
          <p:cNvSpPr>
            <a:spLocks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8018">
            <a:extLst>
              <a:ext uri="{FF2B5EF4-FFF2-40B4-BE49-F238E27FC236}">
                <a16:creationId xmlns:a16="http://schemas.microsoft.com/office/drawing/2014/main" id="{676CBFFF-309B-4E06-8803-D124F83CD5CB}"/>
              </a:ext>
            </a:extLst>
          </p:cNvPr>
          <p:cNvSpPr>
            <a:spLocks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8019">
            <a:extLst>
              <a:ext uri="{FF2B5EF4-FFF2-40B4-BE49-F238E27FC236}">
                <a16:creationId xmlns:a16="http://schemas.microsoft.com/office/drawing/2014/main" id="{9E712A2E-002E-4B71-9B5A-A6DB715B3147}"/>
              </a:ext>
            </a:extLst>
          </p:cNvPr>
          <p:cNvSpPr>
            <a:spLocks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8020">
            <a:extLst>
              <a:ext uri="{FF2B5EF4-FFF2-40B4-BE49-F238E27FC236}">
                <a16:creationId xmlns:a16="http://schemas.microsoft.com/office/drawing/2014/main" id="{BC5DC507-D9FF-4594-B2A6-5FDCA51CAE68}"/>
              </a:ext>
            </a:extLst>
          </p:cNvPr>
          <p:cNvSpPr>
            <a:spLocks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8021">
            <a:extLst>
              <a:ext uri="{FF2B5EF4-FFF2-40B4-BE49-F238E27FC236}">
                <a16:creationId xmlns:a16="http://schemas.microsoft.com/office/drawing/2014/main" id="{D3FA1FC2-5ACF-4605-8082-6BAAC9DEFB98}"/>
              </a:ext>
            </a:extLst>
          </p:cNvPr>
          <p:cNvSpPr>
            <a:spLocks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8022">
            <a:extLst>
              <a:ext uri="{FF2B5EF4-FFF2-40B4-BE49-F238E27FC236}">
                <a16:creationId xmlns:a16="http://schemas.microsoft.com/office/drawing/2014/main" id="{075BA313-CEF7-4979-B87B-CBA4FCC76A17}"/>
              </a:ext>
            </a:extLst>
          </p:cNvPr>
          <p:cNvSpPr>
            <a:spLocks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8023">
            <a:extLst>
              <a:ext uri="{FF2B5EF4-FFF2-40B4-BE49-F238E27FC236}">
                <a16:creationId xmlns:a16="http://schemas.microsoft.com/office/drawing/2014/main" id="{78FE42AF-D374-4567-BAB2-BB61E0129112}"/>
              </a:ext>
            </a:extLst>
          </p:cNvPr>
          <p:cNvSpPr>
            <a:spLocks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8024">
            <a:extLst>
              <a:ext uri="{FF2B5EF4-FFF2-40B4-BE49-F238E27FC236}">
                <a16:creationId xmlns:a16="http://schemas.microsoft.com/office/drawing/2014/main" id="{806DBA33-08E8-4B47-BA02-0EE23BDC1AC6}"/>
              </a:ext>
            </a:extLst>
          </p:cNvPr>
          <p:cNvSpPr>
            <a:spLocks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8025">
            <a:extLst>
              <a:ext uri="{FF2B5EF4-FFF2-40B4-BE49-F238E27FC236}">
                <a16:creationId xmlns:a16="http://schemas.microsoft.com/office/drawing/2014/main" id="{AFDFFD85-0767-4B42-AA1C-FF49FF218434}"/>
              </a:ext>
            </a:extLst>
          </p:cNvPr>
          <p:cNvSpPr>
            <a:spLocks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8026">
            <a:extLst>
              <a:ext uri="{FF2B5EF4-FFF2-40B4-BE49-F238E27FC236}">
                <a16:creationId xmlns:a16="http://schemas.microsoft.com/office/drawing/2014/main" id="{0449C3E9-5CA9-4E8E-8E11-39EB41E5EF14}"/>
              </a:ext>
            </a:extLst>
          </p:cNvPr>
          <p:cNvSpPr>
            <a:spLocks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8027">
            <a:extLst>
              <a:ext uri="{FF2B5EF4-FFF2-40B4-BE49-F238E27FC236}">
                <a16:creationId xmlns:a16="http://schemas.microsoft.com/office/drawing/2014/main" id="{BDADE880-997F-4B4C-9265-EF80F59DB4D1}"/>
              </a:ext>
            </a:extLst>
          </p:cNvPr>
          <p:cNvSpPr>
            <a:spLocks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8028">
            <a:extLst>
              <a:ext uri="{FF2B5EF4-FFF2-40B4-BE49-F238E27FC236}">
                <a16:creationId xmlns:a16="http://schemas.microsoft.com/office/drawing/2014/main" id="{89F5B2F8-F80A-4C93-9D66-E41C21ACB15B}"/>
              </a:ext>
            </a:extLst>
          </p:cNvPr>
          <p:cNvSpPr>
            <a:spLocks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8029">
            <a:extLst>
              <a:ext uri="{FF2B5EF4-FFF2-40B4-BE49-F238E27FC236}">
                <a16:creationId xmlns:a16="http://schemas.microsoft.com/office/drawing/2014/main" id="{E11EBA5F-DA5E-4ED9-8F68-90F8A8078310}"/>
              </a:ext>
            </a:extLst>
          </p:cNvPr>
          <p:cNvSpPr>
            <a:spLocks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8030">
            <a:extLst>
              <a:ext uri="{FF2B5EF4-FFF2-40B4-BE49-F238E27FC236}">
                <a16:creationId xmlns:a16="http://schemas.microsoft.com/office/drawing/2014/main" id="{D77797FF-3716-45DB-A44B-E832D1A09FEB}"/>
              </a:ext>
            </a:extLst>
          </p:cNvPr>
          <p:cNvSpPr>
            <a:spLocks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8031">
            <a:extLst>
              <a:ext uri="{FF2B5EF4-FFF2-40B4-BE49-F238E27FC236}">
                <a16:creationId xmlns:a16="http://schemas.microsoft.com/office/drawing/2014/main" id="{967F4C3A-FC1E-4757-9904-4655823A5787}"/>
              </a:ext>
            </a:extLst>
          </p:cNvPr>
          <p:cNvSpPr>
            <a:spLocks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8032">
            <a:extLst>
              <a:ext uri="{FF2B5EF4-FFF2-40B4-BE49-F238E27FC236}">
                <a16:creationId xmlns:a16="http://schemas.microsoft.com/office/drawing/2014/main" id="{2B4C3DC2-B982-415D-9750-96985A245321}"/>
              </a:ext>
            </a:extLst>
          </p:cNvPr>
          <p:cNvSpPr>
            <a:spLocks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8033">
            <a:extLst>
              <a:ext uri="{FF2B5EF4-FFF2-40B4-BE49-F238E27FC236}">
                <a16:creationId xmlns:a16="http://schemas.microsoft.com/office/drawing/2014/main" id="{ABC067D0-FD16-494A-B6AD-9580696AD235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8034">
            <a:extLst>
              <a:ext uri="{FF2B5EF4-FFF2-40B4-BE49-F238E27FC236}">
                <a16:creationId xmlns:a16="http://schemas.microsoft.com/office/drawing/2014/main" id="{73888676-69BC-4349-901C-E12191F0E85C}"/>
              </a:ext>
            </a:extLst>
          </p:cNvPr>
          <p:cNvSpPr>
            <a:spLocks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8035">
            <a:extLst>
              <a:ext uri="{FF2B5EF4-FFF2-40B4-BE49-F238E27FC236}">
                <a16:creationId xmlns:a16="http://schemas.microsoft.com/office/drawing/2014/main" id="{038E1742-3133-4917-9AAF-25493F4536C1}"/>
              </a:ext>
            </a:extLst>
          </p:cNvPr>
          <p:cNvSpPr>
            <a:spLocks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8036">
            <a:extLst>
              <a:ext uri="{FF2B5EF4-FFF2-40B4-BE49-F238E27FC236}">
                <a16:creationId xmlns:a16="http://schemas.microsoft.com/office/drawing/2014/main" id="{EA4F516D-EB81-4423-807C-6FE1F4F2ABC7}"/>
              </a:ext>
            </a:extLst>
          </p:cNvPr>
          <p:cNvSpPr>
            <a:spLocks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8037">
            <a:extLst>
              <a:ext uri="{FF2B5EF4-FFF2-40B4-BE49-F238E27FC236}">
                <a16:creationId xmlns:a16="http://schemas.microsoft.com/office/drawing/2014/main" id="{E25799E9-0F94-487F-977A-C12A27931A5E}"/>
              </a:ext>
            </a:extLst>
          </p:cNvPr>
          <p:cNvSpPr>
            <a:spLocks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8038">
            <a:extLst>
              <a:ext uri="{FF2B5EF4-FFF2-40B4-BE49-F238E27FC236}">
                <a16:creationId xmlns:a16="http://schemas.microsoft.com/office/drawing/2014/main" id="{CB9CAA7D-EA52-4358-99A3-30C1E6A34E79}"/>
              </a:ext>
            </a:extLst>
          </p:cNvPr>
          <p:cNvSpPr>
            <a:spLocks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8039">
            <a:extLst>
              <a:ext uri="{FF2B5EF4-FFF2-40B4-BE49-F238E27FC236}">
                <a16:creationId xmlns:a16="http://schemas.microsoft.com/office/drawing/2014/main" id="{26B1766F-2595-4354-85E1-1621EF3DE0A9}"/>
              </a:ext>
            </a:extLst>
          </p:cNvPr>
          <p:cNvSpPr>
            <a:spLocks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8040">
            <a:extLst>
              <a:ext uri="{FF2B5EF4-FFF2-40B4-BE49-F238E27FC236}">
                <a16:creationId xmlns:a16="http://schemas.microsoft.com/office/drawing/2014/main" id="{175EA93C-5306-4E8B-9225-B01553FBAD33}"/>
              </a:ext>
            </a:extLst>
          </p:cNvPr>
          <p:cNvSpPr>
            <a:spLocks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8041">
            <a:extLst>
              <a:ext uri="{FF2B5EF4-FFF2-40B4-BE49-F238E27FC236}">
                <a16:creationId xmlns:a16="http://schemas.microsoft.com/office/drawing/2014/main" id="{7D15802C-4946-489D-B53F-38CC693845AA}"/>
              </a:ext>
            </a:extLst>
          </p:cNvPr>
          <p:cNvSpPr>
            <a:spLocks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8042">
            <a:extLst>
              <a:ext uri="{FF2B5EF4-FFF2-40B4-BE49-F238E27FC236}">
                <a16:creationId xmlns:a16="http://schemas.microsoft.com/office/drawing/2014/main" id="{DF7E9AD4-61D5-4A9F-8C0A-4A82E6BFCE27}"/>
              </a:ext>
            </a:extLst>
          </p:cNvPr>
          <p:cNvSpPr>
            <a:spLocks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8043">
            <a:extLst>
              <a:ext uri="{FF2B5EF4-FFF2-40B4-BE49-F238E27FC236}">
                <a16:creationId xmlns:a16="http://schemas.microsoft.com/office/drawing/2014/main" id="{36075746-314D-4600-9EC5-AED3C2348C0F}"/>
              </a:ext>
            </a:extLst>
          </p:cNvPr>
          <p:cNvSpPr>
            <a:spLocks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8044">
            <a:extLst>
              <a:ext uri="{FF2B5EF4-FFF2-40B4-BE49-F238E27FC236}">
                <a16:creationId xmlns:a16="http://schemas.microsoft.com/office/drawing/2014/main" id="{CBB5E777-4DA2-47B4-A384-27FB24B452A0}"/>
              </a:ext>
            </a:extLst>
          </p:cNvPr>
          <p:cNvSpPr>
            <a:spLocks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8045">
            <a:extLst>
              <a:ext uri="{FF2B5EF4-FFF2-40B4-BE49-F238E27FC236}">
                <a16:creationId xmlns:a16="http://schemas.microsoft.com/office/drawing/2014/main" id="{BC77568F-F99B-4651-89E1-FF1496376BB4}"/>
              </a:ext>
            </a:extLst>
          </p:cNvPr>
          <p:cNvSpPr>
            <a:spLocks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8046">
            <a:extLst>
              <a:ext uri="{FF2B5EF4-FFF2-40B4-BE49-F238E27FC236}">
                <a16:creationId xmlns:a16="http://schemas.microsoft.com/office/drawing/2014/main" id="{CC8EB8CF-54D1-4847-9967-CE80D0A1225B}"/>
              </a:ext>
            </a:extLst>
          </p:cNvPr>
          <p:cNvSpPr>
            <a:spLocks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8047">
            <a:extLst>
              <a:ext uri="{FF2B5EF4-FFF2-40B4-BE49-F238E27FC236}">
                <a16:creationId xmlns:a16="http://schemas.microsoft.com/office/drawing/2014/main" id="{368CBFCA-763F-46B4-AE6D-C5B7815836B8}"/>
              </a:ext>
            </a:extLst>
          </p:cNvPr>
          <p:cNvSpPr>
            <a:spLocks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8048">
            <a:extLst>
              <a:ext uri="{FF2B5EF4-FFF2-40B4-BE49-F238E27FC236}">
                <a16:creationId xmlns:a16="http://schemas.microsoft.com/office/drawing/2014/main" id="{509B6E55-65C0-4A6D-BAD1-00B439A14C6C}"/>
              </a:ext>
            </a:extLst>
          </p:cNvPr>
          <p:cNvSpPr>
            <a:spLocks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8049">
            <a:extLst>
              <a:ext uri="{FF2B5EF4-FFF2-40B4-BE49-F238E27FC236}">
                <a16:creationId xmlns:a16="http://schemas.microsoft.com/office/drawing/2014/main" id="{35353AC8-16FF-4068-9B10-4D8F777A1F58}"/>
              </a:ext>
            </a:extLst>
          </p:cNvPr>
          <p:cNvSpPr>
            <a:spLocks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8050">
            <a:extLst>
              <a:ext uri="{FF2B5EF4-FFF2-40B4-BE49-F238E27FC236}">
                <a16:creationId xmlns:a16="http://schemas.microsoft.com/office/drawing/2014/main" id="{099F4F28-59EB-4544-A1DC-A79E5D309C5B}"/>
              </a:ext>
            </a:extLst>
          </p:cNvPr>
          <p:cNvSpPr>
            <a:spLocks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8051">
            <a:extLst>
              <a:ext uri="{FF2B5EF4-FFF2-40B4-BE49-F238E27FC236}">
                <a16:creationId xmlns:a16="http://schemas.microsoft.com/office/drawing/2014/main" id="{00BDA6FA-29A5-4BD9-A611-CF149460DA45}"/>
              </a:ext>
            </a:extLst>
          </p:cNvPr>
          <p:cNvSpPr>
            <a:spLocks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8052">
            <a:extLst>
              <a:ext uri="{FF2B5EF4-FFF2-40B4-BE49-F238E27FC236}">
                <a16:creationId xmlns:a16="http://schemas.microsoft.com/office/drawing/2014/main" id="{84E0F245-977A-464E-966D-D8756223A6F0}"/>
              </a:ext>
            </a:extLst>
          </p:cNvPr>
          <p:cNvSpPr>
            <a:spLocks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8053">
            <a:extLst>
              <a:ext uri="{FF2B5EF4-FFF2-40B4-BE49-F238E27FC236}">
                <a16:creationId xmlns:a16="http://schemas.microsoft.com/office/drawing/2014/main" id="{85E9444A-C540-4C59-A6B7-65CF40D87BD5}"/>
              </a:ext>
            </a:extLst>
          </p:cNvPr>
          <p:cNvSpPr>
            <a:spLocks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8054">
            <a:extLst>
              <a:ext uri="{FF2B5EF4-FFF2-40B4-BE49-F238E27FC236}">
                <a16:creationId xmlns:a16="http://schemas.microsoft.com/office/drawing/2014/main" id="{20EAE7C3-3C0D-4629-9199-F024410D63CB}"/>
              </a:ext>
            </a:extLst>
          </p:cNvPr>
          <p:cNvSpPr>
            <a:spLocks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8055">
            <a:extLst>
              <a:ext uri="{FF2B5EF4-FFF2-40B4-BE49-F238E27FC236}">
                <a16:creationId xmlns:a16="http://schemas.microsoft.com/office/drawing/2014/main" id="{DE5FEFF0-22E5-4F4D-AA9F-5E5A9F522FD4}"/>
              </a:ext>
            </a:extLst>
          </p:cNvPr>
          <p:cNvSpPr>
            <a:spLocks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8056">
            <a:extLst>
              <a:ext uri="{FF2B5EF4-FFF2-40B4-BE49-F238E27FC236}">
                <a16:creationId xmlns:a16="http://schemas.microsoft.com/office/drawing/2014/main" id="{F71452B0-375D-4F47-BCED-4FE34610D081}"/>
              </a:ext>
            </a:extLst>
          </p:cNvPr>
          <p:cNvSpPr>
            <a:spLocks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8057">
            <a:extLst>
              <a:ext uri="{FF2B5EF4-FFF2-40B4-BE49-F238E27FC236}">
                <a16:creationId xmlns:a16="http://schemas.microsoft.com/office/drawing/2014/main" id="{71A6DA09-7378-49B9-B99E-3944AD2FC4E5}"/>
              </a:ext>
            </a:extLst>
          </p:cNvPr>
          <p:cNvSpPr>
            <a:spLocks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8058">
            <a:extLst>
              <a:ext uri="{FF2B5EF4-FFF2-40B4-BE49-F238E27FC236}">
                <a16:creationId xmlns:a16="http://schemas.microsoft.com/office/drawing/2014/main" id="{D8B4F948-165F-436E-8DF3-C20B1D544EBD}"/>
              </a:ext>
            </a:extLst>
          </p:cNvPr>
          <p:cNvSpPr>
            <a:spLocks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8059">
            <a:extLst>
              <a:ext uri="{FF2B5EF4-FFF2-40B4-BE49-F238E27FC236}">
                <a16:creationId xmlns:a16="http://schemas.microsoft.com/office/drawing/2014/main" id="{C35ECC66-0AC0-4DC3-8C0B-71025EBE8937}"/>
              </a:ext>
            </a:extLst>
          </p:cNvPr>
          <p:cNvSpPr>
            <a:spLocks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8060">
            <a:extLst>
              <a:ext uri="{FF2B5EF4-FFF2-40B4-BE49-F238E27FC236}">
                <a16:creationId xmlns:a16="http://schemas.microsoft.com/office/drawing/2014/main" id="{D008AA4C-AA05-4C8A-99E5-7953EAFE9DA6}"/>
              </a:ext>
            </a:extLst>
          </p:cNvPr>
          <p:cNvSpPr>
            <a:spLocks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8061">
            <a:extLst>
              <a:ext uri="{FF2B5EF4-FFF2-40B4-BE49-F238E27FC236}">
                <a16:creationId xmlns:a16="http://schemas.microsoft.com/office/drawing/2014/main" id="{72DF8A25-ACC3-4B21-9767-4978CFFCC4D6}"/>
              </a:ext>
            </a:extLst>
          </p:cNvPr>
          <p:cNvSpPr>
            <a:spLocks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8062">
            <a:extLst>
              <a:ext uri="{FF2B5EF4-FFF2-40B4-BE49-F238E27FC236}">
                <a16:creationId xmlns:a16="http://schemas.microsoft.com/office/drawing/2014/main" id="{C4CA2B7B-8ABD-4DEC-86CF-D5975A69377A}"/>
              </a:ext>
            </a:extLst>
          </p:cNvPr>
          <p:cNvSpPr>
            <a:spLocks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8063">
            <a:extLst>
              <a:ext uri="{FF2B5EF4-FFF2-40B4-BE49-F238E27FC236}">
                <a16:creationId xmlns:a16="http://schemas.microsoft.com/office/drawing/2014/main" id="{0E21CFCB-D6BD-460C-B319-73E213FDAEA1}"/>
              </a:ext>
            </a:extLst>
          </p:cNvPr>
          <p:cNvSpPr>
            <a:spLocks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8064">
            <a:extLst>
              <a:ext uri="{FF2B5EF4-FFF2-40B4-BE49-F238E27FC236}">
                <a16:creationId xmlns:a16="http://schemas.microsoft.com/office/drawing/2014/main" id="{7DA3D6CB-F1F1-40C9-AEAD-D67ECF57027A}"/>
              </a:ext>
            </a:extLst>
          </p:cNvPr>
          <p:cNvSpPr>
            <a:spLocks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8065">
            <a:extLst>
              <a:ext uri="{FF2B5EF4-FFF2-40B4-BE49-F238E27FC236}">
                <a16:creationId xmlns:a16="http://schemas.microsoft.com/office/drawing/2014/main" id="{955B25D6-A85F-47D5-A985-67928DD66385}"/>
              </a:ext>
            </a:extLst>
          </p:cNvPr>
          <p:cNvSpPr>
            <a:spLocks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8066">
            <a:extLst>
              <a:ext uri="{FF2B5EF4-FFF2-40B4-BE49-F238E27FC236}">
                <a16:creationId xmlns:a16="http://schemas.microsoft.com/office/drawing/2014/main" id="{9DEF7283-78AF-4988-B11B-00ECBDCE6FEF}"/>
              </a:ext>
            </a:extLst>
          </p:cNvPr>
          <p:cNvSpPr>
            <a:spLocks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8067">
            <a:extLst>
              <a:ext uri="{FF2B5EF4-FFF2-40B4-BE49-F238E27FC236}">
                <a16:creationId xmlns:a16="http://schemas.microsoft.com/office/drawing/2014/main" id="{4C7300B3-60EF-45B4-B0A4-6A57831E7781}"/>
              </a:ext>
            </a:extLst>
          </p:cNvPr>
          <p:cNvSpPr>
            <a:spLocks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8068">
            <a:extLst>
              <a:ext uri="{FF2B5EF4-FFF2-40B4-BE49-F238E27FC236}">
                <a16:creationId xmlns:a16="http://schemas.microsoft.com/office/drawing/2014/main" id="{1F291610-3FB5-4C37-B080-6322587EEAD0}"/>
              </a:ext>
            </a:extLst>
          </p:cNvPr>
          <p:cNvSpPr>
            <a:spLocks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8069">
            <a:extLst>
              <a:ext uri="{FF2B5EF4-FFF2-40B4-BE49-F238E27FC236}">
                <a16:creationId xmlns:a16="http://schemas.microsoft.com/office/drawing/2014/main" id="{C98B9170-FB6B-4866-8562-F519CB573001}"/>
              </a:ext>
            </a:extLst>
          </p:cNvPr>
          <p:cNvSpPr>
            <a:spLocks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8070">
            <a:extLst>
              <a:ext uri="{FF2B5EF4-FFF2-40B4-BE49-F238E27FC236}">
                <a16:creationId xmlns:a16="http://schemas.microsoft.com/office/drawing/2014/main" id="{3F2FADDA-4B12-4B48-900F-EEC4A5A03C66}"/>
              </a:ext>
            </a:extLst>
          </p:cNvPr>
          <p:cNvSpPr>
            <a:spLocks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8071">
            <a:extLst>
              <a:ext uri="{FF2B5EF4-FFF2-40B4-BE49-F238E27FC236}">
                <a16:creationId xmlns:a16="http://schemas.microsoft.com/office/drawing/2014/main" id="{4FB8A8C9-2E2C-4D60-A03D-3FBB7D6B9964}"/>
              </a:ext>
            </a:extLst>
          </p:cNvPr>
          <p:cNvSpPr>
            <a:spLocks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8072">
            <a:extLst>
              <a:ext uri="{FF2B5EF4-FFF2-40B4-BE49-F238E27FC236}">
                <a16:creationId xmlns:a16="http://schemas.microsoft.com/office/drawing/2014/main" id="{3FDF2833-4628-4802-BBFF-FEF514930604}"/>
              </a:ext>
            </a:extLst>
          </p:cNvPr>
          <p:cNvSpPr>
            <a:spLocks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8073">
            <a:extLst>
              <a:ext uri="{FF2B5EF4-FFF2-40B4-BE49-F238E27FC236}">
                <a16:creationId xmlns:a16="http://schemas.microsoft.com/office/drawing/2014/main" id="{B9B4E9A0-8C87-47CC-99E1-C65996EC1987}"/>
              </a:ext>
            </a:extLst>
          </p:cNvPr>
          <p:cNvSpPr>
            <a:spLocks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8074">
            <a:extLst>
              <a:ext uri="{FF2B5EF4-FFF2-40B4-BE49-F238E27FC236}">
                <a16:creationId xmlns:a16="http://schemas.microsoft.com/office/drawing/2014/main" id="{01E6B5FF-6691-47A8-A820-D7C982370B6F}"/>
              </a:ext>
            </a:extLst>
          </p:cNvPr>
          <p:cNvSpPr>
            <a:spLocks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8075">
            <a:extLst>
              <a:ext uri="{FF2B5EF4-FFF2-40B4-BE49-F238E27FC236}">
                <a16:creationId xmlns:a16="http://schemas.microsoft.com/office/drawing/2014/main" id="{8E589EE2-5B14-49CE-8399-3FC44D4A9E7C}"/>
              </a:ext>
            </a:extLst>
          </p:cNvPr>
          <p:cNvSpPr>
            <a:spLocks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8076">
            <a:extLst>
              <a:ext uri="{FF2B5EF4-FFF2-40B4-BE49-F238E27FC236}">
                <a16:creationId xmlns:a16="http://schemas.microsoft.com/office/drawing/2014/main" id="{665ED115-3708-48A2-A5C5-B112C9119B02}"/>
              </a:ext>
            </a:extLst>
          </p:cNvPr>
          <p:cNvSpPr>
            <a:spLocks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8077">
            <a:extLst>
              <a:ext uri="{FF2B5EF4-FFF2-40B4-BE49-F238E27FC236}">
                <a16:creationId xmlns:a16="http://schemas.microsoft.com/office/drawing/2014/main" id="{A5E1B9CE-2D07-4439-AB29-D50A74E541FF}"/>
              </a:ext>
            </a:extLst>
          </p:cNvPr>
          <p:cNvSpPr>
            <a:spLocks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8078">
            <a:extLst>
              <a:ext uri="{FF2B5EF4-FFF2-40B4-BE49-F238E27FC236}">
                <a16:creationId xmlns:a16="http://schemas.microsoft.com/office/drawing/2014/main" id="{5C328D7C-3C8B-4DE1-AAA2-5FB35E7C9F75}"/>
              </a:ext>
            </a:extLst>
          </p:cNvPr>
          <p:cNvSpPr>
            <a:spLocks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8079">
            <a:extLst>
              <a:ext uri="{FF2B5EF4-FFF2-40B4-BE49-F238E27FC236}">
                <a16:creationId xmlns:a16="http://schemas.microsoft.com/office/drawing/2014/main" id="{F18360DF-E924-46CE-8F3A-1FFB8A3D69EF}"/>
              </a:ext>
            </a:extLst>
          </p:cNvPr>
          <p:cNvSpPr>
            <a:spLocks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8080">
            <a:extLst>
              <a:ext uri="{FF2B5EF4-FFF2-40B4-BE49-F238E27FC236}">
                <a16:creationId xmlns:a16="http://schemas.microsoft.com/office/drawing/2014/main" id="{C984A387-6DD9-4AC4-8F6D-FC115EFB5EA1}"/>
              </a:ext>
            </a:extLst>
          </p:cNvPr>
          <p:cNvSpPr>
            <a:spLocks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8081">
            <a:extLst>
              <a:ext uri="{FF2B5EF4-FFF2-40B4-BE49-F238E27FC236}">
                <a16:creationId xmlns:a16="http://schemas.microsoft.com/office/drawing/2014/main" id="{BF6C4965-D8A4-451E-B5ED-D1C6C2150F20}"/>
              </a:ext>
            </a:extLst>
          </p:cNvPr>
          <p:cNvSpPr>
            <a:spLocks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8082">
            <a:extLst>
              <a:ext uri="{FF2B5EF4-FFF2-40B4-BE49-F238E27FC236}">
                <a16:creationId xmlns:a16="http://schemas.microsoft.com/office/drawing/2014/main" id="{154C6B55-5E7A-4B84-B83C-F025491CF8D8}"/>
              </a:ext>
            </a:extLst>
          </p:cNvPr>
          <p:cNvSpPr>
            <a:spLocks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8083">
            <a:extLst>
              <a:ext uri="{FF2B5EF4-FFF2-40B4-BE49-F238E27FC236}">
                <a16:creationId xmlns:a16="http://schemas.microsoft.com/office/drawing/2014/main" id="{0C1369C2-32E3-4016-8731-D6322777FAF1}"/>
              </a:ext>
            </a:extLst>
          </p:cNvPr>
          <p:cNvSpPr>
            <a:spLocks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8084">
            <a:extLst>
              <a:ext uri="{FF2B5EF4-FFF2-40B4-BE49-F238E27FC236}">
                <a16:creationId xmlns:a16="http://schemas.microsoft.com/office/drawing/2014/main" id="{3E454CD3-9F07-4915-AF7A-1AD63B4C1482}"/>
              </a:ext>
            </a:extLst>
          </p:cNvPr>
          <p:cNvSpPr>
            <a:spLocks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8085">
            <a:extLst>
              <a:ext uri="{FF2B5EF4-FFF2-40B4-BE49-F238E27FC236}">
                <a16:creationId xmlns:a16="http://schemas.microsoft.com/office/drawing/2014/main" id="{D2839430-5C15-4384-B838-59D213963227}"/>
              </a:ext>
            </a:extLst>
          </p:cNvPr>
          <p:cNvSpPr>
            <a:spLocks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8086">
            <a:extLst>
              <a:ext uri="{FF2B5EF4-FFF2-40B4-BE49-F238E27FC236}">
                <a16:creationId xmlns:a16="http://schemas.microsoft.com/office/drawing/2014/main" id="{EF190060-9D11-4B54-8670-6BB8352D82A0}"/>
              </a:ext>
            </a:extLst>
          </p:cNvPr>
          <p:cNvSpPr>
            <a:spLocks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8087">
            <a:extLst>
              <a:ext uri="{FF2B5EF4-FFF2-40B4-BE49-F238E27FC236}">
                <a16:creationId xmlns:a16="http://schemas.microsoft.com/office/drawing/2014/main" id="{3A935537-58D2-4A1E-9E46-CA812D22CD83}"/>
              </a:ext>
            </a:extLst>
          </p:cNvPr>
          <p:cNvSpPr>
            <a:spLocks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8088">
            <a:extLst>
              <a:ext uri="{FF2B5EF4-FFF2-40B4-BE49-F238E27FC236}">
                <a16:creationId xmlns:a16="http://schemas.microsoft.com/office/drawing/2014/main" id="{1D5D4E2B-0B97-4D13-81B3-13457F05049B}"/>
              </a:ext>
            </a:extLst>
          </p:cNvPr>
          <p:cNvSpPr>
            <a:spLocks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8089">
            <a:extLst>
              <a:ext uri="{FF2B5EF4-FFF2-40B4-BE49-F238E27FC236}">
                <a16:creationId xmlns:a16="http://schemas.microsoft.com/office/drawing/2014/main" id="{508A4430-AE06-4F1F-9F5C-EA553C78606E}"/>
              </a:ext>
            </a:extLst>
          </p:cNvPr>
          <p:cNvSpPr>
            <a:spLocks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8090">
            <a:extLst>
              <a:ext uri="{FF2B5EF4-FFF2-40B4-BE49-F238E27FC236}">
                <a16:creationId xmlns:a16="http://schemas.microsoft.com/office/drawing/2014/main" id="{60BAACE1-02A3-41A4-9EC4-1809D6EA91D0}"/>
              </a:ext>
            </a:extLst>
          </p:cNvPr>
          <p:cNvSpPr>
            <a:spLocks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8091">
            <a:extLst>
              <a:ext uri="{FF2B5EF4-FFF2-40B4-BE49-F238E27FC236}">
                <a16:creationId xmlns:a16="http://schemas.microsoft.com/office/drawing/2014/main" id="{B1A677F7-7552-4DAB-AFE3-4A2E5F34BE44}"/>
              </a:ext>
            </a:extLst>
          </p:cNvPr>
          <p:cNvSpPr>
            <a:spLocks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8092">
            <a:extLst>
              <a:ext uri="{FF2B5EF4-FFF2-40B4-BE49-F238E27FC236}">
                <a16:creationId xmlns:a16="http://schemas.microsoft.com/office/drawing/2014/main" id="{D36F39AA-5AB7-4587-BB51-130630527EA5}"/>
              </a:ext>
            </a:extLst>
          </p:cNvPr>
          <p:cNvSpPr>
            <a:spLocks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8093">
            <a:extLst>
              <a:ext uri="{FF2B5EF4-FFF2-40B4-BE49-F238E27FC236}">
                <a16:creationId xmlns:a16="http://schemas.microsoft.com/office/drawing/2014/main" id="{D44FAC42-DFEF-4B58-BFF7-785085B60458}"/>
              </a:ext>
            </a:extLst>
          </p:cNvPr>
          <p:cNvSpPr>
            <a:spLocks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8094">
            <a:extLst>
              <a:ext uri="{FF2B5EF4-FFF2-40B4-BE49-F238E27FC236}">
                <a16:creationId xmlns:a16="http://schemas.microsoft.com/office/drawing/2014/main" id="{DAEC3927-A174-4882-AFCF-9EE8A4C8B2D8}"/>
              </a:ext>
            </a:extLst>
          </p:cNvPr>
          <p:cNvSpPr>
            <a:spLocks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8095">
            <a:extLst>
              <a:ext uri="{FF2B5EF4-FFF2-40B4-BE49-F238E27FC236}">
                <a16:creationId xmlns:a16="http://schemas.microsoft.com/office/drawing/2014/main" id="{D06F521C-4FCA-4578-A1F8-958F8342E384}"/>
              </a:ext>
            </a:extLst>
          </p:cNvPr>
          <p:cNvSpPr>
            <a:spLocks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8096">
            <a:extLst>
              <a:ext uri="{FF2B5EF4-FFF2-40B4-BE49-F238E27FC236}">
                <a16:creationId xmlns:a16="http://schemas.microsoft.com/office/drawing/2014/main" id="{6BDC8BA2-A542-4825-9828-83259222439D}"/>
              </a:ext>
            </a:extLst>
          </p:cNvPr>
          <p:cNvSpPr>
            <a:spLocks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8097">
            <a:extLst>
              <a:ext uri="{FF2B5EF4-FFF2-40B4-BE49-F238E27FC236}">
                <a16:creationId xmlns:a16="http://schemas.microsoft.com/office/drawing/2014/main" id="{0100DA24-1B7F-4264-8442-EA198AF9629B}"/>
              </a:ext>
            </a:extLst>
          </p:cNvPr>
          <p:cNvSpPr>
            <a:spLocks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8098">
            <a:extLst>
              <a:ext uri="{FF2B5EF4-FFF2-40B4-BE49-F238E27FC236}">
                <a16:creationId xmlns:a16="http://schemas.microsoft.com/office/drawing/2014/main" id="{E8FD640D-C278-4AD6-B742-33AFC8977CC5}"/>
              </a:ext>
            </a:extLst>
          </p:cNvPr>
          <p:cNvSpPr>
            <a:spLocks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8099">
            <a:extLst>
              <a:ext uri="{FF2B5EF4-FFF2-40B4-BE49-F238E27FC236}">
                <a16:creationId xmlns:a16="http://schemas.microsoft.com/office/drawing/2014/main" id="{C1A46313-A8A7-47AA-A7D9-D1C35D81202D}"/>
              </a:ext>
            </a:extLst>
          </p:cNvPr>
          <p:cNvSpPr>
            <a:spLocks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8100">
            <a:extLst>
              <a:ext uri="{FF2B5EF4-FFF2-40B4-BE49-F238E27FC236}">
                <a16:creationId xmlns:a16="http://schemas.microsoft.com/office/drawing/2014/main" id="{240E9300-9688-4006-BB48-B96B35FD5EF9}"/>
              </a:ext>
            </a:extLst>
          </p:cNvPr>
          <p:cNvSpPr>
            <a:spLocks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8101">
            <a:extLst>
              <a:ext uri="{FF2B5EF4-FFF2-40B4-BE49-F238E27FC236}">
                <a16:creationId xmlns:a16="http://schemas.microsoft.com/office/drawing/2014/main" id="{C1BBC15A-6C40-41D2-A644-A2E59CAE0913}"/>
              </a:ext>
            </a:extLst>
          </p:cNvPr>
          <p:cNvSpPr>
            <a:spLocks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8102">
            <a:extLst>
              <a:ext uri="{FF2B5EF4-FFF2-40B4-BE49-F238E27FC236}">
                <a16:creationId xmlns:a16="http://schemas.microsoft.com/office/drawing/2014/main" id="{CFBBE896-B9E6-49F1-93C2-CF5F38C2EBD6}"/>
              </a:ext>
            </a:extLst>
          </p:cNvPr>
          <p:cNvSpPr>
            <a:spLocks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8103">
            <a:extLst>
              <a:ext uri="{FF2B5EF4-FFF2-40B4-BE49-F238E27FC236}">
                <a16:creationId xmlns:a16="http://schemas.microsoft.com/office/drawing/2014/main" id="{145FC64E-D855-4C90-8264-F1451EB8C851}"/>
              </a:ext>
            </a:extLst>
          </p:cNvPr>
          <p:cNvSpPr>
            <a:spLocks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8104">
            <a:extLst>
              <a:ext uri="{FF2B5EF4-FFF2-40B4-BE49-F238E27FC236}">
                <a16:creationId xmlns:a16="http://schemas.microsoft.com/office/drawing/2014/main" id="{353C699D-AB7F-4B38-A16E-FEA0D1566536}"/>
              </a:ext>
            </a:extLst>
          </p:cNvPr>
          <p:cNvSpPr>
            <a:spLocks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8105">
            <a:extLst>
              <a:ext uri="{FF2B5EF4-FFF2-40B4-BE49-F238E27FC236}">
                <a16:creationId xmlns:a16="http://schemas.microsoft.com/office/drawing/2014/main" id="{AC29B47E-6D42-4AE0-86DA-58E2F7874B9D}"/>
              </a:ext>
            </a:extLst>
          </p:cNvPr>
          <p:cNvSpPr>
            <a:spLocks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8106">
            <a:extLst>
              <a:ext uri="{FF2B5EF4-FFF2-40B4-BE49-F238E27FC236}">
                <a16:creationId xmlns:a16="http://schemas.microsoft.com/office/drawing/2014/main" id="{B0762D36-5FA2-4C1F-990F-F7F7F1FEABA8}"/>
              </a:ext>
            </a:extLst>
          </p:cNvPr>
          <p:cNvSpPr>
            <a:spLocks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8107">
            <a:extLst>
              <a:ext uri="{FF2B5EF4-FFF2-40B4-BE49-F238E27FC236}">
                <a16:creationId xmlns:a16="http://schemas.microsoft.com/office/drawing/2014/main" id="{46A76AEF-286C-40C3-9093-FC3C1C7FB861}"/>
              </a:ext>
            </a:extLst>
          </p:cNvPr>
          <p:cNvSpPr>
            <a:spLocks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8108">
            <a:extLst>
              <a:ext uri="{FF2B5EF4-FFF2-40B4-BE49-F238E27FC236}">
                <a16:creationId xmlns:a16="http://schemas.microsoft.com/office/drawing/2014/main" id="{7F77E3DD-909E-414A-80F9-6702F6B7EF05}"/>
              </a:ext>
            </a:extLst>
          </p:cNvPr>
          <p:cNvSpPr>
            <a:spLocks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8109">
            <a:extLst>
              <a:ext uri="{FF2B5EF4-FFF2-40B4-BE49-F238E27FC236}">
                <a16:creationId xmlns:a16="http://schemas.microsoft.com/office/drawing/2014/main" id="{4CE6F8D9-06F2-4211-AA86-1209F0F7FAA6}"/>
              </a:ext>
            </a:extLst>
          </p:cNvPr>
          <p:cNvSpPr>
            <a:spLocks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8110">
            <a:extLst>
              <a:ext uri="{FF2B5EF4-FFF2-40B4-BE49-F238E27FC236}">
                <a16:creationId xmlns:a16="http://schemas.microsoft.com/office/drawing/2014/main" id="{6EA32B73-72D7-4D6F-A74E-A8C10C9C1402}"/>
              </a:ext>
            </a:extLst>
          </p:cNvPr>
          <p:cNvSpPr>
            <a:spLocks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8111">
            <a:extLst>
              <a:ext uri="{FF2B5EF4-FFF2-40B4-BE49-F238E27FC236}">
                <a16:creationId xmlns:a16="http://schemas.microsoft.com/office/drawing/2014/main" id="{FDE9FAC5-2812-4B93-A885-C37406ABA31D}"/>
              </a:ext>
            </a:extLst>
          </p:cNvPr>
          <p:cNvSpPr>
            <a:spLocks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8112">
            <a:extLst>
              <a:ext uri="{FF2B5EF4-FFF2-40B4-BE49-F238E27FC236}">
                <a16:creationId xmlns:a16="http://schemas.microsoft.com/office/drawing/2014/main" id="{332D8EEF-A115-48DC-BC7A-18BED65BDCE8}"/>
              </a:ext>
            </a:extLst>
          </p:cNvPr>
          <p:cNvSpPr>
            <a:spLocks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8113">
            <a:extLst>
              <a:ext uri="{FF2B5EF4-FFF2-40B4-BE49-F238E27FC236}">
                <a16:creationId xmlns:a16="http://schemas.microsoft.com/office/drawing/2014/main" id="{A3B2DDF6-49B8-4F4C-A82A-2C70DB113C45}"/>
              </a:ext>
            </a:extLst>
          </p:cNvPr>
          <p:cNvSpPr>
            <a:spLocks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8114">
            <a:extLst>
              <a:ext uri="{FF2B5EF4-FFF2-40B4-BE49-F238E27FC236}">
                <a16:creationId xmlns:a16="http://schemas.microsoft.com/office/drawing/2014/main" id="{63310364-356F-45E2-AABC-EF073940F299}"/>
              </a:ext>
            </a:extLst>
          </p:cNvPr>
          <p:cNvSpPr>
            <a:spLocks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8115">
            <a:extLst>
              <a:ext uri="{FF2B5EF4-FFF2-40B4-BE49-F238E27FC236}">
                <a16:creationId xmlns:a16="http://schemas.microsoft.com/office/drawing/2014/main" id="{5DFEB959-53DE-47F0-9204-E27E9C401F67}"/>
              </a:ext>
            </a:extLst>
          </p:cNvPr>
          <p:cNvSpPr>
            <a:spLocks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8116">
            <a:extLst>
              <a:ext uri="{FF2B5EF4-FFF2-40B4-BE49-F238E27FC236}">
                <a16:creationId xmlns:a16="http://schemas.microsoft.com/office/drawing/2014/main" id="{A781C318-D058-4EA6-902B-F4664101E5B4}"/>
              </a:ext>
            </a:extLst>
          </p:cNvPr>
          <p:cNvSpPr>
            <a:spLocks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8117">
            <a:extLst>
              <a:ext uri="{FF2B5EF4-FFF2-40B4-BE49-F238E27FC236}">
                <a16:creationId xmlns:a16="http://schemas.microsoft.com/office/drawing/2014/main" id="{F4D43346-1068-4F1B-8F19-ED897568AFEE}"/>
              </a:ext>
            </a:extLst>
          </p:cNvPr>
          <p:cNvSpPr>
            <a:spLocks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8118">
            <a:extLst>
              <a:ext uri="{FF2B5EF4-FFF2-40B4-BE49-F238E27FC236}">
                <a16:creationId xmlns:a16="http://schemas.microsoft.com/office/drawing/2014/main" id="{FF40E1FD-B83C-4019-B43D-04A9AF44471E}"/>
              </a:ext>
            </a:extLst>
          </p:cNvPr>
          <p:cNvSpPr>
            <a:spLocks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8119">
            <a:extLst>
              <a:ext uri="{FF2B5EF4-FFF2-40B4-BE49-F238E27FC236}">
                <a16:creationId xmlns:a16="http://schemas.microsoft.com/office/drawing/2014/main" id="{4249223E-03C5-44AF-8530-BFFB3C20131B}"/>
              </a:ext>
            </a:extLst>
          </p:cNvPr>
          <p:cNvSpPr>
            <a:spLocks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8120">
            <a:extLst>
              <a:ext uri="{FF2B5EF4-FFF2-40B4-BE49-F238E27FC236}">
                <a16:creationId xmlns:a16="http://schemas.microsoft.com/office/drawing/2014/main" id="{C2ADFCDC-690B-4C89-90D5-768C0FA09EEB}"/>
              </a:ext>
            </a:extLst>
          </p:cNvPr>
          <p:cNvSpPr>
            <a:spLocks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8121">
            <a:extLst>
              <a:ext uri="{FF2B5EF4-FFF2-40B4-BE49-F238E27FC236}">
                <a16:creationId xmlns:a16="http://schemas.microsoft.com/office/drawing/2014/main" id="{87F5F6FE-E465-46EA-B460-965F54620C15}"/>
              </a:ext>
            </a:extLst>
          </p:cNvPr>
          <p:cNvSpPr>
            <a:spLocks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8122">
            <a:extLst>
              <a:ext uri="{FF2B5EF4-FFF2-40B4-BE49-F238E27FC236}">
                <a16:creationId xmlns:a16="http://schemas.microsoft.com/office/drawing/2014/main" id="{DCD2CEB7-F311-470D-836D-E4FA247B5D95}"/>
              </a:ext>
            </a:extLst>
          </p:cNvPr>
          <p:cNvSpPr>
            <a:spLocks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8123">
            <a:extLst>
              <a:ext uri="{FF2B5EF4-FFF2-40B4-BE49-F238E27FC236}">
                <a16:creationId xmlns:a16="http://schemas.microsoft.com/office/drawing/2014/main" id="{A288535B-AA47-4B86-9B99-14B045D575E2}"/>
              </a:ext>
            </a:extLst>
          </p:cNvPr>
          <p:cNvSpPr>
            <a:spLocks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8124">
            <a:extLst>
              <a:ext uri="{FF2B5EF4-FFF2-40B4-BE49-F238E27FC236}">
                <a16:creationId xmlns:a16="http://schemas.microsoft.com/office/drawing/2014/main" id="{64AEDBF7-6286-4A82-9736-4FA3189EA9F2}"/>
              </a:ext>
            </a:extLst>
          </p:cNvPr>
          <p:cNvSpPr>
            <a:spLocks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8125">
            <a:extLst>
              <a:ext uri="{FF2B5EF4-FFF2-40B4-BE49-F238E27FC236}">
                <a16:creationId xmlns:a16="http://schemas.microsoft.com/office/drawing/2014/main" id="{B4B69F33-D5FE-4B59-A75D-A16028EFAB1D}"/>
              </a:ext>
            </a:extLst>
          </p:cNvPr>
          <p:cNvSpPr>
            <a:spLocks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8126">
            <a:extLst>
              <a:ext uri="{FF2B5EF4-FFF2-40B4-BE49-F238E27FC236}">
                <a16:creationId xmlns:a16="http://schemas.microsoft.com/office/drawing/2014/main" id="{20CD59D0-1F52-46A9-995F-43F1180A744D}"/>
              </a:ext>
            </a:extLst>
          </p:cNvPr>
          <p:cNvSpPr>
            <a:spLocks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8127">
            <a:extLst>
              <a:ext uri="{FF2B5EF4-FFF2-40B4-BE49-F238E27FC236}">
                <a16:creationId xmlns:a16="http://schemas.microsoft.com/office/drawing/2014/main" id="{742E992A-F2CE-40D9-8028-61D6B9DC4C51}"/>
              </a:ext>
            </a:extLst>
          </p:cNvPr>
          <p:cNvSpPr>
            <a:spLocks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8128">
            <a:extLst>
              <a:ext uri="{FF2B5EF4-FFF2-40B4-BE49-F238E27FC236}">
                <a16:creationId xmlns:a16="http://schemas.microsoft.com/office/drawing/2014/main" id="{A9EC4E15-274B-4725-9FBA-9313AB07D39C}"/>
              </a:ext>
            </a:extLst>
          </p:cNvPr>
          <p:cNvSpPr>
            <a:spLocks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8129">
            <a:extLst>
              <a:ext uri="{FF2B5EF4-FFF2-40B4-BE49-F238E27FC236}">
                <a16:creationId xmlns:a16="http://schemas.microsoft.com/office/drawing/2014/main" id="{98A15CB5-9C97-4930-B334-143D3EA9A598}"/>
              </a:ext>
            </a:extLst>
          </p:cNvPr>
          <p:cNvSpPr>
            <a:spLocks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8130">
            <a:extLst>
              <a:ext uri="{FF2B5EF4-FFF2-40B4-BE49-F238E27FC236}">
                <a16:creationId xmlns:a16="http://schemas.microsoft.com/office/drawing/2014/main" id="{924B1D39-0715-4987-9997-5AC2E890FC07}"/>
              </a:ext>
            </a:extLst>
          </p:cNvPr>
          <p:cNvSpPr>
            <a:spLocks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8131">
            <a:extLst>
              <a:ext uri="{FF2B5EF4-FFF2-40B4-BE49-F238E27FC236}">
                <a16:creationId xmlns:a16="http://schemas.microsoft.com/office/drawing/2014/main" id="{A270255E-911B-4A9C-8C83-28327DC9204F}"/>
              </a:ext>
            </a:extLst>
          </p:cNvPr>
          <p:cNvSpPr>
            <a:spLocks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8132">
            <a:extLst>
              <a:ext uri="{FF2B5EF4-FFF2-40B4-BE49-F238E27FC236}">
                <a16:creationId xmlns:a16="http://schemas.microsoft.com/office/drawing/2014/main" id="{082EDA0F-130F-4A70-9D3D-90FE6C30E2C2}"/>
              </a:ext>
            </a:extLst>
          </p:cNvPr>
          <p:cNvSpPr>
            <a:spLocks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8133">
            <a:extLst>
              <a:ext uri="{FF2B5EF4-FFF2-40B4-BE49-F238E27FC236}">
                <a16:creationId xmlns:a16="http://schemas.microsoft.com/office/drawing/2014/main" id="{F310B10E-385B-4B7A-A168-3125EB6EFF83}"/>
              </a:ext>
            </a:extLst>
          </p:cNvPr>
          <p:cNvSpPr>
            <a:spLocks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8134">
            <a:extLst>
              <a:ext uri="{FF2B5EF4-FFF2-40B4-BE49-F238E27FC236}">
                <a16:creationId xmlns:a16="http://schemas.microsoft.com/office/drawing/2014/main" id="{530572B1-1B03-4033-8678-24F313F07B67}"/>
              </a:ext>
            </a:extLst>
          </p:cNvPr>
          <p:cNvSpPr>
            <a:spLocks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8135">
            <a:extLst>
              <a:ext uri="{FF2B5EF4-FFF2-40B4-BE49-F238E27FC236}">
                <a16:creationId xmlns:a16="http://schemas.microsoft.com/office/drawing/2014/main" id="{3FC85107-5142-40BF-9207-112CFA0998AD}"/>
              </a:ext>
            </a:extLst>
          </p:cNvPr>
          <p:cNvSpPr>
            <a:spLocks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8136">
            <a:extLst>
              <a:ext uri="{FF2B5EF4-FFF2-40B4-BE49-F238E27FC236}">
                <a16:creationId xmlns:a16="http://schemas.microsoft.com/office/drawing/2014/main" id="{8D81FACF-8297-4D1B-B574-F53A6CAC2682}"/>
              </a:ext>
            </a:extLst>
          </p:cNvPr>
          <p:cNvSpPr>
            <a:spLocks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8137">
            <a:extLst>
              <a:ext uri="{FF2B5EF4-FFF2-40B4-BE49-F238E27FC236}">
                <a16:creationId xmlns:a16="http://schemas.microsoft.com/office/drawing/2014/main" id="{84D27FF7-47C5-434C-958C-7591C5E14463}"/>
              </a:ext>
            </a:extLst>
          </p:cNvPr>
          <p:cNvSpPr>
            <a:spLocks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8138">
            <a:extLst>
              <a:ext uri="{FF2B5EF4-FFF2-40B4-BE49-F238E27FC236}">
                <a16:creationId xmlns:a16="http://schemas.microsoft.com/office/drawing/2014/main" id="{9049EB6F-B74C-44C1-BAD1-DADF212701D7}"/>
              </a:ext>
            </a:extLst>
          </p:cNvPr>
          <p:cNvSpPr>
            <a:spLocks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8139">
            <a:extLst>
              <a:ext uri="{FF2B5EF4-FFF2-40B4-BE49-F238E27FC236}">
                <a16:creationId xmlns:a16="http://schemas.microsoft.com/office/drawing/2014/main" id="{B59FB6D6-4B75-43F3-BF6D-061F3C959785}"/>
              </a:ext>
            </a:extLst>
          </p:cNvPr>
          <p:cNvSpPr>
            <a:spLocks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8140">
            <a:extLst>
              <a:ext uri="{FF2B5EF4-FFF2-40B4-BE49-F238E27FC236}">
                <a16:creationId xmlns:a16="http://schemas.microsoft.com/office/drawing/2014/main" id="{9183F994-9CE8-4519-9C3D-9C61BEC818B4}"/>
              </a:ext>
            </a:extLst>
          </p:cNvPr>
          <p:cNvSpPr>
            <a:spLocks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8141">
            <a:extLst>
              <a:ext uri="{FF2B5EF4-FFF2-40B4-BE49-F238E27FC236}">
                <a16:creationId xmlns:a16="http://schemas.microsoft.com/office/drawing/2014/main" id="{DE606D24-8AF5-49DB-8F4B-9E06DD59D17E}"/>
              </a:ext>
            </a:extLst>
          </p:cNvPr>
          <p:cNvSpPr>
            <a:spLocks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8142">
            <a:extLst>
              <a:ext uri="{FF2B5EF4-FFF2-40B4-BE49-F238E27FC236}">
                <a16:creationId xmlns:a16="http://schemas.microsoft.com/office/drawing/2014/main" id="{9DE39460-BB0B-4D63-81D2-851AECB0F24D}"/>
              </a:ext>
            </a:extLst>
          </p:cNvPr>
          <p:cNvSpPr>
            <a:spLocks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8143">
            <a:extLst>
              <a:ext uri="{FF2B5EF4-FFF2-40B4-BE49-F238E27FC236}">
                <a16:creationId xmlns:a16="http://schemas.microsoft.com/office/drawing/2014/main" id="{9B9B3559-AC6D-4768-B9FD-1123C6A05E46}"/>
              </a:ext>
            </a:extLst>
          </p:cNvPr>
          <p:cNvSpPr>
            <a:spLocks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8144">
            <a:extLst>
              <a:ext uri="{FF2B5EF4-FFF2-40B4-BE49-F238E27FC236}">
                <a16:creationId xmlns:a16="http://schemas.microsoft.com/office/drawing/2014/main" id="{5A1101E0-7212-41B9-82DD-DC8138914816}"/>
              </a:ext>
            </a:extLst>
          </p:cNvPr>
          <p:cNvSpPr>
            <a:spLocks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8145">
            <a:extLst>
              <a:ext uri="{FF2B5EF4-FFF2-40B4-BE49-F238E27FC236}">
                <a16:creationId xmlns:a16="http://schemas.microsoft.com/office/drawing/2014/main" id="{2016D59B-F054-458D-B9EC-3A6674056D8A}"/>
              </a:ext>
            </a:extLst>
          </p:cNvPr>
          <p:cNvSpPr>
            <a:spLocks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8146">
            <a:extLst>
              <a:ext uri="{FF2B5EF4-FFF2-40B4-BE49-F238E27FC236}">
                <a16:creationId xmlns:a16="http://schemas.microsoft.com/office/drawing/2014/main" id="{349492D9-4D7D-44A8-AB36-B72603348CD9}"/>
              </a:ext>
            </a:extLst>
          </p:cNvPr>
          <p:cNvSpPr>
            <a:spLocks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8147">
            <a:extLst>
              <a:ext uri="{FF2B5EF4-FFF2-40B4-BE49-F238E27FC236}">
                <a16:creationId xmlns:a16="http://schemas.microsoft.com/office/drawing/2014/main" id="{48AAACCA-7473-4DBF-A9C0-BD8C40C12AAC}"/>
              </a:ext>
            </a:extLst>
          </p:cNvPr>
          <p:cNvSpPr>
            <a:spLocks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8148">
            <a:extLst>
              <a:ext uri="{FF2B5EF4-FFF2-40B4-BE49-F238E27FC236}">
                <a16:creationId xmlns:a16="http://schemas.microsoft.com/office/drawing/2014/main" id="{52EE7A72-356D-48DA-B068-EDA88043CF0D}"/>
              </a:ext>
            </a:extLst>
          </p:cNvPr>
          <p:cNvSpPr>
            <a:spLocks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8149">
            <a:extLst>
              <a:ext uri="{FF2B5EF4-FFF2-40B4-BE49-F238E27FC236}">
                <a16:creationId xmlns:a16="http://schemas.microsoft.com/office/drawing/2014/main" id="{F998F15D-AB55-4CA3-A483-3FC0B459C141}"/>
              </a:ext>
            </a:extLst>
          </p:cNvPr>
          <p:cNvSpPr>
            <a:spLocks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8150">
            <a:extLst>
              <a:ext uri="{FF2B5EF4-FFF2-40B4-BE49-F238E27FC236}">
                <a16:creationId xmlns:a16="http://schemas.microsoft.com/office/drawing/2014/main" id="{EA286342-7819-4DD6-9D4C-275ECE404239}"/>
              </a:ext>
            </a:extLst>
          </p:cNvPr>
          <p:cNvSpPr>
            <a:spLocks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8151">
            <a:extLst>
              <a:ext uri="{FF2B5EF4-FFF2-40B4-BE49-F238E27FC236}">
                <a16:creationId xmlns:a16="http://schemas.microsoft.com/office/drawing/2014/main" id="{FC902469-BF4A-4492-AB90-3821E80E4504}"/>
              </a:ext>
            </a:extLst>
          </p:cNvPr>
          <p:cNvSpPr>
            <a:spLocks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8152">
            <a:extLst>
              <a:ext uri="{FF2B5EF4-FFF2-40B4-BE49-F238E27FC236}">
                <a16:creationId xmlns:a16="http://schemas.microsoft.com/office/drawing/2014/main" id="{C5145718-4B37-4D5B-B86C-A51D00DB81F7}"/>
              </a:ext>
            </a:extLst>
          </p:cNvPr>
          <p:cNvSpPr>
            <a:spLocks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8153">
            <a:extLst>
              <a:ext uri="{FF2B5EF4-FFF2-40B4-BE49-F238E27FC236}">
                <a16:creationId xmlns:a16="http://schemas.microsoft.com/office/drawing/2014/main" id="{6E676A50-1402-4B02-AB21-5F72C477E287}"/>
              </a:ext>
            </a:extLst>
          </p:cNvPr>
          <p:cNvSpPr>
            <a:spLocks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8154">
            <a:extLst>
              <a:ext uri="{FF2B5EF4-FFF2-40B4-BE49-F238E27FC236}">
                <a16:creationId xmlns:a16="http://schemas.microsoft.com/office/drawing/2014/main" id="{4F96EE7F-BD83-4B79-9334-DE8611105B81}"/>
              </a:ext>
            </a:extLst>
          </p:cNvPr>
          <p:cNvSpPr>
            <a:spLocks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8155">
            <a:extLst>
              <a:ext uri="{FF2B5EF4-FFF2-40B4-BE49-F238E27FC236}">
                <a16:creationId xmlns:a16="http://schemas.microsoft.com/office/drawing/2014/main" id="{E01D4DC2-C999-43EA-86CD-87D91823C5C9}"/>
              </a:ext>
            </a:extLst>
          </p:cNvPr>
          <p:cNvSpPr>
            <a:spLocks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8156">
            <a:extLst>
              <a:ext uri="{FF2B5EF4-FFF2-40B4-BE49-F238E27FC236}">
                <a16:creationId xmlns:a16="http://schemas.microsoft.com/office/drawing/2014/main" id="{E90A758A-628F-4E39-B048-7CEE8F3745E0}"/>
              </a:ext>
            </a:extLst>
          </p:cNvPr>
          <p:cNvSpPr>
            <a:spLocks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8157">
            <a:extLst>
              <a:ext uri="{FF2B5EF4-FFF2-40B4-BE49-F238E27FC236}">
                <a16:creationId xmlns:a16="http://schemas.microsoft.com/office/drawing/2014/main" id="{761C0F62-D2E6-4CB8-BC31-AC44FE415AB7}"/>
              </a:ext>
            </a:extLst>
          </p:cNvPr>
          <p:cNvSpPr>
            <a:spLocks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8158">
            <a:extLst>
              <a:ext uri="{FF2B5EF4-FFF2-40B4-BE49-F238E27FC236}">
                <a16:creationId xmlns:a16="http://schemas.microsoft.com/office/drawing/2014/main" id="{63B77343-872D-4A6B-8C4E-AB8C7D622B2D}"/>
              </a:ext>
            </a:extLst>
          </p:cNvPr>
          <p:cNvSpPr>
            <a:spLocks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8159">
            <a:extLst>
              <a:ext uri="{FF2B5EF4-FFF2-40B4-BE49-F238E27FC236}">
                <a16:creationId xmlns:a16="http://schemas.microsoft.com/office/drawing/2014/main" id="{6F214444-90BE-421C-ADDA-735F84DBF9C3}"/>
              </a:ext>
            </a:extLst>
          </p:cNvPr>
          <p:cNvSpPr>
            <a:spLocks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8160">
            <a:extLst>
              <a:ext uri="{FF2B5EF4-FFF2-40B4-BE49-F238E27FC236}">
                <a16:creationId xmlns:a16="http://schemas.microsoft.com/office/drawing/2014/main" id="{69A2BA95-0584-40AF-8ABD-82E261BE4FD3}"/>
              </a:ext>
            </a:extLst>
          </p:cNvPr>
          <p:cNvSpPr>
            <a:spLocks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8161">
            <a:extLst>
              <a:ext uri="{FF2B5EF4-FFF2-40B4-BE49-F238E27FC236}">
                <a16:creationId xmlns:a16="http://schemas.microsoft.com/office/drawing/2014/main" id="{7CB7DECF-7862-45F7-ABF8-E6956659F305}"/>
              </a:ext>
            </a:extLst>
          </p:cNvPr>
          <p:cNvSpPr>
            <a:spLocks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8162">
            <a:extLst>
              <a:ext uri="{FF2B5EF4-FFF2-40B4-BE49-F238E27FC236}">
                <a16:creationId xmlns:a16="http://schemas.microsoft.com/office/drawing/2014/main" id="{29A0FCAC-7E44-4F72-8AAE-E3084564F858}"/>
              </a:ext>
            </a:extLst>
          </p:cNvPr>
          <p:cNvSpPr>
            <a:spLocks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8163">
            <a:extLst>
              <a:ext uri="{FF2B5EF4-FFF2-40B4-BE49-F238E27FC236}">
                <a16:creationId xmlns:a16="http://schemas.microsoft.com/office/drawing/2014/main" id="{609D602D-36B3-463C-B4A1-C3E2D7061902}"/>
              </a:ext>
            </a:extLst>
          </p:cNvPr>
          <p:cNvSpPr>
            <a:spLocks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8164">
            <a:extLst>
              <a:ext uri="{FF2B5EF4-FFF2-40B4-BE49-F238E27FC236}">
                <a16:creationId xmlns:a16="http://schemas.microsoft.com/office/drawing/2014/main" id="{854D68AD-5A06-4882-9772-6C43F53F0DB4}"/>
              </a:ext>
            </a:extLst>
          </p:cNvPr>
          <p:cNvSpPr>
            <a:spLocks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8165">
            <a:extLst>
              <a:ext uri="{FF2B5EF4-FFF2-40B4-BE49-F238E27FC236}">
                <a16:creationId xmlns:a16="http://schemas.microsoft.com/office/drawing/2014/main" id="{AB39A302-4AE9-4B1D-B7F0-220E32EBEE75}"/>
              </a:ext>
            </a:extLst>
          </p:cNvPr>
          <p:cNvSpPr>
            <a:spLocks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8166">
            <a:extLst>
              <a:ext uri="{FF2B5EF4-FFF2-40B4-BE49-F238E27FC236}">
                <a16:creationId xmlns:a16="http://schemas.microsoft.com/office/drawing/2014/main" id="{6C3ED707-47EA-4D44-A5B7-0E9AE153B613}"/>
              </a:ext>
            </a:extLst>
          </p:cNvPr>
          <p:cNvSpPr>
            <a:spLocks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8167">
            <a:extLst>
              <a:ext uri="{FF2B5EF4-FFF2-40B4-BE49-F238E27FC236}">
                <a16:creationId xmlns:a16="http://schemas.microsoft.com/office/drawing/2014/main" id="{20F5177D-AB56-4639-B645-EFBBB0F7EA8D}"/>
              </a:ext>
            </a:extLst>
          </p:cNvPr>
          <p:cNvSpPr>
            <a:spLocks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8168">
            <a:extLst>
              <a:ext uri="{FF2B5EF4-FFF2-40B4-BE49-F238E27FC236}">
                <a16:creationId xmlns:a16="http://schemas.microsoft.com/office/drawing/2014/main" id="{E8F443CB-EFCC-401E-BF35-8CD6345BCBAD}"/>
              </a:ext>
            </a:extLst>
          </p:cNvPr>
          <p:cNvSpPr>
            <a:spLocks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8169">
            <a:extLst>
              <a:ext uri="{FF2B5EF4-FFF2-40B4-BE49-F238E27FC236}">
                <a16:creationId xmlns:a16="http://schemas.microsoft.com/office/drawing/2014/main" id="{C45B1270-9D30-461D-8175-7D62CC0037AE}"/>
              </a:ext>
            </a:extLst>
          </p:cNvPr>
          <p:cNvSpPr>
            <a:spLocks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8170">
            <a:extLst>
              <a:ext uri="{FF2B5EF4-FFF2-40B4-BE49-F238E27FC236}">
                <a16:creationId xmlns:a16="http://schemas.microsoft.com/office/drawing/2014/main" id="{2390054D-63DC-4FEC-B874-403E503BDE48}"/>
              </a:ext>
            </a:extLst>
          </p:cNvPr>
          <p:cNvSpPr>
            <a:spLocks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8171">
            <a:extLst>
              <a:ext uri="{FF2B5EF4-FFF2-40B4-BE49-F238E27FC236}">
                <a16:creationId xmlns:a16="http://schemas.microsoft.com/office/drawing/2014/main" id="{395E52AD-1677-42F1-9BCF-28A726AAFAF6}"/>
              </a:ext>
            </a:extLst>
          </p:cNvPr>
          <p:cNvSpPr>
            <a:spLocks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8172">
            <a:extLst>
              <a:ext uri="{FF2B5EF4-FFF2-40B4-BE49-F238E27FC236}">
                <a16:creationId xmlns:a16="http://schemas.microsoft.com/office/drawing/2014/main" id="{6EC48EA6-5DF2-4BA6-9148-669F1D54E927}"/>
              </a:ext>
            </a:extLst>
          </p:cNvPr>
          <p:cNvSpPr>
            <a:spLocks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8173">
            <a:extLst>
              <a:ext uri="{FF2B5EF4-FFF2-40B4-BE49-F238E27FC236}">
                <a16:creationId xmlns:a16="http://schemas.microsoft.com/office/drawing/2014/main" id="{2A9CDC79-B10A-4A97-AFD7-0A346CF7A462}"/>
              </a:ext>
            </a:extLst>
          </p:cNvPr>
          <p:cNvSpPr>
            <a:spLocks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8174">
            <a:extLst>
              <a:ext uri="{FF2B5EF4-FFF2-40B4-BE49-F238E27FC236}">
                <a16:creationId xmlns:a16="http://schemas.microsoft.com/office/drawing/2014/main" id="{6D2AE76D-15A8-4B19-8389-FE3E2CDEC4F5}"/>
              </a:ext>
            </a:extLst>
          </p:cNvPr>
          <p:cNvSpPr>
            <a:spLocks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8175">
            <a:extLst>
              <a:ext uri="{FF2B5EF4-FFF2-40B4-BE49-F238E27FC236}">
                <a16:creationId xmlns:a16="http://schemas.microsoft.com/office/drawing/2014/main" id="{3E1C5293-B964-4F91-8501-1C7DEEB71236}"/>
              </a:ext>
            </a:extLst>
          </p:cNvPr>
          <p:cNvSpPr>
            <a:spLocks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8176">
            <a:extLst>
              <a:ext uri="{FF2B5EF4-FFF2-40B4-BE49-F238E27FC236}">
                <a16:creationId xmlns:a16="http://schemas.microsoft.com/office/drawing/2014/main" id="{B15AC72F-CB2B-4EAD-9979-62AF54608CF4}"/>
              </a:ext>
            </a:extLst>
          </p:cNvPr>
          <p:cNvSpPr>
            <a:spLocks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8177">
            <a:extLst>
              <a:ext uri="{FF2B5EF4-FFF2-40B4-BE49-F238E27FC236}">
                <a16:creationId xmlns:a16="http://schemas.microsoft.com/office/drawing/2014/main" id="{70954D7E-8A4C-411B-AAE6-730BFCFA8F6F}"/>
              </a:ext>
            </a:extLst>
          </p:cNvPr>
          <p:cNvSpPr>
            <a:spLocks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8178">
            <a:extLst>
              <a:ext uri="{FF2B5EF4-FFF2-40B4-BE49-F238E27FC236}">
                <a16:creationId xmlns:a16="http://schemas.microsoft.com/office/drawing/2014/main" id="{2EB0246D-2488-41E3-BAE5-A82589047DC1}"/>
              </a:ext>
            </a:extLst>
          </p:cNvPr>
          <p:cNvSpPr>
            <a:spLocks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8179">
            <a:extLst>
              <a:ext uri="{FF2B5EF4-FFF2-40B4-BE49-F238E27FC236}">
                <a16:creationId xmlns:a16="http://schemas.microsoft.com/office/drawing/2014/main" id="{79E75ED3-EFF8-407E-AC37-2AC2E6675D7A}"/>
              </a:ext>
            </a:extLst>
          </p:cNvPr>
          <p:cNvSpPr>
            <a:spLocks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8180">
            <a:extLst>
              <a:ext uri="{FF2B5EF4-FFF2-40B4-BE49-F238E27FC236}">
                <a16:creationId xmlns:a16="http://schemas.microsoft.com/office/drawing/2014/main" id="{FCE8B01E-8C0A-4100-B13E-2CB8C9337DD9}"/>
              </a:ext>
            </a:extLst>
          </p:cNvPr>
          <p:cNvSpPr>
            <a:spLocks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8181">
            <a:extLst>
              <a:ext uri="{FF2B5EF4-FFF2-40B4-BE49-F238E27FC236}">
                <a16:creationId xmlns:a16="http://schemas.microsoft.com/office/drawing/2014/main" id="{738B5CA1-34B5-4264-8792-19248B4876DB}"/>
              </a:ext>
            </a:extLst>
          </p:cNvPr>
          <p:cNvSpPr>
            <a:spLocks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8182">
            <a:extLst>
              <a:ext uri="{FF2B5EF4-FFF2-40B4-BE49-F238E27FC236}">
                <a16:creationId xmlns:a16="http://schemas.microsoft.com/office/drawing/2014/main" id="{39D39FDC-C46F-4186-B9B8-2E0A0482A882}"/>
              </a:ext>
            </a:extLst>
          </p:cNvPr>
          <p:cNvSpPr>
            <a:spLocks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8183">
            <a:extLst>
              <a:ext uri="{FF2B5EF4-FFF2-40B4-BE49-F238E27FC236}">
                <a16:creationId xmlns:a16="http://schemas.microsoft.com/office/drawing/2014/main" id="{F5793D3F-EFFE-4F47-81BF-29865F0FFE0A}"/>
              </a:ext>
            </a:extLst>
          </p:cNvPr>
          <p:cNvSpPr>
            <a:spLocks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8184">
            <a:extLst>
              <a:ext uri="{FF2B5EF4-FFF2-40B4-BE49-F238E27FC236}">
                <a16:creationId xmlns:a16="http://schemas.microsoft.com/office/drawing/2014/main" id="{59ADE4CA-8F30-433B-8008-D3E16EECFD1E}"/>
              </a:ext>
            </a:extLst>
          </p:cNvPr>
          <p:cNvSpPr>
            <a:spLocks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8185">
            <a:extLst>
              <a:ext uri="{FF2B5EF4-FFF2-40B4-BE49-F238E27FC236}">
                <a16:creationId xmlns:a16="http://schemas.microsoft.com/office/drawing/2014/main" id="{D95C5260-9264-4C46-95D4-6187CECC8BEF}"/>
              </a:ext>
            </a:extLst>
          </p:cNvPr>
          <p:cNvSpPr>
            <a:spLocks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8186">
            <a:extLst>
              <a:ext uri="{FF2B5EF4-FFF2-40B4-BE49-F238E27FC236}">
                <a16:creationId xmlns:a16="http://schemas.microsoft.com/office/drawing/2014/main" id="{5D73FCA2-A61B-4BA4-B4DB-0CB9CF04A480}"/>
              </a:ext>
            </a:extLst>
          </p:cNvPr>
          <p:cNvSpPr>
            <a:spLocks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8187">
            <a:extLst>
              <a:ext uri="{FF2B5EF4-FFF2-40B4-BE49-F238E27FC236}">
                <a16:creationId xmlns:a16="http://schemas.microsoft.com/office/drawing/2014/main" id="{F4495DFE-8453-495D-A709-CC97982736B0}"/>
              </a:ext>
            </a:extLst>
          </p:cNvPr>
          <p:cNvSpPr>
            <a:spLocks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8188">
            <a:extLst>
              <a:ext uri="{FF2B5EF4-FFF2-40B4-BE49-F238E27FC236}">
                <a16:creationId xmlns:a16="http://schemas.microsoft.com/office/drawing/2014/main" id="{BE99ED01-0779-4807-880E-CF49202E6B76}"/>
              </a:ext>
            </a:extLst>
          </p:cNvPr>
          <p:cNvSpPr>
            <a:spLocks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8189">
            <a:extLst>
              <a:ext uri="{FF2B5EF4-FFF2-40B4-BE49-F238E27FC236}">
                <a16:creationId xmlns:a16="http://schemas.microsoft.com/office/drawing/2014/main" id="{2E846D9D-E245-4C1B-85AF-12D5C8973268}"/>
              </a:ext>
            </a:extLst>
          </p:cNvPr>
          <p:cNvSpPr>
            <a:spLocks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8190">
            <a:extLst>
              <a:ext uri="{FF2B5EF4-FFF2-40B4-BE49-F238E27FC236}">
                <a16:creationId xmlns:a16="http://schemas.microsoft.com/office/drawing/2014/main" id="{E88C25C1-61BB-4F56-9208-9762196563DC}"/>
              </a:ext>
            </a:extLst>
          </p:cNvPr>
          <p:cNvSpPr>
            <a:spLocks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8191">
            <a:extLst>
              <a:ext uri="{FF2B5EF4-FFF2-40B4-BE49-F238E27FC236}">
                <a16:creationId xmlns:a16="http://schemas.microsoft.com/office/drawing/2014/main" id="{C8D91C58-EC7C-436F-8AD0-0124CBC1C2A0}"/>
              </a:ext>
            </a:extLst>
          </p:cNvPr>
          <p:cNvSpPr>
            <a:spLocks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8192">
            <a:extLst>
              <a:ext uri="{FF2B5EF4-FFF2-40B4-BE49-F238E27FC236}">
                <a16:creationId xmlns:a16="http://schemas.microsoft.com/office/drawing/2014/main" id="{540B3E76-F9CB-488F-B488-F48740C6439F}"/>
              </a:ext>
            </a:extLst>
          </p:cNvPr>
          <p:cNvSpPr>
            <a:spLocks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8193">
            <a:extLst>
              <a:ext uri="{FF2B5EF4-FFF2-40B4-BE49-F238E27FC236}">
                <a16:creationId xmlns:a16="http://schemas.microsoft.com/office/drawing/2014/main" id="{483C2F40-A82C-4B2C-8A9D-5B4D656D0E3E}"/>
              </a:ext>
            </a:extLst>
          </p:cNvPr>
          <p:cNvSpPr>
            <a:spLocks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8194">
            <a:extLst>
              <a:ext uri="{FF2B5EF4-FFF2-40B4-BE49-F238E27FC236}">
                <a16:creationId xmlns:a16="http://schemas.microsoft.com/office/drawing/2014/main" id="{672F4DA6-95FF-4D29-BC48-345D124A2684}"/>
              </a:ext>
            </a:extLst>
          </p:cNvPr>
          <p:cNvSpPr>
            <a:spLocks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8195">
            <a:extLst>
              <a:ext uri="{FF2B5EF4-FFF2-40B4-BE49-F238E27FC236}">
                <a16:creationId xmlns:a16="http://schemas.microsoft.com/office/drawing/2014/main" id="{994C0362-BE08-410B-AAFB-D623B1011810}"/>
              </a:ext>
            </a:extLst>
          </p:cNvPr>
          <p:cNvSpPr>
            <a:spLocks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8196">
            <a:extLst>
              <a:ext uri="{FF2B5EF4-FFF2-40B4-BE49-F238E27FC236}">
                <a16:creationId xmlns:a16="http://schemas.microsoft.com/office/drawing/2014/main" id="{1D0C2621-83EF-4059-B84D-710AB936FBF5}"/>
              </a:ext>
            </a:extLst>
          </p:cNvPr>
          <p:cNvSpPr>
            <a:spLocks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8197">
            <a:extLst>
              <a:ext uri="{FF2B5EF4-FFF2-40B4-BE49-F238E27FC236}">
                <a16:creationId xmlns:a16="http://schemas.microsoft.com/office/drawing/2014/main" id="{DCE0BEF8-84BF-4176-B123-9429385F7E55}"/>
              </a:ext>
            </a:extLst>
          </p:cNvPr>
          <p:cNvSpPr>
            <a:spLocks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8198">
            <a:extLst>
              <a:ext uri="{FF2B5EF4-FFF2-40B4-BE49-F238E27FC236}">
                <a16:creationId xmlns:a16="http://schemas.microsoft.com/office/drawing/2014/main" id="{892BDDF6-56DC-4607-BC27-F6A24E3661C4}"/>
              </a:ext>
            </a:extLst>
          </p:cNvPr>
          <p:cNvSpPr>
            <a:spLocks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8199">
            <a:extLst>
              <a:ext uri="{FF2B5EF4-FFF2-40B4-BE49-F238E27FC236}">
                <a16:creationId xmlns:a16="http://schemas.microsoft.com/office/drawing/2014/main" id="{2D6696BC-16E9-4B3F-B7C5-7C2ED8E50BC8}"/>
              </a:ext>
            </a:extLst>
          </p:cNvPr>
          <p:cNvSpPr>
            <a:spLocks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8200">
            <a:extLst>
              <a:ext uri="{FF2B5EF4-FFF2-40B4-BE49-F238E27FC236}">
                <a16:creationId xmlns:a16="http://schemas.microsoft.com/office/drawing/2014/main" id="{F46E0B02-FE5B-4063-8122-A5BE9F540ED8}"/>
              </a:ext>
            </a:extLst>
          </p:cNvPr>
          <p:cNvSpPr>
            <a:spLocks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8201">
            <a:extLst>
              <a:ext uri="{FF2B5EF4-FFF2-40B4-BE49-F238E27FC236}">
                <a16:creationId xmlns:a16="http://schemas.microsoft.com/office/drawing/2014/main" id="{22CCAFA3-A195-4014-8715-BDA6CB71DECF}"/>
              </a:ext>
            </a:extLst>
          </p:cNvPr>
          <p:cNvSpPr>
            <a:spLocks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8202">
            <a:extLst>
              <a:ext uri="{FF2B5EF4-FFF2-40B4-BE49-F238E27FC236}">
                <a16:creationId xmlns:a16="http://schemas.microsoft.com/office/drawing/2014/main" id="{37F6D9E8-726F-4ACF-BC5A-65CA8148985D}"/>
              </a:ext>
            </a:extLst>
          </p:cNvPr>
          <p:cNvSpPr>
            <a:spLocks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8203">
            <a:extLst>
              <a:ext uri="{FF2B5EF4-FFF2-40B4-BE49-F238E27FC236}">
                <a16:creationId xmlns:a16="http://schemas.microsoft.com/office/drawing/2014/main" id="{186BC621-26D9-4715-A24F-FE0EBA9CB8EF}"/>
              </a:ext>
            </a:extLst>
          </p:cNvPr>
          <p:cNvSpPr>
            <a:spLocks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8204">
            <a:extLst>
              <a:ext uri="{FF2B5EF4-FFF2-40B4-BE49-F238E27FC236}">
                <a16:creationId xmlns:a16="http://schemas.microsoft.com/office/drawing/2014/main" id="{7D9277CC-8B50-4940-9680-3BE1E203720D}"/>
              </a:ext>
            </a:extLst>
          </p:cNvPr>
          <p:cNvSpPr>
            <a:spLocks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8205">
            <a:extLst>
              <a:ext uri="{FF2B5EF4-FFF2-40B4-BE49-F238E27FC236}">
                <a16:creationId xmlns:a16="http://schemas.microsoft.com/office/drawing/2014/main" id="{B38A6173-0E30-4999-A5D0-6805D4B8C9A7}"/>
              </a:ext>
            </a:extLst>
          </p:cNvPr>
          <p:cNvSpPr>
            <a:spLocks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8206">
            <a:extLst>
              <a:ext uri="{FF2B5EF4-FFF2-40B4-BE49-F238E27FC236}">
                <a16:creationId xmlns:a16="http://schemas.microsoft.com/office/drawing/2014/main" id="{1CDA3BBC-1889-4DDC-A27F-85E8EB82650B}"/>
              </a:ext>
            </a:extLst>
          </p:cNvPr>
          <p:cNvSpPr>
            <a:spLocks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8207">
            <a:extLst>
              <a:ext uri="{FF2B5EF4-FFF2-40B4-BE49-F238E27FC236}">
                <a16:creationId xmlns:a16="http://schemas.microsoft.com/office/drawing/2014/main" id="{F6725D91-902E-4314-B651-294FFE0012F7}"/>
              </a:ext>
            </a:extLst>
          </p:cNvPr>
          <p:cNvSpPr>
            <a:spLocks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8208">
            <a:extLst>
              <a:ext uri="{FF2B5EF4-FFF2-40B4-BE49-F238E27FC236}">
                <a16:creationId xmlns:a16="http://schemas.microsoft.com/office/drawing/2014/main" id="{39066BB6-3AA7-4CC3-A351-5450BA224C0D}"/>
              </a:ext>
            </a:extLst>
          </p:cNvPr>
          <p:cNvSpPr>
            <a:spLocks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8209">
            <a:extLst>
              <a:ext uri="{FF2B5EF4-FFF2-40B4-BE49-F238E27FC236}">
                <a16:creationId xmlns:a16="http://schemas.microsoft.com/office/drawing/2014/main" id="{1D7B679C-22FC-47D4-A25A-691C7DFB1AA7}"/>
              </a:ext>
            </a:extLst>
          </p:cNvPr>
          <p:cNvSpPr>
            <a:spLocks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8210">
            <a:extLst>
              <a:ext uri="{FF2B5EF4-FFF2-40B4-BE49-F238E27FC236}">
                <a16:creationId xmlns:a16="http://schemas.microsoft.com/office/drawing/2014/main" id="{D0BC2C70-1C87-44A3-91E0-3765B7D04200}"/>
              </a:ext>
            </a:extLst>
          </p:cNvPr>
          <p:cNvSpPr>
            <a:spLocks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8211">
            <a:extLst>
              <a:ext uri="{FF2B5EF4-FFF2-40B4-BE49-F238E27FC236}">
                <a16:creationId xmlns:a16="http://schemas.microsoft.com/office/drawing/2014/main" id="{41F3D783-AB2D-48E3-85B9-DE11C4BB918C}"/>
              </a:ext>
            </a:extLst>
          </p:cNvPr>
          <p:cNvSpPr>
            <a:spLocks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8212">
            <a:extLst>
              <a:ext uri="{FF2B5EF4-FFF2-40B4-BE49-F238E27FC236}">
                <a16:creationId xmlns:a16="http://schemas.microsoft.com/office/drawing/2014/main" id="{657299A7-E3CC-4B30-A913-44D76A32BAE5}"/>
              </a:ext>
            </a:extLst>
          </p:cNvPr>
          <p:cNvSpPr>
            <a:spLocks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8213">
            <a:extLst>
              <a:ext uri="{FF2B5EF4-FFF2-40B4-BE49-F238E27FC236}">
                <a16:creationId xmlns:a16="http://schemas.microsoft.com/office/drawing/2014/main" id="{C03110D9-46A4-4E71-A905-A0CDD419299B}"/>
              </a:ext>
            </a:extLst>
          </p:cNvPr>
          <p:cNvSpPr>
            <a:spLocks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8214">
            <a:extLst>
              <a:ext uri="{FF2B5EF4-FFF2-40B4-BE49-F238E27FC236}">
                <a16:creationId xmlns:a16="http://schemas.microsoft.com/office/drawing/2014/main" id="{6ECCA7A5-6DC0-4567-A1FF-B5DDAFB8B4C5}"/>
              </a:ext>
            </a:extLst>
          </p:cNvPr>
          <p:cNvSpPr>
            <a:spLocks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8215">
            <a:extLst>
              <a:ext uri="{FF2B5EF4-FFF2-40B4-BE49-F238E27FC236}">
                <a16:creationId xmlns:a16="http://schemas.microsoft.com/office/drawing/2014/main" id="{CD25ECBA-DE8C-4164-9407-A48FA6E7CF3C}"/>
              </a:ext>
            </a:extLst>
          </p:cNvPr>
          <p:cNvSpPr>
            <a:spLocks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8216">
            <a:extLst>
              <a:ext uri="{FF2B5EF4-FFF2-40B4-BE49-F238E27FC236}">
                <a16:creationId xmlns:a16="http://schemas.microsoft.com/office/drawing/2014/main" id="{DA4A4731-FE1E-4407-963D-6810E26216DE}"/>
              </a:ext>
            </a:extLst>
          </p:cNvPr>
          <p:cNvSpPr>
            <a:spLocks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8217">
            <a:extLst>
              <a:ext uri="{FF2B5EF4-FFF2-40B4-BE49-F238E27FC236}">
                <a16:creationId xmlns:a16="http://schemas.microsoft.com/office/drawing/2014/main" id="{E026F7AB-E4A9-4836-A386-BF2E9442B1DC}"/>
              </a:ext>
            </a:extLst>
          </p:cNvPr>
          <p:cNvSpPr>
            <a:spLocks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8218">
            <a:extLst>
              <a:ext uri="{FF2B5EF4-FFF2-40B4-BE49-F238E27FC236}">
                <a16:creationId xmlns:a16="http://schemas.microsoft.com/office/drawing/2014/main" id="{78BF50F1-EA40-40DF-B0EE-5E3069BA6587}"/>
              </a:ext>
            </a:extLst>
          </p:cNvPr>
          <p:cNvSpPr>
            <a:spLocks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8219">
            <a:extLst>
              <a:ext uri="{FF2B5EF4-FFF2-40B4-BE49-F238E27FC236}">
                <a16:creationId xmlns:a16="http://schemas.microsoft.com/office/drawing/2014/main" id="{C944773E-F3F6-46FC-8B57-59AE0888EFAC}"/>
              </a:ext>
            </a:extLst>
          </p:cNvPr>
          <p:cNvSpPr>
            <a:spLocks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8220">
            <a:extLst>
              <a:ext uri="{FF2B5EF4-FFF2-40B4-BE49-F238E27FC236}">
                <a16:creationId xmlns:a16="http://schemas.microsoft.com/office/drawing/2014/main" id="{54A8A840-F708-4A0E-89DC-91F46FD3F95C}"/>
              </a:ext>
            </a:extLst>
          </p:cNvPr>
          <p:cNvSpPr>
            <a:spLocks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8221">
            <a:extLst>
              <a:ext uri="{FF2B5EF4-FFF2-40B4-BE49-F238E27FC236}">
                <a16:creationId xmlns:a16="http://schemas.microsoft.com/office/drawing/2014/main" id="{B8207560-2B22-4971-B084-A422F1C3E710}"/>
              </a:ext>
            </a:extLst>
          </p:cNvPr>
          <p:cNvSpPr>
            <a:spLocks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8222">
            <a:extLst>
              <a:ext uri="{FF2B5EF4-FFF2-40B4-BE49-F238E27FC236}">
                <a16:creationId xmlns:a16="http://schemas.microsoft.com/office/drawing/2014/main" id="{9A46B4E3-C678-4BCA-97AD-4FDF3078A1B8}"/>
              </a:ext>
            </a:extLst>
          </p:cNvPr>
          <p:cNvSpPr>
            <a:spLocks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8223">
            <a:extLst>
              <a:ext uri="{FF2B5EF4-FFF2-40B4-BE49-F238E27FC236}">
                <a16:creationId xmlns:a16="http://schemas.microsoft.com/office/drawing/2014/main" id="{54B9117A-98E9-4378-B409-CD5E52C4C07E}"/>
              </a:ext>
            </a:extLst>
          </p:cNvPr>
          <p:cNvSpPr>
            <a:spLocks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8224">
            <a:extLst>
              <a:ext uri="{FF2B5EF4-FFF2-40B4-BE49-F238E27FC236}">
                <a16:creationId xmlns:a16="http://schemas.microsoft.com/office/drawing/2014/main" id="{2C0E9DE4-3D79-4BEA-9E08-AF43725E1A2D}"/>
              </a:ext>
            </a:extLst>
          </p:cNvPr>
          <p:cNvSpPr>
            <a:spLocks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8225">
            <a:extLst>
              <a:ext uri="{FF2B5EF4-FFF2-40B4-BE49-F238E27FC236}">
                <a16:creationId xmlns:a16="http://schemas.microsoft.com/office/drawing/2014/main" id="{38B5727C-7C57-4519-BF9B-85E0B27C9F3C}"/>
              </a:ext>
            </a:extLst>
          </p:cNvPr>
          <p:cNvSpPr>
            <a:spLocks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8226">
            <a:extLst>
              <a:ext uri="{FF2B5EF4-FFF2-40B4-BE49-F238E27FC236}">
                <a16:creationId xmlns:a16="http://schemas.microsoft.com/office/drawing/2014/main" id="{1BD9A0EA-9593-4518-924B-23B7CDA9570F}"/>
              </a:ext>
            </a:extLst>
          </p:cNvPr>
          <p:cNvSpPr>
            <a:spLocks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8227">
            <a:extLst>
              <a:ext uri="{FF2B5EF4-FFF2-40B4-BE49-F238E27FC236}">
                <a16:creationId xmlns:a16="http://schemas.microsoft.com/office/drawing/2014/main" id="{167EF72B-D488-4F2C-80CC-F209E3D821D4}"/>
              </a:ext>
            </a:extLst>
          </p:cNvPr>
          <p:cNvSpPr>
            <a:spLocks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8228">
            <a:extLst>
              <a:ext uri="{FF2B5EF4-FFF2-40B4-BE49-F238E27FC236}">
                <a16:creationId xmlns:a16="http://schemas.microsoft.com/office/drawing/2014/main" id="{8C59C9C0-DA59-4914-A3AB-7D646A6BDFFA}"/>
              </a:ext>
            </a:extLst>
          </p:cNvPr>
          <p:cNvSpPr>
            <a:spLocks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8229">
            <a:extLst>
              <a:ext uri="{FF2B5EF4-FFF2-40B4-BE49-F238E27FC236}">
                <a16:creationId xmlns:a16="http://schemas.microsoft.com/office/drawing/2014/main" id="{A3BE9D74-2EC2-4DDF-A489-C44952475D9E}"/>
              </a:ext>
            </a:extLst>
          </p:cNvPr>
          <p:cNvSpPr>
            <a:spLocks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8230">
            <a:extLst>
              <a:ext uri="{FF2B5EF4-FFF2-40B4-BE49-F238E27FC236}">
                <a16:creationId xmlns:a16="http://schemas.microsoft.com/office/drawing/2014/main" id="{C65B2A1F-72F7-4258-96C2-BF17DD64100E}"/>
              </a:ext>
            </a:extLst>
          </p:cNvPr>
          <p:cNvSpPr>
            <a:spLocks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8231">
            <a:extLst>
              <a:ext uri="{FF2B5EF4-FFF2-40B4-BE49-F238E27FC236}">
                <a16:creationId xmlns:a16="http://schemas.microsoft.com/office/drawing/2014/main" id="{EAA4C1F2-9DC8-4D81-8243-055031E81182}"/>
              </a:ext>
            </a:extLst>
          </p:cNvPr>
          <p:cNvSpPr>
            <a:spLocks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8232">
            <a:extLst>
              <a:ext uri="{FF2B5EF4-FFF2-40B4-BE49-F238E27FC236}">
                <a16:creationId xmlns:a16="http://schemas.microsoft.com/office/drawing/2014/main" id="{6B1DB4B7-3E99-46B4-94A7-D3B61A8AEAEE}"/>
              </a:ext>
            </a:extLst>
          </p:cNvPr>
          <p:cNvSpPr>
            <a:spLocks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8233">
            <a:extLst>
              <a:ext uri="{FF2B5EF4-FFF2-40B4-BE49-F238E27FC236}">
                <a16:creationId xmlns:a16="http://schemas.microsoft.com/office/drawing/2014/main" id="{8EAB40D8-CF17-40DC-8BB2-60D17175379C}"/>
              </a:ext>
            </a:extLst>
          </p:cNvPr>
          <p:cNvSpPr>
            <a:spLocks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8234">
            <a:extLst>
              <a:ext uri="{FF2B5EF4-FFF2-40B4-BE49-F238E27FC236}">
                <a16:creationId xmlns:a16="http://schemas.microsoft.com/office/drawing/2014/main" id="{4EE12836-EB4A-41BB-BBC7-BA1016F1E139}"/>
              </a:ext>
            </a:extLst>
          </p:cNvPr>
          <p:cNvSpPr>
            <a:spLocks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8235">
            <a:extLst>
              <a:ext uri="{FF2B5EF4-FFF2-40B4-BE49-F238E27FC236}">
                <a16:creationId xmlns:a16="http://schemas.microsoft.com/office/drawing/2014/main" id="{B4D62522-2A73-4B5B-856D-E1FECAD19679}"/>
              </a:ext>
            </a:extLst>
          </p:cNvPr>
          <p:cNvSpPr>
            <a:spLocks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8236">
            <a:extLst>
              <a:ext uri="{FF2B5EF4-FFF2-40B4-BE49-F238E27FC236}">
                <a16:creationId xmlns:a16="http://schemas.microsoft.com/office/drawing/2014/main" id="{0DB35A0F-F0FE-4850-BC6A-BBB4708AD0F6}"/>
              </a:ext>
            </a:extLst>
          </p:cNvPr>
          <p:cNvSpPr>
            <a:spLocks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8237">
            <a:extLst>
              <a:ext uri="{FF2B5EF4-FFF2-40B4-BE49-F238E27FC236}">
                <a16:creationId xmlns:a16="http://schemas.microsoft.com/office/drawing/2014/main" id="{C2621D49-32CA-4FEE-B3D8-366CFD7C14FE}"/>
              </a:ext>
            </a:extLst>
          </p:cNvPr>
          <p:cNvSpPr>
            <a:spLocks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8238">
            <a:extLst>
              <a:ext uri="{FF2B5EF4-FFF2-40B4-BE49-F238E27FC236}">
                <a16:creationId xmlns:a16="http://schemas.microsoft.com/office/drawing/2014/main" id="{703664E6-A52C-48A1-8C31-B8E43DD5D934}"/>
              </a:ext>
            </a:extLst>
          </p:cNvPr>
          <p:cNvSpPr>
            <a:spLocks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8239">
            <a:extLst>
              <a:ext uri="{FF2B5EF4-FFF2-40B4-BE49-F238E27FC236}">
                <a16:creationId xmlns:a16="http://schemas.microsoft.com/office/drawing/2014/main" id="{02D2A49D-5EFF-4E9F-A3EA-D88726E59B7B}"/>
              </a:ext>
            </a:extLst>
          </p:cNvPr>
          <p:cNvSpPr>
            <a:spLocks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8240">
            <a:extLst>
              <a:ext uri="{FF2B5EF4-FFF2-40B4-BE49-F238E27FC236}">
                <a16:creationId xmlns:a16="http://schemas.microsoft.com/office/drawing/2014/main" id="{099A29AF-8200-4F29-90FC-2EE8BDE0EE9E}"/>
              </a:ext>
            </a:extLst>
          </p:cNvPr>
          <p:cNvSpPr>
            <a:spLocks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8241">
            <a:extLst>
              <a:ext uri="{FF2B5EF4-FFF2-40B4-BE49-F238E27FC236}">
                <a16:creationId xmlns:a16="http://schemas.microsoft.com/office/drawing/2014/main" id="{C4CCAAF8-33E5-4FE4-8858-EA8D267EC6AC}"/>
              </a:ext>
            </a:extLst>
          </p:cNvPr>
          <p:cNvSpPr>
            <a:spLocks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8242">
            <a:extLst>
              <a:ext uri="{FF2B5EF4-FFF2-40B4-BE49-F238E27FC236}">
                <a16:creationId xmlns:a16="http://schemas.microsoft.com/office/drawing/2014/main" id="{E0BD43BE-D5B9-42EE-9E6F-7F30EB702C67}"/>
              </a:ext>
            </a:extLst>
          </p:cNvPr>
          <p:cNvSpPr>
            <a:spLocks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8243">
            <a:extLst>
              <a:ext uri="{FF2B5EF4-FFF2-40B4-BE49-F238E27FC236}">
                <a16:creationId xmlns:a16="http://schemas.microsoft.com/office/drawing/2014/main" id="{B63FC65E-A9BD-4F2F-8EC4-B20C8739A8A5}"/>
              </a:ext>
            </a:extLst>
          </p:cNvPr>
          <p:cNvSpPr>
            <a:spLocks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8244">
            <a:extLst>
              <a:ext uri="{FF2B5EF4-FFF2-40B4-BE49-F238E27FC236}">
                <a16:creationId xmlns:a16="http://schemas.microsoft.com/office/drawing/2014/main" id="{D0AF3A45-7450-4273-9E2F-460B1C3AA0CC}"/>
              </a:ext>
            </a:extLst>
          </p:cNvPr>
          <p:cNvSpPr>
            <a:spLocks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8245">
            <a:extLst>
              <a:ext uri="{FF2B5EF4-FFF2-40B4-BE49-F238E27FC236}">
                <a16:creationId xmlns:a16="http://schemas.microsoft.com/office/drawing/2014/main" id="{989AFC57-249B-43A1-88DD-C91D7FB317D9}"/>
              </a:ext>
            </a:extLst>
          </p:cNvPr>
          <p:cNvSpPr>
            <a:spLocks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8246">
            <a:extLst>
              <a:ext uri="{FF2B5EF4-FFF2-40B4-BE49-F238E27FC236}">
                <a16:creationId xmlns:a16="http://schemas.microsoft.com/office/drawing/2014/main" id="{650A3790-8B0B-4246-9F00-9D274E3B23A6}"/>
              </a:ext>
            </a:extLst>
          </p:cNvPr>
          <p:cNvSpPr>
            <a:spLocks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8247">
            <a:extLst>
              <a:ext uri="{FF2B5EF4-FFF2-40B4-BE49-F238E27FC236}">
                <a16:creationId xmlns:a16="http://schemas.microsoft.com/office/drawing/2014/main" id="{0566206F-55BF-4546-A68E-6D0E3FC3404A}"/>
              </a:ext>
            </a:extLst>
          </p:cNvPr>
          <p:cNvSpPr>
            <a:spLocks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8248">
            <a:extLst>
              <a:ext uri="{FF2B5EF4-FFF2-40B4-BE49-F238E27FC236}">
                <a16:creationId xmlns:a16="http://schemas.microsoft.com/office/drawing/2014/main" id="{0EDFB288-C32E-4FF6-A2D2-F63A4860CD4C}"/>
              </a:ext>
            </a:extLst>
          </p:cNvPr>
          <p:cNvSpPr>
            <a:spLocks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8249">
            <a:extLst>
              <a:ext uri="{FF2B5EF4-FFF2-40B4-BE49-F238E27FC236}">
                <a16:creationId xmlns:a16="http://schemas.microsoft.com/office/drawing/2014/main" id="{6AE1D5E7-8527-4E9A-B67A-28B37D09B9CE}"/>
              </a:ext>
            </a:extLst>
          </p:cNvPr>
          <p:cNvSpPr>
            <a:spLocks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8250">
            <a:extLst>
              <a:ext uri="{FF2B5EF4-FFF2-40B4-BE49-F238E27FC236}">
                <a16:creationId xmlns:a16="http://schemas.microsoft.com/office/drawing/2014/main" id="{79BEA340-1947-4595-AC52-4280DC843DE3}"/>
              </a:ext>
            </a:extLst>
          </p:cNvPr>
          <p:cNvSpPr>
            <a:spLocks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8251">
            <a:extLst>
              <a:ext uri="{FF2B5EF4-FFF2-40B4-BE49-F238E27FC236}">
                <a16:creationId xmlns:a16="http://schemas.microsoft.com/office/drawing/2014/main" id="{22A57299-432F-4E12-B6F8-65901DB2F95F}"/>
              </a:ext>
            </a:extLst>
          </p:cNvPr>
          <p:cNvSpPr>
            <a:spLocks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8252">
            <a:extLst>
              <a:ext uri="{FF2B5EF4-FFF2-40B4-BE49-F238E27FC236}">
                <a16:creationId xmlns:a16="http://schemas.microsoft.com/office/drawing/2014/main" id="{EC395B1E-491B-4549-ABC5-047F82CBDD3C}"/>
              </a:ext>
            </a:extLst>
          </p:cNvPr>
          <p:cNvSpPr>
            <a:spLocks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8253">
            <a:extLst>
              <a:ext uri="{FF2B5EF4-FFF2-40B4-BE49-F238E27FC236}">
                <a16:creationId xmlns:a16="http://schemas.microsoft.com/office/drawing/2014/main" id="{CFAE00A2-3D59-4012-A84D-8EDE125BDEBC}"/>
              </a:ext>
            </a:extLst>
          </p:cNvPr>
          <p:cNvSpPr>
            <a:spLocks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8254">
            <a:extLst>
              <a:ext uri="{FF2B5EF4-FFF2-40B4-BE49-F238E27FC236}">
                <a16:creationId xmlns:a16="http://schemas.microsoft.com/office/drawing/2014/main" id="{E7EB926F-3BC9-4FE8-904B-B7F5891E0A3B}"/>
              </a:ext>
            </a:extLst>
          </p:cNvPr>
          <p:cNvSpPr>
            <a:spLocks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8255">
            <a:extLst>
              <a:ext uri="{FF2B5EF4-FFF2-40B4-BE49-F238E27FC236}">
                <a16:creationId xmlns:a16="http://schemas.microsoft.com/office/drawing/2014/main" id="{BE788491-BA4F-477B-89CA-3152A3344BA0}"/>
              </a:ext>
            </a:extLst>
          </p:cNvPr>
          <p:cNvSpPr>
            <a:spLocks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8256">
            <a:extLst>
              <a:ext uri="{FF2B5EF4-FFF2-40B4-BE49-F238E27FC236}">
                <a16:creationId xmlns:a16="http://schemas.microsoft.com/office/drawing/2014/main" id="{96B94D74-CFD3-4419-9C4F-DFF99942BD6B}"/>
              </a:ext>
            </a:extLst>
          </p:cNvPr>
          <p:cNvSpPr>
            <a:spLocks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8257">
            <a:extLst>
              <a:ext uri="{FF2B5EF4-FFF2-40B4-BE49-F238E27FC236}">
                <a16:creationId xmlns:a16="http://schemas.microsoft.com/office/drawing/2014/main" id="{F793471B-F91A-4947-8068-0169FAA5F2C8}"/>
              </a:ext>
            </a:extLst>
          </p:cNvPr>
          <p:cNvSpPr>
            <a:spLocks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8258">
            <a:extLst>
              <a:ext uri="{FF2B5EF4-FFF2-40B4-BE49-F238E27FC236}">
                <a16:creationId xmlns:a16="http://schemas.microsoft.com/office/drawing/2014/main" id="{B60DE4B7-9C6D-4C51-9618-6E37A7CB056A}"/>
              </a:ext>
            </a:extLst>
          </p:cNvPr>
          <p:cNvSpPr>
            <a:spLocks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8259">
            <a:extLst>
              <a:ext uri="{FF2B5EF4-FFF2-40B4-BE49-F238E27FC236}">
                <a16:creationId xmlns:a16="http://schemas.microsoft.com/office/drawing/2014/main" id="{6466C17B-59A3-4841-880A-5B0579BD39F8}"/>
              </a:ext>
            </a:extLst>
          </p:cNvPr>
          <p:cNvSpPr>
            <a:spLocks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8260">
            <a:extLst>
              <a:ext uri="{FF2B5EF4-FFF2-40B4-BE49-F238E27FC236}">
                <a16:creationId xmlns:a16="http://schemas.microsoft.com/office/drawing/2014/main" id="{68A5180E-2E79-496C-B2BE-76BC785321BD}"/>
              </a:ext>
            </a:extLst>
          </p:cNvPr>
          <p:cNvSpPr>
            <a:spLocks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8261">
            <a:extLst>
              <a:ext uri="{FF2B5EF4-FFF2-40B4-BE49-F238E27FC236}">
                <a16:creationId xmlns:a16="http://schemas.microsoft.com/office/drawing/2014/main" id="{467880FA-1DF8-4DD8-AEA8-8C3AB01D7542}"/>
              </a:ext>
            </a:extLst>
          </p:cNvPr>
          <p:cNvSpPr>
            <a:spLocks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8262">
            <a:extLst>
              <a:ext uri="{FF2B5EF4-FFF2-40B4-BE49-F238E27FC236}">
                <a16:creationId xmlns:a16="http://schemas.microsoft.com/office/drawing/2014/main" id="{43D801A3-FA9A-453B-B716-1B56C92D447E}"/>
              </a:ext>
            </a:extLst>
          </p:cNvPr>
          <p:cNvSpPr>
            <a:spLocks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8263">
            <a:extLst>
              <a:ext uri="{FF2B5EF4-FFF2-40B4-BE49-F238E27FC236}">
                <a16:creationId xmlns:a16="http://schemas.microsoft.com/office/drawing/2014/main" id="{9DEC8B1F-1EE8-4C4F-95EF-82B74CE41958}"/>
              </a:ext>
            </a:extLst>
          </p:cNvPr>
          <p:cNvSpPr>
            <a:spLocks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8264">
            <a:extLst>
              <a:ext uri="{FF2B5EF4-FFF2-40B4-BE49-F238E27FC236}">
                <a16:creationId xmlns:a16="http://schemas.microsoft.com/office/drawing/2014/main" id="{F1126A17-B359-4D88-A33D-048584428F1E}"/>
              </a:ext>
            </a:extLst>
          </p:cNvPr>
          <p:cNvSpPr>
            <a:spLocks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8265">
            <a:extLst>
              <a:ext uri="{FF2B5EF4-FFF2-40B4-BE49-F238E27FC236}">
                <a16:creationId xmlns:a16="http://schemas.microsoft.com/office/drawing/2014/main" id="{EFB27F86-0772-4821-B44C-7BC3808A8341}"/>
              </a:ext>
            </a:extLst>
          </p:cNvPr>
          <p:cNvSpPr>
            <a:spLocks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8266">
            <a:extLst>
              <a:ext uri="{FF2B5EF4-FFF2-40B4-BE49-F238E27FC236}">
                <a16:creationId xmlns:a16="http://schemas.microsoft.com/office/drawing/2014/main" id="{230545D0-7D2B-4863-AE33-299B1FA234B7}"/>
              </a:ext>
            </a:extLst>
          </p:cNvPr>
          <p:cNvSpPr>
            <a:spLocks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8267">
            <a:extLst>
              <a:ext uri="{FF2B5EF4-FFF2-40B4-BE49-F238E27FC236}">
                <a16:creationId xmlns:a16="http://schemas.microsoft.com/office/drawing/2014/main" id="{E566F4E5-AC07-4162-A892-12FB987D704F}"/>
              </a:ext>
            </a:extLst>
          </p:cNvPr>
          <p:cNvSpPr>
            <a:spLocks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8268">
            <a:extLst>
              <a:ext uri="{FF2B5EF4-FFF2-40B4-BE49-F238E27FC236}">
                <a16:creationId xmlns:a16="http://schemas.microsoft.com/office/drawing/2014/main" id="{CFD3340B-E5B7-4DC6-9E3A-31AB47A72D2F}"/>
              </a:ext>
            </a:extLst>
          </p:cNvPr>
          <p:cNvSpPr>
            <a:spLocks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8269">
            <a:extLst>
              <a:ext uri="{FF2B5EF4-FFF2-40B4-BE49-F238E27FC236}">
                <a16:creationId xmlns:a16="http://schemas.microsoft.com/office/drawing/2014/main" id="{B3A3DF37-45CF-4862-957F-3AC5A28BA94C}"/>
              </a:ext>
            </a:extLst>
          </p:cNvPr>
          <p:cNvSpPr>
            <a:spLocks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8270">
            <a:extLst>
              <a:ext uri="{FF2B5EF4-FFF2-40B4-BE49-F238E27FC236}">
                <a16:creationId xmlns:a16="http://schemas.microsoft.com/office/drawing/2014/main" id="{1FEEFE0A-F5DC-40D4-AD0E-B70A3B0F3FEC}"/>
              </a:ext>
            </a:extLst>
          </p:cNvPr>
          <p:cNvSpPr>
            <a:spLocks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8271">
            <a:extLst>
              <a:ext uri="{FF2B5EF4-FFF2-40B4-BE49-F238E27FC236}">
                <a16:creationId xmlns:a16="http://schemas.microsoft.com/office/drawing/2014/main" id="{95B947E5-14E4-4C53-9BC0-A7A514E9B02E}"/>
              </a:ext>
            </a:extLst>
          </p:cNvPr>
          <p:cNvSpPr>
            <a:spLocks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8272">
            <a:extLst>
              <a:ext uri="{FF2B5EF4-FFF2-40B4-BE49-F238E27FC236}">
                <a16:creationId xmlns:a16="http://schemas.microsoft.com/office/drawing/2014/main" id="{AB85376C-2B6C-41A6-A5BF-2C632F7926DE}"/>
              </a:ext>
            </a:extLst>
          </p:cNvPr>
          <p:cNvSpPr>
            <a:spLocks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8273">
            <a:extLst>
              <a:ext uri="{FF2B5EF4-FFF2-40B4-BE49-F238E27FC236}">
                <a16:creationId xmlns:a16="http://schemas.microsoft.com/office/drawing/2014/main" id="{56D1B6CC-534A-42B9-9663-F26BC59E5950}"/>
              </a:ext>
            </a:extLst>
          </p:cNvPr>
          <p:cNvSpPr>
            <a:spLocks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8274">
            <a:extLst>
              <a:ext uri="{FF2B5EF4-FFF2-40B4-BE49-F238E27FC236}">
                <a16:creationId xmlns:a16="http://schemas.microsoft.com/office/drawing/2014/main" id="{70356DCA-02F9-4B41-9461-414465CBCF8B}"/>
              </a:ext>
            </a:extLst>
          </p:cNvPr>
          <p:cNvSpPr>
            <a:spLocks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8275">
            <a:extLst>
              <a:ext uri="{FF2B5EF4-FFF2-40B4-BE49-F238E27FC236}">
                <a16:creationId xmlns:a16="http://schemas.microsoft.com/office/drawing/2014/main" id="{D85755A1-B4E7-4276-BA70-8F9AD5014B77}"/>
              </a:ext>
            </a:extLst>
          </p:cNvPr>
          <p:cNvSpPr>
            <a:spLocks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8276">
            <a:extLst>
              <a:ext uri="{FF2B5EF4-FFF2-40B4-BE49-F238E27FC236}">
                <a16:creationId xmlns:a16="http://schemas.microsoft.com/office/drawing/2014/main" id="{3ADAF7CB-D1AF-4B61-8140-7C2EA1B613C6}"/>
              </a:ext>
            </a:extLst>
          </p:cNvPr>
          <p:cNvSpPr>
            <a:spLocks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8277">
            <a:extLst>
              <a:ext uri="{FF2B5EF4-FFF2-40B4-BE49-F238E27FC236}">
                <a16:creationId xmlns:a16="http://schemas.microsoft.com/office/drawing/2014/main" id="{C41ADBED-DF6F-48BE-8AF3-82109CE76F94}"/>
              </a:ext>
            </a:extLst>
          </p:cNvPr>
          <p:cNvSpPr>
            <a:spLocks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8278">
            <a:extLst>
              <a:ext uri="{FF2B5EF4-FFF2-40B4-BE49-F238E27FC236}">
                <a16:creationId xmlns:a16="http://schemas.microsoft.com/office/drawing/2014/main" id="{D637C4EA-13AB-49CB-8F02-8F739BE465A3}"/>
              </a:ext>
            </a:extLst>
          </p:cNvPr>
          <p:cNvSpPr>
            <a:spLocks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8279">
            <a:extLst>
              <a:ext uri="{FF2B5EF4-FFF2-40B4-BE49-F238E27FC236}">
                <a16:creationId xmlns:a16="http://schemas.microsoft.com/office/drawing/2014/main" id="{D6B26793-52F6-4905-BBC6-2E7EAAC76CC0}"/>
              </a:ext>
            </a:extLst>
          </p:cNvPr>
          <p:cNvSpPr>
            <a:spLocks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8280">
            <a:extLst>
              <a:ext uri="{FF2B5EF4-FFF2-40B4-BE49-F238E27FC236}">
                <a16:creationId xmlns:a16="http://schemas.microsoft.com/office/drawing/2014/main" id="{707DDC99-5499-4DC7-A122-C853502C647F}"/>
              </a:ext>
            </a:extLst>
          </p:cNvPr>
          <p:cNvSpPr>
            <a:spLocks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8281">
            <a:extLst>
              <a:ext uri="{FF2B5EF4-FFF2-40B4-BE49-F238E27FC236}">
                <a16:creationId xmlns:a16="http://schemas.microsoft.com/office/drawing/2014/main" id="{7471FE5C-29AA-4609-BBFB-3219A8BE44B8}"/>
              </a:ext>
            </a:extLst>
          </p:cNvPr>
          <p:cNvSpPr>
            <a:spLocks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8282">
            <a:extLst>
              <a:ext uri="{FF2B5EF4-FFF2-40B4-BE49-F238E27FC236}">
                <a16:creationId xmlns:a16="http://schemas.microsoft.com/office/drawing/2014/main" id="{8ED574EE-A3D3-4F93-A1E0-E2BF6AD812C7}"/>
              </a:ext>
            </a:extLst>
          </p:cNvPr>
          <p:cNvSpPr>
            <a:spLocks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8283">
            <a:extLst>
              <a:ext uri="{FF2B5EF4-FFF2-40B4-BE49-F238E27FC236}">
                <a16:creationId xmlns:a16="http://schemas.microsoft.com/office/drawing/2014/main" id="{FA21E2AE-DB9E-411A-A86A-14A030CA08BC}"/>
              </a:ext>
            </a:extLst>
          </p:cNvPr>
          <p:cNvSpPr>
            <a:spLocks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8284">
            <a:extLst>
              <a:ext uri="{FF2B5EF4-FFF2-40B4-BE49-F238E27FC236}">
                <a16:creationId xmlns:a16="http://schemas.microsoft.com/office/drawing/2014/main" id="{03938E82-477C-4DAE-9769-E7EAAEBB0178}"/>
              </a:ext>
            </a:extLst>
          </p:cNvPr>
          <p:cNvSpPr>
            <a:spLocks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8285">
            <a:extLst>
              <a:ext uri="{FF2B5EF4-FFF2-40B4-BE49-F238E27FC236}">
                <a16:creationId xmlns:a16="http://schemas.microsoft.com/office/drawing/2014/main" id="{EC1AE58D-7F93-4B92-9093-AC80F844EA80}"/>
              </a:ext>
            </a:extLst>
          </p:cNvPr>
          <p:cNvSpPr>
            <a:spLocks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8286">
            <a:extLst>
              <a:ext uri="{FF2B5EF4-FFF2-40B4-BE49-F238E27FC236}">
                <a16:creationId xmlns:a16="http://schemas.microsoft.com/office/drawing/2014/main" id="{A2C322BC-9EEB-43A8-8024-84CA2C2416F1}"/>
              </a:ext>
            </a:extLst>
          </p:cNvPr>
          <p:cNvSpPr>
            <a:spLocks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8287">
            <a:extLst>
              <a:ext uri="{FF2B5EF4-FFF2-40B4-BE49-F238E27FC236}">
                <a16:creationId xmlns:a16="http://schemas.microsoft.com/office/drawing/2014/main" id="{A20A4DD1-2998-475F-9F94-D0EED26474A3}"/>
              </a:ext>
            </a:extLst>
          </p:cNvPr>
          <p:cNvSpPr>
            <a:spLocks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8288">
            <a:extLst>
              <a:ext uri="{FF2B5EF4-FFF2-40B4-BE49-F238E27FC236}">
                <a16:creationId xmlns:a16="http://schemas.microsoft.com/office/drawing/2014/main" id="{D8313EAB-B7D7-48F9-AD2F-508FE79592FA}"/>
              </a:ext>
            </a:extLst>
          </p:cNvPr>
          <p:cNvSpPr>
            <a:spLocks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8289">
            <a:extLst>
              <a:ext uri="{FF2B5EF4-FFF2-40B4-BE49-F238E27FC236}">
                <a16:creationId xmlns:a16="http://schemas.microsoft.com/office/drawing/2014/main" id="{E2991CF4-8956-404F-A696-98B04E49FE92}"/>
              </a:ext>
            </a:extLst>
          </p:cNvPr>
          <p:cNvSpPr>
            <a:spLocks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8290">
            <a:extLst>
              <a:ext uri="{FF2B5EF4-FFF2-40B4-BE49-F238E27FC236}">
                <a16:creationId xmlns:a16="http://schemas.microsoft.com/office/drawing/2014/main" id="{B350759E-9D52-4311-9CE6-986757A62574}"/>
              </a:ext>
            </a:extLst>
          </p:cNvPr>
          <p:cNvSpPr>
            <a:spLocks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8291">
            <a:extLst>
              <a:ext uri="{FF2B5EF4-FFF2-40B4-BE49-F238E27FC236}">
                <a16:creationId xmlns:a16="http://schemas.microsoft.com/office/drawing/2014/main" id="{DF63F762-A14A-4D58-8952-08C663077519}"/>
              </a:ext>
            </a:extLst>
          </p:cNvPr>
          <p:cNvSpPr>
            <a:spLocks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8292">
            <a:extLst>
              <a:ext uri="{FF2B5EF4-FFF2-40B4-BE49-F238E27FC236}">
                <a16:creationId xmlns:a16="http://schemas.microsoft.com/office/drawing/2014/main" id="{3861555B-BA97-4D56-A778-409248F9C1CE}"/>
              </a:ext>
            </a:extLst>
          </p:cNvPr>
          <p:cNvSpPr>
            <a:spLocks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8293">
            <a:extLst>
              <a:ext uri="{FF2B5EF4-FFF2-40B4-BE49-F238E27FC236}">
                <a16:creationId xmlns:a16="http://schemas.microsoft.com/office/drawing/2014/main" id="{E5AB6B8C-6798-4AFD-ADAF-F6C5F2942524}"/>
              </a:ext>
            </a:extLst>
          </p:cNvPr>
          <p:cNvSpPr>
            <a:spLocks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8294">
            <a:extLst>
              <a:ext uri="{FF2B5EF4-FFF2-40B4-BE49-F238E27FC236}">
                <a16:creationId xmlns:a16="http://schemas.microsoft.com/office/drawing/2014/main" id="{0D25D3C3-4863-46F0-9D60-3B631A62D65D}"/>
              </a:ext>
            </a:extLst>
          </p:cNvPr>
          <p:cNvSpPr>
            <a:spLocks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8295">
            <a:extLst>
              <a:ext uri="{FF2B5EF4-FFF2-40B4-BE49-F238E27FC236}">
                <a16:creationId xmlns:a16="http://schemas.microsoft.com/office/drawing/2014/main" id="{52D7A8DE-67AA-410F-B3CE-A2E9BBA3B282}"/>
              </a:ext>
            </a:extLst>
          </p:cNvPr>
          <p:cNvSpPr>
            <a:spLocks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8296">
            <a:extLst>
              <a:ext uri="{FF2B5EF4-FFF2-40B4-BE49-F238E27FC236}">
                <a16:creationId xmlns:a16="http://schemas.microsoft.com/office/drawing/2014/main" id="{BA78AE30-6655-45F4-8F3F-093C775BB467}"/>
              </a:ext>
            </a:extLst>
          </p:cNvPr>
          <p:cNvSpPr>
            <a:spLocks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8297">
            <a:extLst>
              <a:ext uri="{FF2B5EF4-FFF2-40B4-BE49-F238E27FC236}">
                <a16:creationId xmlns:a16="http://schemas.microsoft.com/office/drawing/2014/main" id="{2B8B5D74-1F85-4CD7-9D4F-ECD4B515471B}"/>
              </a:ext>
            </a:extLst>
          </p:cNvPr>
          <p:cNvSpPr>
            <a:spLocks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8298">
            <a:extLst>
              <a:ext uri="{FF2B5EF4-FFF2-40B4-BE49-F238E27FC236}">
                <a16:creationId xmlns:a16="http://schemas.microsoft.com/office/drawing/2014/main" id="{6B8F5B1C-C730-4282-A2A3-4783E212B5C2}"/>
              </a:ext>
            </a:extLst>
          </p:cNvPr>
          <p:cNvSpPr>
            <a:spLocks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8299">
            <a:extLst>
              <a:ext uri="{FF2B5EF4-FFF2-40B4-BE49-F238E27FC236}">
                <a16:creationId xmlns:a16="http://schemas.microsoft.com/office/drawing/2014/main" id="{795E4D35-1139-4E63-8C24-1029862BF457}"/>
              </a:ext>
            </a:extLst>
          </p:cNvPr>
          <p:cNvSpPr>
            <a:spLocks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8300">
            <a:extLst>
              <a:ext uri="{FF2B5EF4-FFF2-40B4-BE49-F238E27FC236}">
                <a16:creationId xmlns:a16="http://schemas.microsoft.com/office/drawing/2014/main" id="{4F077549-4446-4F17-AE5A-D44624398D07}"/>
              </a:ext>
            </a:extLst>
          </p:cNvPr>
          <p:cNvSpPr>
            <a:spLocks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8301">
            <a:extLst>
              <a:ext uri="{FF2B5EF4-FFF2-40B4-BE49-F238E27FC236}">
                <a16:creationId xmlns:a16="http://schemas.microsoft.com/office/drawing/2014/main" id="{1ED95765-FF6B-4297-9A58-172BF7165341}"/>
              </a:ext>
            </a:extLst>
          </p:cNvPr>
          <p:cNvSpPr>
            <a:spLocks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8302">
            <a:extLst>
              <a:ext uri="{FF2B5EF4-FFF2-40B4-BE49-F238E27FC236}">
                <a16:creationId xmlns:a16="http://schemas.microsoft.com/office/drawing/2014/main" id="{6C0E22B5-834E-4B68-933C-3CEFA6D2F8A4}"/>
              </a:ext>
            </a:extLst>
          </p:cNvPr>
          <p:cNvSpPr>
            <a:spLocks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8303">
            <a:extLst>
              <a:ext uri="{FF2B5EF4-FFF2-40B4-BE49-F238E27FC236}">
                <a16:creationId xmlns:a16="http://schemas.microsoft.com/office/drawing/2014/main" id="{87CE2DB0-943E-4B0E-AB08-5CD4A62CEDDE}"/>
              </a:ext>
            </a:extLst>
          </p:cNvPr>
          <p:cNvSpPr>
            <a:spLocks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8304">
            <a:extLst>
              <a:ext uri="{FF2B5EF4-FFF2-40B4-BE49-F238E27FC236}">
                <a16:creationId xmlns:a16="http://schemas.microsoft.com/office/drawing/2014/main" id="{2232C050-03B1-4F22-A3AD-AAD0FF30FCF9}"/>
              </a:ext>
            </a:extLst>
          </p:cNvPr>
          <p:cNvSpPr>
            <a:spLocks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8305">
            <a:extLst>
              <a:ext uri="{FF2B5EF4-FFF2-40B4-BE49-F238E27FC236}">
                <a16:creationId xmlns:a16="http://schemas.microsoft.com/office/drawing/2014/main" id="{A75CBB08-FBDE-4081-8A1C-E83305CA24DB}"/>
              </a:ext>
            </a:extLst>
          </p:cNvPr>
          <p:cNvSpPr>
            <a:spLocks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8306">
            <a:extLst>
              <a:ext uri="{FF2B5EF4-FFF2-40B4-BE49-F238E27FC236}">
                <a16:creationId xmlns:a16="http://schemas.microsoft.com/office/drawing/2014/main" id="{891EFC20-8BDD-46D5-A3C4-E46CB9B364AB}"/>
              </a:ext>
            </a:extLst>
          </p:cNvPr>
          <p:cNvSpPr>
            <a:spLocks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8307">
            <a:extLst>
              <a:ext uri="{FF2B5EF4-FFF2-40B4-BE49-F238E27FC236}">
                <a16:creationId xmlns:a16="http://schemas.microsoft.com/office/drawing/2014/main" id="{98969794-B247-49B1-B794-E6702CFA4CAF}"/>
              </a:ext>
            </a:extLst>
          </p:cNvPr>
          <p:cNvSpPr>
            <a:spLocks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8308">
            <a:extLst>
              <a:ext uri="{FF2B5EF4-FFF2-40B4-BE49-F238E27FC236}">
                <a16:creationId xmlns:a16="http://schemas.microsoft.com/office/drawing/2014/main" id="{C971C2FD-8A06-4C56-8064-1025DFF072D3}"/>
              </a:ext>
            </a:extLst>
          </p:cNvPr>
          <p:cNvSpPr>
            <a:spLocks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8309">
            <a:extLst>
              <a:ext uri="{FF2B5EF4-FFF2-40B4-BE49-F238E27FC236}">
                <a16:creationId xmlns:a16="http://schemas.microsoft.com/office/drawing/2014/main" id="{15D394A1-1DF1-43E0-8C31-162B3ABA7D9B}"/>
              </a:ext>
            </a:extLst>
          </p:cNvPr>
          <p:cNvSpPr>
            <a:spLocks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8310">
            <a:extLst>
              <a:ext uri="{FF2B5EF4-FFF2-40B4-BE49-F238E27FC236}">
                <a16:creationId xmlns:a16="http://schemas.microsoft.com/office/drawing/2014/main" id="{16085F5B-C728-4503-871F-79918B4F6749}"/>
              </a:ext>
            </a:extLst>
          </p:cNvPr>
          <p:cNvSpPr>
            <a:spLocks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8311">
            <a:extLst>
              <a:ext uri="{FF2B5EF4-FFF2-40B4-BE49-F238E27FC236}">
                <a16:creationId xmlns:a16="http://schemas.microsoft.com/office/drawing/2014/main" id="{850C3F77-F52B-443A-9A3A-F91DF582D02B}"/>
              </a:ext>
            </a:extLst>
          </p:cNvPr>
          <p:cNvSpPr>
            <a:spLocks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8312">
            <a:extLst>
              <a:ext uri="{FF2B5EF4-FFF2-40B4-BE49-F238E27FC236}">
                <a16:creationId xmlns:a16="http://schemas.microsoft.com/office/drawing/2014/main" id="{C463DC1C-1477-4ADE-9916-4E9299B43CC6}"/>
              </a:ext>
            </a:extLst>
          </p:cNvPr>
          <p:cNvSpPr>
            <a:spLocks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8313">
            <a:extLst>
              <a:ext uri="{FF2B5EF4-FFF2-40B4-BE49-F238E27FC236}">
                <a16:creationId xmlns:a16="http://schemas.microsoft.com/office/drawing/2014/main" id="{3CB453DC-6DE0-4F4E-A0A5-AE3FB412EDC6}"/>
              </a:ext>
            </a:extLst>
          </p:cNvPr>
          <p:cNvSpPr>
            <a:spLocks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8314">
            <a:extLst>
              <a:ext uri="{FF2B5EF4-FFF2-40B4-BE49-F238E27FC236}">
                <a16:creationId xmlns:a16="http://schemas.microsoft.com/office/drawing/2014/main" id="{6D3DD14A-8C0A-4E93-BD6A-FB4511E7772E}"/>
              </a:ext>
            </a:extLst>
          </p:cNvPr>
          <p:cNvSpPr>
            <a:spLocks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8315">
            <a:extLst>
              <a:ext uri="{FF2B5EF4-FFF2-40B4-BE49-F238E27FC236}">
                <a16:creationId xmlns:a16="http://schemas.microsoft.com/office/drawing/2014/main" id="{50F59766-AF7B-4B7A-BA41-9771331B123E}"/>
              </a:ext>
            </a:extLst>
          </p:cNvPr>
          <p:cNvSpPr>
            <a:spLocks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8316">
            <a:extLst>
              <a:ext uri="{FF2B5EF4-FFF2-40B4-BE49-F238E27FC236}">
                <a16:creationId xmlns:a16="http://schemas.microsoft.com/office/drawing/2014/main" id="{1A81105A-8806-4F66-81E2-C6464A646C82}"/>
              </a:ext>
            </a:extLst>
          </p:cNvPr>
          <p:cNvSpPr>
            <a:spLocks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8317">
            <a:extLst>
              <a:ext uri="{FF2B5EF4-FFF2-40B4-BE49-F238E27FC236}">
                <a16:creationId xmlns:a16="http://schemas.microsoft.com/office/drawing/2014/main" id="{325A1173-FDBA-488C-AF1C-B430DBE560C4}"/>
              </a:ext>
            </a:extLst>
          </p:cNvPr>
          <p:cNvSpPr>
            <a:spLocks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8318">
            <a:extLst>
              <a:ext uri="{FF2B5EF4-FFF2-40B4-BE49-F238E27FC236}">
                <a16:creationId xmlns:a16="http://schemas.microsoft.com/office/drawing/2014/main" id="{FC48F33B-7B5B-4C17-A868-E5F62F0C1E18}"/>
              </a:ext>
            </a:extLst>
          </p:cNvPr>
          <p:cNvSpPr>
            <a:spLocks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8319">
            <a:extLst>
              <a:ext uri="{FF2B5EF4-FFF2-40B4-BE49-F238E27FC236}">
                <a16:creationId xmlns:a16="http://schemas.microsoft.com/office/drawing/2014/main" id="{AD80AE17-23B7-46D1-A757-445B5966BDA5}"/>
              </a:ext>
            </a:extLst>
          </p:cNvPr>
          <p:cNvSpPr>
            <a:spLocks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8320">
            <a:extLst>
              <a:ext uri="{FF2B5EF4-FFF2-40B4-BE49-F238E27FC236}">
                <a16:creationId xmlns:a16="http://schemas.microsoft.com/office/drawing/2014/main" id="{5B95DCAB-9634-4190-911F-90657C7C61D7}"/>
              </a:ext>
            </a:extLst>
          </p:cNvPr>
          <p:cNvSpPr>
            <a:spLocks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8321">
            <a:extLst>
              <a:ext uri="{FF2B5EF4-FFF2-40B4-BE49-F238E27FC236}">
                <a16:creationId xmlns:a16="http://schemas.microsoft.com/office/drawing/2014/main" id="{C3F01C5E-E510-4CC9-9ADE-9755B63A2DA0}"/>
              </a:ext>
            </a:extLst>
          </p:cNvPr>
          <p:cNvSpPr>
            <a:spLocks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8322">
            <a:extLst>
              <a:ext uri="{FF2B5EF4-FFF2-40B4-BE49-F238E27FC236}">
                <a16:creationId xmlns:a16="http://schemas.microsoft.com/office/drawing/2014/main" id="{A6DFA7C3-D7ED-4A96-9111-FD0C76D42573}"/>
              </a:ext>
            </a:extLst>
          </p:cNvPr>
          <p:cNvSpPr>
            <a:spLocks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8323">
            <a:extLst>
              <a:ext uri="{FF2B5EF4-FFF2-40B4-BE49-F238E27FC236}">
                <a16:creationId xmlns:a16="http://schemas.microsoft.com/office/drawing/2014/main" id="{0DE79184-22E7-44AE-A2A6-21FE5108E9D0}"/>
              </a:ext>
            </a:extLst>
          </p:cNvPr>
          <p:cNvSpPr>
            <a:spLocks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8324">
            <a:extLst>
              <a:ext uri="{FF2B5EF4-FFF2-40B4-BE49-F238E27FC236}">
                <a16:creationId xmlns:a16="http://schemas.microsoft.com/office/drawing/2014/main" id="{19FC0B12-2190-4A12-8E4E-30547D9EA108}"/>
              </a:ext>
            </a:extLst>
          </p:cNvPr>
          <p:cNvSpPr>
            <a:spLocks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8325">
            <a:extLst>
              <a:ext uri="{FF2B5EF4-FFF2-40B4-BE49-F238E27FC236}">
                <a16:creationId xmlns:a16="http://schemas.microsoft.com/office/drawing/2014/main" id="{0ADC5CB5-642B-449E-BA14-BE8EAA16D946}"/>
              </a:ext>
            </a:extLst>
          </p:cNvPr>
          <p:cNvSpPr>
            <a:spLocks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8326">
            <a:extLst>
              <a:ext uri="{FF2B5EF4-FFF2-40B4-BE49-F238E27FC236}">
                <a16:creationId xmlns:a16="http://schemas.microsoft.com/office/drawing/2014/main" id="{F373A7ED-6361-4197-AC94-BB89FB87E16C}"/>
              </a:ext>
            </a:extLst>
          </p:cNvPr>
          <p:cNvSpPr>
            <a:spLocks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8327">
            <a:extLst>
              <a:ext uri="{FF2B5EF4-FFF2-40B4-BE49-F238E27FC236}">
                <a16:creationId xmlns:a16="http://schemas.microsoft.com/office/drawing/2014/main" id="{6D72C627-6772-4447-B326-C4038A5C7EFC}"/>
              </a:ext>
            </a:extLst>
          </p:cNvPr>
          <p:cNvSpPr>
            <a:spLocks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8328">
            <a:extLst>
              <a:ext uri="{FF2B5EF4-FFF2-40B4-BE49-F238E27FC236}">
                <a16:creationId xmlns:a16="http://schemas.microsoft.com/office/drawing/2014/main" id="{57E981BD-6C48-48DC-8C72-141256D7F300}"/>
              </a:ext>
            </a:extLst>
          </p:cNvPr>
          <p:cNvSpPr>
            <a:spLocks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8329">
            <a:extLst>
              <a:ext uri="{FF2B5EF4-FFF2-40B4-BE49-F238E27FC236}">
                <a16:creationId xmlns:a16="http://schemas.microsoft.com/office/drawing/2014/main" id="{393BFB29-754B-41C6-B390-4FFEA177D599}"/>
              </a:ext>
            </a:extLst>
          </p:cNvPr>
          <p:cNvSpPr>
            <a:spLocks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8330">
            <a:extLst>
              <a:ext uri="{FF2B5EF4-FFF2-40B4-BE49-F238E27FC236}">
                <a16:creationId xmlns:a16="http://schemas.microsoft.com/office/drawing/2014/main" id="{8104E8EC-450F-4235-B4B3-27E0F3B79486}"/>
              </a:ext>
            </a:extLst>
          </p:cNvPr>
          <p:cNvSpPr>
            <a:spLocks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8331">
            <a:extLst>
              <a:ext uri="{FF2B5EF4-FFF2-40B4-BE49-F238E27FC236}">
                <a16:creationId xmlns:a16="http://schemas.microsoft.com/office/drawing/2014/main" id="{1E0CEBF7-02AF-441F-BF34-BB8F6F525DDE}"/>
              </a:ext>
            </a:extLst>
          </p:cNvPr>
          <p:cNvSpPr>
            <a:spLocks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8332">
            <a:extLst>
              <a:ext uri="{FF2B5EF4-FFF2-40B4-BE49-F238E27FC236}">
                <a16:creationId xmlns:a16="http://schemas.microsoft.com/office/drawing/2014/main" id="{96BA3646-AB87-4540-8E33-591187C76208}"/>
              </a:ext>
            </a:extLst>
          </p:cNvPr>
          <p:cNvSpPr>
            <a:spLocks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8333">
            <a:extLst>
              <a:ext uri="{FF2B5EF4-FFF2-40B4-BE49-F238E27FC236}">
                <a16:creationId xmlns:a16="http://schemas.microsoft.com/office/drawing/2014/main" id="{CDD0CCE6-8E23-45D9-B8DE-18B0D5F18816}"/>
              </a:ext>
            </a:extLst>
          </p:cNvPr>
          <p:cNvSpPr>
            <a:spLocks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8334">
            <a:extLst>
              <a:ext uri="{FF2B5EF4-FFF2-40B4-BE49-F238E27FC236}">
                <a16:creationId xmlns:a16="http://schemas.microsoft.com/office/drawing/2014/main" id="{F283258B-445F-4A34-9039-A9F7C13BF4B1}"/>
              </a:ext>
            </a:extLst>
          </p:cNvPr>
          <p:cNvSpPr>
            <a:spLocks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8335">
            <a:extLst>
              <a:ext uri="{FF2B5EF4-FFF2-40B4-BE49-F238E27FC236}">
                <a16:creationId xmlns:a16="http://schemas.microsoft.com/office/drawing/2014/main" id="{CCBA1B22-9852-4B9E-B6B4-F91B991105C2}"/>
              </a:ext>
            </a:extLst>
          </p:cNvPr>
          <p:cNvSpPr>
            <a:spLocks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8336">
            <a:extLst>
              <a:ext uri="{FF2B5EF4-FFF2-40B4-BE49-F238E27FC236}">
                <a16:creationId xmlns:a16="http://schemas.microsoft.com/office/drawing/2014/main" id="{80FBD2E9-E5C6-4A66-B8FF-29FBAF844099}"/>
              </a:ext>
            </a:extLst>
          </p:cNvPr>
          <p:cNvSpPr>
            <a:spLocks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8337">
            <a:extLst>
              <a:ext uri="{FF2B5EF4-FFF2-40B4-BE49-F238E27FC236}">
                <a16:creationId xmlns:a16="http://schemas.microsoft.com/office/drawing/2014/main" id="{6585BE98-6C93-4AB5-9F79-411BA9FCC126}"/>
              </a:ext>
            </a:extLst>
          </p:cNvPr>
          <p:cNvSpPr>
            <a:spLocks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8338">
            <a:extLst>
              <a:ext uri="{FF2B5EF4-FFF2-40B4-BE49-F238E27FC236}">
                <a16:creationId xmlns:a16="http://schemas.microsoft.com/office/drawing/2014/main" id="{B3F6BD8E-A97A-4EC3-878B-DF76666935E1}"/>
              </a:ext>
            </a:extLst>
          </p:cNvPr>
          <p:cNvSpPr>
            <a:spLocks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8339">
            <a:extLst>
              <a:ext uri="{FF2B5EF4-FFF2-40B4-BE49-F238E27FC236}">
                <a16:creationId xmlns:a16="http://schemas.microsoft.com/office/drawing/2014/main" id="{86673CF3-7DF1-410A-AF1D-FD549399D1D6}"/>
              </a:ext>
            </a:extLst>
          </p:cNvPr>
          <p:cNvSpPr>
            <a:spLocks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8340">
            <a:extLst>
              <a:ext uri="{FF2B5EF4-FFF2-40B4-BE49-F238E27FC236}">
                <a16:creationId xmlns:a16="http://schemas.microsoft.com/office/drawing/2014/main" id="{6F3015A0-755A-4B98-B7ED-FB314B2F5E70}"/>
              </a:ext>
            </a:extLst>
          </p:cNvPr>
          <p:cNvSpPr>
            <a:spLocks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8341">
            <a:extLst>
              <a:ext uri="{FF2B5EF4-FFF2-40B4-BE49-F238E27FC236}">
                <a16:creationId xmlns:a16="http://schemas.microsoft.com/office/drawing/2014/main" id="{F9C9A1B3-3BB1-4FB7-9743-9D7660DD4636}"/>
              </a:ext>
            </a:extLst>
          </p:cNvPr>
          <p:cNvSpPr>
            <a:spLocks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8342">
            <a:extLst>
              <a:ext uri="{FF2B5EF4-FFF2-40B4-BE49-F238E27FC236}">
                <a16:creationId xmlns:a16="http://schemas.microsoft.com/office/drawing/2014/main" id="{360E1F1A-054B-4CB3-ABE4-07F4DA7CAEBD}"/>
              </a:ext>
            </a:extLst>
          </p:cNvPr>
          <p:cNvSpPr>
            <a:spLocks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8343">
            <a:extLst>
              <a:ext uri="{FF2B5EF4-FFF2-40B4-BE49-F238E27FC236}">
                <a16:creationId xmlns:a16="http://schemas.microsoft.com/office/drawing/2014/main" id="{92B783FF-D789-45FB-B4A2-07BDBCF09453}"/>
              </a:ext>
            </a:extLst>
          </p:cNvPr>
          <p:cNvSpPr>
            <a:spLocks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8344">
            <a:extLst>
              <a:ext uri="{FF2B5EF4-FFF2-40B4-BE49-F238E27FC236}">
                <a16:creationId xmlns:a16="http://schemas.microsoft.com/office/drawing/2014/main" id="{70AFA9BD-CA77-4A4B-96EB-AE9F94D71291}"/>
              </a:ext>
            </a:extLst>
          </p:cNvPr>
          <p:cNvSpPr>
            <a:spLocks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8345">
            <a:extLst>
              <a:ext uri="{FF2B5EF4-FFF2-40B4-BE49-F238E27FC236}">
                <a16:creationId xmlns:a16="http://schemas.microsoft.com/office/drawing/2014/main" id="{5C7335FF-990D-439C-8EF7-858CF342E250}"/>
              </a:ext>
            </a:extLst>
          </p:cNvPr>
          <p:cNvSpPr>
            <a:spLocks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8346">
            <a:extLst>
              <a:ext uri="{FF2B5EF4-FFF2-40B4-BE49-F238E27FC236}">
                <a16:creationId xmlns:a16="http://schemas.microsoft.com/office/drawing/2014/main" id="{F1E8541E-412F-4E89-A022-A4B243351A2A}"/>
              </a:ext>
            </a:extLst>
          </p:cNvPr>
          <p:cNvSpPr>
            <a:spLocks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8347">
            <a:extLst>
              <a:ext uri="{FF2B5EF4-FFF2-40B4-BE49-F238E27FC236}">
                <a16:creationId xmlns:a16="http://schemas.microsoft.com/office/drawing/2014/main" id="{CD3DFAED-7C7A-4DE8-B093-52B5D3D259F1}"/>
              </a:ext>
            </a:extLst>
          </p:cNvPr>
          <p:cNvSpPr>
            <a:spLocks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8348">
            <a:extLst>
              <a:ext uri="{FF2B5EF4-FFF2-40B4-BE49-F238E27FC236}">
                <a16:creationId xmlns:a16="http://schemas.microsoft.com/office/drawing/2014/main" id="{C9735BDE-6FB3-48A3-A087-C09F5C9BF6A6}"/>
              </a:ext>
            </a:extLst>
          </p:cNvPr>
          <p:cNvSpPr>
            <a:spLocks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8349">
            <a:extLst>
              <a:ext uri="{FF2B5EF4-FFF2-40B4-BE49-F238E27FC236}">
                <a16:creationId xmlns:a16="http://schemas.microsoft.com/office/drawing/2014/main" id="{8C5B9750-9AD7-4041-B41A-2786BC6E179C}"/>
              </a:ext>
            </a:extLst>
          </p:cNvPr>
          <p:cNvSpPr>
            <a:spLocks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8350">
            <a:extLst>
              <a:ext uri="{FF2B5EF4-FFF2-40B4-BE49-F238E27FC236}">
                <a16:creationId xmlns:a16="http://schemas.microsoft.com/office/drawing/2014/main" id="{84936AF1-4F67-4D54-BB66-932C8A336FF8}"/>
              </a:ext>
            </a:extLst>
          </p:cNvPr>
          <p:cNvSpPr>
            <a:spLocks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8351">
            <a:extLst>
              <a:ext uri="{FF2B5EF4-FFF2-40B4-BE49-F238E27FC236}">
                <a16:creationId xmlns:a16="http://schemas.microsoft.com/office/drawing/2014/main" id="{61D8F24A-7AF0-461D-BB20-AEF8A5EC2F20}"/>
              </a:ext>
            </a:extLst>
          </p:cNvPr>
          <p:cNvSpPr>
            <a:spLocks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8352">
            <a:extLst>
              <a:ext uri="{FF2B5EF4-FFF2-40B4-BE49-F238E27FC236}">
                <a16:creationId xmlns:a16="http://schemas.microsoft.com/office/drawing/2014/main" id="{39055139-CDBD-491B-A984-82C1293EBA21}"/>
              </a:ext>
            </a:extLst>
          </p:cNvPr>
          <p:cNvSpPr>
            <a:spLocks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8353">
            <a:extLst>
              <a:ext uri="{FF2B5EF4-FFF2-40B4-BE49-F238E27FC236}">
                <a16:creationId xmlns:a16="http://schemas.microsoft.com/office/drawing/2014/main" id="{1AFC3AD5-00E5-4CE7-8D3A-F37715F65BCD}"/>
              </a:ext>
            </a:extLst>
          </p:cNvPr>
          <p:cNvSpPr>
            <a:spLocks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8354">
            <a:extLst>
              <a:ext uri="{FF2B5EF4-FFF2-40B4-BE49-F238E27FC236}">
                <a16:creationId xmlns:a16="http://schemas.microsoft.com/office/drawing/2014/main" id="{30B5E62E-9632-4465-8091-86750578A734}"/>
              </a:ext>
            </a:extLst>
          </p:cNvPr>
          <p:cNvSpPr>
            <a:spLocks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8355">
            <a:extLst>
              <a:ext uri="{FF2B5EF4-FFF2-40B4-BE49-F238E27FC236}">
                <a16:creationId xmlns:a16="http://schemas.microsoft.com/office/drawing/2014/main" id="{09FEA984-8304-40FC-92D2-ED763B247895}"/>
              </a:ext>
            </a:extLst>
          </p:cNvPr>
          <p:cNvSpPr>
            <a:spLocks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8356">
            <a:extLst>
              <a:ext uri="{FF2B5EF4-FFF2-40B4-BE49-F238E27FC236}">
                <a16:creationId xmlns:a16="http://schemas.microsoft.com/office/drawing/2014/main" id="{A30E25DB-25E8-42AD-9493-1E73DDB57EF9}"/>
              </a:ext>
            </a:extLst>
          </p:cNvPr>
          <p:cNvSpPr>
            <a:spLocks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8357">
            <a:extLst>
              <a:ext uri="{FF2B5EF4-FFF2-40B4-BE49-F238E27FC236}">
                <a16:creationId xmlns:a16="http://schemas.microsoft.com/office/drawing/2014/main" id="{876B1149-CC24-4049-8947-EB0191BB7588}"/>
              </a:ext>
            </a:extLst>
          </p:cNvPr>
          <p:cNvSpPr>
            <a:spLocks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8358">
            <a:extLst>
              <a:ext uri="{FF2B5EF4-FFF2-40B4-BE49-F238E27FC236}">
                <a16:creationId xmlns:a16="http://schemas.microsoft.com/office/drawing/2014/main" id="{FECE7313-F330-4857-BFB1-42435A3BA746}"/>
              </a:ext>
            </a:extLst>
          </p:cNvPr>
          <p:cNvSpPr>
            <a:spLocks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8359">
            <a:extLst>
              <a:ext uri="{FF2B5EF4-FFF2-40B4-BE49-F238E27FC236}">
                <a16:creationId xmlns:a16="http://schemas.microsoft.com/office/drawing/2014/main" id="{7E9EB43A-3D49-4BEA-9F43-62237132FA6F}"/>
              </a:ext>
            </a:extLst>
          </p:cNvPr>
          <p:cNvSpPr>
            <a:spLocks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8360">
            <a:extLst>
              <a:ext uri="{FF2B5EF4-FFF2-40B4-BE49-F238E27FC236}">
                <a16:creationId xmlns:a16="http://schemas.microsoft.com/office/drawing/2014/main" id="{7B46EF1F-8127-4DA4-A748-8EF0025AF475}"/>
              </a:ext>
            </a:extLst>
          </p:cNvPr>
          <p:cNvSpPr>
            <a:spLocks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8361">
            <a:extLst>
              <a:ext uri="{FF2B5EF4-FFF2-40B4-BE49-F238E27FC236}">
                <a16:creationId xmlns:a16="http://schemas.microsoft.com/office/drawing/2014/main" id="{06E2C899-86B1-4E5F-AF9E-CF0EC6EE520C}"/>
              </a:ext>
            </a:extLst>
          </p:cNvPr>
          <p:cNvSpPr>
            <a:spLocks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8362">
            <a:extLst>
              <a:ext uri="{FF2B5EF4-FFF2-40B4-BE49-F238E27FC236}">
                <a16:creationId xmlns:a16="http://schemas.microsoft.com/office/drawing/2014/main" id="{A5E073EA-6559-4817-8BCD-34CB170F578B}"/>
              </a:ext>
            </a:extLst>
          </p:cNvPr>
          <p:cNvSpPr>
            <a:spLocks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8363">
            <a:extLst>
              <a:ext uri="{FF2B5EF4-FFF2-40B4-BE49-F238E27FC236}">
                <a16:creationId xmlns:a16="http://schemas.microsoft.com/office/drawing/2014/main" id="{0094D014-7598-4EA3-89CD-D46CDDCE3233}"/>
              </a:ext>
            </a:extLst>
          </p:cNvPr>
          <p:cNvSpPr>
            <a:spLocks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8364">
            <a:extLst>
              <a:ext uri="{FF2B5EF4-FFF2-40B4-BE49-F238E27FC236}">
                <a16:creationId xmlns:a16="http://schemas.microsoft.com/office/drawing/2014/main" id="{AE3E33F8-C443-44CD-AD5C-D0D0D9599DBE}"/>
              </a:ext>
            </a:extLst>
          </p:cNvPr>
          <p:cNvSpPr>
            <a:spLocks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8365">
            <a:extLst>
              <a:ext uri="{FF2B5EF4-FFF2-40B4-BE49-F238E27FC236}">
                <a16:creationId xmlns:a16="http://schemas.microsoft.com/office/drawing/2014/main" id="{31B7A468-E51B-4696-BC39-26E56A81BE5F}"/>
              </a:ext>
            </a:extLst>
          </p:cNvPr>
          <p:cNvSpPr>
            <a:spLocks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8366">
            <a:extLst>
              <a:ext uri="{FF2B5EF4-FFF2-40B4-BE49-F238E27FC236}">
                <a16:creationId xmlns:a16="http://schemas.microsoft.com/office/drawing/2014/main" id="{B2D57439-3E42-419A-8E1D-4A44256751CE}"/>
              </a:ext>
            </a:extLst>
          </p:cNvPr>
          <p:cNvSpPr>
            <a:spLocks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8367">
            <a:extLst>
              <a:ext uri="{FF2B5EF4-FFF2-40B4-BE49-F238E27FC236}">
                <a16:creationId xmlns:a16="http://schemas.microsoft.com/office/drawing/2014/main" id="{BED6C560-663B-45D5-88D2-D15A125BEB5D}"/>
              </a:ext>
            </a:extLst>
          </p:cNvPr>
          <p:cNvSpPr>
            <a:spLocks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8368">
            <a:extLst>
              <a:ext uri="{FF2B5EF4-FFF2-40B4-BE49-F238E27FC236}">
                <a16:creationId xmlns:a16="http://schemas.microsoft.com/office/drawing/2014/main" id="{991D8E79-B838-48CA-8269-6FF34E1C58D5}"/>
              </a:ext>
            </a:extLst>
          </p:cNvPr>
          <p:cNvSpPr>
            <a:spLocks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8369">
            <a:extLst>
              <a:ext uri="{FF2B5EF4-FFF2-40B4-BE49-F238E27FC236}">
                <a16:creationId xmlns:a16="http://schemas.microsoft.com/office/drawing/2014/main" id="{DF1120F2-3CC6-4015-8175-569180872C85}"/>
              </a:ext>
            </a:extLst>
          </p:cNvPr>
          <p:cNvSpPr>
            <a:spLocks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8370">
            <a:extLst>
              <a:ext uri="{FF2B5EF4-FFF2-40B4-BE49-F238E27FC236}">
                <a16:creationId xmlns:a16="http://schemas.microsoft.com/office/drawing/2014/main" id="{4D5C21FE-6785-4AC1-9602-0D2ED240B865}"/>
              </a:ext>
            </a:extLst>
          </p:cNvPr>
          <p:cNvSpPr>
            <a:spLocks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8371">
            <a:extLst>
              <a:ext uri="{FF2B5EF4-FFF2-40B4-BE49-F238E27FC236}">
                <a16:creationId xmlns:a16="http://schemas.microsoft.com/office/drawing/2014/main" id="{23F41888-5E16-4939-8550-1A92D6E87D43}"/>
              </a:ext>
            </a:extLst>
          </p:cNvPr>
          <p:cNvSpPr>
            <a:spLocks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8372">
            <a:extLst>
              <a:ext uri="{FF2B5EF4-FFF2-40B4-BE49-F238E27FC236}">
                <a16:creationId xmlns:a16="http://schemas.microsoft.com/office/drawing/2014/main" id="{55E5F3BB-88C7-4D87-BE3D-E1BC5A466C44}"/>
              </a:ext>
            </a:extLst>
          </p:cNvPr>
          <p:cNvSpPr>
            <a:spLocks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8373">
            <a:extLst>
              <a:ext uri="{FF2B5EF4-FFF2-40B4-BE49-F238E27FC236}">
                <a16:creationId xmlns:a16="http://schemas.microsoft.com/office/drawing/2014/main" id="{354A1217-64DD-42A8-A222-C4A7E60D6F9C}"/>
              </a:ext>
            </a:extLst>
          </p:cNvPr>
          <p:cNvSpPr>
            <a:spLocks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8374">
            <a:extLst>
              <a:ext uri="{FF2B5EF4-FFF2-40B4-BE49-F238E27FC236}">
                <a16:creationId xmlns:a16="http://schemas.microsoft.com/office/drawing/2014/main" id="{287B1C7F-B243-43DA-999A-8DC97B02E369}"/>
              </a:ext>
            </a:extLst>
          </p:cNvPr>
          <p:cNvSpPr>
            <a:spLocks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8375">
            <a:extLst>
              <a:ext uri="{FF2B5EF4-FFF2-40B4-BE49-F238E27FC236}">
                <a16:creationId xmlns:a16="http://schemas.microsoft.com/office/drawing/2014/main" id="{027C6C1D-40EC-46F8-ACB9-EDB4105259D4}"/>
              </a:ext>
            </a:extLst>
          </p:cNvPr>
          <p:cNvSpPr>
            <a:spLocks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8376">
            <a:extLst>
              <a:ext uri="{FF2B5EF4-FFF2-40B4-BE49-F238E27FC236}">
                <a16:creationId xmlns:a16="http://schemas.microsoft.com/office/drawing/2014/main" id="{9D7C6E17-B691-4B51-AC83-DBE4F98398AF}"/>
              </a:ext>
            </a:extLst>
          </p:cNvPr>
          <p:cNvSpPr>
            <a:spLocks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8377">
            <a:extLst>
              <a:ext uri="{FF2B5EF4-FFF2-40B4-BE49-F238E27FC236}">
                <a16:creationId xmlns:a16="http://schemas.microsoft.com/office/drawing/2014/main" id="{807A1FC3-9F44-458F-AE1F-DC699A1404F0}"/>
              </a:ext>
            </a:extLst>
          </p:cNvPr>
          <p:cNvSpPr>
            <a:spLocks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8378">
            <a:extLst>
              <a:ext uri="{FF2B5EF4-FFF2-40B4-BE49-F238E27FC236}">
                <a16:creationId xmlns:a16="http://schemas.microsoft.com/office/drawing/2014/main" id="{EEC0CC17-6971-4A46-A1CD-FAF527E3F536}"/>
              </a:ext>
            </a:extLst>
          </p:cNvPr>
          <p:cNvSpPr>
            <a:spLocks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8379">
            <a:extLst>
              <a:ext uri="{FF2B5EF4-FFF2-40B4-BE49-F238E27FC236}">
                <a16:creationId xmlns:a16="http://schemas.microsoft.com/office/drawing/2014/main" id="{E44EF025-C7DF-4439-92F4-19DC30E3CFCE}"/>
              </a:ext>
            </a:extLst>
          </p:cNvPr>
          <p:cNvSpPr>
            <a:spLocks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8380">
            <a:extLst>
              <a:ext uri="{FF2B5EF4-FFF2-40B4-BE49-F238E27FC236}">
                <a16:creationId xmlns:a16="http://schemas.microsoft.com/office/drawing/2014/main" id="{EE30CBC0-89CF-45D8-9389-94F3E0B03253}"/>
              </a:ext>
            </a:extLst>
          </p:cNvPr>
          <p:cNvSpPr>
            <a:spLocks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8381">
            <a:extLst>
              <a:ext uri="{FF2B5EF4-FFF2-40B4-BE49-F238E27FC236}">
                <a16:creationId xmlns:a16="http://schemas.microsoft.com/office/drawing/2014/main" id="{245FC020-C3A8-4AB5-93C6-C87C876814A2}"/>
              </a:ext>
            </a:extLst>
          </p:cNvPr>
          <p:cNvSpPr>
            <a:spLocks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8382">
            <a:extLst>
              <a:ext uri="{FF2B5EF4-FFF2-40B4-BE49-F238E27FC236}">
                <a16:creationId xmlns:a16="http://schemas.microsoft.com/office/drawing/2014/main" id="{147A1145-E6E1-409B-97CC-80CE777D6DA6}"/>
              </a:ext>
            </a:extLst>
          </p:cNvPr>
          <p:cNvSpPr>
            <a:spLocks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8383">
            <a:extLst>
              <a:ext uri="{FF2B5EF4-FFF2-40B4-BE49-F238E27FC236}">
                <a16:creationId xmlns:a16="http://schemas.microsoft.com/office/drawing/2014/main" id="{CB8D06AB-CC0D-4C7F-B923-C1143129D07F}"/>
              </a:ext>
            </a:extLst>
          </p:cNvPr>
          <p:cNvSpPr>
            <a:spLocks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8384">
            <a:extLst>
              <a:ext uri="{FF2B5EF4-FFF2-40B4-BE49-F238E27FC236}">
                <a16:creationId xmlns:a16="http://schemas.microsoft.com/office/drawing/2014/main" id="{FCA0705F-B50C-4BDE-997D-EFE7C5ADD9CC}"/>
              </a:ext>
            </a:extLst>
          </p:cNvPr>
          <p:cNvSpPr>
            <a:spLocks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8385">
            <a:extLst>
              <a:ext uri="{FF2B5EF4-FFF2-40B4-BE49-F238E27FC236}">
                <a16:creationId xmlns:a16="http://schemas.microsoft.com/office/drawing/2014/main" id="{E8F495F7-5314-47DC-B177-A008A0DBCF47}"/>
              </a:ext>
            </a:extLst>
          </p:cNvPr>
          <p:cNvSpPr>
            <a:spLocks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8386">
            <a:extLst>
              <a:ext uri="{FF2B5EF4-FFF2-40B4-BE49-F238E27FC236}">
                <a16:creationId xmlns:a16="http://schemas.microsoft.com/office/drawing/2014/main" id="{C0DDA1A7-1A3E-4796-931B-D06A446A977E}"/>
              </a:ext>
            </a:extLst>
          </p:cNvPr>
          <p:cNvSpPr>
            <a:spLocks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8387">
            <a:extLst>
              <a:ext uri="{FF2B5EF4-FFF2-40B4-BE49-F238E27FC236}">
                <a16:creationId xmlns:a16="http://schemas.microsoft.com/office/drawing/2014/main" id="{EB3D806C-3EFB-40C0-BEF7-831C904BB4F5}"/>
              </a:ext>
            </a:extLst>
          </p:cNvPr>
          <p:cNvSpPr>
            <a:spLocks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8388">
            <a:extLst>
              <a:ext uri="{FF2B5EF4-FFF2-40B4-BE49-F238E27FC236}">
                <a16:creationId xmlns:a16="http://schemas.microsoft.com/office/drawing/2014/main" id="{FFD4AA11-19AD-4CE9-AF6E-56FBDA165FDC}"/>
              </a:ext>
            </a:extLst>
          </p:cNvPr>
          <p:cNvSpPr>
            <a:spLocks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8389">
            <a:extLst>
              <a:ext uri="{FF2B5EF4-FFF2-40B4-BE49-F238E27FC236}">
                <a16:creationId xmlns:a16="http://schemas.microsoft.com/office/drawing/2014/main" id="{46C37D9A-8F42-4AF4-BB20-5B5EE3460E11}"/>
              </a:ext>
            </a:extLst>
          </p:cNvPr>
          <p:cNvSpPr>
            <a:spLocks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8390">
            <a:extLst>
              <a:ext uri="{FF2B5EF4-FFF2-40B4-BE49-F238E27FC236}">
                <a16:creationId xmlns:a16="http://schemas.microsoft.com/office/drawing/2014/main" id="{B4BEA795-76C2-4673-82E4-1D7F81534FE8}"/>
              </a:ext>
            </a:extLst>
          </p:cNvPr>
          <p:cNvSpPr>
            <a:spLocks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8391">
            <a:extLst>
              <a:ext uri="{FF2B5EF4-FFF2-40B4-BE49-F238E27FC236}">
                <a16:creationId xmlns:a16="http://schemas.microsoft.com/office/drawing/2014/main" id="{9FCC06C1-FC4F-43C1-BE1B-0996F41ECF2A}"/>
              </a:ext>
            </a:extLst>
          </p:cNvPr>
          <p:cNvSpPr>
            <a:spLocks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8392">
            <a:extLst>
              <a:ext uri="{FF2B5EF4-FFF2-40B4-BE49-F238E27FC236}">
                <a16:creationId xmlns:a16="http://schemas.microsoft.com/office/drawing/2014/main" id="{91F7EE0C-4485-4CB5-A11D-899ED3443BA7}"/>
              </a:ext>
            </a:extLst>
          </p:cNvPr>
          <p:cNvSpPr>
            <a:spLocks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8393">
            <a:extLst>
              <a:ext uri="{FF2B5EF4-FFF2-40B4-BE49-F238E27FC236}">
                <a16:creationId xmlns:a16="http://schemas.microsoft.com/office/drawing/2014/main" id="{7A08550C-D525-4A15-9B2B-8D6F69832F7E}"/>
              </a:ext>
            </a:extLst>
          </p:cNvPr>
          <p:cNvSpPr>
            <a:spLocks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8394">
            <a:extLst>
              <a:ext uri="{FF2B5EF4-FFF2-40B4-BE49-F238E27FC236}">
                <a16:creationId xmlns:a16="http://schemas.microsoft.com/office/drawing/2014/main" id="{8706E638-0089-41CD-9A99-22E758C32C85}"/>
              </a:ext>
            </a:extLst>
          </p:cNvPr>
          <p:cNvSpPr>
            <a:spLocks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8395">
            <a:extLst>
              <a:ext uri="{FF2B5EF4-FFF2-40B4-BE49-F238E27FC236}">
                <a16:creationId xmlns:a16="http://schemas.microsoft.com/office/drawing/2014/main" id="{EA109679-CC73-45D3-AA96-4FD000709D4E}"/>
              </a:ext>
            </a:extLst>
          </p:cNvPr>
          <p:cNvSpPr>
            <a:spLocks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8396">
            <a:extLst>
              <a:ext uri="{FF2B5EF4-FFF2-40B4-BE49-F238E27FC236}">
                <a16:creationId xmlns:a16="http://schemas.microsoft.com/office/drawing/2014/main" id="{FA289FE5-3CA3-4499-9B4F-42CC269CE57D}"/>
              </a:ext>
            </a:extLst>
          </p:cNvPr>
          <p:cNvSpPr>
            <a:spLocks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8397">
            <a:extLst>
              <a:ext uri="{FF2B5EF4-FFF2-40B4-BE49-F238E27FC236}">
                <a16:creationId xmlns:a16="http://schemas.microsoft.com/office/drawing/2014/main" id="{2A512A9B-0095-4CDD-9CEB-47EC6FBD58F0}"/>
              </a:ext>
            </a:extLst>
          </p:cNvPr>
          <p:cNvSpPr>
            <a:spLocks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8398">
            <a:extLst>
              <a:ext uri="{FF2B5EF4-FFF2-40B4-BE49-F238E27FC236}">
                <a16:creationId xmlns:a16="http://schemas.microsoft.com/office/drawing/2014/main" id="{3585BD4D-7D85-41BC-9A59-D2841ABF6D66}"/>
              </a:ext>
            </a:extLst>
          </p:cNvPr>
          <p:cNvSpPr>
            <a:spLocks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8399">
            <a:extLst>
              <a:ext uri="{FF2B5EF4-FFF2-40B4-BE49-F238E27FC236}">
                <a16:creationId xmlns:a16="http://schemas.microsoft.com/office/drawing/2014/main" id="{F9B3648E-F83D-4A0E-97BA-9571B7F27AE6}"/>
              </a:ext>
            </a:extLst>
          </p:cNvPr>
          <p:cNvSpPr>
            <a:spLocks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8400">
            <a:extLst>
              <a:ext uri="{FF2B5EF4-FFF2-40B4-BE49-F238E27FC236}">
                <a16:creationId xmlns:a16="http://schemas.microsoft.com/office/drawing/2014/main" id="{08E9BB3E-E01F-4082-92F2-E63BA00B03A1}"/>
              </a:ext>
            </a:extLst>
          </p:cNvPr>
          <p:cNvSpPr>
            <a:spLocks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8401">
            <a:extLst>
              <a:ext uri="{FF2B5EF4-FFF2-40B4-BE49-F238E27FC236}">
                <a16:creationId xmlns:a16="http://schemas.microsoft.com/office/drawing/2014/main" id="{D748A904-950C-4467-B9B0-7344A4544DED}"/>
              </a:ext>
            </a:extLst>
          </p:cNvPr>
          <p:cNvSpPr>
            <a:spLocks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8402">
            <a:extLst>
              <a:ext uri="{FF2B5EF4-FFF2-40B4-BE49-F238E27FC236}">
                <a16:creationId xmlns:a16="http://schemas.microsoft.com/office/drawing/2014/main" id="{13CC0C0C-FB9A-4D3A-AB26-80550F759F91}"/>
              </a:ext>
            </a:extLst>
          </p:cNvPr>
          <p:cNvSpPr>
            <a:spLocks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8403">
            <a:extLst>
              <a:ext uri="{FF2B5EF4-FFF2-40B4-BE49-F238E27FC236}">
                <a16:creationId xmlns:a16="http://schemas.microsoft.com/office/drawing/2014/main" id="{A73930E8-259F-40E5-B053-8BE736539F2A}"/>
              </a:ext>
            </a:extLst>
          </p:cNvPr>
          <p:cNvSpPr>
            <a:spLocks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8404">
            <a:extLst>
              <a:ext uri="{FF2B5EF4-FFF2-40B4-BE49-F238E27FC236}">
                <a16:creationId xmlns:a16="http://schemas.microsoft.com/office/drawing/2014/main" id="{6B5D67CF-8145-4EBB-80F6-1EEF92C2C617}"/>
              </a:ext>
            </a:extLst>
          </p:cNvPr>
          <p:cNvSpPr>
            <a:spLocks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8405">
            <a:extLst>
              <a:ext uri="{FF2B5EF4-FFF2-40B4-BE49-F238E27FC236}">
                <a16:creationId xmlns:a16="http://schemas.microsoft.com/office/drawing/2014/main" id="{34FA12B6-3424-4EAB-B432-D9E0BD831CAC}"/>
              </a:ext>
            </a:extLst>
          </p:cNvPr>
          <p:cNvSpPr>
            <a:spLocks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8406">
            <a:extLst>
              <a:ext uri="{FF2B5EF4-FFF2-40B4-BE49-F238E27FC236}">
                <a16:creationId xmlns:a16="http://schemas.microsoft.com/office/drawing/2014/main" id="{CE97963D-51C0-43CC-8883-4D774B861314}"/>
              </a:ext>
            </a:extLst>
          </p:cNvPr>
          <p:cNvSpPr>
            <a:spLocks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8407">
            <a:extLst>
              <a:ext uri="{FF2B5EF4-FFF2-40B4-BE49-F238E27FC236}">
                <a16:creationId xmlns:a16="http://schemas.microsoft.com/office/drawing/2014/main" id="{2B49425D-EF7B-41DF-8575-4D98D73544C5}"/>
              </a:ext>
            </a:extLst>
          </p:cNvPr>
          <p:cNvSpPr>
            <a:spLocks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8408">
            <a:extLst>
              <a:ext uri="{FF2B5EF4-FFF2-40B4-BE49-F238E27FC236}">
                <a16:creationId xmlns:a16="http://schemas.microsoft.com/office/drawing/2014/main" id="{FC5332D1-8A0D-41C2-B11D-394B5C0A65CD}"/>
              </a:ext>
            </a:extLst>
          </p:cNvPr>
          <p:cNvSpPr>
            <a:spLocks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8409">
            <a:extLst>
              <a:ext uri="{FF2B5EF4-FFF2-40B4-BE49-F238E27FC236}">
                <a16:creationId xmlns:a16="http://schemas.microsoft.com/office/drawing/2014/main" id="{1A0C67BC-9103-40A8-8A90-59BE10563CF5}"/>
              </a:ext>
            </a:extLst>
          </p:cNvPr>
          <p:cNvSpPr>
            <a:spLocks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8410">
            <a:extLst>
              <a:ext uri="{FF2B5EF4-FFF2-40B4-BE49-F238E27FC236}">
                <a16:creationId xmlns:a16="http://schemas.microsoft.com/office/drawing/2014/main" id="{93195E59-8019-414E-A70E-294588B7D968}"/>
              </a:ext>
            </a:extLst>
          </p:cNvPr>
          <p:cNvSpPr>
            <a:spLocks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8411">
            <a:extLst>
              <a:ext uri="{FF2B5EF4-FFF2-40B4-BE49-F238E27FC236}">
                <a16:creationId xmlns:a16="http://schemas.microsoft.com/office/drawing/2014/main" id="{7863571C-19F0-4F9E-AF40-4740CB2BADD1}"/>
              </a:ext>
            </a:extLst>
          </p:cNvPr>
          <p:cNvSpPr>
            <a:spLocks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8412">
            <a:extLst>
              <a:ext uri="{FF2B5EF4-FFF2-40B4-BE49-F238E27FC236}">
                <a16:creationId xmlns:a16="http://schemas.microsoft.com/office/drawing/2014/main" id="{D286B1BD-ABAC-4CBC-8EDA-01415AEE8498}"/>
              </a:ext>
            </a:extLst>
          </p:cNvPr>
          <p:cNvSpPr>
            <a:spLocks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8413">
            <a:extLst>
              <a:ext uri="{FF2B5EF4-FFF2-40B4-BE49-F238E27FC236}">
                <a16:creationId xmlns:a16="http://schemas.microsoft.com/office/drawing/2014/main" id="{8858D407-619D-454B-935A-BB791E8F7460}"/>
              </a:ext>
            </a:extLst>
          </p:cNvPr>
          <p:cNvSpPr>
            <a:spLocks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8414">
            <a:extLst>
              <a:ext uri="{FF2B5EF4-FFF2-40B4-BE49-F238E27FC236}">
                <a16:creationId xmlns:a16="http://schemas.microsoft.com/office/drawing/2014/main" id="{D9CC0733-7E4D-4FAB-BC81-22EAAA1D5ABC}"/>
              </a:ext>
            </a:extLst>
          </p:cNvPr>
          <p:cNvSpPr>
            <a:spLocks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8415">
            <a:extLst>
              <a:ext uri="{FF2B5EF4-FFF2-40B4-BE49-F238E27FC236}">
                <a16:creationId xmlns:a16="http://schemas.microsoft.com/office/drawing/2014/main" id="{3170B99D-3C0F-4317-B729-EA7653C8EF45}"/>
              </a:ext>
            </a:extLst>
          </p:cNvPr>
          <p:cNvSpPr>
            <a:spLocks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8416">
            <a:extLst>
              <a:ext uri="{FF2B5EF4-FFF2-40B4-BE49-F238E27FC236}">
                <a16:creationId xmlns:a16="http://schemas.microsoft.com/office/drawing/2014/main" id="{1458366C-5D90-44C7-9DAC-E78B8AA4C1EC}"/>
              </a:ext>
            </a:extLst>
          </p:cNvPr>
          <p:cNvSpPr>
            <a:spLocks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8417">
            <a:extLst>
              <a:ext uri="{FF2B5EF4-FFF2-40B4-BE49-F238E27FC236}">
                <a16:creationId xmlns:a16="http://schemas.microsoft.com/office/drawing/2014/main" id="{812DAEA6-7C7D-4BA6-8A4F-E65B915E39B6}"/>
              </a:ext>
            </a:extLst>
          </p:cNvPr>
          <p:cNvSpPr>
            <a:spLocks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8418">
            <a:extLst>
              <a:ext uri="{FF2B5EF4-FFF2-40B4-BE49-F238E27FC236}">
                <a16:creationId xmlns:a16="http://schemas.microsoft.com/office/drawing/2014/main" id="{BAEC025B-3A44-4E31-8DD6-6A8F09A55383}"/>
              </a:ext>
            </a:extLst>
          </p:cNvPr>
          <p:cNvSpPr>
            <a:spLocks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8419">
            <a:extLst>
              <a:ext uri="{FF2B5EF4-FFF2-40B4-BE49-F238E27FC236}">
                <a16:creationId xmlns:a16="http://schemas.microsoft.com/office/drawing/2014/main" id="{4AE9E58E-1CF2-4891-BD9D-1752FA7599FE}"/>
              </a:ext>
            </a:extLst>
          </p:cNvPr>
          <p:cNvSpPr>
            <a:spLocks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8420">
            <a:extLst>
              <a:ext uri="{FF2B5EF4-FFF2-40B4-BE49-F238E27FC236}">
                <a16:creationId xmlns:a16="http://schemas.microsoft.com/office/drawing/2014/main" id="{CA81B497-71B3-48F0-A73C-DE877719B747}"/>
              </a:ext>
            </a:extLst>
          </p:cNvPr>
          <p:cNvSpPr>
            <a:spLocks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8421">
            <a:extLst>
              <a:ext uri="{FF2B5EF4-FFF2-40B4-BE49-F238E27FC236}">
                <a16:creationId xmlns:a16="http://schemas.microsoft.com/office/drawing/2014/main" id="{FFF86D63-AE80-41E7-8896-8B3D1F613F72}"/>
              </a:ext>
            </a:extLst>
          </p:cNvPr>
          <p:cNvSpPr>
            <a:spLocks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8422">
            <a:extLst>
              <a:ext uri="{FF2B5EF4-FFF2-40B4-BE49-F238E27FC236}">
                <a16:creationId xmlns:a16="http://schemas.microsoft.com/office/drawing/2014/main" id="{7C67C7DC-8005-49F1-858F-717E539CEF00}"/>
              </a:ext>
            </a:extLst>
          </p:cNvPr>
          <p:cNvSpPr>
            <a:spLocks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8423">
            <a:extLst>
              <a:ext uri="{FF2B5EF4-FFF2-40B4-BE49-F238E27FC236}">
                <a16:creationId xmlns:a16="http://schemas.microsoft.com/office/drawing/2014/main" id="{F834DF77-F526-4EB2-8413-02CA1295B987}"/>
              </a:ext>
            </a:extLst>
          </p:cNvPr>
          <p:cNvSpPr>
            <a:spLocks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8424">
            <a:extLst>
              <a:ext uri="{FF2B5EF4-FFF2-40B4-BE49-F238E27FC236}">
                <a16:creationId xmlns:a16="http://schemas.microsoft.com/office/drawing/2014/main" id="{0B5E207C-D8D5-403C-B9AD-386A17FB8326}"/>
              </a:ext>
            </a:extLst>
          </p:cNvPr>
          <p:cNvSpPr>
            <a:spLocks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8425">
            <a:extLst>
              <a:ext uri="{FF2B5EF4-FFF2-40B4-BE49-F238E27FC236}">
                <a16:creationId xmlns:a16="http://schemas.microsoft.com/office/drawing/2014/main" id="{850A8252-BB8A-41C8-9A70-DB448BB2F5D2}"/>
              </a:ext>
            </a:extLst>
          </p:cNvPr>
          <p:cNvSpPr>
            <a:spLocks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8426">
            <a:extLst>
              <a:ext uri="{FF2B5EF4-FFF2-40B4-BE49-F238E27FC236}">
                <a16:creationId xmlns:a16="http://schemas.microsoft.com/office/drawing/2014/main" id="{D16240B8-5DE3-473C-A2E4-7311EC2694DD}"/>
              </a:ext>
            </a:extLst>
          </p:cNvPr>
          <p:cNvSpPr>
            <a:spLocks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8427">
            <a:extLst>
              <a:ext uri="{FF2B5EF4-FFF2-40B4-BE49-F238E27FC236}">
                <a16:creationId xmlns:a16="http://schemas.microsoft.com/office/drawing/2014/main" id="{C3D5681B-378E-45B3-93EF-1F14D1512E93}"/>
              </a:ext>
            </a:extLst>
          </p:cNvPr>
          <p:cNvSpPr>
            <a:spLocks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8428">
            <a:extLst>
              <a:ext uri="{FF2B5EF4-FFF2-40B4-BE49-F238E27FC236}">
                <a16:creationId xmlns:a16="http://schemas.microsoft.com/office/drawing/2014/main" id="{EB09D9D4-33C4-4DDA-9A04-4DF857AE6490}"/>
              </a:ext>
            </a:extLst>
          </p:cNvPr>
          <p:cNvSpPr>
            <a:spLocks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8429">
            <a:extLst>
              <a:ext uri="{FF2B5EF4-FFF2-40B4-BE49-F238E27FC236}">
                <a16:creationId xmlns:a16="http://schemas.microsoft.com/office/drawing/2014/main" id="{92C20209-8321-4469-8146-62C38583F9EC}"/>
              </a:ext>
            </a:extLst>
          </p:cNvPr>
          <p:cNvSpPr>
            <a:spLocks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8430">
            <a:extLst>
              <a:ext uri="{FF2B5EF4-FFF2-40B4-BE49-F238E27FC236}">
                <a16:creationId xmlns:a16="http://schemas.microsoft.com/office/drawing/2014/main" id="{BC2CF9E1-A351-438B-8078-2ACF4DBBDC11}"/>
              </a:ext>
            </a:extLst>
          </p:cNvPr>
          <p:cNvSpPr>
            <a:spLocks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8431">
            <a:extLst>
              <a:ext uri="{FF2B5EF4-FFF2-40B4-BE49-F238E27FC236}">
                <a16:creationId xmlns:a16="http://schemas.microsoft.com/office/drawing/2014/main" id="{F0C6C7ED-46DC-4E52-833E-E11F314586CE}"/>
              </a:ext>
            </a:extLst>
          </p:cNvPr>
          <p:cNvSpPr>
            <a:spLocks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8432">
            <a:extLst>
              <a:ext uri="{FF2B5EF4-FFF2-40B4-BE49-F238E27FC236}">
                <a16:creationId xmlns:a16="http://schemas.microsoft.com/office/drawing/2014/main" id="{BFC4C38B-271B-45BB-98CC-0F025131770E}"/>
              </a:ext>
            </a:extLst>
          </p:cNvPr>
          <p:cNvSpPr>
            <a:spLocks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8433">
            <a:extLst>
              <a:ext uri="{FF2B5EF4-FFF2-40B4-BE49-F238E27FC236}">
                <a16:creationId xmlns:a16="http://schemas.microsoft.com/office/drawing/2014/main" id="{F101F8A7-AE35-4B81-B320-4EB5AA9A2968}"/>
              </a:ext>
            </a:extLst>
          </p:cNvPr>
          <p:cNvSpPr>
            <a:spLocks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8434">
            <a:extLst>
              <a:ext uri="{FF2B5EF4-FFF2-40B4-BE49-F238E27FC236}">
                <a16:creationId xmlns:a16="http://schemas.microsoft.com/office/drawing/2014/main" id="{9731A0A7-4B81-4A68-8546-CB675C58B52F}"/>
              </a:ext>
            </a:extLst>
          </p:cNvPr>
          <p:cNvSpPr>
            <a:spLocks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8435">
            <a:extLst>
              <a:ext uri="{FF2B5EF4-FFF2-40B4-BE49-F238E27FC236}">
                <a16:creationId xmlns:a16="http://schemas.microsoft.com/office/drawing/2014/main" id="{BFE5C7D2-DF7C-49E8-9021-8DE62B18EE15}"/>
              </a:ext>
            </a:extLst>
          </p:cNvPr>
          <p:cNvSpPr>
            <a:spLocks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8436">
            <a:extLst>
              <a:ext uri="{FF2B5EF4-FFF2-40B4-BE49-F238E27FC236}">
                <a16:creationId xmlns:a16="http://schemas.microsoft.com/office/drawing/2014/main" id="{A72C52C3-E168-4443-9A95-3B9090DC3EC8}"/>
              </a:ext>
            </a:extLst>
          </p:cNvPr>
          <p:cNvSpPr>
            <a:spLocks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8437">
            <a:extLst>
              <a:ext uri="{FF2B5EF4-FFF2-40B4-BE49-F238E27FC236}">
                <a16:creationId xmlns:a16="http://schemas.microsoft.com/office/drawing/2014/main" id="{D235D80C-9901-4282-AD44-C5B9CF74D3E5}"/>
              </a:ext>
            </a:extLst>
          </p:cNvPr>
          <p:cNvSpPr>
            <a:spLocks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8438">
            <a:extLst>
              <a:ext uri="{FF2B5EF4-FFF2-40B4-BE49-F238E27FC236}">
                <a16:creationId xmlns:a16="http://schemas.microsoft.com/office/drawing/2014/main" id="{EFC65E4C-E13E-444A-AEE6-A677E6F79E4D}"/>
              </a:ext>
            </a:extLst>
          </p:cNvPr>
          <p:cNvSpPr>
            <a:spLocks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8439">
            <a:extLst>
              <a:ext uri="{FF2B5EF4-FFF2-40B4-BE49-F238E27FC236}">
                <a16:creationId xmlns:a16="http://schemas.microsoft.com/office/drawing/2014/main" id="{84295E53-44D9-46C0-B6F1-77E4B26B6EF1}"/>
              </a:ext>
            </a:extLst>
          </p:cNvPr>
          <p:cNvSpPr>
            <a:spLocks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8440">
            <a:extLst>
              <a:ext uri="{FF2B5EF4-FFF2-40B4-BE49-F238E27FC236}">
                <a16:creationId xmlns:a16="http://schemas.microsoft.com/office/drawing/2014/main" id="{FBED050F-4689-423A-B983-C125638A5C26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8441">
            <a:extLst>
              <a:ext uri="{FF2B5EF4-FFF2-40B4-BE49-F238E27FC236}">
                <a16:creationId xmlns:a16="http://schemas.microsoft.com/office/drawing/2014/main" id="{129A9677-5A79-44EB-8323-BCA5E1B80C60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8442">
            <a:extLst>
              <a:ext uri="{FF2B5EF4-FFF2-40B4-BE49-F238E27FC236}">
                <a16:creationId xmlns:a16="http://schemas.microsoft.com/office/drawing/2014/main" id="{EC7B20E8-E827-4138-8C21-DD4312B6F451}"/>
              </a:ext>
            </a:extLst>
          </p:cNvPr>
          <p:cNvSpPr>
            <a:spLocks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8443">
            <a:extLst>
              <a:ext uri="{FF2B5EF4-FFF2-40B4-BE49-F238E27FC236}">
                <a16:creationId xmlns:a16="http://schemas.microsoft.com/office/drawing/2014/main" id="{E4AF0BD6-EB79-4F46-9744-C575FDD9609E}"/>
              </a:ext>
            </a:extLst>
          </p:cNvPr>
          <p:cNvSpPr>
            <a:spLocks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8444">
            <a:extLst>
              <a:ext uri="{FF2B5EF4-FFF2-40B4-BE49-F238E27FC236}">
                <a16:creationId xmlns:a16="http://schemas.microsoft.com/office/drawing/2014/main" id="{AB254B7C-9176-4DD7-92C7-12888FA9AF19}"/>
              </a:ext>
            </a:extLst>
          </p:cNvPr>
          <p:cNvSpPr>
            <a:spLocks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8445">
            <a:extLst>
              <a:ext uri="{FF2B5EF4-FFF2-40B4-BE49-F238E27FC236}">
                <a16:creationId xmlns:a16="http://schemas.microsoft.com/office/drawing/2014/main" id="{CD50370D-CC7C-4113-9884-3D2B9D9BB488}"/>
              </a:ext>
            </a:extLst>
          </p:cNvPr>
          <p:cNvSpPr>
            <a:spLocks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8446">
            <a:extLst>
              <a:ext uri="{FF2B5EF4-FFF2-40B4-BE49-F238E27FC236}">
                <a16:creationId xmlns:a16="http://schemas.microsoft.com/office/drawing/2014/main" id="{FA434247-8E5F-40C5-B78A-693994F9EAC1}"/>
              </a:ext>
            </a:extLst>
          </p:cNvPr>
          <p:cNvSpPr>
            <a:spLocks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8447">
            <a:extLst>
              <a:ext uri="{FF2B5EF4-FFF2-40B4-BE49-F238E27FC236}">
                <a16:creationId xmlns:a16="http://schemas.microsoft.com/office/drawing/2014/main" id="{BA74A99B-A140-4E4A-BC28-1649CD1A8FDC}"/>
              </a:ext>
            </a:extLst>
          </p:cNvPr>
          <p:cNvSpPr>
            <a:spLocks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8448">
            <a:extLst>
              <a:ext uri="{FF2B5EF4-FFF2-40B4-BE49-F238E27FC236}">
                <a16:creationId xmlns:a16="http://schemas.microsoft.com/office/drawing/2014/main" id="{3BEB0D48-0984-4A3A-8B6A-4C95416190F3}"/>
              </a:ext>
            </a:extLst>
          </p:cNvPr>
          <p:cNvSpPr>
            <a:spLocks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8449">
            <a:extLst>
              <a:ext uri="{FF2B5EF4-FFF2-40B4-BE49-F238E27FC236}">
                <a16:creationId xmlns:a16="http://schemas.microsoft.com/office/drawing/2014/main" id="{E25A1F14-D553-4659-9638-48BFB1303FD2}"/>
              </a:ext>
            </a:extLst>
          </p:cNvPr>
          <p:cNvSpPr>
            <a:spLocks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8450">
            <a:extLst>
              <a:ext uri="{FF2B5EF4-FFF2-40B4-BE49-F238E27FC236}">
                <a16:creationId xmlns:a16="http://schemas.microsoft.com/office/drawing/2014/main" id="{17368367-91EB-48C0-B709-B42DC1355717}"/>
              </a:ext>
            </a:extLst>
          </p:cNvPr>
          <p:cNvSpPr>
            <a:spLocks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8451">
            <a:extLst>
              <a:ext uri="{FF2B5EF4-FFF2-40B4-BE49-F238E27FC236}">
                <a16:creationId xmlns:a16="http://schemas.microsoft.com/office/drawing/2014/main" id="{7013DE83-75C9-42EA-AFEE-E034AEFCF04F}"/>
              </a:ext>
            </a:extLst>
          </p:cNvPr>
          <p:cNvSpPr>
            <a:spLocks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8452">
            <a:extLst>
              <a:ext uri="{FF2B5EF4-FFF2-40B4-BE49-F238E27FC236}">
                <a16:creationId xmlns:a16="http://schemas.microsoft.com/office/drawing/2014/main" id="{07F751D8-375B-4588-89FF-1CCD89E5E420}"/>
              </a:ext>
            </a:extLst>
          </p:cNvPr>
          <p:cNvSpPr>
            <a:spLocks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8453">
            <a:extLst>
              <a:ext uri="{FF2B5EF4-FFF2-40B4-BE49-F238E27FC236}">
                <a16:creationId xmlns:a16="http://schemas.microsoft.com/office/drawing/2014/main" id="{A765E16A-D502-4C8B-88B0-9A756ADD23E1}"/>
              </a:ext>
            </a:extLst>
          </p:cNvPr>
          <p:cNvSpPr>
            <a:spLocks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8454">
            <a:extLst>
              <a:ext uri="{FF2B5EF4-FFF2-40B4-BE49-F238E27FC236}">
                <a16:creationId xmlns:a16="http://schemas.microsoft.com/office/drawing/2014/main" id="{ED9D4353-5A13-4E3D-8AAC-5DEB89EA0E38}"/>
              </a:ext>
            </a:extLst>
          </p:cNvPr>
          <p:cNvSpPr>
            <a:spLocks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8455">
            <a:extLst>
              <a:ext uri="{FF2B5EF4-FFF2-40B4-BE49-F238E27FC236}">
                <a16:creationId xmlns:a16="http://schemas.microsoft.com/office/drawing/2014/main" id="{8B40EA89-4374-4B3E-AD76-41369E206652}"/>
              </a:ext>
            </a:extLst>
          </p:cNvPr>
          <p:cNvSpPr>
            <a:spLocks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8456">
            <a:extLst>
              <a:ext uri="{FF2B5EF4-FFF2-40B4-BE49-F238E27FC236}">
                <a16:creationId xmlns:a16="http://schemas.microsoft.com/office/drawing/2014/main" id="{8CB41875-4186-4BF2-A0FB-C2AFD947A03D}"/>
              </a:ext>
            </a:extLst>
          </p:cNvPr>
          <p:cNvSpPr>
            <a:spLocks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8457">
            <a:extLst>
              <a:ext uri="{FF2B5EF4-FFF2-40B4-BE49-F238E27FC236}">
                <a16:creationId xmlns:a16="http://schemas.microsoft.com/office/drawing/2014/main" id="{F927B55D-7AE5-4DAC-A6CF-D3D8FF929B9F}"/>
              </a:ext>
            </a:extLst>
          </p:cNvPr>
          <p:cNvSpPr>
            <a:spLocks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8458">
            <a:extLst>
              <a:ext uri="{FF2B5EF4-FFF2-40B4-BE49-F238E27FC236}">
                <a16:creationId xmlns:a16="http://schemas.microsoft.com/office/drawing/2014/main" id="{0D43B7DC-F37E-49CA-9998-3D1F8F4A07BA}"/>
              </a:ext>
            </a:extLst>
          </p:cNvPr>
          <p:cNvSpPr>
            <a:spLocks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8459">
            <a:extLst>
              <a:ext uri="{FF2B5EF4-FFF2-40B4-BE49-F238E27FC236}">
                <a16:creationId xmlns:a16="http://schemas.microsoft.com/office/drawing/2014/main" id="{73708E9F-CD21-4D23-A17B-B6B61742B700}"/>
              </a:ext>
            </a:extLst>
          </p:cNvPr>
          <p:cNvSpPr>
            <a:spLocks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8460">
            <a:extLst>
              <a:ext uri="{FF2B5EF4-FFF2-40B4-BE49-F238E27FC236}">
                <a16:creationId xmlns:a16="http://schemas.microsoft.com/office/drawing/2014/main" id="{01C117AA-8213-4C3F-A31D-51FF6A73F43C}"/>
              </a:ext>
            </a:extLst>
          </p:cNvPr>
          <p:cNvSpPr>
            <a:spLocks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8461">
            <a:extLst>
              <a:ext uri="{FF2B5EF4-FFF2-40B4-BE49-F238E27FC236}">
                <a16:creationId xmlns:a16="http://schemas.microsoft.com/office/drawing/2014/main" id="{B45BE173-4BFB-4130-915F-6C1BDF903996}"/>
              </a:ext>
            </a:extLst>
          </p:cNvPr>
          <p:cNvSpPr>
            <a:spLocks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8462">
            <a:extLst>
              <a:ext uri="{FF2B5EF4-FFF2-40B4-BE49-F238E27FC236}">
                <a16:creationId xmlns:a16="http://schemas.microsoft.com/office/drawing/2014/main" id="{33AD8DB8-5754-4C08-918F-37B2F55D877F}"/>
              </a:ext>
            </a:extLst>
          </p:cNvPr>
          <p:cNvSpPr>
            <a:spLocks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8463">
            <a:extLst>
              <a:ext uri="{FF2B5EF4-FFF2-40B4-BE49-F238E27FC236}">
                <a16:creationId xmlns:a16="http://schemas.microsoft.com/office/drawing/2014/main" id="{EAFED9D5-1454-40C9-A0EC-723D07B8C119}"/>
              </a:ext>
            </a:extLst>
          </p:cNvPr>
          <p:cNvSpPr>
            <a:spLocks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8464">
            <a:extLst>
              <a:ext uri="{FF2B5EF4-FFF2-40B4-BE49-F238E27FC236}">
                <a16:creationId xmlns:a16="http://schemas.microsoft.com/office/drawing/2014/main" id="{66784A4C-6CF4-46EC-A3E2-987C26A59C69}"/>
              </a:ext>
            </a:extLst>
          </p:cNvPr>
          <p:cNvSpPr>
            <a:spLocks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8465">
            <a:extLst>
              <a:ext uri="{FF2B5EF4-FFF2-40B4-BE49-F238E27FC236}">
                <a16:creationId xmlns:a16="http://schemas.microsoft.com/office/drawing/2014/main" id="{94E98BD3-B89B-4723-AA85-6DFCBFEE8508}"/>
              </a:ext>
            </a:extLst>
          </p:cNvPr>
          <p:cNvSpPr>
            <a:spLocks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8466">
            <a:extLst>
              <a:ext uri="{FF2B5EF4-FFF2-40B4-BE49-F238E27FC236}">
                <a16:creationId xmlns:a16="http://schemas.microsoft.com/office/drawing/2014/main" id="{DF6CC223-F569-4215-A1FC-9C137622C7B4}"/>
              </a:ext>
            </a:extLst>
          </p:cNvPr>
          <p:cNvSpPr>
            <a:spLocks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8467">
            <a:extLst>
              <a:ext uri="{FF2B5EF4-FFF2-40B4-BE49-F238E27FC236}">
                <a16:creationId xmlns:a16="http://schemas.microsoft.com/office/drawing/2014/main" id="{85ED4B3A-B3B6-4555-AA06-92E306DA415D}"/>
              </a:ext>
            </a:extLst>
          </p:cNvPr>
          <p:cNvSpPr>
            <a:spLocks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8468">
            <a:extLst>
              <a:ext uri="{FF2B5EF4-FFF2-40B4-BE49-F238E27FC236}">
                <a16:creationId xmlns:a16="http://schemas.microsoft.com/office/drawing/2014/main" id="{0AFEB97B-30DA-4EB6-BB8F-88A62E04B985}"/>
              </a:ext>
            </a:extLst>
          </p:cNvPr>
          <p:cNvSpPr>
            <a:spLocks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8469">
            <a:extLst>
              <a:ext uri="{FF2B5EF4-FFF2-40B4-BE49-F238E27FC236}">
                <a16:creationId xmlns:a16="http://schemas.microsoft.com/office/drawing/2014/main" id="{8A8D55B2-1E91-4C0B-A033-EE8B8CE04596}"/>
              </a:ext>
            </a:extLst>
          </p:cNvPr>
          <p:cNvSpPr>
            <a:spLocks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8470">
            <a:extLst>
              <a:ext uri="{FF2B5EF4-FFF2-40B4-BE49-F238E27FC236}">
                <a16:creationId xmlns:a16="http://schemas.microsoft.com/office/drawing/2014/main" id="{B739362D-7FC7-4AEC-8C09-2ADE2669DD4B}"/>
              </a:ext>
            </a:extLst>
          </p:cNvPr>
          <p:cNvSpPr>
            <a:spLocks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8471">
            <a:extLst>
              <a:ext uri="{FF2B5EF4-FFF2-40B4-BE49-F238E27FC236}">
                <a16:creationId xmlns:a16="http://schemas.microsoft.com/office/drawing/2014/main" id="{53C206C8-BC8C-4D7E-94EF-35E6AFF3427C}"/>
              </a:ext>
            </a:extLst>
          </p:cNvPr>
          <p:cNvSpPr>
            <a:spLocks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8472">
            <a:extLst>
              <a:ext uri="{FF2B5EF4-FFF2-40B4-BE49-F238E27FC236}">
                <a16:creationId xmlns:a16="http://schemas.microsoft.com/office/drawing/2014/main" id="{798ADB5E-9676-4279-8428-4D897B41559F}"/>
              </a:ext>
            </a:extLst>
          </p:cNvPr>
          <p:cNvSpPr>
            <a:spLocks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8473">
            <a:extLst>
              <a:ext uri="{FF2B5EF4-FFF2-40B4-BE49-F238E27FC236}">
                <a16:creationId xmlns:a16="http://schemas.microsoft.com/office/drawing/2014/main" id="{EE578C28-7C46-4FD5-9145-F045A47BFF67}"/>
              </a:ext>
            </a:extLst>
          </p:cNvPr>
          <p:cNvSpPr>
            <a:spLocks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8474">
            <a:extLst>
              <a:ext uri="{FF2B5EF4-FFF2-40B4-BE49-F238E27FC236}">
                <a16:creationId xmlns:a16="http://schemas.microsoft.com/office/drawing/2014/main" id="{A4380566-1E0D-433A-A1EE-D3B0C44D39A0}"/>
              </a:ext>
            </a:extLst>
          </p:cNvPr>
          <p:cNvSpPr>
            <a:spLocks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8475">
            <a:extLst>
              <a:ext uri="{FF2B5EF4-FFF2-40B4-BE49-F238E27FC236}">
                <a16:creationId xmlns:a16="http://schemas.microsoft.com/office/drawing/2014/main" id="{47E48C02-86B7-4CB1-8646-2D3E0CAFE130}"/>
              </a:ext>
            </a:extLst>
          </p:cNvPr>
          <p:cNvSpPr>
            <a:spLocks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8476">
            <a:extLst>
              <a:ext uri="{FF2B5EF4-FFF2-40B4-BE49-F238E27FC236}">
                <a16:creationId xmlns:a16="http://schemas.microsoft.com/office/drawing/2014/main" id="{5DA99839-1ED4-409C-8985-DED1BB0F4355}"/>
              </a:ext>
            </a:extLst>
          </p:cNvPr>
          <p:cNvSpPr>
            <a:spLocks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8477">
            <a:extLst>
              <a:ext uri="{FF2B5EF4-FFF2-40B4-BE49-F238E27FC236}">
                <a16:creationId xmlns:a16="http://schemas.microsoft.com/office/drawing/2014/main" id="{E35C582A-D6C8-409F-8A65-FD111267690F}"/>
              </a:ext>
            </a:extLst>
          </p:cNvPr>
          <p:cNvSpPr>
            <a:spLocks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8478">
            <a:extLst>
              <a:ext uri="{FF2B5EF4-FFF2-40B4-BE49-F238E27FC236}">
                <a16:creationId xmlns:a16="http://schemas.microsoft.com/office/drawing/2014/main" id="{F96BE4B2-DECA-4497-916F-A2DC0588F7DF}"/>
              </a:ext>
            </a:extLst>
          </p:cNvPr>
          <p:cNvSpPr>
            <a:spLocks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8479">
            <a:extLst>
              <a:ext uri="{FF2B5EF4-FFF2-40B4-BE49-F238E27FC236}">
                <a16:creationId xmlns:a16="http://schemas.microsoft.com/office/drawing/2014/main" id="{2169C8DC-FC24-4EF9-A824-2FA24091173E}"/>
              </a:ext>
            </a:extLst>
          </p:cNvPr>
          <p:cNvSpPr>
            <a:spLocks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8480">
            <a:extLst>
              <a:ext uri="{FF2B5EF4-FFF2-40B4-BE49-F238E27FC236}">
                <a16:creationId xmlns:a16="http://schemas.microsoft.com/office/drawing/2014/main" id="{7B86A680-D7EE-4EBC-A838-9841F1ABF6C3}"/>
              </a:ext>
            </a:extLst>
          </p:cNvPr>
          <p:cNvSpPr>
            <a:spLocks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8481">
            <a:extLst>
              <a:ext uri="{FF2B5EF4-FFF2-40B4-BE49-F238E27FC236}">
                <a16:creationId xmlns:a16="http://schemas.microsoft.com/office/drawing/2014/main" id="{AC5133BB-9DA7-42B0-B93C-4108338BF41D}"/>
              </a:ext>
            </a:extLst>
          </p:cNvPr>
          <p:cNvSpPr>
            <a:spLocks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8482">
            <a:extLst>
              <a:ext uri="{FF2B5EF4-FFF2-40B4-BE49-F238E27FC236}">
                <a16:creationId xmlns:a16="http://schemas.microsoft.com/office/drawing/2014/main" id="{A307967B-460A-4F5B-8023-26865804C27B}"/>
              </a:ext>
            </a:extLst>
          </p:cNvPr>
          <p:cNvSpPr>
            <a:spLocks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8483">
            <a:extLst>
              <a:ext uri="{FF2B5EF4-FFF2-40B4-BE49-F238E27FC236}">
                <a16:creationId xmlns:a16="http://schemas.microsoft.com/office/drawing/2014/main" id="{89E226A2-DDAA-4D9A-B7C2-3346D105ADE1}"/>
              </a:ext>
            </a:extLst>
          </p:cNvPr>
          <p:cNvSpPr>
            <a:spLocks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8484">
            <a:extLst>
              <a:ext uri="{FF2B5EF4-FFF2-40B4-BE49-F238E27FC236}">
                <a16:creationId xmlns:a16="http://schemas.microsoft.com/office/drawing/2014/main" id="{12FD6E21-42D0-4D05-8C1B-25B3D7C98BE1}"/>
              </a:ext>
            </a:extLst>
          </p:cNvPr>
          <p:cNvSpPr>
            <a:spLocks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8485">
            <a:extLst>
              <a:ext uri="{FF2B5EF4-FFF2-40B4-BE49-F238E27FC236}">
                <a16:creationId xmlns:a16="http://schemas.microsoft.com/office/drawing/2014/main" id="{5E399689-6B43-4F94-BE03-1A89AE3B7EF2}"/>
              </a:ext>
            </a:extLst>
          </p:cNvPr>
          <p:cNvSpPr>
            <a:spLocks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8486">
            <a:extLst>
              <a:ext uri="{FF2B5EF4-FFF2-40B4-BE49-F238E27FC236}">
                <a16:creationId xmlns:a16="http://schemas.microsoft.com/office/drawing/2014/main" id="{A5CBB8B5-0CA3-4C84-8533-9D46934BD48B}"/>
              </a:ext>
            </a:extLst>
          </p:cNvPr>
          <p:cNvSpPr>
            <a:spLocks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8487">
            <a:extLst>
              <a:ext uri="{FF2B5EF4-FFF2-40B4-BE49-F238E27FC236}">
                <a16:creationId xmlns:a16="http://schemas.microsoft.com/office/drawing/2014/main" id="{D5B96952-20AE-43A4-9177-2C7E367D3D9B}"/>
              </a:ext>
            </a:extLst>
          </p:cNvPr>
          <p:cNvSpPr>
            <a:spLocks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8488">
            <a:extLst>
              <a:ext uri="{FF2B5EF4-FFF2-40B4-BE49-F238E27FC236}">
                <a16:creationId xmlns:a16="http://schemas.microsoft.com/office/drawing/2014/main" id="{255F8FE2-882B-4FC3-B343-8EA9DFCE8538}"/>
              </a:ext>
            </a:extLst>
          </p:cNvPr>
          <p:cNvSpPr>
            <a:spLocks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8489">
            <a:extLst>
              <a:ext uri="{FF2B5EF4-FFF2-40B4-BE49-F238E27FC236}">
                <a16:creationId xmlns:a16="http://schemas.microsoft.com/office/drawing/2014/main" id="{8FA5724A-A523-4636-A855-049A22E82D33}"/>
              </a:ext>
            </a:extLst>
          </p:cNvPr>
          <p:cNvSpPr>
            <a:spLocks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8490">
            <a:extLst>
              <a:ext uri="{FF2B5EF4-FFF2-40B4-BE49-F238E27FC236}">
                <a16:creationId xmlns:a16="http://schemas.microsoft.com/office/drawing/2014/main" id="{D3971853-1A40-4C4E-8BE4-3065CE90F9D6}"/>
              </a:ext>
            </a:extLst>
          </p:cNvPr>
          <p:cNvSpPr>
            <a:spLocks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8491">
            <a:extLst>
              <a:ext uri="{FF2B5EF4-FFF2-40B4-BE49-F238E27FC236}">
                <a16:creationId xmlns:a16="http://schemas.microsoft.com/office/drawing/2014/main" id="{1D006698-D1DA-4291-AEB0-272261717A33}"/>
              </a:ext>
            </a:extLst>
          </p:cNvPr>
          <p:cNvSpPr>
            <a:spLocks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8492">
            <a:extLst>
              <a:ext uri="{FF2B5EF4-FFF2-40B4-BE49-F238E27FC236}">
                <a16:creationId xmlns:a16="http://schemas.microsoft.com/office/drawing/2014/main" id="{F0FB1536-6B6C-445D-BC7E-6CE23852DA4C}"/>
              </a:ext>
            </a:extLst>
          </p:cNvPr>
          <p:cNvSpPr>
            <a:spLocks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8493">
            <a:extLst>
              <a:ext uri="{FF2B5EF4-FFF2-40B4-BE49-F238E27FC236}">
                <a16:creationId xmlns:a16="http://schemas.microsoft.com/office/drawing/2014/main" id="{4AEBC695-A523-4FE5-9AC4-E91279644EE4}"/>
              </a:ext>
            </a:extLst>
          </p:cNvPr>
          <p:cNvSpPr>
            <a:spLocks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8494">
            <a:extLst>
              <a:ext uri="{FF2B5EF4-FFF2-40B4-BE49-F238E27FC236}">
                <a16:creationId xmlns:a16="http://schemas.microsoft.com/office/drawing/2014/main" id="{68AF8057-0E16-405A-B409-3034C4AD4B22}"/>
              </a:ext>
            </a:extLst>
          </p:cNvPr>
          <p:cNvSpPr>
            <a:spLocks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8495">
            <a:extLst>
              <a:ext uri="{FF2B5EF4-FFF2-40B4-BE49-F238E27FC236}">
                <a16:creationId xmlns:a16="http://schemas.microsoft.com/office/drawing/2014/main" id="{36623E82-7D51-443C-B4DA-679EE303009C}"/>
              </a:ext>
            </a:extLst>
          </p:cNvPr>
          <p:cNvSpPr>
            <a:spLocks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8496">
            <a:extLst>
              <a:ext uri="{FF2B5EF4-FFF2-40B4-BE49-F238E27FC236}">
                <a16:creationId xmlns:a16="http://schemas.microsoft.com/office/drawing/2014/main" id="{3891CA0C-C514-48F0-AF67-FC834175390B}"/>
              </a:ext>
            </a:extLst>
          </p:cNvPr>
          <p:cNvSpPr>
            <a:spLocks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8497">
            <a:extLst>
              <a:ext uri="{FF2B5EF4-FFF2-40B4-BE49-F238E27FC236}">
                <a16:creationId xmlns:a16="http://schemas.microsoft.com/office/drawing/2014/main" id="{7D6D8620-5E73-4C89-862E-D6C920ABD712}"/>
              </a:ext>
            </a:extLst>
          </p:cNvPr>
          <p:cNvSpPr>
            <a:spLocks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8498">
            <a:extLst>
              <a:ext uri="{FF2B5EF4-FFF2-40B4-BE49-F238E27FC236}">
                <a16:creationId xmlns:a16="http://schemas.microsoft.com/office/drawing/2014/main" id="{4FA60A1C-3476-4530-97F3-BF6F5FB4465E}"/>
              </a:ext>
            </a:extLst>
          </p:cNvPr>
          <p:cNvSpPr>
            <a:spLocks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8499">
            <a:extLst>
              <a:ext uri="{FF2B5EF4-FFF2-40B4-BE49-F238E27FC236}">
                <a16:creationId xmlns:a16="http://schemas.microsoft.com/office/drawing/2014/main" id="{63602567-7850-4E82-84F5-0FA9AF7FE586}"/>
              </a:ext>
            </a:extLst>
          </p:cNvPr>
          <p:cNvSpPr>
            <a:spLocks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8500">
            <a:extLst>
              <a:ext uri="{FF2B5EF4-FFF2-40B4-BE49-F238E27FC236}">
                <a16:creationId xmlns:a16="http://schemas.microsoft.com/office/drawing/2014/main" id="{92028CC2-6036-4947-B4C2-36BAFB964536}"/>
              </a:ext>
            </a:extLst>
          </p:cNvPr>
          <p:cNvSpPr>
            <a:spLocks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8501">
            <a:extLst>
              <a:ext uri="{FF2B5EF4-FFF2-40B4-BE49-F238E27FC236}">
                <a16:creationId xmlns:a16="http://schemas.microsoft.com/office/drawing/2014/main" id="{EE2CB738-0351-4B46-BDE0-C11912890E00}"/>
              </a:ext>
            </a:extLst>
          </p:cNvPr>
          <p:cNvSpPr>
            <a:spLocks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8502">
            <a:extLst>
              <a:ext uri="{FF2B5EF4-FFF2-40B4-BE49-F238E27FC236}">
                <a16:creationId xmlns:a16="http://schemas.microsoft.com/office/drawing/2014/main" id="{F08AE155-DD6C-497D-B0CA-CC183D792EA1}"/>
              </a:ext>
            </a:extLst>
          </p:cNvPr>
          <p:cNvSpPr>
            <a:spLocks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8503">
            <a:extLst>
              <a:ext uri="{FF2B5EF4-FFF2-40B4-BE49-F238E27FC236}">
                <a16:creationId xmlns:a16="http://schemas.microsoft.com/office/drawing/2014/main" id="{ED942EF2-4BBA-4679-9155-5239469A4D99}"/>
              </a:ext>
            </a:extLst>
          </p:cNvPr>
          <p:cNvSpPr>
            <a:spLocks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8504">
            <a:extLst>
              <a:ext uri="{FF2B5EF4-FFF2-40B4-BE49-F238E27FC236}">
                <a16:creationId xmlns:a16="http://schemas.microsoft.com/office/drawing/2014/main" id="{C9464122-2280-439D-89E2-8C9415790E62}"/>
              </a:ext>
            </a:extLst>
          </p:cNvPr>
          <p:cNvSpPr>
            <a:spLocks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8505">
            <a:extLst>
              <a:ext uri="{FF2B5EF4-FFF2-40B4-BE49-F238E27FC236}">
                <a16:creationId xmlns:a16="http://schemas.microsoft.com/office/drawing/2014/main" id="{2668BB6F-BD4E-4682-BDF8-57A436B3F1D1}"/>
              </a:ext>
            </a:extLst>
          </p:cNvPr>
          <p:cNvSpPr>
            <a:spLocks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8506">
            <a:extLst>
              <a:ext uri="{FF2B5EF4-FFF2-40B4-BE49-F238E27FC236}">
                <a16:creationId xmlns:a16="http://schemas.microsoft.com/office/drawing/2014/main" id="{5AF9B9F2-1716-4A5B-B680-5E1B54132D27}"/>
              </a:ext>
            </a:extLst>
          </p:cNvPr>
          <p:cNvSpPr>
            <a:spLocks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8507">
            <a:extLst>
              <a:ext uri="{FF2B5EF4-FFF2-40B4-BE49-F238E27FC236}">
                <a16:creationId xmlns:a16="http://schemas.microsoft.com/office/drawing/2014/main" id="{4A0BBB31-9B5A-4F98-A628-D92CC7E3272F}"/>
              </a:ext>
            </a:extLst>
          </p:cNvPr>
          <p:cNvSpPr>
            <a:spLocks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8508">
            <a:extLst>
              <a:ext uri="{FF2B5EF4-FFF2-40B4-BE49-F238E27FC236}">
                <a16:creationId xmlns:a16="http://schemas.microsoft.com/office/drawing/2014/main" id="{7D2CCAC4-B717-43DD-A6E3-6F68C47952EF}"/>
              </a:ext>
            </a:extLst>
          </p:cNvPr>
          <p:cNvSpPr>
            <a:spLocks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8509">
            <a:extLst>
              <a:ext uri="{FF2B5EF4-FFF2-40B4-BE49-F238E27FC236}">
                <a16:creationId xmlns:a16="http://schemas.microsoft.com/office/drawing/2014/main" id="{D7340A65-AC0C-4BC6-BDA9-83893FBA7C3E}"/>
              </a:ext>
            </a:extLst>
          </p:cNvPr>
          <p:cNvSpPr>
            <a:spLocks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8510">
            <a:extLst>
              <a:ext uri="{FF2B5EF4-FFF2-40B4-BE49-F238E27FC236}">
                <a16:creationId xmlns:a16="http://schemas.microsoft.com/office/drawing/2014/main" id="{55E6B609-2355-4826-9D4A-0993D048AD63}"/>
              </a:ext>
            </a:extLst>
          </p:cNvPr>
          <p:cNvSpPr>
            <a:spLocks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8511">
            <a:extLst>
              <a:ext uri="{FF2B5EF4-FFF2-40B4-BE49-F238E27FC236}">
                <a16:creationId xmlns:a16="http://schemas.microsoft.com/office/drawing/2014/main" id="{03EB912F-995C-44EE-8311-C7F6AA066E08}"/>
              </a:ext>
            </a:extLst>
          </p:cNvPr>
          <p:cNvSpPr>
            <a:spLocks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8512">
            <a:extLst>
              <a:ext uri="{FF2B5EF4-FFF2-40B4-BE49-F238E27FC236}">
                <a16:creationId xmlns:a16="http://schemas.microsoft.com/office/drawing/2014/main" id="{24480A54-8055-41A3-8DDC-1758CE37EC02}"/>
              </a:ext>
            </a:extLst>
          </p:cNvPr>
          <p:cNvSpPr>
            <a:spLocks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8513">
            <a:extLst>
              <a:ext uri="{FF2B5EF4-FFF2-40B4-BE49-F238E27FC236}">
                <a16:creationId xmlns:a16="http://schemas.microsoft.com/office/drawing/2014/main" id="{838ABDD9-914C-4025-8078-2E064A66CD0B}"/>
              </a:ext>
            </a:extLst>
          </p:cNvPr>
          <p:cNvSpPr>
            <a:spLocks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8514">
            <a:extLst>
              <a:ext uri="{FF2B5EF4-FFF2-40B4-BE49-F238E27FC236}">
                <a16:creationId xmlns:a16="http://schemas.microsoft.com/office/drawing/2014/main" id="{B13B44F2-278A-4CB5-BD7F-67151FF86336}"/>
              </a:ext>
            </a:extLst>
          </p:cNvPr>
          <p:cNvSpPr>
            <a:spLocks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8515">
            <a:extLst>
              <a:ext uri="{FF2B5EF4-FFF2-40B4-BE49-F238E27FC236}">
                <a16:creationId xmlns:a16="http://schemas.microsoft.com/office/drawing/2014/main" id="{CE15A6E1-D1E3-4666-BC6D-E0491EF6E19F}"/>
              </a:ext>
            </a:extLst>
          </p:cNvPr>
          <p:cNvSpPr>
            <a:spLocks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8516">
            <a:extLst>
              <a:ext uri="{FF2B5EF4-FFF2-40B4-BE49-F238E27FC236}">
                <a16:creationId xmlns:a16="http://schemas.microsoft.com/office/drawing/2014/main" id="{1E565FB6-55F0-4251-B90E-0B6F7B702243}"/>
              </a:ext>
            </a:extLst>
          </p:cNvPr>
          <p:cNvSpPr>
            <a:spLocks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8517">
            <a:extLst>
              <a:ext uri="{FF2B5EF4-FFF2-40B4-BE49-F238E27FC236}">
                <a16:creationId xmlns:a16="http://schemas.microsoft.com/office/drawing/2014/main" id="{1406870F-A71B-4FFB-AB2F-672BC8A25149}"/>
              </a:ext>
            </a:extLst>
          </p:cNvPr>
          <p:cNvSpPr>
            <a:spLocks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8518">
            <a:extLst>
              <a:ext uri="{FF2B5EF4-FFF2-40B4-BE49-F238E27FC236}">
                <a16:creationId xmlns:a16="http://schemas.microsoft.com/office/drawing/2014/main" id="{CFC7C483-75CF-421F-AF95-C1E8AE0D949C}"/>
              </a:ext>
            </a:extLst>
          </p:cNvPr>
          <p:cNvSpPr>
            <a:spLocks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8519">
            <a:extLst>
              <a:ext uri="{FF2B5EF4-FFF2-40B4-BE49-F238E27FC236}">
                <a16:creationId xmlns:a16="http://schemas.microsoft.com/office/drawing/2014/main" id="{2B0F1B79-090E-49FE-8237-9448F3FDC05E}"/>
              </a:ext>
            </a:extLst>
          </p:cNvPr>
          <p:cNvSpPr>
            <a:spLocks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8520">
            <a:extLst>
              <a:ext uri="{FF2B5EF4-FFF2-40B4-BE49-F238E27FC236}">
                <a16:creationId xmlns:a16="http://schemas.microsoft.com/office/drawing/2014/main" id="{60A20AE1-AE38-4E96-882C-B081175C77CD}"/>
              </a:ext>
            </a:extLst>
          </p:cNvPr>
          <p:cNvSpPr>
            <a:spLocks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8521">
            <a:extLst>
              <a:ext uri="{FF2B5EF4-FFF2-40B4-BE49-F238E27FC236}">
                <a16:creationId xmlns:a16="http://schemas.microsoft.com/office/drawing/2014/main" id="{DBF2A61D-2ED8-4313-8089-87393C227210}"/>
              </a:ext>
            </a:extLst>
          </p:cNvPr>
          <p:cNvSpPr>
            <a:spLocks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8522">
            <a:extLst>
              <a:ext uri="{FF2B5EF4-FFF2-40B4-BE49-F238E27FC236}">
                <a16:creationId xmlns:a16="http://schemas.microsoft.com/office/drawing/2014/main" id="{7A0137C1-9074-4AE5-988D-0350E2B2B208}"/>
              </a:ext>
            </a:extLst>
          </p:cNvPr>
          <p:cNvSpPr>
            <a:spLocks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8523">
            <a:extLst>
              <a:ext uri="{FF2B5EF4-FFF2-40B4-BE49-F238E27FC236}">
                <a16:creationId xmlns:a16="http://schemas.microsoft.com/office/drawing/2014/main" id="{28E6948C-8A33-4703-985C-EDED2BD147AB}"/>
              </a:ext>
            </a:extLst>
          </p:cNvPr>
          <p:cNvSpPr>
            <a:spLocks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8524">
            <a:extLst>
              <a:ext uri="{FF2B5EF4-FFF2-40B4-BE49-F238E27FC236}">
                <a16:creationId xmlns:a16="http://schemas.microsoft.com/office/drawing/2014/main" id="{9CEFA16B-B533-429D-BF2A-AD61040EB0C2}"/>
              </a:ext>
            </a:extLst>
          </p:cNvPr>
          <p:cNvSpPr>
            <a:spLocks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8525">
            <a:extLst>
              <a:ext uri="{FF2B5EF4-FFF2-40B4-BE49-F238E27FC236}">
                <a16:creationId xmlns:a16="http://schemas.microsoft.com/office/drawing/2014/main" id="{79F5CC93-9B1B-4EFA-AF43-4173FB8E1EAB}"/>
              </a:ext>
            </a:extLst>
          </p:cNvPr>
          <p:cNvSpPr>
            <a:spLocks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8526">
            <a:extLst>
              <a:ext uri="{FF2B5EF4-FFF2-40B4-BE49-F238E27FC236}">
                <a16:creationId xmlns:a16="http://schemas.microsoft.com/office/drawing/2014/main" id="{3A31D378-FD18-4D86-87C4-79C0B4F11FCF}"/>
              </a:ext>
            </a:extLst>
          </p:cNvPr>
          <p:cNvSpPr>
            <a:spLocks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8527">
            <a:extLst>
              <a:ext uri="{FF2B5EF4-FFF2-40B4-BE49-F238E27FC236}">
                <a16:creationId xmlns:a16="http://schemas.microsoft.com/office/drawing/2014/main" id="{EC6D66B9-B20E-4A61-9FF1-3A017A165249}"/>
              </a:ext>
            </a:extLst>
          </p:cNvPr>
          <p:cNvSpPr>
            <a:spLocks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8528">
            <a:extLst>
              <a:ext uri="{FF2B5EF4-FFF2-40B4-BE49-F238E27FC236}">
                <a16:creationId xmlns:a16="http://schemas.microsoft.com/office/drawing/2014/main" id="{AB4C8A57-BC20-4755-AD2F-E269E25AF98B}"/>
              </a:ext>
            </a:extLst>
          </p:cNvPr>
          <p:cNvSpPr>
            <a:spLocks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8529">
            <a:extLst>
              <a:ext uri="{FF2B5EF4-FFF2-40B4-BE49-F238E27FC236}">
                <a16:creationId xmlns:a16="http://schemas.microsoft.com/office/drawing/2014/main" id="{4D79E224-B6C4-4E35-9521-3811B7F9A318}"/>
              </a:ext>
            </a:extLst>
          </p:cNvPr>
          <p:cNvSpPr>
            <a:spLocks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8530">
            <a:extLst>
              <a:ext uri="{FF2B5EF4-FFF2-40B4-BE49-F238E27FC236}">
                <a16:creationId xmlns:a16="http://schemas.microsoft.com/office/drawing/2014/main" id="{EBEE0018-0E9D-492B-A0A6-091C6BA76F9F}"/>
              </a:ext>
            </a:extLst>
          </p:cNvPr>
          <p:cNvSpPr>
            <a:spLocks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8531">
            <a:extLst>
              <a:ext uri="{FF2B5EF4-FFF2-40B4-BE49-F238E27FC236}">
                <a16:creationId xmlns:a16="http://schemas.microsoft.com/office/drawing/2014/main" id="{B1E3F506-F608-463D-AA5F-63836DF1D6FF}"/>
              </a:ext>
            </a:extLst>
          </p:cNvPr>
          <p:cNvSpPr>
            <a:spLocks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8532">
            <a:extLst>
              <a:ext uri="{FF2B5EF4-FFF2-40B4-BE49-F238E27FC236}">
                <a16:creationId xmlns:a16="http://schemas.microsoft.com/office/drawing/2014/main" id="{F0654DF4-63AA-42E9-A864-422C8A0AC95C}"/>
              </a:ext>
            </a:extLst>
          </p:cNvPr>
          <p:cNvSpPr>
            <a:spLocks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8533">
            <a:extLst>
              <a:ext uri="{FF2B5EF4-FFF2-40B4-BE49-F238E27FC236}">
                <a16:creationId xmlns:a16="http://schemas.microsoft.com/office/drawing/2014/main" id="{C71E1F14-A095-41A4-BF07-324A1560F37A}"/>
              </a:ext>
            </a:extLst>
          </p:cNvPr>
          <p:cNvSpPr>
            <a:spLocks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8534">
            <a:extLst>
              <a:ext uri="{FF2B5EF4-FFF2-40B4-BE49-F238E27FC236}">
                <a16:creationId xmlns:a16="http://schemas.microsoft.com/office/drawing/2014/main" id="{A4BD8960-13FD-4904-A48E-AE6F41FA7B19}"/>
              </a:ext>
            </a:extLst>
          </p:cNvPr>
          <p:cNvSpPr>
            <a:spLocks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8535">
            <a:extLst>
              <a:ext uri="{FF2B5EF4-FFF2-40B4-BE49-F238E27FC236}">
                <a16:creationId xmlns:a16="http://schemas.microsoft.com/office/drawing/2014/main" id="{9CA68604-6903-4F3A-9964-B279F029B26C}"/>
              </a:ext>
            </a:extLst>
          </p:cNvPr>
          <p:cNvSpPr>
            <a:spLocks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8536">
            <a:extLst>
              <a:ext uri="{FF2B5EF4-FFF2-40B4-BE49-F238E27FC236}">
                <a16:creationId xmlns:a16="http://schemas.microsoft.com/office/drawing/2014/main" id="{50510A6F-0619-4646-8313-55380FF23A98}"/>
              </a:ext>
            </a:extLst>
          </p:cNvPr>
          <p:cNvSpPr>
            <a:spLocks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8537">
            <a:extLst>
              <a:ext uri="{FF2B5EF4-FFF2-40B4-BE49-F238E27FC236}">
                <a16:creationId xmlns:a16="http://schemas.microsoft.com/office/drawing/2014/main" id="{D8FB41A3-9B3F-40EA-B503-2EB0513FE5B8}"/>
              </a:ext>
            </a:extLst>
          </p:cNvPr>
          <p:cNvSpPr>
            <a:spLocks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8538">
            <a:extLst>
              <a:ext uri="{FF2B5EF4-FFF2-40B4-BE49-F238E27FC236}">
                <a16:creationId xmlns:a16="http://schemas.microsoft.com/office/drawing/2014/main" id="{4665AAD8-0CFA-4325-A8A2-A87876EB98A9}"/>
              </a:ext>
            </a:extLst>
          </p:cNvPr>
          <p:cNvSpPr>
            <a:spLocks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8539">
            <a:extLst>
              <a:ext uri="{FF2B5EF4-FFF2-40B4-BE49-F238E27FC236}">
                <a16:creationId xmlns:a16="http://schemas.microsoft.com/office/drawing/2014/main" id="{B9A3D1E4-C434-430A-A316-359DB68118F6}"/>
              </a:ext>
            </a:extLst>
          </p:cNvPr>
          <p:cNvSpPr>
            <a:spLocks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8540">
            <a:extLst>
              <a:ext uri="{FF2B5EF4-FFF2-40B4-BE49-F238E27FC236}">
                <a16:creationId xmlns:a16="http://schemas.microsoft.com/office/drawing/2014/main" id="{2BC320F3-9FD8-464B-9A76-0B9D4900FC78}"/>
              </a:ext>
            </a:extLst>
          </p:cNvPr>
          <p:cNvSpPr>
            <a:spLocks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8541">
            <a:extLst>
              <a:ext uri="{FF2B5EF4-FFF2-40B4-BE49-F238E27FC236}">
                <a16:creationId xmlns:a16="http://schemas.microsoft.com/office/drawing/2014/main" id="{1FE2BB10-4FFB-4B61-B7B9-FE45C6274B4D}"/>
              </a:ext>
            </a:extLst>
          </p:cNvPr>
          <p:cNvSpPr>
            <a:spLocks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8542">
            <a:extLst>
              <a:ext uri="{FF2B5EF4-FFF2-40B4-BE49-F238E27FC236}">
                <a16:creationId xmlns:a16="http://schemas.microsoft.com/office/drawing/2014/main" id="{05BACC31-F9AE-4687-B0FC-E403E9252744}"/>
              </a:ext>
            </a:extLst>
          </p:cNvPr>
          <p:cNvSpPr>
            <a:spLocks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8543">
            <a:extLst>
              <a:ext uri="{FF2B5EF4-FFF2-40B4-BE49-F238E27FC236}">
                <a16:creationId xmlns:a16="http://schemas.microsoft.com/office/drawing/2014/main" id="{F79784EA-3406-4C5A-BF4C-C79164CC9031}"/>
              </a:ext>
            </a:extLst>
          </p:cNvPr>
          <p:cNvSpPr>
            <a:spLocks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8544">
            <a:extLst>
              <a:ext uri="{FF2B5EF4-FFF2-40B4-BE49-F238E27FC236}">
                <a16:creationId xmlns:a16="http://schemas.microsoft.com/office/drawing/2014/main" id="{E1F959FD-A3B5-45CB-A9EC-DB5419D65842}"/>
              </a:ext>
            </a:extLst>
          </p:cNvPr>
          <p:cNvSpPr>
            <a:spLocks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8545">
            <a:extLst>
              <a:ext uri="{FF2B5EF4-FFF2-40B4-BE49-F238E27FC236}">
                <a16:creationId xmlns:a16="http://schemas.microsoft.com/office/drawing/2014/main" id="{7B3AA2C0-1EA8-4835-9E14-7F9ABE6DF528}"/>
              </a:ext>
            </a:extLst>
          </p:cNvPr>
          <p:cNvSpPr>
            <a:spLocks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8546">
            <a:extLst>
              <a:ext uri="{FF2B5EF4-FFF2-40B4-BE49-F238E27FC236}">
                <a16:creationId xmlns:a16="http://schemas.microsoft.com/office/drawing/2014/main" id="{2B7348B4-B781-4F1E-9BAB-6D8FF159694E}"/>
              </a:ext>
            </a:extLst>
          </p:cNvPr>
          <p:cNvSpPr>
            <a:spLocks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8547">
            <a:extLst>
              <a:ext uri="{FF2B5EF4-FFF2-40B4-BE49-F238E27FC236}">
                <a16:creationId xmlns:a16="http://schemas.microsoft.com/office/drawing/2014/main" id="{9C47849F-F2CB-4E99-BF77-77502242D426}"/>
              </a:ext>
            </a:extLst>
          </p:cNvPr>
          <p:cNvSpPr>
            <a:spLocks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8548">
            <a:extLst>
              <a:ext uri="{FF2B5EF4-FFF2-40B4-BE49-F238E27FC236}">
                <a16:creationId xmlns:a16="http://schemas.microsoft.com/office/drawing/2014/main" id="{9968B94D-5542-4D51-B182-74B848CFCCE8}"/>
              </a:ext>
            </a:extLst>
          </p:cNvPr>
          <p:cNvSpPr>
            <a:spLocks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8549">
            <a:extLst>
              <a:ext uri="{FF2B5EF4-FFF2-40B4-BE49-F238E27FC236}">
                <a16:creationId xmlns:a16="http://schemas.microsoft.com/office/drawing/2014/main" id="{EBAD889D-C737-420E-B335-7F30B7C6F188}"/>
              </a:ext>
            </a:extLst>
          </p:cNvPr>
          <p:cNvSpPr>
            <a:spLocks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8550">
            <a:extLst>
              <a:ext uri="{FF2B5EF4-FFF2-40B4-BE49-F238E27FC236}">
                <a16:creationId xmlns:a16="http://schemas.microsoft.com/office/drawing/2014/main" id="{BB7820B7-7D50-4958-B5F9-FA8C85B4863A}"/>
              </a:ext>
            </a:extLst>
          </p:cNvPr>
          <p:cNvSpPr>
            <a:spLocks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8551">
            <a:extLst>
              <a:ext uri="{FF2B5EF4-FFF2-40B4-BE49-F238E27FC236}">
                <a16:creationId xmlns:a16="http://schemas.microsoft.com/office/drawing/2014/main" id="{745F9774-ED63-4808-A193-005302D4C08E}"/>
              </a:ext>
            </a:extLst>
          </p:cNvPr>
          <p:cNvSpPr>
            <a:spLocks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8552">
            <a:extLst>
              <a:ext uri="{FF2B5EF4-FFF2-40B4-BE49-F238E27FC236}">
                <a16:creationId xmlns:a16="http://schemas.microsoft.com/office/drawing/2014/main" id="{1C966627-A479-4C95-936A-EDD260FAB183}"/>
              </a:ext>
            </a:extLst>
          </p:cNvPr>
          <p:cNvSpPr>
            <a:spLocks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8553">
            <a:extLst>
              <a:ext uri="{FF2B5EF4-FFF2-40B4-BE49-F238E27FC236}">
                <a16:creationId xmlns:a16="http://schemas.microsoft.com/office/drawing/2014/main" id="{91F4D830-CD14-4E6F-8781-AAE50B84651E}"/>
              </a:ext>
            </a:extLst>
          </p:cNvPr>
          <p:cNvSpPr>
            <a:spLocks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8554">
            <a:extLst>
              <a:ext uri="{FF2B5EF4-FFF2-40B4-BE49-F238E27FC236}">
                <a16:creationId xmlns:a16="http://schemas.microsoft.com/office/drawing/2014/main" id="{2350FE06-ED21-4E88-9980-450DCA902DF8}"/>
              </a:ext>
            </a:extLst>
          </p:cNvPr>
          <p:cNvSpPr>
            <a:spLocks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8555">
            <a:extLst>
              <a:ext uri="{FF2B5EF4-FFF2-40B4-BE49-F238E27FC236}">
                <a16:creationId xmlns:a16="http://schemas.microsoft.com/office/drawing/2014/main" id="{38024E99-756E-4900-B5CD-91B930172F30}"/>
              </a:ext>
            </a:extLst>
          </p:cNvPr>
          <p:cNvSpPr>
            <a:spLocks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8556">
            <a:extLst>
              <a:ext uri="{FF2B5EF4-FFF2-40B4-BE49-F238E27FC236}">
                <a16:creationId xmlns:a16="http://schemas.microsoft.com/office/drawing/2014/main" id="{109CA1CB-D866-405C-9E2C-06ED5B491B6E}"/>
              </a:ext>
            </a:extLst>
          </p:cNvPr>
          <p:cNvSpPr>
            <a:spLocks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8557">
            <a:extLst>
              <a:ext uri="{FF2B5EF4-FFF2-40B4-BE49-F238E27FC236}">
                <a16:creationId xmlns:a16="http://schemas.microsoft.com/office/drawing/2014/main" id="{ADAB905B-1991-4234-B84E-85551075A4FE}"/>
              </a:ext>
            </a:extLst>
          </p:cNvPr>
          <p:cNvSpPr>
            <a:spLocks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8558">
            <a:extLst>
              <a:ext uri="{FF2B5EF4-FFF2-40B4-BE49-F238E27FC236}">
                <a16:creationId xmlns:a16="http://schemas.microsoft.com/office/drawing/2014/main" id="{A18035DA-F834-4166-830F-66F1EDF31CE6}"/>
              </a:ext>
            </a:extLst>
          </p:cNvPr>
          <p:cNvSpPr>
            <a:spLocks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8559">
            <a:extLst>
              <a:ext uri="{FF2B5EF4-FFF2-40B4-BE49-F238E27FC236}">
                <a16:creationId xmlns:a16="http://schemas.microsoft.com/office/drawing/2014/main" id="{54857F8B-A203-45E4-AA62-AEF0B73FCA5C}"/>
              </a:ext>
            </a:extLst>
          </p:cNvPr>
          <p:cNvSpPr>
            <a:spLocks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8560">
            <a:extLst>
              <a:ext uri="{FF2B5EF4-FFF2-40B4-BE49-F238E27FC236}">
                <a16:creationId xmlns:a16="http://schemas.microsoft.com/office/drawing/2014/main" id="{81B6FCBC-6F76-4BF1-A67E-0518E8B6563D}"/>
              </a:ext>
            </a:extLst>
          </p:cNvPr>
          <p:cNvSpPr>
            <a:spLocks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8561">
            <a:extLst>
              <a:ext uri="{FF2B5EF4-FFF2-40B4-BE49-F238E27FC236}">
                <a16:creationId xmlns:a16="http://schemas.microsoft.com/office/drawing/2014/main" id="{367D5F20-FFC4-442D-B494-427F0767CA23}"/>
              </a:ext>
            </a:extLst>
          </p:cNvPr>
          <p:cNvSpPr>
            <a:spLocks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8562">
            <a:extLst>
              <a:ext uri="{FF2B5EF4-FFF2-40B4-BE49-F238E27FC236}">
                <a16:creationId xmlns:a16="http://schemas.microsoft.com/office/drawing/2014/main" id="{CCF93148-EE8C-42B1-8CA0-7BD7F956660F}"/>
              </a:ext>
            </a:extLst>
          </p:cNvPr>
          <p:cNvSpPr>
            <a:spLocks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8563">
            <a:extLst>
              <a:ext uri="{FF2B5EF4-FFF2-40B4-BE49-F238E27FC236}">
                <a16:creationId xmlns:a16="http://schemas.microsoft.com/office/drawing/2014/main" id="{81501555-AB83-4DD6-897F-13BA4DA50FF2}"/>
              </a:ext>
            </a:extLst>
          </p:cNvPr>
          <p:cNvSpPr>
            <a:spLocks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8564">
            <a:extLst>
              <a:ext uri="{FF2B5EF4-FFF2-40B4-BE49-F238E27FC236}">
                <a16:creationId xmlns:a16="http://schemas.microsoft.com/office/drawing/2014/main" id="{6647521B-347D-43D6-9C80-5045AE893092}"/>
              </a:ext>
            </a:extLst>
          </p:cNvPr>
          <p:cNvSpPr>
            <a:spLocks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8565">
            <a:extLst>
              <a:ext uri="{FF2B5EF4-FFF2-40B4-BE49-F238E27FC236}">
                <a16:creationId xmlns:a16="http://schemas.microsoft.com/office/drawing/2014/main" id="{DDCC0A24-D875-484F-9849-7BB71F0AE9B8}"/>
              </a:ext>
            </a:extLst>
          </p:cNvPr>
          <p:cNvSpPr>
            <a:spLocks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8566">
            <a:extLst>
              <a:ext uri="{FF2B5EF4-FFF2-40B4-BE49-F238E27FC236}">
                <a16:creationId xmlns:a16="http://schemas.microsoft.com/office/drawing/2014/main" id="{079C5B10-3EA5-4624-9E05-7AC1BFF362D7}"/>
              </a:ext>
            </a:extLst>
          </p:cNvPr>
          <p:cNvSpPr>
            <a:spLocks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8567">
            <a:extLst>
              <a:ext uri="{FF2B5EF4-FFF2-40B4-BE49-F238E27FC236}">
                <a16:creationId xmlns:a16="http://schemas.microsoft.com/office/drawing/2014/main" id="{21C8D74E-AAC6-4F1A-9CCF-AE1175541115}"/>
              </a:ext>
            </a:extLst>
          </p:cNvPr>
          <p:cNvSpPr>
            <a:spLocks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8568">
            <a:extLst>
              <a:ext uri="{FF2B5EF4-FFF2-40B4-BE49-F238E27FC236}">
                <a16:creationId xmlns:a16="http://schemas.microsoft.com/office/drawing/2014/main" id="{02E5DB88-870E-4C6C-83D9-BD3F258C385F}"/>
              </a:ext>
            </a:extLst>
          </p:cNvPr>
          <p:cNvSpPr>
            <a:spLocks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8569">
            <a:extLst>
              <a:ext uri="{FF2B5EF4-FFF2-40B4-BE49-F238E27FC236}">
                <a16:creationId xmlns:a16="http://schemas.microsoft.com/office/drawing/2014/main" id="{6F7A6D91-953D-4E20-B5A8-CA2E68796E59}"/>
              </a:ext>
            </a:extLst>
          </p:cNvPr>
          <p:cNvSpPr>
            <a:spLocks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8570">
            <a:extLst>
              <a:ext uri="{FF2B5EF4-FFF2-40B4-BE49-F238E27FC236}">
                <a16:creationId xmlns:a16="http://schemas.microsoft.com/office/drawing/2014/main" id="{DC765BD1-03E6-4A85-8D5A-1C639C5AF26E}"/>
              </a:ext>
            </a:extLst>
          </p:cNvPr>
          <p:cNvSpPr>
            <a:spLocks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8571">
            <a:extLst>
              <a:ext uri="{FF2B5EF4-FFF2-40B4-BE49-F238E27FC236}">
                <a16:creationId xmlns:a16="http://schemas.microsoft.com/office/drawing/2014/main" id="{E904B1AD-E16A-4A81-BE68-FC679784F052}"/>
              </a:ext>
            </a:extLst>
          </p:cNvPr>
          <p:cNvSpPr>
            <a:spLocks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8572">
            <a:extLst>
              <a:ext uri="{FF2B5EF4-FFF2-40B4-BE49-F238E27FC236}">
                <a16:creationId xmlns:a16="http://schemas.microsoft.com/office/drawing/2014/main" id="{CE405E84-0275-42FE-8539-5BEDC1B0F10B}"/>
              </a:ext>
            </a:extLst>
          </p:cNvPr>
          <p:cNvSpPr>
            <a:spLocks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8573">
            <a:extLst>
              <a:ext uri="{FF2B5EF4-FFF2-40B4-BE49-F238E27FC236}">
                <a16:creationId xmlns:a16="http://schemas.microsoft.com/office/drawing/2014/main" id="{35EC133A-681F-4E24-A4DF-8B7AB0B35E33}"/>
              </a:ext>
            </a:extLst>
          </p:cNvPr>
          <p:cNvSpPr>
            <a:spLocks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8574">
            <a:extLst>
              <a:ext uri="{FF2B5EF4-FFF2-40B4-BE49-F238E27FC236}">
                <a16:creationId xmlns:a16="http://schemas.microsoft.com/office/drawing/2014/main" id="{9E170B54-6084-48C2-A0CF-19EA4DA8D1F6}"/>
              </a:ext>
            </a:extLst>
          </p:cNvPr>
          <p:cNvSpPr>
            <a:spLocks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8575">
            <a:extLst>
              <a:ext uri="{FF2B5EF4-FFF2-40B4-BE49-F238E27FC236}">
                <a16:creationId xmlns:a16="http://schemas.microsoft.com/office/drawing/2014/main" id="{4E6913FC-5F41-4743-9951-066D93AC8C6F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8576">
            <a:extLst>
              <a:ext uri="{FF2B5EF4-FFF2-40B4-BE49-F238E27FC236}">
                <a16:creationId xmlns:a16="http://schemas.microsoft.com/office/drawing/2014/main" id="{195D1B9C-6471-43ED-9EB8-B5B1ED138F6A}"/>
              </a:ext>
            </a:extLst>
          </p:cNvPr>
          <p:cNvSpPr>
            <a:spLocks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8577">
            <a:extLst>
              <a:ext uri="{FF2B5EF4-FFF2-40B4-BE49-F238E27FC236}">
                <a16:creationId xmlns:a16="http://schemas.microsoft.com/office/drawing/2014/main" id="{2E51D5D6-B485-424E-B067-56846B7EDF82}"/>
              </a:ext>
            </a:extLst>
          </p:cNvPr>
          <p:cNvSpPr>
            <a:spLocks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8578">
            <a:extLst>
              <a:ext uri="{FF2B5EF4-FFF2-40B4-BE49-F238E27FC236}">
                <a16:creationId xmlns:a16="http://schemas.microsoft.com/office/drawing/2014/main" id="{55316DCD-8B4E-4C77-9E59-7D17EB92AE24}"/>
              </a:ext>
            </a:extLst>
          </p:cNvPr>
          <p:cNvSpPr>
            <a:spLocks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8579">
            <a:extLst>
              <a:ext uri="{FF2B5EF4-FFF2-40B4-BE49-F238E27FC236}">
                <a16:creationId xmlns:a16="http://schemas.microsoft.com/office/drawing/2014/main" id="{B6F11D6A-6C4C-4650-A4C2-1D450DBC48C6}"/>
              </a:ext>
            </a:extLst>
          </p:cNvPr>
          <p:cNvSpPr>
            <a:spLocks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8580">
            <a:extLst>
              <a:ext uri="{FF2B5EF4-FFF2-40B4-BE49-F238E27FC236}">
                <a16:creationId xmlns:a16="http://schemas.microsoft.com/office/drawing/2014/main" id="{C004715F-AA2C-4B04-9B4E-BA9973427725}"/>
              </a:ext>
            </a:extLst>
          </p:cNvPr>
          <p:cNvSpPr>
            <a:spLocks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8581">
            <a:extLst>
              <a:ext uri="{FF2B5EF4-FFF2-40B4-BE49-F238E27FC236}">
                <a16:creationId xmlns:a16="http://schemas.microsoft.com/office/drawing/2014/main" id="{3C2D17F5-F32D-491C-9956-4BEE7A1715A0}"/>
              </a:ext>
            </a:extLst>
          </p:cNvPr>
          <p:cNvSpPr>
            <a:spLocks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8582">
            <a:extLst>
              <a:ext uri="{FF2B5EF4-FFF2-40B4-BE49-F238E27FC236}">
                <a16:creationId xmlns:a16="http://schemas.microsoft.com/office/drawing/2014/main" id="{935FD1B5-D790-4EFD-8556-26DB6E68DF81}"/>
              </a:ext>
            </a:extLst>
          </p:cNvPr>
          <p:cNvSpPr>
            <a:spLocks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8583">
            <a:extLst>
              <a:ext uri="{FF2B5EF4-FFF2-40B4-BE49-F238E27FC236}">
                <a16:creationId xmlns:a16="http://schemas.microsoft.com/office/drawing/2014/main" id="{4D2DD916-4E68-4D82-9655-95E2727DBA4F}"/>
              </a:ext>
            </a:extLst>
          </p:cNvPr>
          <p:cNvSpPr>
            <a:spLocks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8584">
            <a:extLst>
              <a:ext uri="{FF2B5EF4-FFF2-40B4-BE49-F238E27FC236}">
                <a16:creationId xmlns:a16="http://schemas.microsoft.com/office/drawing/2014/main" id="{7DA375BF-E45C-44CF-B6E9-932A20E1228A}"/>
              </a:ext>
            </a:extLst>
          </p:cNvPr>
          <p:cNvSpPr>
            <a:spLocks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8585">
            <a:extLst>
              <a:ext uri="{FF2B5EF4-FFF2-40B4-BE49-F238E27FC236}">
                <a16:creationId xmlns:a16="http://schemas.microsoft.com/office/drawing/2014/main" id="{00EE9D15-CFF1-4E44-8CE4-06E3648BE98D}"/>
              </a:ext>
            </a:extLst>
          </p:cNvPr>
          <p:cNvSpPr>
            <a:spLocks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8586">
            <a:extLst>
              <a:ext uri="{FF2B5EF4-FFF2-40B4-BE49-F238E27FC236}">
                <a16:creationId xmlns:a16="http://schemas.microsoft.com/office/drawing/2014/main" id="{69C2D325-8B49-4659-9CEC-DF23A3A590CD}"/>
              </a:ext>
            </a:extLst>
          </p:cNvPr>
          <p:cNvSpPr>
            <a:spLocks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8587">
            <a:extLst>
              <a:ext uri="{FF2B5EF4-FFF2-40B4-BE49-F238E27FC236}">
                <a16:creationId xmlns:a16="http://schemas.microsoft.com/office/drawing/2014/main" id="{9A5356AE-13F2-42A1-9B7E-AA96AD603605}"/>
              </a:ext>
            </a:extLst>
          </p:cNvPr>
          <p:cNvSpPr>
            <a:spLocks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8588">
            <a:extLst>
              <a:ext uri="{FF2B5EF4-FFF2-40B4-BE49-F238E27FC236}">
                <a16:creationId xmlns:a16="http://schemas.microsoft.com/office/drawing/2014/main" id="{427B44F4-BACB-41BC-96A7-5AB074AEA167}"/>
              </a:ext>
            </a:extLst>
          </p:cNvPr>
          <p:cNvSpPr>
            <a:spLocks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8589">
            <a:extLst>
              <a:ext uri="{FF2B5EF4-FFF2-40B4-BE49-F238E27FC236}">
                <a16:creationId xmlns:a16="http://schemas.microsoft.com/office/drawing/2014/main" id="{5AB3DA0A-D885-49A3-B9C8-5D548238201C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8590">
            <a:extLst>
              <a:ext uri="{FF2B5EF4-FFF2-40B4-BE49-F238E27FC236}">
                <a16:creationId xmlns:a16="http://schemas.microsoft.com/office/drawing/2014/main" id="{11650D1B-91EC-463E-919E-0187228ADDCC}"/>
              </a:ext>
            </a:extLst>
          </p:cNvPr>
          <p:cNvSpPr>
            <a:spLocks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3" y="1762082"/>
                </a:lnTo>
                <a:lnTo>
                  <a:pt x="3746" y="1747274"/>
                </a:lnTo>
                <a:lnTo>
                  <a:pt x="8192" y="1732467"/>
                </a:lnTo>
                <a:lnTo>
                  <a:pt x="14002" y="1717659"/>
                </a:lnTo>
                <a:lnTo>
                  <a:pt x="20814" y="1702852"/>
                </a:lnTo>
                <a:lnTo>
                  <a:pt x="28234" y="1688045"/>
                </a:lnTo>
                <a:lnTo>
                  <a:pt x="35870" y="1673237"/>
                </a:lnTo>
                <a:lnTo>
                  <a:pt x="43364" y="1658430"/>
                </a:lnTo>
                <a:lnTo>
                  <a:pt x="50421" y="1643622"/>
                </a:lnTo>
                <a:lnTo>
                  <a:pt x="56820" y="1628815"/>
                </a:lnTo>
                <a:lnTo>
                  <a:pt x="62421" y="1614007"/>
                </a:lnTo>
                <a:lnTo>
                  <a:pt x="67160" y="1599200"/>
                </a:lnTo>
                <a:lnTo>
                  <a:pt x="71039" y="1584393"/>
                </a:lnTo>
                <a:lnTo>
                  <a:pt x="74110" y="1569585"/>
                </a:lnTo>
                <a:lnTo>
                  <a:pt x="76459" y="1554778"/>
                </a:lnTo>
                <a:lnTo>
                  <a:pt x="78191" y="1539970"/>
                </a:lnTo>
                <a:lnTo>
                  <a:pt x="79415" y="1525163"/>
                </a:lnTo>
                <a:lnTo>
                  <a:pt x="80237" y="1510356"/>
                </a:lnTo>
                <a:lnTo>
                  <a:pt x="80753" y="1495548"/>
                </a:lnTo>
                <a:lnTo>
                  <a:pt x="81042" y="1480741"/>
                </a:lnTo>
                <a:lnTo>
                  <a:pt x="81168" y="1465933"/>
                </a:lnTo>
                <a:lnTo>
                  <a:pt x="81182" y="1451126"/>
                </a:lnTo>
                <a:lnTo>
                  <a:pt x="81119" y="1436319"/>
                </a:lnTo>
                <a:lnTo>
                  <a:pt x="81005" y="1421511"/>
                </a:lnTo>
                <a:lnTo>
                  <a:pt x="80855" y="1406704"/>
                </a:lnTo>
                <a:lnTo>
                  <a:pt x="80679" y="1391896"/>
                </a:lnTo>
                <a:lnTo>
                  <a:pt x="80482" y="1377089"/>
                </a:lnTo>
                <a:lnTo>
                  <a:pt x="80265" y="1362282"/>
                </a:lnTo>
                <a:lnTo>
                  <a:pt x="80026" y="1347474"/>
                </a:lnTo>
                <a:lnTo>
                  <a:pt x="79766" y="1332667"/>
                </a:lnTo>
                <a:lnTo>
                  <a:pt x="79481" y="1317859"/>
                </a:lnTo>
                <a:lnTo>
                  <a:pt x="79175" y="1303052"/>
                </a:lnTo>
                <a:lnTo>
                  <a:pt x="78850" y="1288245"/>
                </a:lnTo>
                <a:lnTo>
                  <a:pt x="78511" y="1273437"/>
                </a:lnTo>
                <a:lnTo>
                  <a:pt x="78169" y="1258630"/>
                </a:lnTo>
                <a:lnTo>
                  <a:pt x="77834" y="1243822"/>
                </a:lnTo>
                <a:lnTo>
                  <a:pt x="77521" y="1229015"/>
                </a:lnTo>
                <a:lnTo>
                  <a:pt x="77244" y="1214207"/>
                </a:lnTo>
                <a:lnTo>
                  <a:pt x="77014" y="1199400"/>
                </a:lnTo>
                <a:lnTo>
                  <a:pt x="76841" y="1184593"/>
                </a:lnTo>
                <a:lnTo>
                  <a:pt x="76730" y="1169785"/>
                </a:lnTo>
                <a:lnTo>
                  <a:pt x="76679" y="1154978"/>
                </a:lnTo>
                <a:lnTo>
                  <a:pt x="76680" y="1140170"/>
                </a:lnTo>
                <a:lnTo>
                  <a:pt x="76717" y="1125363"/>
                </a:lnTo>
                <a:lnTo>
                  <a:pt x="76772" y="1110556"/>
                </a:lnTo>
                <a:lnTo>
                  <a:pt x="76818" y="1095748"/>
                </a:lnTo>
                <a:lnTo>
                  <a:pt x="76831" y="1080941"/>
                </a:lnTo>
                <a:lnTo>
                  <a:pt x="76786" y="1066133"/>
                </a:lnTo>
                <a:lnTo>
                  <a:pt x="76663" y="1051326"/>
                </a:lnTo>
                <a:lnTo>
                  <a:pt x="76449" y="1036519"/>
                </a:lnTo>
                <a:lnTo>
                  <a:pt x="76144" y="1021711"/>
                </a:lnTo>
                <a:lnTo>
                  <a:pt x="75756" y="1006904"/>
                </a:lnTo>
                <a:lnTo>
                  <a:pt x="75308" y="992096"/>
                </a:lnTo>
                <a:lnTo>
                  <a:pt x="74835" y="977289"/>
                </a:lnTo>
                <a:lnTo>
                  <a:pt x="74380" y="962482"/>
                </a:lnTo>
                <a:lnTo>
                  <a:pt x="73993" y="947674"/>
                </a:lnTo>
                <a:lnTo>
                  <a:pt x="73725" y="932867"/>
                </a:lnTo>
                <a:lnTo>
                  <a:pt x="73623" y="918059"/>
                </a:lnTo>
                <a:lnTo>
                  <a:pt x="73723" y="903252"/>
                </a:lnTo>
                <a:lnTo>
                  <a:pt x="74050" y="888444"/>
                </a:lnTo>
                <a:lnTo>
                  <a:pt x="74609" y="873637"/>
                </a:lnTo>
                <a:lnTo>
                  <a:pt x="75391" y="858830"/>
                </a:lnTo>
                <a:lnTo>
                  <a:pt x="76368" y="844022"/>
                </a:lnTo>
                <a:lnTo>
                  <a:pt x="77499" y="829215"/>
                </a:lnTo>
                <a:lnTo>
                  <a:pt x="78735" y="814407"/>
                </a:lnTo>
                <a:lnTo>
                  <a:pt x="80020" y="799600"/>
                </a:lnTo>
                <a:lnTo>
                  <a:pt x="81302" y="784793"/>
                </a:lnTo>
                <a:lnTo>
                  <a:pt x="82533" y="769985"/>
                </a:lnTo>
                <a:lnTo>
                  <a:pt x="83675" y="755178"/>
                </a:lnTo>
                <a:lnTo>
                  <a:pt x="84699" y="740370"/>
                </a:lnTo>
                <a:lnTo>
                  <a:pt x="85591" y="725563"/>
                </a:lnTo>
                <a:lnTo>
                  <a:pt x="86343" y="710756"/>
                </a:lnTo>
                <a:lnTo>
                  <a:pt x="86961" y="695948"/>
                </a:lnTo>
                <a:lnTo>
                  <a:pt x="87453" y="681141"/>
                </a:lnTo>
                <a:lnTo>
                  <a:pt x="87835" y="666333"/>
                </a:lnTo>
                <a:lnTo>
                  <a:pt x="88123" y="651526"/>
                </a:lnTo>
                <a:lnTo>
                  <a:pt x="88336" y="636719"/>
                </a:lnTo>
                <a:lnTo>
                  <a:pt x="88488" y="621911"/>
                </a:lnTo>
                <a:lnTo>
                  <a:pt x="88594" y="607104"/>
                </a:lnTo>
                <a:lnTo>
                  <a:pt x="88666" y="592296"/>
                </a:lnTo>
                <a:lnTo>
                  <a:pt x="88714" y="577489"/>
                </a:lnTo>
                <a:lnTo>
                  <a:pt x="88745" y="562682"/>
                </a:lnTo>
                <a:lnTo>
                  <a:pt x="88765" y="547874"/>
                </a:lnTo>
                <a:lnTo>
                  <a:pt x="88777" y="533067"/>
                </a:lnTo>
                <a:lnTo>
                  <a:pt x="88784" y="518259"/>
                </a:lnTo>
                <a:lnTo>
                  <a:pt x="88788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7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10" y="533067"/>
                </a:lnTo>
                <a:lnTo>
                  <a:pt x="88823" y="547874"/>
                </a:lnTo>
                <a:lnTo>
                  <a:pt x="88842" y="562682"/>
                </a:lnTo>
                <a:lnTo>
                  <a:pt x="88873" y="577489"/>
                </a:lnTo>
                <a:lnTo>
                  <a:pt x="88921" y="592296"/>
                </a:lnTo>
                <a:lnTo>
                  <a:pt x="88993" y="607104"/>
                </a:lnTo>
                <a:lnTo>
                  <a:pt x="89100" y="621911"/>
                </a:lnTo>
                <a:lnTo>
                  <a:pt x="89252" y="636719"/>
                </a:lnTo>
                <a:lnTo>
                  <a:pt x="89464" y="651526"/>
                </a:lnTo>
                <a:lnTo>
                  <a:pt x="89752" y="666333"/>
                </a:lnTo>
                <a:lnTo>
                  <a:pt x="90134" y="681141"/>
                </a:lnTo>
                <a:lnTo>
                  <a:pt x="90627" y="695948"/>
                </a:lnTo>
                <a:lnTo>
                  <a:pt x="91244" y="710756"/>
                </a:lnTo>
                <a:lnTo>
                  <a:pt x="91996" y="725563"/>
                </a:lnTo>
                <a:lnTo>
                  <a:pt x="92888" y="740370"/>
                </a:lnTo>
                <a:lnTo>
                  <a:pt x="93913" y="755178"/>
                </a:lnTo>
                <a:lnTo>
                  <a:pt x="95054" y="769985"/>
                </a:lnTo>
                <a:lnTo>
                  <a:pt x="96285" y="784793"/>
                </a:lnTo>
                <a:lnTo>
                  <a:pt x="97567" y="799600"/>
                </a:lnTo>
                <a:lnTo>
                  <a:pt x="98853" y="814407"/>
                </a:lnTo>
                <a:lnTo>
                  <a:pt x="100088" y="829215"/>
                </a:lnTo>
                <a:lnTo>
                  <a:pt x="101219" y="844022"/>
                </a:lnTo>
                <a:lnTo>
                  <a:pt x="102196" y="858830"/>
                </a:lnTo>
                <a:lnTo>
                  <a:pt x="102978" y="873637"/>
                </a:lnTo>
                <a:lnTo>
                  <a:pt x="103537" y="888444"/>
                </a:lnTo>
                <a:lnTo>
                  <a:pt x="103864" y="903252"/>
                </a:lnTo>
                <a:lnTo>
                  <a:pt x="103964" y="918059"/>
                </a:lnTo>
                <a:lnTo>
                  <a:pt x="103862" y="932867"/>
                </a:lnTo>
                <a:lnTo>
                  <a:pt x="103594" y="947674"/>
                </a:lnTo>
                <a:lnTo>
                  <a:pt x="103207" y="962482"/>
                </a:lnTo>
                <a:lnTo>
                  <a:pt x="102752" y="977289"/>
                </a:lnTo>
                <a:lnTo>
                  <a:pt x="102279" y="992096"/>
                </a:lnTo>
                <a:lnTo>
                  <a:pt x="101831" y="1006904"/>
                </a:lnTo>
                <a:lnTo>
                  <a:pt x="101443" y="1021711"/>
                </a:lnTo>
                <a:lnTo>
                  <a:pt x="101138" y="1036519"/>
                </a:lnTo>
                <a:lnTo>
                  <a:pt x="100924" y="1051326"/>
                </a:lnTo>
                <a:lnTo>
                  <a:pt x="100801" y="1066133"/>
                </a:lnTo>
                <a:lnTo>
                  <a:pt x="100756" y="1080941"/>
                </a:lnTo>
                <a:lnTo>
                  <a:pt x="100769" y="1095748"/>
                </a:lnTo>
                <a:lnTo>
                  <a:pt x="100815" y="1110556"/>
                </a:lnTo>
                <a:lnTo>
                  <a:pt x="100870" y="1125363"/>
                </a:lnTo>
                <a:lnTo>
                  <a:pt x="100908" y="1140170"/>
                </a:lnTo>
                <a:lnTo>
                  <a:pt x="100908" y="1154978"/>
                </a:lnTo>
                <a:lnTo>
                  <a:pt x="100857" y="1169785"/>
                </a:lnTo>
                <a:lnTo>
                  <a:pt x="100746" y="1184593"/>
                </a:lnTo>
                <a:lnTo>
                  <a:pt x="100573" y="1199400"/>
                </a:lnTo>
                <a:lnTo>
                  <a:pt x="100343" y="1214207"/>
                </a:lnTo>
                <a:lnTo>
                  <a:pt x="100066" y="1229015"/>
                </a:lnTo>
                <a:lnTo>
                  <a:pt x="99753" y="1243822"/>
                </a:lnTo>
                <a:lnTo>
                  <a:pt x="99419" y="1258630"/>
                </a:lnTo>
                <a:lnTo>
                  <a:pt x="99076" y="1273437"/>
                </a:lnTo>
                <a:lnTo>
                  <a:pt x="98738" y="1288245"/>
                </a:lnTo>
                <a:lnTo>
                  <a:pt x="98412" y="1303052"/>
                </a:lnTo>
                <a:lnTo>
                  <a:pt x="98106" y="1317859"/>
                </a:lnTo>
                <a:lnTo>
                  <a:pt x="97822" y="1332667"/>
                </a:lnTo>
                <a:lnTo>
                  <a:pt x="97561" y="1347474"/>
                </a:lnTo>
                <a:lnTo>
                  <a:pt x="97322" y="1362282"/>
                </a:lnTo>
                <a:lnTo>
                  <a:pt x="97105" y="1377089"/>
                </a:lnTo>
                <a:lnTo>
                  <a:pt x="96908" y="1391896"/>
                </a:lnTo>
                <a:lnTo>
                  <a:pt x="96732" y="1406704"/>
                </a:lnTo>
                <a:lnTo>
                  <a:pt x="96583" y="1421511"/>
                </a:lnTo>
                <a:lnTo>
                  <a:pt x="96468" y="1436319"/>
                </a:lnTo>
                <a:lnTo>
                  <a:pt x="96405" y="1451126"/>
                </a:lnTo>
                <a:lnTo>
                  <a:pt x="96419" y="1465933"/>
                </a:lnTo>
                <a:lnTo>
                  <a:pt x="96545" y="1480741"/>
                </a:lnTo>
                <a:lnTo>
                  <a:pt x="96834" y="1495548"/>
                </a:lnTo>
                <a:lnTo>
                  <a:pt x="97350" y="1510356"/>
                </a:lnTo>
                <a:lnTo>
                  <a:pt x="98172" y="1525163"/>
                </a:lnTo>
                <a:lnTo>
                  <a:pt x="99397" y="1539970"/>
                </a:lnTo>
                <a:lnTo>
                  <a:pt x="101128" y="1554778"/>
                </a:lnTo>
                <a:lnTo>
                  <a:pt x="103477" y="1569585"/>
                </a:lnTo>
                <a:lnTo>
                  <a:pt x="106548" y="1584393"/>
                </a:lnTo>
                <a:lnTo>
                  <a:pt x="110427" y="1599200"/>
                </a:lnTo>
                <a:lnTo>
                  <a:pt x="115166" y="1614007"/>
                </a:lnTo>
                <a:lnTo>
                  <a:pt x="120767" y="1628815"/>
                </a:lnTo>
                <a:lnTo>
                  <a:pt x="127166" y="1643622"/>
                </a:lnTo>
                <a:lnTo>
                  <a:pt x="134223" y="1658430"/>
                </a:lnTo>
                <a:lnTo>
                  <a:pt x="141717" y="1673237"/>
                </a:lnTo>
                <a:lnTo>
                  <a:pt x="149353" y="1688045"/>
                </a:lnTo>
                <a:lnTo>
                  <a:pt x="156773" y="1702852"/>
                </a:lnTo>
                <a:lnTo>
                  <a:pt x="163585" y="1717659"/>
                </a:lnTo>
                <a:lnTo>
                  <a:pt x="169395" y="1732467"/>
                </a:lnTo>
                <a:lnTo>
                  <a:pt x="173841" y="1747274"/>
                </a:lnTo>
                <a:lnTo>
                  <a:pt x="17663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8591">
            <a:extLst>
              <a:ext uri="{FF2B5EF4-FFF2-40B4-BE49-F238E27FC236}">
                <a16:creationId xmlns:a16="http://schemas.microsoft.com/office/drawing/2014/main" id="{4362EC00-A780-4CDE-88FB-ED94BFEBCF6B}"/>
              </a:ext>
            </a:extLst>
          </p:cNvPr>
          <p:cNvSpPr>
            <a:spLocks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33" y="1762082"/>
                </a:lnTo>
                <a:lnTo>
                  <a:pt x="3668" y="1747274"/>
                </a:lnTo>
                <a:lnTo>
                  <a:pt x="8022" y="1732467"/>
                </a:lnTo>
                <a:lnTo>
                  <a:pt x="13714" y="1717659"/>
                </a:lnTo>
                <a:lnTo>
                  <a:pt x="20394" y="1702852"/>
                </a:lnTo>
                <a:lnTo>
                  <a:pt x="27677" y="1688045"/>
                </a:lnTo>
                <a:lnTo>
                  <a:pt x="35184" y="1673237"/>
                </a:lnTo>
                <a:lnTo>
                  <a:pt x="42568" y="1658430"/>
                </a:lnTo>
                <a:lnTo>
                  <a:pt x="49544" y="1643622"/>
                </a:lnTo>
                <a:lnTo>
                  <a:pt x="55901" y="1628815"/>
                </a:lnTo>
                <a:lnTo>
                  <a:pt x="61504" y="1614007"/>
                </a:lnTo>
                <a:lnTo>
                  <a:pt x="66295" y="1599200"/>
                </a:lnTo>
                <a:lnTo>
                  <a:pt x="70277" y="1584393"/>
                </a:lnTo>
                <a:lnTo>
                  <a:pt x="73503" y="1569585"/>
                </a:lnTo>
                <a:lnTo>
                  <a:pt x="76056" y="1554778"/>
                </a:lnTo>
                <a:lnTo>
                  <a:pt x="78036" y="1539970"/>
                </a:lnTo>
                <a:lnTo>
                  <a:pt x="79548" y="1525163"/>
                </a:lnTo>
                <a:lnTo>
                  <a:pt x="80687" y="1510356"/>
                </a:lnTo>
                <a:lnTo>
                  <a:pt x="81539" y="1495548"/>
                </a:lnTo>
                <a:lnTo>
                  <a:pt x="82172" y="1480741"/>
                </a:lnTo>
                <a:lnTo>
                  <a:pt x="82640" y="1465933"/>
                </a:lnTo>
                <a:lnTo>
                  <a:pt x="82981" y="1451126"/>
                </a:lnTo>
                <a:lnTo>
                  <a:pt x="83220" y="1436319"/>
                </a:lnTo>
                <a:lnTo>
                  <a:pt x="83374" y="1421511"/>
                </a:lnTo>
                <a:lnTo>
                  <a:pt x="83454" y="1406704"/>
                </a:lnTo>
                <a:lnTo>
                  <a:pt x="83464" y="1391896"/>
                </a:lnTo>
                <a:lnTo>
                  <a:pt x="83411" y="1377089"/>
                </a:lnTo>
                <a:lnTo>
                  <a:pt x="83298" y="1362282"/>
                </a:lnTo>
                <a:lnTo>
                  <a:pt x="83129" y="1347474"/>
                </a:lnTo>
                <a:lnTo>
                  <a:pt x="82913" y="1332667"/>
                </a:lnTo>
                <a:lnTo>
                  <a:pt x="82656" y="1317859"/>
                </a:lnTo>
                <a:lnTo>
                  <a:pt x="82369" y="1303052"/>
                </a:lnTo>
                <a:lnTo>
                  <a:pt x="82064" y="1288245"/>
                </a:lnTo>
                <a:lnTo>
                  <a:pt x="81753" y="1273437"/>
                </a:lnTo>
                <a:lnTo>
                  <a:pt x="81450" y="1258630"/>
                </a:lnTo>
                <a:lnTo>
                  <a:pt x="81167" y="1243822"/>
                </a:lnTo>
                <a:lnTo>
                  <a:pt x="80915" y="1229015"/>
                </a:lnTo>
                <a:lnTo>
                  <a:pt x="80703" y="1214207"/>
                </a:lnTo>
                <a:lnTo>
                  <a:pt x="80538" y="1199400"/>
                </a:lnTo>
                <a:lnTo>
                  <a:pt x="80421" y="1184593"/>
                </a:lnTo>
                <a:lnTo>
                  <a:pt x="80351" y="1169785"/>
                </a:lnTo>
                <a:lnTo>
                  <a:pt x="80318" y="1154978"/>
                </a:lnTo>
                <a:lnTo>
                  <a:pt x="80313" y="1140170"/>
                </a:lnTo>
                <a:lnTo>
                  <a:pt x="80318" y="1125363"/>
                </a:lnTo>
                <a:lnTo>
                  <a:pt x="80315" y="1110556"/>
                </a:lnTo>
                <a:lnTo>
                  <a:pt x="80283" y="1095748"/>
                </a:lnTo>
                <a:lnTo>
                  <a:pt x="80200" y="1080941"/>
                </a:lnTo>
                <a:lnTo>
                  <a:pt x="80047" y="1066133"/>
                </a:lnTo>
                <a:lnTo>
                  <a:pt x="79809" y="1051326"/>
                </a:lnTo>
                <a:lnTo>
                  <a:pt x="79476" y="1036519"/>
                </a:lnTo>
                <a:lnTo>
                  <a:pt x="79046" y="1021711"/>
                </a:lnTo>
                <a:lnTo>
                  <a:pt x="78526" y="1006904"/>
                </a:lnTo>
                <a:lnTo>
                  <a:pt x="77935" y="992096"/>
                </a:lnTo>
                <a:lnTo>
                  <a:pt x="77299" y="977289"/>
                </a:lnTo>
                <a:lnTo>
                  <a:pt x="76655" y="962482"/>
                </a:lnTo>
                <a:lnTo>
                  <a:pt x="76044" y="947674"/>
                </a:lnTo>
                <a:lnTo>
                  <a:pt x="75509" y="932867"/>
                </a:lnTo>
                <a:lnTo>
                  <a:pt x="75093" y="918059"/>
                </a:lnTo>
                <a:lnTo>
                  <a:pt x="74831" y="903252"/>
                </a:lnTo>
                <a:lnTo>
                  <a:pt x="74747" y="888444"/>
                </a:lnTo>
                <a:lnTo>
                  <a:pt x="74853" y="873637"/>
                </a:lnTo>
                <a:lnTo>
                  <a:pt x="75148" y="858830"/>
                </a:lnTo>
                <a:lnTo>
                  <a:pt x="75613" y="844022"/>
                </a:lnTo>
                <a:lnTo>
                  <a:pt x="76220" y="829215"/>
                </a:lnTo>
                <a:lnTo>
                  <a:pt x="76932" y="814407"/>
                </a:lnTo>
                <a:lnTo>
                  <a:pt x="77707" y="799600"/>
                </a:lnTo>
                <a:lnTo>
                  <a:pt x="78503" y="784793"/>
                </a:lnTo>
                <a:lnTo>
                  <a:pt x="79282" y="769985"/>
                </a:lnTo>
                <a:lnTo>
                  <a:pt x="80012" y="755178"/>
                </a:lnTo>
                <a:lnTo>
                  <a:pt x="80670" y="740370"/>
                </a:lnTo>
                <a:lnTo>
                  <a:pt x="81241" y="725563"/>
                </a:lnTo>
                <a:lnTo>
                  <a:pt x="81720" y="710756"/>
                </a:lnTo>
                <a:lnTo>
                  <a:pt x="82110" y="695948"/>
                </a:lnTo>
                <a:lnTo>
                  <a:pt x="82418" y="681141"/>
                </a:lnTo>
                <a:lnTo>
                  <a:pt x="82656" y="666333"/>
                </a:lnTo>
                <a:lnTo>
                  <a:pt x="82840" y="651526"/>
                </a:lnTo>
                <a:lnTo>
                  <a:pt x="82982" y="636719"/>
                </a:lnTo>
                <a:lnTo>
                  <a:pt x="83098" y="621911"/>
                </a:lnTo>
                <a:lnTo>
                  <a:pt x="83198" y="607104"/>
                </a:lnTo>
                <a:lnTo>
                  <a:pt x="83292" y="592296"/>
                </a:lnTo>
                <a:lnTo>
                  <a:pt x="83387" y="577489"/>
                </a:lnTo>
                <a:lnTo>
                  <a:pt x="83486" y="562682"/>
                </a:lnTo>
                <a:lnTo>
                  <a:pt x="83593" y="547874"/>
                </a:lnTo>
                <a:lnTo>
                  <a:pt x="83706" y="533067"/>
                </a:lnTo>
                <a:lnTo>
                  <a:pt x="83826" y="518259"/>
                </a:lnTo>
                <a:lnTo>
                  <a:pt x="83950" y="503452"/>
                </a:lnTo>
                <a:lnTo>
                  <a:pt x="84076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2" y="444222"/>
                </a:lnTo>
                <a:lnTo>
                  <a:pt x="84572" y="429415"/>
                </a:lnTo>
                <a:lnTo>
                  <a:pt x="84686" y="414607"/>
                </a:lnTo>
                <a:lnTo>
                  <a:pt x="84794" y="399800"/>
                </a:lnTo>
                <a:lnTo>
                  <a:pt x="84896" y="384993"/>
                </a:lnTo>
                <a:lnTo>
                  <a:pt x="84991" y="370185"/>
                </a:lnTo>
                <a:lnTo>
                  <a:pt x="85078" y="355378"/>
                </a:lnTo>
                <a:lnTo>
                  <a:pt x="85159" y="340570"/>
                </a:lnTo>
                <a:lnTo>
                  <a:pt x="85233" y="325763"/>
                </a:lnTo>
                <a:lnTo>
                  <a:pt x="85298" y="310956"/>
                </a:lnTo>
                <a:lnTo>
                  <a:pt x="85351" y="296148"/>
                </a:lnTo>
                <a:lnTo>
                  <a:pt x="85388" y="281341"/>
                </a:lnTo>
                <a:lnTo>
                  <a:pt x="85401" y="266533"/>
                </a:lnTo>
                <a:lnTo>
                  <a:pt x="85378" y="251726"/>
                </a:lnTo>
                <a:lnTo>
                  <a:pt x="85304" y="236919"/>
                </a:lnTo>
                <a:lnTo>
                  <a:pt x="85159" y="222111"/>
                </a:lnTo>
                <a:lnTo>
                  <a:pt x="84923" y="207304"/>
                </a:lnTo>
                <a:lnTo>
                  <a:pt x="84573" y="192496"/>
                </a:lnTo>
                <a:lnTo>
                  <a:pt x="84091" y="177689"/>
                </a:lnTo>
                <a:lnTo>
                  <a:pt x="83460" y="162881"/>
                </a:lnTo>
                <a:lnTo>
                  <a:pt x="82676" y="148074"/>
                </a:lnTo>
                <a:lnTo>
                  <a:pt x="81744" y="133267"/>
                </a:lnTo>
                <a:lnTo>
                  <a:pt x="80683" y="118459"/>
                </a:lnTo>
                <a:lnTo>
                  <a:pt x="79528" y="103652"/>
                </a:lnTo>
                <a:lnTo>
                  <a:pt x="78328" y="88844"/>
                </a:lnTo>
                <a:lnTo>
                  <a:pt x="77144" y="74037"/>
                </a:lnTo>
                <a:lnTo>
                  <a:pt x="76045" y="59230"/>
                </a:lnTo>
                <a:lnTo>
                  <a:pt x="75099" y="44422"/>
                </a:lnTo>
                <a:lnTo>
                  <a:pt x="74371" y="29615"/>
                </a:lnTo>
                <a:lnTo>
                  <a:pt x="73912" y="14807"/>
                </a:lnTo>
                <a:lnTo>
                  <a:pt x="73755" y="0"/>
                </a:lnTo>
                <a:lnTo>
                  <a:pt x="103833" y="0"/>
                </a:lnTo>
                <a:lnTo>
                  <a:pt x="103833" y="0"/>
                </a:lnTo>
                <a:lnTo>
                  <a:pt x="103676" y="14807"/>
                </a:lnTo>
                <a:lnTo>
                  <a:pt x="103216" y="29615"/>
                </a:lnTo>
                <a:lnTo>
                  <a:pt x="102488" y="44422"/>
                </a:lnTo>
                <a:lnTo>
                  <a:pt x="101542" y="59230"/>
                </a:lnTo>
                <a:lnTo>
                  <a:pt x="100443" y="74037"/>
                </a:lnTo>
                <a:lnTo>
                  <a:pt x="99259" y="88844"/>
                </a:lnTo>
                <a:lnTo>
                  <a:pt x="98059" y="103652"/>
                </a:lnTo>
                <a:lnTo>
                  <a:pt x="96904" y="118459"/>
                </a:lnTo>
                <a:lnTo>
                  <a:pt x="95843" y="133267"/>
                </a:lnTo>
                <a:lnTo>
                  <a:pt x="94911" y="148074"/>
                </a:lnTo>
                <a:lnTo>
                  <a:pt x="94127" y="162881"/>
                </a:lnTo>
                <a:lnTo>
                  <a:pt x="93496" y="177689"/>
                </a:lnTo>
                <a:lnTo>
                  <a:pt x="93014" y="192496"/>
                </a:lnTo>
                <a:lnTo>
                  <a:pt x="92664" y="207304"/>
                </a:lnTo>
                <a:lnTo>
                  <a:pt x="92428" y="222111"/>
                </a:lnTo>
                <a:lnTo>
                  <a:pt x="92284" y="236919"/>
                </a:lnTo>
                <a:lnTo>
                  <a:pt x="92209" y="251726"/>
                </a:lnTo>
                <a:lnTo>
                  <a:pt x="92186" y="266533"/>
                </a:lnTo>
                <a:lnTo>
                  <a:pt x="92199" y="281341"/>
                </a:lnTo>
                <a:lnTo>
                  <a:pt x="92236" y="296148"/>
                </a:lnTo>
                <a:lnTo>
                  <a:pt x="92290" y="310956"/>
                </a:lnTo>
                <a:lnTo>
                  <a:pt x="92354" y="325763"/>
                </a:lnTo>
                <a:lnTo>
                  <a:pt x="92428" y="340570"/>
                </a:lnTo>
                <a:lnTo>
                  <a:pt x="92509" y="355378"/>
                </a:lnTo>
                <a:lnTo>
                  <a:pt x="92597" y="370185"/>
                </a:lnTo>
                <a:lnTo>
                  <a:pt x="92692" y="384993"/>
                </a:lnTo>
                <a:lnTo>
                  <a:pt x="92793" y="399800"/>
                </a:lnTo>
                <a:lnTo>
                  <a:pt x="92901" y="414607"/>
                </a:lnTo>
                <a:lnTo>
                  <a:pt x="93016" y="429415"/>
                </a:lnTo>
                <a:lnTo>
                  <a:pt x="93135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11" y="488644"/>
                </a:lnTo>
                <a:lnTo>
                  <a:pt x="93637" y="503452"/>
                </a:lnTo>
                <a:lnTo>
                  <a:pt x="93761" y="518259"/>
                </a:lnTo>
                <a:lnTo>
                  <a:pt x="93881" y="533067"/>
                </a:lnTo>
                <a:lnTo>
                  <a:pt x="93994" y="547874"/>
                </a:lnTo>
                <a:lnTo>
                  <a:pt x="94101" y="562682"/>
                </a:lnTo>
                <a:lnTo>
                  <a:pt x="94200" y="577489"/>
                </a:lnTo>
                <a:lnTo>
                  <a:pt x="94295" y="592296"/>
                </a:lnTo>
                <a:lnTo>
                  <a:pt x="94389" y="607104"/>
                </a:lnTo>
                <a:lnTo>
                  <a:pt x="94489" y="621911"/>
                </a:lnTo>
                <a:lnTo>
                  <a:pt x="94605" y="636719"/>
                </a:lnTo>
                <a:lnTo>
                  <a:pt x="94747" y="651526"/>
                </a:lnTo>
                <a:lnTo>
                  <a:pt x="94931" y="666333"/>
                </a:lnTo>
                <a:lnTo>
                  <a:pt x="95169" y="681141"/>
                </a:lnTo>
                <a:lnTo>
                  <a:pt x="95477" y="695948"/>
                </a:lnTo>
                <a:lnTo>
                  <a:pt x="95867" y="710756"/>
                </a:lnTo>
                <a:lnTo>
                  <a:pt x="96346" y="725563"/>
                </a:lnTo>
                <a:lnTo>
                  <a:pt x="96917" y="740370"/>
                </a:lnTo>
                <a:lnTo>
                  <a:pt x="97575" y="755178"/>
                </a:lnTo>
                <a:lnTo>
                  <a:pt x="98305" y="769985"/>
                </a:lnTo>
                <a:lnTo>
                  <a:pt x="99084" y="784793"/>
                </a:lnTo>
                <a:lnTo>
                  <a:pt x="99880" y="799600"/>
                </a:lnTo>
                <a:lnTo>
                  <a:pt x="100655" y="814407"/>
                </a:lnTo>
                <a:lnTo>
                  <a:pt x="101367" y="829215"/>
                </a:lnTo>
                <a:lnTo>
                  <a:pt x="101975" y="844022"/>
                </a:lnTo>
                <a:lnTo>
                  <a:pt x="102440" y="858830"/>
                </a:lnTo>
                <a:lnTo>
                  <a:pt x="102734" y="873637"/>
                </a:lnTo>
                <a:lnTo>
                  <a:pt x="102840" y="888444"/>
                </a:lnTo>
                <a:lnTo>
                  <a:pt x="102756" y="903252"/>
                </a:lnTo>
                <a:lnTo>
                  <a:pt x="102494" y="918059"/>
                </a:lnTo>
                <a:lnTo>
                  <a:pt x="102078" y="932867"/>
                </a:lnTo>
                <a:lnTo>
                  <a:pt x="101544" y="947674"/>
                </a:lnTo>
                <a:lnTo>
                  <a:pt x="100932" y="962482"/>
                </a:lnTo>
                <a:lnTo>
                  <a:pt x="100288" y="977289"/>
                </a:lnTo>
                <a:lnTo>
                  <a:pt x="99652" y="992096"/>
                </a:lnTo>
                <a:lnTo>
                  <a:pt x="99061" y="1006904"/>
                </a:lnTo>
                <a:lnTo>
                  <a:pt x="98541" y="1021711"/>
                </a:lnTo>
                <a:lnTo>
                  <a:pt x="98111" y="1036519"/>
                </a:lnTo>
                <a:lnTo>
                  <a:pt x="97778" y="1051326"/>
                </a:lnTo>
                <a:lnTo>
                  <a:pt x="97540" y="1066133"/>
                </a:lnTo>
                <a:lnTo>
                  <a:pt x="97387" y="1080941"/>
                </a:lnTo>
                <a:lnTo>
                  <a:pt x="97305" y="1095748"/>
                </a:lnTo>
                <a:lnTo>
                  <a:pt x="97272" y="1110556"/>
                </a:lnTo>
                <a:lnTo>
                  <a:pt x="97269" y="1125363"/>
                </a:lnTo>
                <a:lnTo>
                  <a:pt x="97274" y="1140170"/>
                </a:lnTo>
                <a:lnTo>
                  <a:pt x="97269" y="1154978"/>
                </a:lnTo>
                <a:lnTo>
                  <a:pt x="97237" y="1169785"/>
                </a:lnTo>
                <a:lnTo>
                  <a:pt x="97166" y="1184593"/>
                </a:lnTo>
                <a:lnTo>
                  <a:pt x="97049" y="1199400"/>
                </a:lnTo>
                <a:lnTo>
                  <a:pt x="96884" y="1214207"/>
                </a:lnTo>
                <a:lnTo>
                  <a:pt x="96672" y="1229015"/>
                </a:lnTo>
                <a:lnTo>
                  <a:pt x="96420" y="1243822"/>
                </a:lnTo>
                <a:lnTo>
                  <a:pt x="96137" y="1258630"/>
                </a:lnTo>
                <a:lnTo>
                  <a:pt x="95834" y="1273437"/>
                </a:lnTo>
                <a:lnTo>
                  <a:pt x="95523" y="1288245"/>
                </a:lnTo>
                <a:lnTo>
                  <a:pt x="95218" y="1303052"/>
                </a:lnTo>
                <a:lnTo>
                  <a:pt x="94931" y="1317859"/>
                </a:lnTo>
                <a:lnTo>
                  <a:pt x="94675" y="1332667"/>
                </a:lnTo>
                <a:lnTo>
                  <a:pt x="94458" y="1347474"/>
                </a:lnTo>
                <a:lnTo>
                  <a:pt x="94290" y="1362282"/>
                </a:lnTo>
                <a:lnTo>
                  <a:pt x="94176" y="1377089"/>
                </a:lnTo>
                <a:lnTo>
                  <a:pt x="94123" y="1391896"/>
                </a:lnTo>
                <a:lnTo>
                  <a:pt x="94134" y="1406704"/>
                </a:lnTo>
                <a:lnTo>
                  <a:pt x="94213" y="1421511"/>
                </a:lnTo>
                <a:lnTo>
                  <a:pt x="94367" y="1436319"/>
                </a:lnTo>
                <a:lnTo>
                  <a:pt x="94606" y="1451126"/>
                </a:lnTo>
                <a:lnTo>
                  <a:pt x="94947" y="1465933"/>
                </a:lnTo>
                <a:lnTo>
                  <a:pt x="95415" y="1480741"/>
                </a:lnTo>
                <a:lnTo>
                  <a:pt x="96048" y="1495548"/>
                </a:lnTo>
                <a:lnTo>
                  <a:pt x="96900" y="1510356"/>
                </a:lnTo>
                <a:lnTo>
                  <a:pt x="98039" y="1525163"/>
                </a:lnTo>
                <a:lnTo>
                  <a:pt x="99551" y="1539970"/>
                </a:lnTo>
                <a:lnTo>
                  <a:pt x="101531" y="1554778"/>
                </a:lnTo>
                <a:lnTo>
                  <a:pt x="104084" y="1569585"/>
                </a:lnTo>
                <a:lnTo>
                  <a:pt x="107310" y="1584393"/>
                </a:lnTo>
                <a:lnTo>
                  <a:pt x="111293" y="1599200"/>
                </a:lnTo>
                <a:lnTo>
                  <a:pt x="116083" y="1614007"/>
                </a:lnTo>
                <a:lnTo>
                  <a:pt x="121686" y="1628815"/>
                </a:lnTo>
                <a:lnTo>
                  <a:pt x="128043" y="1643622"/>
                </a:lnTo>
                <a:lnTo>
                  <a:pt x="135019" y="1658430"/>
                </a:lnTo>
                <a:lnTo>
                  <a:pt x="142403" y="1673237"/>
                </a:lnTo>
                <a:lnTo>
                  <a:pt x="149910" y="1688045"/>
                </a:lnTo>
                <a:lnTo>
                  <a:pt x="157193" y="1702852"/>
                </a:lnTo>
                <a:lnTo>
                  <a:pt x="163873" y="1717659"/>
                </a:lnTo>
                <a:lnTo>
                  <a:pt x="169565" y="1732467"/>
                </a:lnTo>
                <a:lnTo>
                  <a:pt x="173920" y="1747274"/>
                </a:lnTo>
                <a:lnTo>
                  <a:pt x="17665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8592">
            <a:extLst>
              <a:ext uri="{FF2B5EF4-FFF2-40B4-BE49-F238E27FC236}">
                <a16:creationId xmlns:a16="http://schemas.microsoft.com/office/drawing/2014/main" id="{46A238AC-CE79-4054-BA01-6FBDE9E10068}"/>
              </a:ext>
            </a:extLst>
          </p:cNvPr>
          <p:cNvSpPr>
            <a:spLocks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4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7" y="977289"/>
                </a:lnTo>
                <a:lnTo>
                  <a:pt x="76885" y="962482"/>
                </a:lnTo>
                <a:lnTo>
                  <a:pt x="76251" y="947674"/>
                </a:lnTo>
                <a:lnTo>
                  <a:pt x="75683" y="932867"/>
                </a:lnTo>
                <a:lnTo>
                  <a:pt x="75224" y="918059"/>
                </a:lnTo>
                <a:lnTo>
                  <a:pt x="74912" y="903252"/>
                </a:lnTo>
                <a:lnTo>
                  <a:pt x="74772" y="888444"/>
                </a:lnTo>
                <a:lnTo>
                  <a:pt x="74818" y="873637"/>
                </a:lnTo>
                <a:lnTo>
                  <a:pt x="75048" y="858830"/>
                </a:lnTo>
                <a:lnTo>
                  <a:pt x="75446" y="844022"/>
                </a:lnTo>
                <a:lnTo>
                  <a:pt x="75984" y="829215"/>
                </a:lnTo>
                <a:lnTo>
                  <a:pt x="76626" y="814407"/>
                </a:lnTo>
                <a:lnTo>
                  <a:pt x="77329" y="799600"/>
                </a:lnTo>
                <a:lnTo>
                  <a:pt x="78054" y="784793"/>
                </a:lnTo>
                <a:lnTo>
                  <a:pt x="78762" y="769985"/>
                </a:lnTo>
                <a:lnTo>
                  <a:pt x="79425" y="755178"/>
                </a:lnTo>
                <a:lnTo>
                  <a:pt x="80021" y="740370"/>
                </a:lnTo>
                <a:lnTo>
                  <a:pt x="80537" y="725563"/>
                </a:lnTo>
                <a:lnTo>
                  <a:pt x="80971" y="710756"/>
                </a:lnTo>
                <a:lnTo>
                  <a:pt x="81327" y="695948"/>
                </a:lnTo>
                <a:lnTo>
                  <a:pt x="81613" y="681141"/>
                </a:lnTo>
                <a:lnTo>
                  <a:pt x="81844" y="666333"/>
                </a:lnTo>
                <a:lnTo>
                  <a:pt x="82032" y="651526"/>
                </a:lnTo>
                <a:lnTo>
                  <a:pt x="82192" y="636719"/>
                </a:lnTo>
                <a:lnTo>
                  <a:pt x="82337" y="621911"/>
                </a:lnTo>
                <a:lnTo>
                  <a:pt x="82477" y="607104"/>
                </a:lnTo>
                <a:lnTo>
                  <a:pt x="82618" y="592296"/>
                </a:lnTo>
                <a:lnTo>
                  <a:pt x="82766" y="577489"/>
                </a:lnTo>
                <a:lnTo>
                  <a:pt x="82924" y="562682"/>
                </a:lnTo>
                <a:lnTo>
                  <a:pt x="83091" y="547874"/>
                </a:lnTo>
                <a:lnTo>
                  <a:pt x="83268" y="533067"/>
                </a:lnTo>
                <a:lnTo>
                  <a:pt x="83453" y="518259"/>
                </a:lnTo>
                <a:lnTo>
                  <a:pt x="83644" y="503452"/>
                </a:lnTo>
                <a:lnTo>
                  <a:pt x="83842" y="488644"/>
                </a:lnTo>
                <a:lnTo>
                  <a:pt x="84044" y="473837"/>
                </a:lnTo>
                <a:lnTo>
                  <a:pt x="84248" y="459030"/>
                </a:lnTo>
                <a:lnTo>
                  <a:pt x="84454" y="444222"/>
                </a:lnTo>
                <a:lnTo>
                  <a:pt x="84659" y="429415"/>
                </a:lnTo>
                <a:lnTo>
                  <a:pt x="84859" y="414607"/>
                </a:lnTo>
                <a:lnTo>
                  <a:pt x="85052" y="399800"/>
                </a:lnTo>
                <a:lnTo>
                  <a:pt x="85233" y="384993"/>
                </a:lnTo>
                <a:lnTo>
                  <a:pt x="85397" y="370185"/>
                </a:lnTo>
                <a:lnTo>
                  <a:pt x="85541" y="355378"/>
                </a:lnTo>
                <a:lnTo>
                  <a:pt x="85659" y="340570"/>
                </a:lnTo>
                <a:lnTo>
                  <a:pt x="85748" y="325763"/>
                </a:lnTo>
                <a:lnTo>
                  <a:pt x="85801" y="310956"/>
                </a:lnTo>
                <a:lnTo>
                  <a:pt x="85814" y="296148"/>
                </a:lnTo>
                <a:lnTo>
                  <a:pt x="85777" y="281341"/>
                </a:lnTo>
                <a:lnTo>
                  <a:pt x="85681" y="266533"/>
                </a:lnTo>
                <a:lnTo>
                  <a:pt x="85508" y="251726"/>
                </a:lnTo>
                <a:lnTo>
                  <a:pt x="85241" y="236919"/>
                </a:lnTo>
                <a:lnTo>
                  <a:pt x="84855" y="222111"/>
                </a:lnTo>
                <a:lnTo>
                  <a:pt x="84324" y="207304"/>
                </a:lnTo>
                <a:lnTo>
                  <a:pt x="83621" y="192496"/>
                </a:lnTo>
                <a:lnTo>
                  <a:pt x="82721" y="177689"/>
                </a:lnTo>
                <a:lnTo>
                  <a:pt x="81609" y="162881"/>
                </a:lnTo>
                <a:lnTo>
                  <a:pt x="80279" y="148074"/>
                </a:lnTo>
                <a:lnTo>
                  <a:pt x="78743" y="133267"/>
                </a:lnTo>
                <a:lnTo>
                  <a:pt x="77032" y="118459"/>
                </a:lnTo>
                <a:lnTo>
                  <a:pt x="75199" y="103652"/>
                </a:lnTo>
                <a:lnTo>
                  <a:pt x="73317" y="88844"/>
                </a:lnTo>
                <a:lnTo>
                  <a:pt x="71476" y="74037"/>
                </a:lnTo>
                <a:lnTo>
                  <a:pt x="69778" y="59230"/>
                </a:lnTo>
                <a:lnTo>
                  <a:pt x="68324" y="44422"/>
                </a:lnTo>
                <a:lnTo>
                  <a:pt x="67208" y="29615"/>
                </a:lnTo>
                <a:lnTo>
                  <a:pt x="66505" y="14807"/>
                </a:lnTo>
                <a:lnTo>
                  <a:pt x="66265" y="0"/>
                </a:lnTo>
                <a:lnTo>
                  <a:pt x="111322" y="0"/>
                </a:lnTo>
                <a:lnTo>
                  <a:pt x="111322" y="0"/>
                </a:lnTo>
                <a:lnTo>
                  <a:pt x="111082" y="14807"/>
                </a:lnTo>
                <a:lnTo>
                  <a:pt x="110380" y="29615"/>
                </a:lnTo>
                <a:lnTo>
                  <a:pt x="109263" y="44422"/>
                </a:lnTo>
                <a:lnTo>
                  <a:pt x="107809" y="59230"/>
                </a:lnTo>
                <a:lnTo>
                  <a:pt x="106111" y="74037"/>
                </a:lnTo>
                <a:lnTo>
                  <a:pt x="104270" y="88844"/>
                </a:lnTo>
                <a:lnTo>
                  <a:pt x="102388" y="103652"/>
                </a:lnTo>
                <a:lnTo>
                  <a:pt x="100555" y="118459"/>
                </a:lnTo>
                <a:lnTo>
                  <a:pt x="98844" y="133267"/>
                </a:lnTo>
                <a:lnTo>
                  <a:pt x="97308" y="148074"/>
                </a:lnTo>
                <a:lnTo>
                  <a:pt x="95978" y="162881"/>
                </a:lnTo>
                <a:lnTo>
                  <a:pt x="94866" y="177689"/>
                </a:lnTo>
                <a:lnTo>
                  <a:pt x="93966" y="192496"/>
                </a:lnTo>
                <a:lnTo>
                  <a:pt x="93263" y="207304"/>
                </a:lnTo>
                <a:lnTo>
                  <a:pt x="92732" y="222111"/>
                </a:lnTo>
                <a:lnTo>
                  <a:pt x="92346" y="236919"/>
                </a:lnTo>
                <a:lnTo>
                  <a:pt x="92079" y="251726"/>
                </a:lnTo>
                <a:lnTo>
                  <a:pt x="91907" y="266533"/>
                </a:lnTo>
                <a:lnTo>
                  <a:pt x="91810" y="281341"/>
                </a:lnTo>
                <a:lnTo>
                  <a:pt x="91773" y="296148"/>
                </a:lnTo>
                <a:lnTo>
                  <a:pt x="91786" y="310956"/>
                </a:lnTo>
                <a:lnTo>
                  <a:pt x="91840" y="325763"/>
                </a:lnTo>
                <a:lnTo>
                  <a:pt x="91928" y="340570"/>
                </a:lnTo>
                <a:lnTo>
                  <a:pt x="92046" y="355378"/>
                </a:lnTo>
                <a:lnTo>
                  <a:pt x="92190" y="370185"/>
                </a:lnTo>
                <a:lnTo>
                  <a:pt x="92355" y="384993"/>
                </a:lnTo>
                <a:lnTo>
                  <a:pt x="92535" y="399800"/>
                </a:lnTo>
                <a:lnTo>
                  <a:pt x="92728" y="414607"/>
                </a:lnTo>
                <a:lnTo>
                  <a:pt x="92928" y="429415"/>
                </a:lnTo>
                <a:lnTo>
                  <a:pt x="93133" y="444222"/>
                </a:lnTo>
                <a:lnTo>
                  <a:pt x="93339" y="459030"/>
                </a:lnTo>
                <a:lnTo>
                  <a:pt x="93543" y="473837"/>
                </a:lnTo>
                <a:lnTo>
                  <a:pt x="93745" y="488644"/>
                </a:lnTo>
                <a:lnTo>
                  <a:pt x="93943" y="503452"/>
                </a:lnTo>
                <a:lnTo>
                  <a:pt x="94135" y="518259"/>
                </a:lnTo>
                <a:lnTo>
                  <a:pt x="94320" y="533067"/>
                </a:lnTo>
                <a:lnTo>
                  <a:pt x="94496" y="547874"/>
                </a:lnTo>
                <a:lnTo>
                  <a:pt x="94664" y="562682"/>
                </a:lnTo>
                <a:lnTo>
                  <a:pt x="94821" y="577489"/>
                </a:lnTo>
                <a:lnTo>
                  <a:pt x="94969" y="592296"/>
                </a:lnTo>
                <a:lnTo>
                  <a:pt x="95110" y="607104"/>
                </a:lnTo>
                <a:lnTo>
                  <a:pt x="95250" y="621911"/>
                </a:lnTo>
                <a:lnTo>
                  <a:pt x="95395" y="636719"/>
                </a:lnTo>
                <a:lnTo>
                  <a:pt x="95555" y="651526"/>
                </a:lnTo>
                <a:lnTo>
                  <a:pt x="95744" y="666333"/>
                </a:lnTo>
                <a:lnTo>
                  <a:pt x="95974" y="681141"/>
                </a:lnTo>
                <a:lnTo>
                  <a:pt x="96260" y="695948"/>
                </a:lnTo>
                <a:lnTo>
                  <a:pt x="96616" y="710756"/>
                </a:lnTo>
                <a:lnTo>
                  <a:pt x="97050" y="725563"/>
                </a:lnTo>
                <a:lnTo>
                  <a:pt x="97566" y="740370"/>
                </a:lnTo>
                <a:lnTo>
                  <a:pt x="98162" y="755178"/>
                </a:lnTo>
                <a:lnTo>
                  <a:pt x="98825" y="769985"/>
                </a:lnTo>
                <a:lnTo>
                  <a:pt x="99534" y="784793"/>
                </a:lnTo>
                <a:lnTo>
                  <a:pt x="100258" y="799600"/>
                </a:lnTo>
                <a:lnTo>
                  <a:pt x="100961" y="814407"/>
                </a:lnTo>
                <a:lnTo>
                  <a:pt x="101603" y="829215"/>
                </a:lnTo>
                <a:lnTo>
                  <a:pt x="102141" y="844022"/>
                </a:lnTo>
                <a:lnTo>
                  <a:pt x="102539" y="858830"/>
                </a:lnTo>
                <a:lnTo>
                  <a:pt x="102769" y="873637"/>
                </a:lnTo>
                <a:lnTo>
                  <a:pt x="102815" y="888444"/>
                </a:lnTo>
                <a:lnTo>
                  <a:pt x="102676" y="903252"/>
                </a:lnTo>
                <a:lnTo>
                  <a:pt x="102363" y="918059"/>
                </a:lnTo>
                <a:lnTo>
                  <a:pt x="101904" y="932867"/>
                </a:lnTo>
                <a:lnTo>
                  <a:pt x="101336" y="947674"/>
                </a:lnTo>
                <a:lnTo>
                  <a:pt x="100702" y="962482"/>
                </a:lnTo>
                <a:lnTo>
                  <a:pt x="100050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9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7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8593">
            <a:extLst>
              <a:ext uri="{FF2B5EF4-FFF2-40B4-BE49-F238E27FC236}">
                <a16:creationId xmlns:a16="http://schemas.microsoft.com/office/drawing/2014/main" id="{4B1879C2-0BA6-4F41-A32A-63AFDCF68719}"/>
              </a:ext>
            </a:extLst>
          </p:cNvPr>
          <p:cNvSpPr>
            <a:spLocks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3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8" y="977289"/>
                </a:lnTo>
                <a:lnTo>
                  <a:pt x="76885" y="962482"/>
                </a:lnTo>
                <a:lnTo>
                  <a:pt x="76252" y="947674"/>
                </a:lnTo>
                <a:lnTo>
                  <a:pt x="75685" y="932867"/>
                </a:lnTo>
                <a:lnTo>
                  <a:pt x="75226" y="918059"/>
                </a:lnTo>
                <a:lnTo>
                  <a:pt x="74915" y="903252"/>
                </a:lnTo>
                <a:lnTo>
                  <a:pt x="74778" y="888444"/>
                </a:lnTo>
                <a:lnTo>
                  <a:pt x="74827" y="873637"/>
                </a:lnTo>
                <a:lnTo>
                  <a:pt x="75062" y="858830"/>
                </a:lnTo>
                <a:lnTo>
                  <a:pt x="75467" y="844022"/>
                </a:lnTo>
                <a:lnTo>
                  <a:pt x="76014" y="829215"/>
                </a:lnTo>
                <a:lnTo>
                  <a:pt x="76668" y="814407"/>
                </a:lnTo>
                <a:lnTo>
                  <a:pt x="77388" y="799600"/>
                </a:lnTo>
                <a:lnTo>
                  <a:pt x="78133" y="784793"/>
                </a:lnTo>
                <a:lnTo>
                  <a:pt x="78869" y="769985"/>
                </a:lnTo>
                <a:lnTo>
                  <a:pt x="79563" y="755178"/>
                </a:lnTo>
                <a:lnTo>
                  <a:pt x="80197" y="740370"/>
                </a:lnTo>
                <a:lnTo>
                  <a:pt x="80756" y="725563"/>
                </a:lnTo>
                <a:lnTo>
                  <a:pt x="81237" y="710756"/>
                </a:lnTo>
                <a:lnTo>
                  <a:pt x="81643" y="695948"/>
                </a:lnTo>
                <a:lnTo>
                  <a:pt x="81980" y="681141"/>
                </a:lnTo>
                <a:lnTo>
                  <a:pt x="82259" y="666333"/>
                </a:lnTo>
                <a:lnTo>
                  <a:pt x="82493" y="651526"/>
                </a:lnTo>
                <a:lnTo>
                  <a:pt x="82691" y="636719"/>
                </a:lnTo>
                <a:lnTo>
                  <a:pt x="82865" y="621911"/>
                </a:lnTo>
                <a:lnTo>
                  <a:pt x="83021" y="607104"/>
                </a:lnTo>
                <a:lnTo>
                  <a:pt x="83167" y="592296"/>
                </a:lnTo>
                <a:lnTo>
                  <a:pt x="83306" y="577489"/>
                </a:lnTo>
                <a:lnTo>
                  <a:pt x="83440" y="562682"/>
                </a:lnTo>
                <a:lnTo>
                  <a:pt x="83571" y="547874"/>
                </a:lnTo>
                <a:lnTo>
                  <a:pt x="83700" y="533067"/>
                </a:lnTo>
                <a:lnTo>
                  <a:pt x="83827" y="518259"/>
                </a:lnTo>
                <a:lnTo>
                  <a:pt x="83953" y="503452"/>
                </a:lnTo>
                <a:lnTo>
                  <a:pt x="84078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4" y="444222"/>
                </a:lnTo>
                <a:lnTo>
                  <a:pt x="84578" y="429415"/>
                </a:lnTo>
                <a:lnTo>
                  <a:pt x="84699" y="414607"/>
                </a:lnTo>
                <a:lnTo>
                  <a:pt x="84816" y="399800"/>
                </a:lnTo>
                <a:lnTo>
                  <a:pt x="84924" y="384993"/>
                </a:lnTo>
                <a:lnTo>
                  <a:pt x="85023" y="370185"/>
                </a:lnTo>
                <a:lnTo>
                  <a:pt x="85109" y="355378"/>
                </a:lnTo>
                <a:lnTo>
                  <a:pt x="85179" y="340570"/>
                </a:lnTo>
                <a:lnTo>
                  <a:pt x="85231" y="325763"/>
                </a:lnTo>
                <a:lnTo>
                  <a:pt x="85262" y="310956"/>
                </a:lnTo>
                <a:lnTo>
                  <a:pt x="85265" y="296148"/>
                </a:lnTo>
                <a:lnTo>
                  <a:pt x="85233" y="281341"/>
                </a:lnTo>
                <a:lnTo>
                  <a:pt x="85153" y="266533"/>
                </a:lnTo>
                <a:lnTo>
                  <a:pt x="85009" y="251726"/>
                </a:lnTo>
                <a:lnTo>
                  <a:pt x="84780" y="236919"/>
                </a:lnTo>
                <a:lnTo>
                  <a:pt x="84439" y="222111"/>
                </a:lnTo>
                <a:lnTo>
                  <a:pt x="83957" y="207304"/>
                </a:lnTo>
                <a:lnTo>
                  <a:pt x="83305" y="192496"/>
                </a:lnTo>
                <a:lnTo>
                  <a:pt x="82456" y="177689"/>
                </a:lnTo>
                <a:lnTo>
                  <a:pt x="81390" y="162881"/>
                </a:lnTo>
                <a:lnTo>
                  <a:pt x="80103" y="148074"/>
                </a:lnTo>
                <a:lnTo>
                  <a:pt x="78605" y="133267"/>
                </a:lnTo>
                <a:lnTo>
                  <a:pt x="76926" y="118459"/>
                </a:lnTo>
                <a:lnTo>
                  <a:pt x="75119" y="103652"/>
                </a:lnTo>
                <a:lnTo>
                  <a:pt x="73258" y="88844"/>
                </a:lnTo>
                <a:lnTo>
                  <a:pt x="71434" y="74037"/>
                </a:lnTo>
                <a:lnTo>
                  <a:pt x="69748" y="59230"/>
                </a:lnTo>
                <a:lnTo>
                  <a:pt x="68302" y="44422"/>
                </a:lnTo>
                <a:lnTo>
                  <a:pt x="67192" y="29615"/>
                </a:lnTo>
                <a:lnTo>
                  <a:pt x="66493" y="14807"/>
                </a:lnTo>
                <a:lnTo>
                  <a:pt x="66254" y="0"/>
                </a:lnTo>
                <a:lnTo>
                  <a:pt x="111333" y="0"/>
                </a:lnTo>
                <a:lnTo>
                  <a:pt x="111333" y="0"/>
                </a:lnTo>
                <a:lnTo>
                  <a:pt x="111095" y="14807"/>
                </a:lnTo>
                <a:lnTo>
                  <a:pt x="110395" y="29615"/>
                </a:lnTo>
                <a:lnTo>
                  <a:pt x="109285" y="44422"/>
                </a:lnTo>
                <a:lnTo>
                  <a:pt x="107839" y="59230"/>
                </a:lnTo>
                <a:lnTo>
                  <a:pt x="106153" y="74037"/>
                </a:lnTo>
                <a:lnTo>
                  <a:pt x="104329" y="88844"/>
                </a:lnTo>
                <a:lnTo>
                  <a:pt x="102468" y="103652"/>
                </a:lnTo>
                <a:lnTo>
                  <a:pt x="100661" y="118459"/>
                </a:lnTo>
                <a:lnTo>
                  <a:pt x="98982" y="133267"/>
                </a:lnTo>
                <a:lnTo>
                  <a:pt x="97484" y="148074"/>
                </a:lnTo>
                <a:lnTo>
                  <a:pt x="96197" y="162881"/>
                </a:lnTo>
                <a:lnTo>
                  <a:pt x="95132" y="177689"/>
                </a:lnTo>
                <a:lnTo>
                  <a:pt x="94282" y="192496"/>
                </a:lnTo>
                <a:lnTo>
                  <a:pt x="93630" y="207304"/>
                </a:lnTo>
                <a:lnTo>
                  <a:pt x="93148" y="222111"/>
                </a:lnTo>
                <a:lnTo>
                  <a:pt x="92807" y="236919"/>
                </a:lnTo>
                <a:lnTo>
                  <a:pt x="92578" y="251726"/>
                </a:lnTo>
                <a:lnTo>
                  <a:pt x="92434" y="266533"/>
                </a:lnTo>
                <a:lnTo>
                  <a:pt x="92355" y="281341"/>
                </a:lnTo>
                <a:lnTo>
                  <a:pt x="92322" y="296148"/>
                </a:lnTo>
                <a:lnTo>
                  <a:pt x="92325" y="310956"/>
                </a:lnTo>
                <a:lnTo>
                  <a:pt x="92356" y="325763"/>
                </a:lnTo>
                <a:lnTo>
                  <a:pt x="92408" y="340570"/>
                </a:lnTo>
                <a:lnTo>
                  <a:pt x="92478" y="355378"/>
                </a:lnTo>
                <a:lnTo>
                  <a:pt x="92564" y="370185"/>
                </a:lnTo>
                <a:lnTo>
                  <a:pt x="92663" y="384993"/>
                </a:lnTo>
                <a:lnTo>
                  <a:pt x="92772" y="399800"/>
                </a:lnTo>
                <a:lnTo>
                  <a:pt x="92888" y="414607"/>
                </a:lnTo>
                <a:lnTo>
                  <a:pt x="93009" y="429415"/>
                </a:lnTo>
                <a:lnTo>
                  <a:pt x="93133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09" y="488644"/>
                </a:lnTo>
                <a:lnTo>
                  <a:pt x="93634" y="503452"/>
                </a:lnTo>
                <a:lnTo>
                  <a:pt x="93760" y="518259"/>
                </a:lnTo>
                <a:lnTo>
                  <a:pt x="93887" y="533067"/>
                </a:lnTo>
                <a:lnTo>
                  <a:pt x="94016" y="547874"/>
                </a:lnTo>
                <a:lnTo>
                  <a:pt x="94147" y="562682"/>
                </a:lnTo>
                <a:lnTo>
                  <a:pt x="94281" y="577489"/>
                </a:lnTo>
                <a:lnTo>
                  <a:pt x="94420" y="592296"/>
                </a:lnTo>
                <a:lnTo>
                  <a:pt x="94566" y="607104"/>
                </a:lnTo>
                <a:lnTo>
                  <a:pt x="94722" y="621911"/>
                </a:lnTo>
                <a:lnTo>
                  <a:pt x="94896" y="636719"/>
                </a:lnTo>
                <a:lnTo>
                  <a:pt x="95094" y="651526"/>
                </a:lnTo>
                <a:lnTo>
                  <a:pt x="95328" y="666333"/>
                </a:lnTo>
                <a:lnTo>
                  <a:pt x="95607" y="681141"/>
                </a:lnTo>
                <a:lnTo>
                  <a:pt x="95944" y="695948"/>
                </a:lnTo>
                <a:lnTo>
                  <a:pt x="96350" y="710756"/>
                </a:lnTo>
                <a:lnTo>
                  <a:pt x="96831" y="725563"/>
                </a:lnTo>
                <a:lnTo>
                  <a:pt x="97390" y="740370"/>
                </a:lnTo>
                <a:lnTo>
                  <a:pt x="98024" y="755178"/>
                </a:lnTo>
                <a:lnTo>
                  <a:pt x="98719" y="769985"/>
                </a:lnTo>
                <a:lnTo>
                  <a:pt x="99454" y="784793"/>
                </a:lnTo>
                <a:lnTo>
                  <a:pt x="100200" y="799600"/>
                </a:lnTo>
                <a:lnTo>
                  <a:pt x="100920" y="814407"/>
                </a:lnTo>
                <a:lnTo>
                  <a:pt x="101573" y="829215"/>
                </a:lnTo>
                <a:lnTo>
                  <a:pt x="102121" y="844022"/>
                </a:lnTo>
                <a:lnTo>
                  <a:pt x="102525" y="858830"/>
                </a:lnTo>
                <a:lnTo>
                  <a:pt x="102760" y="873637"/>
                </a:lnTo>
                <a:lnTo>
                  <a:pt x="102810" y="888444"/>
                </a:lnTo>
                <a:lnTo>
                  <a:pt x="102672" y="903252"/>
                </a:lnTo>
                <a:lnTo>
                  <a:pt x="102361" y="918059"/>
                </a:lnTo>
                <a:lnTo>
                  <a:pt x="101903" y="932867"/>
                </a:lnTo>
                <a:lnTo>
                  <a:pt x="101335" y="947674"/>
                </a:lnTo>
                <a:lnTo>
                  <a:pt x="100702" y="962482"/>
                </a:lnTo>
                <a:lnTo>
                  <a:pt x="100049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8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6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8594">
            <a:extLst>
              <a:ext uri="{FF2B5EF4-FFF2-40B4-BE49-F238E27FC236}">
                <a16:creationId xmlns:a16="http://schemas.microsoft.com/office/drawing/2014/main" id="{7186EB7D-72E2-4974-97B5-6855141EAFBC}"/>
              </a:ext>
            </a:extLst>
          </p:cNvPr>
          <p:cNvSpPr>
            <a:spLocks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8595">
            <a:extLst>
              <a:ext uri="{FF2B5EF4-FFF2-40B4-BE49-F238E27FC236}">
                <a16:creationId xmlns:a16="http://schemas.microsoft.com/office/drawing/2014/main" id="{EB466408-4F49-4C45-9834-AF50EE3586D8}"/>
              </a:ext>
            </a:extLst>
          </p:cNvPr>
          <p:cNvSpPr>
            <a:spLocks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8596">
            <a:extLst>
              <a:ext uri="{FF2B5EF4-FFF2-40B4-BE49-F238E27FC236}">
                <a16:creationId xmlns:a16="http://schemas.microsoft.com/office/drawing/2014/main" id="{0F22814E-8F77-4738-9932-475AB1D3F84C}"/>
              </a:ext>
            </a:extLst>
          </p:cNvPr>
          <p:cNvSpPr>
            <a:spLocks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8597">
            <a:extLst>
              <a:ext uri="{FF2B5EF4-FFF2-40B4-BE49-F238E27FC236}">
                <a16:creationId xmlns:a16="http://schemas.microsoft.com/office/drawing/2014/main" id="{7ED348A5-A5CF-43CD-ABDB-1432F310020C}"/>
              </a:ext>
            </a:extLst>
          </p:cNvPr>
          <p:cNvSpPr>
            <a:spLocks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8598">
            <a:extLst>
              <a:ext uri="{FF2B5EF4-FFF2-40B4-BE49-F238E27FC236}">
                <a16:creationId xmlns:a16="http://schemas.microsoft.com/office/drawing/2014/main" id="{4156AF85-0D9A-471A-9350-43455548BC87}"/>
              </a:ext>
            </a:extLst>
          </p:cNvPr>
          <p:cNvSpPr>
            <a:spLocks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8599">
            <a:extLst>
              <a:ext uri="{FF2B5EF4-FFF2-40B4-BE49-F238E27FC236}">
                <a16:creationId xmlns:a16="http://schemas.microsoft.com/office/drawing/2014/main" id="{CA852772-84EC-4F05-80A3-F14E038C07DD}"/>
              </a:ext>
            </a:extLst>
          </p:cNvPr>
          <p:cNvSpPr>
            <a:spLocks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8600">
            <a:extLst>
              <a:ext uri="{FF2B5EF4-FFF2-40B4-BE49-F238E27FC236}">
                <a16:creationId xmlns:a16="http://schemas.microsoft.com/office/drawing/2014/main" id="{14BE8B9E-F688-4724-BFA6-C8612E1CBE0D}"/>
              </a:ext>
            </a:extLst>
          </p:cNvPr>
          <p:cNvSpPr>
            <a:spLocks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8601">
            <a:extLst>
              <a:ext uri="{FF2B5EF4-FFF2-40B4-BE49-F238E27FC236}">
                <a16:creationId xmlns:a16="http://schemas.microsoft.com/office/drawing/2014/main" id="{778540CF-C59D-429F-80F6-9EB6DA8E961D}"/>
              </a:ext>
            </a:extLst>
          </p:cNvPr>
          <p:cNvSpPr>
            <a:spLocks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8602">
            <a:extLst>
              <a:ext uri="{FF2B5EF4-FFF2-40B4-BE49-F238E27FC236}">
                <a16:creationId xmlns:a16="http://schemas.microsoft.com/office/drawing/2014/main" id="{39093A9E-EE88-482C-A9E0-281BFDE44C55}"/>
              </a:ext>
            </a:extLst>
          </p:cNvPr>
          <p:cNvSpPr>
            <a:spLocks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8603">
            <a:extLst>
              <a:ext uri="{FF2B5EF4-FFF2-40B4-BE49-F238E27FC236}">
                <a16:creationId xmlns:a16="http://schemas.microsoft.com/office/drawing/2014/main" id="{761E7A82-9A44-491D-A379-FD2FEDD4B65C}"/>
              </a:ext>
            </a:extLst>
          </p:cNvPr>
          <p:cNvSpPr>
            <a:spLocks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8604">
            <a:extLst>
              <a:ext uri="{FF2B5EF4-FFF2-40B4-BE49-F238E27FC236}">
                <a16:creationId xmlns:a16="http://schemas.microsoft.com/office/drawing/2014/main" id="{2351F18C-9241-471A-BEBE-FEE4932B124F}"/>
              </a:ext>
            </a:extLst>
          </p:cNvPr>
          <p:cNvSpPr>
            <a:spLocks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8605">
            <a:extLst>
              <a:ext uri="{FF2B5EF4-FFF2-40B4-BE49-F238E27FC236}">
                <a16:creationId xmlns:a16="http://schemas.microsoft.com/office/drawing/2014/main" id="{7E97D036-55C6-46B9-AB19-40341F3F4876}"/>
              </a:ext>
            </a:extLst>
          </p:cNvPr>
          <p:cNvSpPr>
            <a:spLocks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8606">
            <a:extLst>
              <a:ext uri="{FF2B5EF4-FFF2-40B4-BE49-F238E27FC236}">
                <a16:creationId xmlns:a16="http://schemas.microsoft.com/office/drawing/2014/main" id="{5E3A76B3-D421-4317-807F-BB108CFD54DE}"/>
              </a:ext>
            </a:extLst>
          </p:cNvPr>
          <p:cNvSpPr>
            <a:spLocks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8607">
            <a:extLst>
              <a:ext uri="{FF2B5EF4-FFF2-40B4-BE49-F238E27FC236}">
                <a16:creationId xmlns:a16="http://schemas.microsoft.com/office/drawing/2014/main" id="{2216F827-68A9-4505-A284-9572BE297E0D}"/>
              </a:ext>
            </a:extLst>
          </p:cNvPr>
          <p:cNvSpPr>
            <a:spLocks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8608">
            <a:extLst>
              <a:ext uri="{FF2B5EF4-FFF2-40B4-BE49-F238E27FC236}">
                <a16:creationId xmlns:a16="http://schemas.microsoft.com/office/drawing/2014/main" id="{F84304B9-EDCA-4592-8062-AB22C2F9B375}"/>
              </a:ext>
            </a:extLst>
          </p:cNvPr>
          <p:cNvSpPr>
            <a:spLocks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8609">
            <a:extLst>
              <a:ext uri="{FF2B5EF4-FFF2-40B4-BE49-F238E27FC236}">
                <a16:creationId xmlns:a16="http://schemas.microsoft.com/office/drawing/2014/main" id="{89CA28D5-C23D-4905-8E08-1B8F63F24790}"/>
              </a:ext>
            </a:extLst>
          </p:cNvPr>
          <p:cNvSpPr>
            <a:spLocks/>
          </p:cNvSpPr>
          <p:nvPr/>
        </p:nvSpPr>
        <p:spPr>
          <a:xfrm>
            <a:off x="7223632" y="35919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8610">
            <a:extLst>
              <a:ext uri="{FF2B5EF4-FFF2-40B4-BE49-F238E27FC236}">
                <a16:creationId xmlns:a16="http://schemas.microsoft.com/office/drawing/2014/main" id="{2D5CF364-2DED-4FA7-8105-A499062527CE}"/>
              </a:ext>
            </a:extLst>
          </p:cNvPr>
          <p:cNvSpPr>
            <a:spLocks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8611">
            <a:extLst>
              <a:ext uri="{FF2B5EF4-FFF2-40B4-BE49-F238E27FC236}">
                <a16:creationId xmlns:a16="http://schemas.microsoft.com/office/drawing/2014/main" id="{0AD1074E-222E-40DB-847D-C0E88E21AA9B}"/>
              </a:ext>
            </a:extLst>
          </p:cNvPr>
          <p:cNvSpPr>
            <a:spLocks/>
          </p:cNvSpPr>
          <p:nvPr/>
        </p:nvSpPr>
        <p:spPr>
          <a:xfrm>
            <a:off x="72434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8612">
            <a:extLst>
              <a:ext uri="{FF2B5EF4-FFF2-40B4-BE49-F238E27FC236}">
                <a16:creationId xmlns:a16="http://schemas.microsoft.com/office/drawing/2014/main" id="{83A16C95-11E4-4441-A222-B897A2D911BA}"/>
              </a:ext>
            </a:extLst>
          </p:cNvPr>
          <p:cNvSpPr>
            <a:spLocks/>
          </p:cNvSpPr>
          <p:nvPr/>
        </p:nvSpPr>
        <p:spPr>
          <a:xfrm>
            <a:off x="72655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8613">
            <a:extLst>
              <a:ext uri="{FF2B5EF4-FFF2-40B4-BE49-F238E27FC236}">
                <a16:creationId xmlns:a16="http://schemas.microsoft.com/office/drawing/2014/main" id="{33141113-3805-46CF-9761-B13EC4C7B802}"/>
              </a:ext>
            </a:extLst>
          </p:cNvPr>
          <p:cNvSpPr>
            <a:spLocks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8614">
            <a:extLst>
              <a:ext uri="{FF2B5EF4-FFF2-40B4-BE49-F238E27FC236}">
                <a16:creationId xmlns:a16="http://schemas.microsoft.com/office/drawing/2014/main" id="{D0ECAE26-9AC7-4EF1-B700-A86DE038F7C3}"/>
              </a:ext>
            </a:extLst>
          </p:cNvPr>
          <p:cNvSpPr>
            <a:spLocks/>
          </p:cNvSpPr>
          <p:nvPr/>
        </p:nvSpPr>
        <p:spPr>
          <a:xfrm>
            <a:off x="7327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8615">
            <a:extLst>
              <a:ext uri="{FF2B5EF4-FFF2-40B4-BE49-F238E27FC236}">
                <a16:creationId xmlns:a16="http://schemas.microsoft.com/office/drawing/2014/main" id="{E88FC692-508D-4FFF-8FD6-14B3E5E2B3DA}"/>
              </a:ext>
            </a:extLst>
          </p:cNvPr>
          <p:cNvSpPr>
            <a:spLocks/>
          </p:cNvSpPr>
          <p:nvPr/>
        </p:nvSpPr>
        <p:spPr>
          <a:xfrm>
            <a:off x="7230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8616">
            <a:extLst>
              <a:ext uri="{FF2B5EF4-FFF2-40B4-BE49-F238E27FC236}">
                <a16:creationId xmlns:a16="http://schemas.microsoft.com/office/drawing/2014/main" id="{753E5755-3C1C-46D5-9136-D281C0FCD103}"/>
              </a:ext>
            </a:extLst>
          </p:cNvPr>
          <p:cNvSpPr>
            <a:spLocks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8617">
            <a:extLst>
              <a:ext uri="{FF2B5EF4-FFF2-40B4-BE49-F238E27FC236}">
                <a16:creationId xmlns:a16="http://schemas.microsoft.com/office/drawing/2014/main" id="{D527DFB4-3853-4B28-A7ED-77EB20ADC525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8618">
            <a:extLst>
              <a:ext uri="{FF2B5EF4-FFF2-40B4-BE49-F238E27FC236}">
                <a16:creationId xmlns:a16="http://schemas.microsoft.com/office/drawing/2014/main" id="{E9DE5F61-83E2-4839-8946-B55B50ACF734}"/>
              </a:ext>
            </a:extLst>
          </p:cNvPr>
          <p:cNvSpPr>
            <a:spLocks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8619">
            <a:extLst>
              <a:ext uri="{FF2B5EF4-FFF2-40B4-BE49-F238E27FC236}">
                <a16:creationId xmlns:a16="http://schemas.microsoft.com/office/drawing/2014/main" id="{47254789-0DC3-43E7-A1BB-690699932A1B}"/>
              </a:ext>
            </a:extLst>
          </p:cNvPr>
          <p:cNvSpPr>
            <a:spLocks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8620">
            <a:extLst>
              <a:ext uri="{FF2B5EF4-FFF2-40B4-BE49-F238E27FC236}">
                <a16:creationId xmlns:a16="http://schemas.microsoft.com/office/drawing/2014/main" id="{E2D819FE-943A-4980-80A5-3A6578CFE983}"/>
              </a:ext>
            </a:extLst>
          </p:cNvPr>
          <p:cNvSpPr>
            <a:spLocks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8621">
            <a:extLst>
              <a:ext uri="{FF2B5EF4-FFF2-40B4-BE49-F238E27FC236}">
                <a16:creationId xmlns:a16="http://schemas.microsoft.com/office/drawing/2014/main" id="{086D313D-CF68-465E-BC0E-B39A81187A0D}"/>
              </a:ext>
            </a:extLst>
          </p:cNvPr>
          <p:cNvSpPr>
            <a:spLocks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8622">
            <a:extLst>
              <a:ext uri="{FF2B5EF4-FFF2-40B4-BE49-F238E27FC236}">
                <a16:creationId xmlns:a16="http://schemas.microsoft.com/office/drawing/2014/main" id="{90B158F5-A3F2-4D0F-AEB0-58D6B099E4D0}"/>
              </a:ext>
            </a:extLst>
          </p:cNvPr>
          <p:cNvSpPr>
            <a:spLocks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8623">
            <a:extLst>
              <a:ext uri="{FF2B5EF4-FFF2-40B4-BE49-F238E27FC236}">
                <a16:creationId xmlns:a16="http://schemas.microsoft.com/office/drawing/2014/main" id="{3A5F0647-D2A1-4345-889B-140AAD721E6E}"/>
              </a:ext>
            </a:extLst>
          </p:cNvPr>
          <p:cNvSpPr>
            <a:spLocks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8624">
            <a:extLst>
              <a:ext uri="{FF2B5EF4-FFF2-40B4-BE49-F238E27FC236}">
                <a16:creationId xmlns:a16="http://schemas.microsoft.com/office/drawing/2014/main" id="{FA509E24-1675-424A-962D-115A82FD0201}"/>
              </a:ext>
            </a:extLst>
          </p:cNvPr>
          <p:cNvSpPr>
            <a:spLocks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8625">
            <a:extLst>
              <a:ext uri="{FF2B5EF4-FFF2-40B4-BE49-F238E27FC236}">
                <a16:creationId xmlns:a16="http://schemas.microsoft.com/office/drawing/2014/main" id="{5A979CB0-827F-444D-A789-1D3B0C1D1F75}"/>
              </a:ext>
            </a:extLst>
          </p:cNvPr>
          <p:cNvSpPr>
            <a:spLocks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8626">
            <a:extLst>
              <a:ext uri="{FF2B5EF4-FFF2-40B4-BE49-F238E27FC236}">
                <a16:creationId xmlns:a16="http://schemas.microsoft.com/office/drawing/2014/main" id="{A52751A3-57B8-44E0-A5D2-3400231B3869}"/>
              </a:ext>
            </a:extLst>
          </p:cNvPr>
          <p:cNvSpPr>
            <a:spLocks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8627">
            <a:extLst>
              <a:ext uri="{FF2B5EF4-FFF2-40B4-BE49-F238E27FC236}">
                <a16:creationId xmlns:a16="http://schemas.microsoft.com/office/drawing/2014/main" id="{93EFF8E3-BF89-491A-AB29-AAC960D18326}"/>
              </a:ext>
            </a:extLst>
          </p:cNvPr>
          <p:cNvSpPr>
            <a:spLocks/>
          </p:cNvSpPr>
          <p:nvPr/>
        </p:nvSpPr>
        <p:spPr>
          <a:xfrm>
            <a:off x="734337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8628">
            <a:extLst>
              <a:ext uri="{FF2B5EF4-FFF2-40B4-BE49-F238E27FC236}">
                <a16:creationId xmlns:a16="http://schemas.microsoft.com/office/drawing/2014/main" id="{AADD2FE4-BD59-4B4A-9172-022FC8A7BCA6}"/>
              </a:ext>
            </a:extLst>
          </p:cNvPr>
          <p:cNvSpPr>
            <a:spLocks/>
          </p:cNvSpPr>
          <p:nvPr/>
        </p:nvSpPr>
        <p:spPr>
          <a:xfrm>
            <a:off x="729842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8629">
            <a:extLst>
              <a:ext uri="{FF2B5EF4-FFF2-40B4-BE49-F238E27FC236}">
                <a16:creationId xmlns:a16="http://schemas.microsoft.com/office/drawing/2014/main" id="{AA4E07CD-EF2D-4AC3-9ACB-7AE9E9FF9115}"/>
              </a:ext>
            </a:extLst>
          </p:cNvPr>
          <p:cNvSpPr>
            <a:spLocks/>
          </p:cNvSpPr>
          <p:nvPr/>
        </p:nvSpPr>
        <p:spPr>
          <a:xfrm>
            <a:off x="7221157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8630">
            <a:extLst>
              <a:ext uri="{FF2B5EF4-FFF2-40B4-BE49-F238E27FC236}">
                <a16:creationId xmlns:a16="http://schemas.microsoft.com/office/drawing/2014/main" id="{834180F4-A4D0-48CC-93C4-FA14083BAFD3}"/>
              </a:ext>
            </a:extLst>
          </p:cNvPr>
          <p:cNvSpPr>
            <a:spLocks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8631">
            <a:extLst>
              <a:ext uri="{FF2B5EF4-FFF2-40B4-BE49-F238E27FC236}">
                <a16:creationId xmlns:a16="http://schemas.microsoft.com/office/drawing/2014/main" id="{2660C758-6A76-4624-9FAB-1F50EECA909E}"/>
              </a:ext>
            </a:extLst>
          </p:cNvPr>
          <p:cNvSpPr>
            <a:spLocks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8632">
            <a:extLst>
              <a:ext uri="{FF2B5EF4-FFF2-40B4-BE49-F238E27FC236}">
                <a16:creationId xmlns:a16="http://schemas.microsoft.com/office/drawing/2014/main" id="{26EB833A-1EA6-4EFA-8D80-5AC5ACA1D12C}"/>
              </a:ext>
            </a:extLst>
          </p:cNvPr>
          <p:cNvSpPr>
            <a:spLocks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8633">
            <a:extLst>
              <a:ext uri="{FF2B5EF4-FFF2-40B4-BE49-F238E27FC236}">
                <a16:creationId xmlns:a16="http://schemas.microsoft.com/office/drawing/2014/main" id="{EDDF355A-6141-44F2-9260-87738CAF46F3}"/>
              </a:ext>
            </a:extLst>
          </p:cNvPr>
          <p:cNvSpPr>
            <a:spLocks/>
          </p:cNvSpPr>
          <p:nvPr/>
        </p:nvSpPr>
        <p:spPr>
          <a:xfrm>
            <a:off x="722011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8634">
            <a:extLst>
              <a:ext uri="{FF2B5EF4-FFF2-40B4-BE49-F238E27FC236}">
                <a16:creationId xmlns:a16="http://schemas.microsoft.com/office/drawing/2014/main" id="{3359D715-49B4-4D3E-935F-3599D1F5E386}"/>
              </a:ext>
            </a:extLst>
          </p:cNvPr>
          <p:cNvSpPr>
            <a:spLocks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8635">
            <a:extLst>
              <a:ext uri="{FF2B5EF4-FFF2-40B4-BE49-F238E27FC236}">
                <a16:creationId xmlns:a16="http://schemas.microsoft.com/office/drawing/2014/main" id="{5A8D4187-84F7-4A8C-AF2F-EA62BE312078}"/>
              </a:ext>
            </a:extLst>
          </p:cNvPr>
          <p:cNvSpPr>
            <a:spLocks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8636">
            <a:extLst>
              <a:ext uri="{FF2B5EF4-FFF2-40B4-BE49-F238E27FC236}">
                <a16:creationId xmlns:a16="http://schemas.microsoft.com/office/drawing/2014/main" id="{79364E7A-DF13-4474-8B41-9DD87B85237D}"/>
              </a:ext>
            </a:extLst>
          </p:cNvPr>
          <p:cNvSpPr>
            <a:spLocks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8637">
            <a:extLst>
              <a:ext uri="{FF2B5EF4-FFF2-40B4-BE49-F238E27FC236}">
                <a16:creationId xmlns:a16="http://schemas.microsoft.com/office/drawing/2014/main" id="{35ECF52C-FA1F-4648-8C69-12D9AFDC6DC1}"/>
              </a:ext>
            </a:extLst>
          </p:cNvPr>
          <p:cNvSpPr>
            <a:spLocks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8638">
            <a:extLst>
              <a:ext uri="{FF2B5EF4-FFF2-40B4-BE49-F238E27FC236}">
                <a16:creationId xmlns:a16="http://schemas.microsoft.com/office/drawing/2014/main" id="{15783A33-07EB-49A8-86CC-7CDA866D6E74}"/>
              </a:ext>
            </a:extLst>
          </p:cNvPr>
          <p:cNvSpPr>
            <a:spLocks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8639">
            <a:extLst>
              <a:ext uri="{FF2B5EF4-FFF2-40B4-BE49-F238E27FC236}">
                <a16:creationId xmlns:a16="http://schemas.microsoft.com/office/drawing/2014/main" id="{A381E428-5F3F-4ECF-ADA8-552E87CBCACD}"/>
              </a:ext>
            </a:extLst>
          </p:cNvPr>
          <p:cNvSpPr>
            <a:spLocks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8640">
            <a:extLst>
              <a:ext uri="{FF2B5EF4-FFF2-40B4-BE49-F238E27FC236}">
                <a16:creationId xmlns:a16="http://schemas.microsoft.com/office/drawing/2014/main" id="{8A8289E7-D20C-4516-8B7E-0C8E158BF815}"/>
              </a:ext>
            </a:extLst>
          </p:cNvPr>
          <p:cNvSpPr>
            <a:spLocks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8641">
            <a:extLst>
              <a:ext uri="{FF2B5EF4-FFF2-40B4-BE49-F238E27FC236}">
                <a16:creationId xmlns:a16="http://schemas.microsoft.com/office/drawing/2014/main" id="{D27C2F3D-20A2-4DC4-A666-1E428F199950}"/>
              </a:ext>
            </a:extLst>
          </p:cNvPr>
          <p:cNvSpPr>
            <a:spLocks/>
          </p:cNvSpPr>
          <p:nvPr/>
        </p:nvSpPr>
        <p:spPr>
          <a:xfrm>
            <a:off x="7304416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8642">
            <a:extLst>
              <a:ext uri="{FF2B5EF4-FFF2-40B4-BE49-F238E27FC236}">
                <a16:creationId xmlns:a16="http://schemas.microsoft.com/office/drawing/2014/main" id="{F98B60D8-E64C-4510-93E7-9F5DB78796C8}"/>
              </a:ext>
            </a:extLst>
          </p:cNvPr>
          <p:cNvSpPr>
            <a:spLocks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8643">
            <a:extLst>
              <a:ext uri="{FF2B5EF4-FFF2-40B4-BE49-F238E27FC236}">
                <a16:creationId xmlns:a16="http://schemas.microsoft.com/office/drawing/2014/main" id="{5F86D6CB-7A45-4F38-9A83-C7D1D73E1ECB}"/>
              </a:ext>
            </a:extLst>
          </p:cNvPr>
          <p:cNvSpPr>
            <a:spLocks/>
          </p:cNvSpPr>
          <p:nvPr/>
        </p:nvSpPr>
        <p:spPr>
          <a:xfrm>
            <a:off x="72205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8644">
            <a:extLst>
              <a:ext uri="{FF2B5EF4-FFF2-40B4-BE49-F238E27FC236}">
                <a16:creationId xmlns:a16="http://schemas.microsoft.com/office/drawing/2014/main" id="{E14E4E7C-6D0F-425F-94E7-3B4757E7E725}"/>
              </a:ext>
            </a:extLst>
          </p:cNvPr>
          <p:cNvSpPr>
            <a:spLocks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8645">
            <a:extLst>
              <a:ext uri="{FF2B5EF4-FFF2-40B4-BE49-F238E27FC236}">
                <a16:creationId xmlns:a16="http://schemas.microsoft.com/office/drawing/2014/main" id="{C739C284-D9CF-43F6-97E9-62351DD00396}"/>
              </a:ext>
            </a:extLst>
          </p:cNvPr>
          <p:cNvSpPr>
            <a:spLocks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8646">
            <a:extLst>
              <a:ext uri="{FF2B5EF4-FFF2-40B4-BE49-F238E27FC236}">
                <a16:creationId xmlns:a16="http://schemas.microsoft.com/office/drawing/2014/main" id="{E36CA084-0941-4DFC-AF3D-F7D6C553556A}"/>
              </a:ext>
            </a:extLst>
          </p:cNvPr>
          <p:cNvSpPr>
            <a:spLocks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8647">
            <a:extLst>
              <a:ext uri="{FF2B5EF4-FFF2-40B4-BE49-F238E27FC236}">
                <a16:creationId xmlns:a16="http://schemas.microsoft.com/office/drawing/2014/main" id="{DCFA1047-6C3B-4BD9-945A-44A8931CD65E}"/>
              </a:ext>
            </a:extLst>
          </p:cNvPr>
          <p:cNvSpPr>
            <a:spLocks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8648">
            <a:extLst>
              <a:ext uri="{FF2B5EF4-FFF2-40B4-BE49-F238E27FC236}">
                <a16:creationId xmlns:a16="http://schemas.microsoft.com/office/drawing/2014/main" id="{5DC2BD41-0F10-4CC2-AD3E-421A98DFCCFA}"/>
              </a:ext>
            </a:extLst>
          </p:cNvPr>
          <p:cNvSpPr>
            <a:spLocks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8649">
            <a:extLst>
              <a:ext uri="{FF2B5EF4-FFF2-40B4-BE49-F238E27FC236}">
                <a16:creationId xmlns:a16="http://schemas.microsoft.com/office/drawing/2014/main" id="{97A6277C-3449-4AEA-A686-0B02BA100683}"/>
              </a:ext>
            </a:extLst>
          </p:cNvPr>
          <p:cNvSpPr>
            <a:spLocks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8650">
            <a:extLst>
              <a:ext uri="{FF2B5EF4-FFF2-40B4-BE49-F238E27FC236}">
                <a16:creationId xmlns:a16="http://schemas.microsoft.com/office/drawing/2014/main" id="{9BD3B66F-6445-4014-88A3-28CDE824F7D5}"/>
              </a:ext>
            </a:extLst>
          </p:cNvPr>
          <p:cNvSpPr>
            <a:spLocks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8651">
            <a:extLst>
              <a:ext uri="{FF2B5EF4-FFF2-40B4-BE49-F238E27FC236}">
                <a16:creationId xmlns:a16="http://schemas.microsoft.com/office/drawing/2014/main" id="{28180F80-1DAC-4416-8449-C2CDD58A50AC}"/>
              </a:ext>
            </a:extLst>
          </p:cNvPr>
          <p:cNvSpPr>
            <a:spLocks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8652">
            <a:extLst>
              <a:ext uri="{FF2B5EF4-FFF2-40B4-BE49-F238E27FC236}">
                <a16:creationId xmlns:a16="http://schemas.microsoft.com/office/drawing/2014/main" id="{A4F253A6-DC6B-4D71-A024-DA264A9F1FFC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8653">
            <a:extLst>
              <a:ext uri="{FF2B5EF4-FFF2-40B4-BE49-F238E27FC236}">
                <a16:creationId xmlns:a16="http://schemas.microsoft.com/office/drawing/2014/main" id="{75D8935C-980A-4C1A-B22E-D79F4957315E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8654">
            <a:extLst>
              <a:ext uri="{FF2B5EF4-FFF2-40B4-BE49-F238E27FC236}">
                <a16:creationId xmlns:a16="http://schemas.microsoft.com/office/drawing/2014/main" id="{DD91A0C0-67BC-4092-B811-A9726CDC5093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8655">
            <a:extLst>
              <a:ext uri="{FF2B5EF4-FFF2-40B4-BE49-F238E27FC236}">
                <a16:creationId xmlns:a16="http://schemas.microsoft.com/office/drawing/2014/main" id="{48DC7EBC-14D9-4C3F-A7E3-5A7F926DED0C}"/>
              </a:ext>
            </a:extLst>
          </p:cNvPr>
          <p:cNvSpPr>
            <a:spLocks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8656">
            <a:extLst>
              <a:ext uri="{FF2B5EF4-FFF2-40B4-BE49-F238E27FC236}">
                <a16:creationId xmlns:a16="http://schemas.microsoft.com/office/drawing/2014/main" id="{F11EDCED-D3CF-40D7-B346-F9BC4A58A925}"/>
              </a:ext>
            </a:extLst>
          </p:cNvPr>
          <p:cNvSpPr>
            <a:spLocks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8657">
            <a:extLst>
              <a:ext uri="{FF2B5EF4-FFF2-40B4-BE49-F238E27FC236}">
                <a16:creationId xmlns:a16="http://schemas.microsoft.com/office/drawing/2014/main" id="{EE5B1F62-ECBA-4EB2-884D-201471071087}"/>
              </a:ext>
            </a:extLst>
          </p:cNvPr>
          <p:cNvSpPr>
            <a:spLocks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8658">
            <a:extLst>
              <a:ext uri="{FF2B5EF4-FFF2-40B4-BE49-F238E27FC236}">
                <a16:creationId xmlns:a16="http://schemas.microsoft.com/office/drawing/2014/main" id="{59378EF8-2618-4786-BB0B-8FE968CD47F7}"/>
              </a:ext>
            </a:extLst>
          </p:cNvPr>
          <p:cNvSpPr>
            <a:spLocks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8659">
            <a:extLst>
              <a:ext uri="{FF2B5EF4-FFF2-40B4-BE49-F238E27FC236}">
                <a16:creationId xmlns:a16="http://schemas.microsoft.com/office/drawing/2014/main" id="{F5BE0105-85C5-4930-B4C1-2FFDF34D2A45}"/>
              </a:ext>
            </a:extLst>
          </p:cNvPr>
          <p:cNvSpPr>
            <a:spLocks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8660">
            <a:extLst>
              <a:ext uri="{FF2B5EF4-FFF2-40B4-BE49-F238E27FC236}">
                <a16:creationId xmlns:a16="http://schemas.microsoft.com/office/drawing/2014/main" id="{80057DC3-F417-44F9-A579-BC520EBAA7FE}"/>
              </a:ext>
            </a:extLst>
          </p:cNvPr>
          <p:cNvSpPr>
            <a:spLocks/>
          </p:cNvSpPr>
          <p:nvPr/>
        </p:nvSpPr>
        <p:spPr>
          <a:xfrm>
            <a:off x="733751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8661">
            <a:extLst>
              <a:ext uri="{FF2B5EF4-FFF2-40B4-BE49-F238E27FC236}">
                <a16:creationId xmlns:a16="http://schemas.microsoft.com/office/drawing/2014/main" id="{20314432-70A6-4443-807B-EB0FF656ACDD}"/>
              </a:ext>
            </a:extLst>
          </p:cNvPr>
          <p:cNvSpPr>
            <a:spLocks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8662">
            <a:extLst>
              <a:ext uri="{FF2B5EF4-FFF2-40B4-BE49-F238E27FC236}">
                <a16:creationId xmlns:a16="http://schemas.microsoft.com/office/drawing/2014/main" id="{E534248A-257B-4CA3-BE36-8E0C2DDE9CE4}"/>
              </a:ext>
            </a:extLst>
          </p:cNvPr>
          <p:cNvSpPr>
            <a:spLocks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8663">
            <a:extLst>
              <a:ext uri="{FF2B5EF4-FFF2-40B4-BE49-F238E27FC236}">
                <a16:creationId xmlns:a16="http://schemas.microsoft.com/office/drawing/2014/main" id="{1078CB4F-4E45-4C42-AA7E-FE0A0820D41F}"/>
              </a:ext>
            </a:extLst>
          </p:cNvPr>
          <p:cNvSpPr>
            <a:spLocks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8664">
            <a:extLst>
              <a:ext uri="{FF2B5EF4-FFF2-40B4-BE49-F238E27FC236}">
                <a16:creationId xmlns:a16="http://schemas.microsoft.com/office/drawing/2014/main" id="{76349BDB-5DA9-42C9-A0E1-B6DBAA2F37E8}"/>
              </a:ext>
            </a:extLst>
          </p:cNvPr>
          <p:cNvSpPr>
            <a:spLocks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8665">
            <a:extLst>
              <a:ext uri="{FF2B5EF4-FFF2-40B4-BE49-F238E27FC236}">
                <a16:creationId xmlns:a16="http://schemas.microsoft.com/office/drawing/2014/main" id="{280FC604-4EE5-416A-A00D-CA156AC51437}"/>
              </a:ext>
            </a:extLst>
          </p:cNvPr>
          <p:cNvSpPr>
            <a:spLocks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8666">
            <a:extLst>
              <a:ext uri="{FF2B5EF4-FFF2-40B4-BE49-F238E27FC236}">
                <a16:creationId xmlns:a16="http://schemas.microsoft.com/office/drawing/2014/main" id="{A05FAA3C-3772-4F5C-810C-82AA79120703}"/>
              </a:ext>
            </a:extLst>
          </p:cNvPr>
          <p:cNvSpPr>
            <a:spLocks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8667">
            <a:extLst>
              <a:ext uri="{FF2B5EF4-FFF2-40B4-BE49-F238E27FC236}">
                <a16:creationId xmlns:a16="http://schemas.microsoft.com/office/drawing/2014/main" id="{8A0D93DE-AF9F-4F31-988B-3F9DA228BDDA}"/>
              </a:ext>
            </a:extLst>
          </p:cNvPr>
          <p:cNvSpPr>
            <a:spLocks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8668">
            <a:extLst>
              <a:ext uri="{FF2B5EF4-FFF2-40B4-BE49-F238E27FC236}">
                <a16:creationId xmlns:a16="http://schemas.microsoft.com/office/drawing/2014/main" id="{05464CFF-A021-4AC6-88F1-8A5A40E0BF07}"/>
              </a:ext>
            </a:extLst>
          </p:cNvPr>
          <p:cNvSpPr>
            <a:spLocks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8669">
            <a:extLst>
              <a:ext uri="{FF2B5EF4-FFF2-40B4-BE49-F238E27FC236}">
                <a16:creationId xmlns:a16="http://schemas.microsoft.com/office/drawing/2014/main" id="{3B65E9C4-F227-4BA7-906F-3C3D39B1078B}"/>
              </a:ext>
            </a:extLst>
          </p:cNvPr>
          <p:cNvSpPr>
            <a:spLocks/>
          </p:cNvSpPr>
          <p:nvPr/>
        </p:nvSpPr>
        <p:spPr>
          <a:xfrm>
            <a:off x="7310931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8670">
            <a:extLst>
              <a:ext uri="{FF2B5EF4-FFF2-40B4-BE49-F238E27FC236}">
                <a16:creationId xmlns:a16="http://schemas.microsoft.com/office/drawing/2014/main" id="{8B0BBFAA-0CBB-45F4-AABA-FBEA8D343F61}"/>
              </a:ext>
            </a:extLst>
          </p:cNvPr>
          <p:cNvSpPr>
            <a:spLocks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8671">
            <a:extLst>
              <a:ext uri="{FF2B5EF4-FFF2-40B4-BE49-F238E27FC236}">
                <a16:creationId xmlns:a16="http://schemas.microsoft.com/office/drawing/2014/main" id="{EFFA508C-0885-4F79-A33D-B019B9D069C7}"/>
              </a:ext>
            </a:extLst>
          </p:cNvPr>
          <p:cNvSpPr>
            <a:spLocks/>
          </p:cNvSpPr>
          <p:nvPr/>
        </p:nvSpPr>
        <p:spPr>
          <a:xfrm>
            <a:off x="7253731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8672">
            <a:extLst>
              <a:ext uri="{FF2B5EF4-FFF2-40B4-BE49-F238E27FC236}">
                <a16:creationId xmlns:a16="http://schemas.microsoft.com/office/drawing/2014/main" id="{041D3EFE-C6F9-4449-AC0B-10F34B39C1DF}"/>
              </a:ext>
            </a:extLst>
          </p:cNvPr>
          <p:cNvSpPr>
            <a:spLocks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8673">
            <a:extLst>
              <a:ext uri="{FF2B5EF4-FFF2-40B4-BE49-F238E27FC236}">
                <a16:creationId xmlns:a16="http://schemas.microsoft.com/office/drawing/2014/main" id="{0534ADF3-C1E9-4E1F-9F61-914EC93A62FA}"/>
              </a:ext>
            </a:extLst>
          </p:cNvPr>
          <p:cNvSpPr>
            <a:spLocks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8674">
            <a:extLst>
              <a:ext uri="{FF2B5EF4-FFF2-40B4-BE49-F238E27FC236}">
                <a16:creationId xmlns:a16="http://schemas.microsoft.com/office/drawing/2014/main" id="{80A0A4DA-CF87-4382-ACAA-B8700A5C6704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8675">
            <a:extLst>
              <a:ext uri="{FF2B5EF4-FFF2-40B4-BE49-F238E27FC236}">
                <a16:creationId xmlns:a16="http://schemas.microsoft.com/office/drawing/2014/main" id="{0567F78D-A73F-450B-B9CF-517EB2212154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8676">
            <a:extLst>
              <a:ext uri="{FF2B5EF4-FFF2-40B4-BE49-F238E27FC236}">
                <a16:creationId xmlns:a16="http://schemas.microsoft.com/office/drawing/2014/main" id="{62898262-DD67-48C2-9F9F-62532E03BF25}"/>
              </a:ext>
            </a:extLst>
          </p:cNvPr>
          <p:cNvSpPr>
            <a:spLocks/>
          </p:cNvSpPr>
          <p:nvPr/>
        </p:nvSpPr>
        <p:spPr>
          <a:xfrm>
            <a:off x="733555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8677">
            <a:extLst>
              <a:ext uri="{FF2B5EF4-FFF2-40B4-BE49-F238E27FC236}">
                <a16:creationId xmlns:a16="http://schemas.microsoft.com/office/drawing/2014/main" id="{CC92F865-9244-4FF6-8945-80004F4BAEB4}"/>
              </a:ext>
            </a:extLst>
          </p:cNvPr>
          <p:cNvSpPr>
            <a:spLocks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8678">
            <a:extLst>
              <a:ext uri="{FF2B5EF4-FFF2-40B4-BE49-F238E27FC236}">
                <a16:creationId xmlns:a16="http://schemas.microsoft.com/office/drawing/2014/main" id="{2A5EF43D-1F89-4A4E-8C8D-8B3ACC177731}"/>
              </a:ext>
            </a:extLst>
          </p:cNvPr>
          <p:cNvSpPr>
            <a:spLocks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8679">
            <a:extLst>
              <a:ext uri="{FF2B5EF4-FFF2-40B4-BE49-F238E27FC236}">
                <a16:creationId xmlns:a16="http://schemas.microsoft.com/office/drawing/2014/main" id="{2695671E-D141-47A0-BBAB-6DB8DCABF1BD}"/>
              </a:ext>
            </a:extLst>
          </p:cNvPr>
          <p:cNvSpPr>
            <a:spLocks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8680">
            <a:extLst>
              <a:ext uri="{FF2B5EF4-FFF2-40B4-BE49-F238E27FC236}">
                <a16:creationId xmlns:a16="http://schemas.microsoft.com/office/drawing/2014/main" id="{9A9034FA-04C7-4E81-A893-01FF541FEAD3}"/>
              </a:ext>
            </a:extLst>
          </p:cNvPr>
          <p:cNvSpPr>
            <a:spLocks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8681">
            <a:extLst>
              <a:ext uri="{FF2B5EF4-FFF2-40B4-BE49-F238E27FC236}">
                <a16:creationId xmlns:a16="http://schemas.microsoft.com/office/drawing/2014/main" id="{FFC28C33-7F07-4DE6-8887-9ED57D36186D}"/>
              </a:ext>
            </a:extLst>
          </p:cNvPr>
          <p:cNvSpPr>
            <a:spLocks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8682">
            <a:extLst>
              <a:ext uri="{FF2B5EF4-FFF2-40B4-BE49-F238E27FC236}">
                <a16:creationId xmlns:a16="http://schemas.microsoft.com/office/drawing/2014/main" id="{E77F18B6-B1C6-4369-BC12-5BAA73C005B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8683">
            <a:extLst>
              <a:ext uri="{FF2B5EF4-FFF2-40B4-BE49-F238E27FC236}">
                <a16:creationId xmlns:a16="http://schemas.microsoft.com/office/drawing/2014/main" id="{7568ED89-AA44-41CD-88B7-52C516C90B1E}"/>
              </a:ext>
            </a:extLst>
          </p:cNvPr>
          <p:cNvSpPr>
            <a:spLocks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8684">
            <a:extLst>
              <a:ext uri="{FF2B5EF4-FFF2-40B4-BE49-F238E27FC236}">
                <a16:creationId xmlns:a16="http://schemas.microsoft.com/office/drawing/2014/main" id="{DF165C3C-DE54-4C11-A7CD-4D836B3B4D9F}"/>
              </a:ext>
            </a:extLst>
          </p:cNvPr>
          <p:cNvSpPr>
            <a:spLocks/>
          </p:cNvSpPr>
          <p:nvPr/>
        </p:nvSpPr>
        <p:spPr>
          <a:xfrm>
            <a:off x="7308976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8685">
            <a:extLst>
              <a:ext uri="{FF2B5EF4-FFF2-40B4-BE49-F238E27FC236}">
                <a16:creationId xmlns:a16="http://schemas.microsoft.com/office/drawing/2014/main" id="{152A5A23-CF47-4273-BE99-C4EC2D90820F}"/>
              </a:ext>
            </a:extLst>
          </p:cNvPr>
          <p:cNvSpPr>
            <a:spLocks/>
          </p:cNvSpPr>
          <p:nvPr/>
        </p:nvSpPr>
        <p:spPr>
          <a:xfrm>
            <a:off x="7243437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8686">
            <a:extLst>
              <a:ext uri="{FF2B5EF4-FFF2-40B4-BE49-F238E27FC236}">
                <a16:creationId xmlns:a16="http://schemas.microsoft.com/office/drawing/2014/main" id="{9BA1F132-1E3B-4DC4-A6AB-9B7E6F43B7F7}"/>
              </a:ext>
            </a:extLst>
          </p:cNvPr>
          <p:cNvSpPr>
            <a:spLocks/>
          </p:cNvSpPr>
          <p:nvPr/>
        </p:nvSpPr>
        <p:spPr>
          <a:xfrm>
            <a:off x="7256076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8687">
            <a:extLst>
              <a:ext uri="{FF2B5EF4-FFF2-40B4-BE49-F238E27FC236}">
                <a16:creationId xmlns:a16="http://schemas.microsoft.com/office/drawing/2014/main" id="{8F1EF0B9-AE0F-4A8D-AE85-37B603584040}"/>
              </a:ext>
            </a:extLst>
          </p:cNvPr>
          <p:cNvSpPr>
            <a:spLocks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8688">
            <a:extLst>
              <a:ext uri="{FF2B5EF4-FFF2-40B4-BE49-F238E27FC236}">
                <a16:creationId xmlns:a16="http://schemas.microsoft.com/office/drawing/2014/main" id="{C2B63D88-B908-44A9-B194-E21B9141606E}"/>
              </a:ext>
            </a:extLst>
          </p:cNvPr>
          <p:cNvSpPr>
            <a:spLocks/>
          </p:cNvSpPr>
          <p:nvPr/>
        </p:nvSpPr>
        <p:spPr>
          <a:xfrm>
            <a:off x="7248519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8689">
            <a:extLst>
              <a:ext uri="{FF2B5EF4-FFF2-40B4-BE49-F238E27FC236}">
                <a16:creationId xmlns:a16="http://schemas.microsoft.com/office/drawing/2014/main" id="{4B69C361-F264-4B51-BEC5-319433FB85B8}"/>
              </a:ext>
            </a:extLst>
          </p:cNvPr>
          <p:cNvSpPr>
            <a:spLocks/>
          </p:cNvSpPr>
          <p:nvPr/>
        </p:nvSpPr>
        <p:spPr>
          <a:xfrm>
            <a:off x="7253600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8690">
            <a:extLst>
              <a:ext uri="{FF2B5EF4-FFF2-40B4-BE49-F238E27FC236}">
                <a16:creationId xmlns:a16="http://schemas.microsoft.com/office/drawing/2014/main" id="{202F1704-87ED-4FC0-9E40-A66DF6BF8998}"/>
              </a:ext>
            </a:extLst>
          </p:cNvPr>
          <p:cNvSpPr>
            <a:spLocks/>
          </p:cNvSpPr>
          <p:nvPr/>
        </p:nvSpPr>
        <p:spPr>
          <a:xfrm>
            <a:off x="733451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8691">
            <a:extLst>
              <a:ext uri="{FF2B5EF4-FFF2-40B4-BE49-F238E27FC236}">
                <a16:creationId xmlns:a16="http://schemas.microsoft.com/office/drawing/2014/main" id="{91432151-F7CE-4A3D-96D0-A3D1CFA12EC6}"/>
              </a:ext>
            </a:extLst>
          </p:cNvPr>
          <p:cNvSpPr>
            <a:spLocks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8692">
            <a:extLst>
              <a:ext uri="{FF2B5EF4-FFF2-40B4-BE49-F238E27FC236}">
                <a16:creationId xmlns:a16="http://schemas.microsoft.com/office/drawing/2014/main" id="{D2531B2D-0325-4C33-8A3D-2E986266B5E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8693">
            <a:extLst>
              <a:ext uri="{FF2B5EF4-FFF2-40B4-BE49-F238E27FC236}">
                <a16:creationId xmlns:a16="http://schemas.microsoft.com/office/drawing/2014/main" id="{E74B4690-A434-495C-A866-763F5E41F446}"/>
              </a:ext>
            </a:extLst>
          </p:cNvPr>
          <p:cNvSpPr>
            <a:spLocks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8694">
            <a:extLst>
              <a:ext uri="{FF2B5EF4-FFF2-40B4-BE49-F238E27FC236}">
                <a16:creationId xmlns:a16="http://schemas.microsoft.com/office/drawing/2014/main" id="{776C4428-51D0-4D5A-B2B1-435709577BBC}"/>
              </a:ext>
            </a:extLst>
          </p:cNvPr>
          <p:cNvSpPr>
            <a:spLocks/>
          </p:cNvSpPr>
          <p:nvPr/>
        </p:nvSpPr>
        <p:spPr>
          <a:xfrm>
            <a:off x="732773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8695">
            <a:extLst>
              <a:ext uri="{FF2B5EF4-FFF2-40B4-BE49-F238E27FC236}">
                <a16:creationId xmlns:a16="http://schemas.microsoft.com/office/drawing/2014/main" id="{C017239C-BADE-4BAF-B53A-2E189D96568A}"/>
              </a:ext>
            </a:extLst>
          </p:cNvPr>
          <p:cNvSpPr>
            <a:spLocks/>
          </p:cNvSpPr>
          <p:nvPr/>
        </p:nvSpPr>
        <p:spPr>
          <a:xfrm>
            <a:off x="730311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8696">
            <a:extLst>
              <a:ext uri="{FF2B5EF4-FFF2-40B4-BE49-F238E27FC236}">
                <a16:creationId xmlns:a16="http://schemas.microsoft.com/office/drawing/2014/main" id="{9592AE65-027C-45BE-8FDD-19ED7F87CD99}"/>
              </a:ext>
            </a:extLst>
          </p:cNvPr>
          <p:cNvSpPr>
            <a:spLocks/>
          </p:cNvSpPr>
          <p:nvPr/>
        </p:nvSpPr>
        <p:spPr>
          <a:xfrm>
            <a:off x="7327218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8697">
            <a:extLst>
              <a:ext uri="{FF2B5EF4-FFF2-40B4-BE49-F238E27FC236}">
                <a16:creationId xmlns:a16="http://schemas.microsoft.com/office/drawing/2014/main" id="{E162346A-D6E6-4AAE-80D5-0455E2796047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8698">
            <a:extLst>
              <a:ext uri="{FF2B5EF4-FFF2-40B4-BE49-F238E27FC236}">
                <a16:creationId xmlns:a16="http://schemas.microsoft.com/office/drawing/2014/main" id="{306B0877-BE83-4218-AF01-12B2CFE84EF8}"/>
              </a:ext>
            </a:extLst>
          </p:cNvPr>
          <p:cNvSpPr>
            <a:spLocks/>
          </p:cNvSpPr>
          <p:nvPr/>
        </p:nvSpPr>
        <p:spPr>
          <a:xfrm>
            <a:off x="7269236" y="34107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8699">
            <a:extLst>
              <a:ext uri="{FF2B5EF4-FFF2-40B4-BE49-F238E27FC236}">
                <a16:creationId xmlns:a16="http://schemas.microsoft.com/office/drawing/2014/main" id="{CFB6F800-B31E-4F21-AA63-C1358912A80B}"/>
              </a:ext>
            </a:extLst>
          </p:cNvPr>
          <p:cNvSpPr>
            <a:spLocks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8700">
            <a:extLst>
              <a:ext uri="{FF2B5EF4-FFF2-40B4-BE49-F238E27FC236}">
                <a16:creationId xmlns:a16="http://schemas.microsoft.com/office/drawing/2014/main" id="{34D0F850-2059-4407-854E-ACE146BE7C85}"/>
              </a:ext>
            </a:extLst>
          </p:cNvPr>
          <p:cNvSpPr>
            <a:spLocks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8701">
            <a:extLst>
              <a:ext uri="{FF2B5EF4-FFF2-40B4-BE49-F238E27FC236}">
                <a16:creationId xmlns:a16="http://schemas.microsoft.com/office/drawing/2014/main" id="{53227A01-A9C1-424D-B211-838666C5195A}"/>
              </a:ext>
            </a:extLst>
          </p:cNvPr>
          <p:cNvSpPr>
            <a:spLocks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8702">
            <a:extLst>
              <a:ext uri="{FF2B5EF4-FFF2-40B4-BE49-F238E27FC236}">
                <a16:creationId xmlns:a16="http://schemas.microsoft.com/office/drawing/2014/main" id="{D804C9A0-9E95-43CC-BAFD-39591DF03490}"/>
              </a:ext>
            </a:extLst>
          </p:cNvPr>
          <p:cNvSpPr>
            <a:spLocks/>
          </p:cNvSpPr>
          <p:nvPr/>
        </p:nvSpPr>
        <p:spPr>
          <a:xfrm>
            <a:off x="7331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8703">
            <a:extLst>
              <a:ext uri="{FF2B5EF4-FFF2-40B4-BE49-F238E27FC236}">
                <a16:creationId xmlns:a16="http://schemas.microsoft.com/office/drawing/2014/main" id="{03C7D32E-BDA1-4894-A64C-49B4A938CDA1}"/>
              </a:ext>
            </a:extLst>
          </p:cNvPr>
          <p:cNvSpPr>
            <a:spLocks/>
          </p:cNvSpPr>
          <p:nvPr/>
        </p:nvSpPr>
        <p:spPr>
          <a:xfrm>
            <a:off x="7256728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8704">
            <a:extLst>
              <a:ext uri="{FF2B5EF4-FFF2-40B4-BE49-F238E27FC236}">
                <a16:creationId xmlns:a16="http://schemas.microsoft.com/office/drawing/2014/main" id="{92B39BB5-80E0-4879-9F50-AB645E0234C9}"/>
              </a:ext>
            </a:extLst>
          </p:cNvPr>
          <p:cNvSpPr>
            <a:spLocks/>
          </p:cNvSpPr>
          <p:nvPr/>
        </p:nvSpPr>
        <p:spPr>
          <a:xfrm>
            <a:off x="723705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8705">
            <a:extLst>
              <a:ext uri="{FF2B5EF4-FFF2-40B4-BE49-F238E27FC236}">
                <a16:creationId xmlns:a16="http://schemas.microsoft.com/office/drawing/2014/main" id="{BF66262B-08CD-4F51-9C08-4020C9B2CE54}"/>
              </a:ext>
            </a:extLst>
          </p:cNvPr>
          <p:cNvSpPr>
            <a:spLocks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8706">
            <a:extLst>
              <a:ext uri="{FF2B5EF4-FFF2-40B4-BE49-F238E27FC236}">
                <a16:creationId xmlns:a16="http://schemas.microsoft.com/office/drawing/2014/main" id="{ED092B07-1BF9-40CD-988A-79069321AB49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8707">
            <a:extLst>
              <a:ext uri="{FF2B5EF4-FFF2-40B4-BE49-F238E27FC236}">
                <a16:creationId xmlns:a16="http://schemas.microsoft.com/office/drawing/2014/main" id="{23D80908-CB2E-4FAD-A161-1F9CBEF7F1CE}"/>
              </a:ext>
            </a:extLst>
          </p:cNvPr>
          <p:cNvSpPr>
            <a:spLocks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8708">
            <a:extLst>
              <a:ext uri="{FF2B5EF4-FFF2-40B4-BE49-F238E27FC236}">
                <a16:creationId xmlns:a16="http://schemas.microsoft.com/office/drawing/2014/main" id="{DEF2C4A4-5958-4E57-9809-818A0C6F0A77}"/>
              </a:ext>
            </a:extLst>
          </p:cNvPr>
          <p:cNvSpPr>
            <a:spLocks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8709">
            <a:extLst>
              <a:ext uri="{FF2B5EF4-FFF2-40B4-BE49-F238E27FC236}">
                <a16:creationId xmlns:a16="http://schemas.microsoft.com/office/drawing/2014/main" id="{E80E9E38-DA0E-4D6B-8703-5D3CE37FEAB5}"/>
              </a:ext>
            </a:extLst>
          </p:cNvPr>
          <p:cNvSpPr>
            <a:spLocks/>
          </p:cNvSpPr>
          <p:nvPr/>
        </p:nvSpPr>
        <p:spPr>
          <a:xfrm>
            <a:off x="72321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8710">
            <a:extLst>
              <a:ext uri="{FF2B5EF4-FFF2-40B4-BE49-F238E27FC236}">
                <a16:creationId xmlns:a16="http://schemas.microsoft.com/office/drawing/2014/main" id="{E5BA85FA-E210-4763-AA16-9FB2FD4BD336}"/>
              </a:ext>
            </a:extLst>
          </p:cNvPr>
          <p:cNvSpPr>
            <a:spLocks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8711">
            <a:extLst>
              <a:ext uri="{FF2B5EF4-FFF2-40B4-BE49-F238E27FC236}">
                <a16:creationId xmlns:a16="http://schemas.microsoft.com/office/drawing/2014/main" id="{6C4B41E2-5C0A-4DDC-A5AA-716AA5CFEFDF}"/>
              </a:ext>
            </a:extLst>
          </p:cNvPr>
          <p:cNvSpPr>
            <a:spLocks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8712">
            <a:extLst>
              <a:ext uri="{FF2B5EF4-FFF2-40B4-BE49-F238E27FC236}">
                <a16:creationId xmlns:a16="http://schemas.microsoft.com/office/drawing/2014/main" id="{82A82C8D-5AF2-4D2B-878A-F513EDAA6AC6}"/>
              </a:ext>
            </a:extLst>
          </p:cNvPr>
          <p:cNvSpPr>
            <a:spLocks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8713">
            <a:extLst>
              <a:ext uri="{FF2B5EF4-FFF2-40B4-BE49-F238E27FC236}">
                <a16:creationId xmlns:a16="http://schemas.microsoft.com/office/drawing/2014/main" id="{F8D1F224-7661-47E3-85F9-A6B4CCF3CCE3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8714">
            <a:extLst>
              <a:ext uri="{FF2B5EF4-FFF2-40B4-BE49-F238E27FC236}">
                <a16:creationId xmlns:a16="http://schemas.microsoft.com/office/drawing/2014/main" id="{8EE47E66-542C-488B-A8DF-20FBA285B7F6}"/>
              </a:ext>
            </a:extLst>
          </p:cNvPr>
          <p:cNvSpPr>
            <a:spLocks/>
          </p:cNvSpPr>
          <p:nvPr/>
        </p:nvSpPr>
        <p:spPr>
          <a:xfrm>
            <a:off x="7339205" y="32361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8715">
            <a:extLst>
              <a:ext uri="{FF2B5EF4-FFF2-40B4-BE49-F238E27FC236}">
                <a16:creationId xmlns:a16="http://schemas.microsoft.com/office/drawing/2014/main" id="{8C8405CE-6348-4164-8FEB-9E00BD135A76}"/>
              </a:ext>
            </a:extLst>
          </p:cNvPr>
          <p:cNvSpPr>
            <a:spLocks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8716">
            <a:extLst>
              <a:ext uri="{FF2B5EF4-FFF2-40B4-BE49-F238E27FC236}">
                <a16:creationId xmlns:a16="http://schemas.microsoft.com/office/drawing/2014/main" id="{205D6EE5-1F61-423D-964E-B5C55B623EB9}"/>
              </a:ext>
            </a:extLst>
          </p:cNvPr>
          <p:cNvSpPr>
            <a:spLocks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8717">
            <a:extLst>
              <a:ext uri="{FF2B5EF4-FFF2-40B4-BE49-F238E27FC236}">
                <a16:creationId xmlns:a16="http://schemas.microsoft.com/office/drawing/2014/main" id="{5108FDD6-031A-4A5A-ACA9-B2378FB7268D}"/>
              </a:ext>
            </a:extLst>
          </p:cNvPr>
          <p:cNvSpPr>
            <a:spLocks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8718">
            <a:extLst>
              <a:ext uri="{FF2B5EF4-FFF2-40B4-BE49-F238E27FC236}">
                <a16:creationId xmlns:a16="http://schemas.microsoft.com/office/drawing/2014/main" id="{CB49DBDF-273E-48B5-AE8D-416132432BAC}"/>
              </a:ext>
            </a:extLst>
          </p:cNvPr>
          <p:cNvSpPr>
            <a:spLocks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8719">
            <a:extLst>
              <a:ext uri="{FF2B5EF4-FFF2-40B4-BE49-F238E27FC236}">
                <a16:creationId xmlns:a16="http://schemas.microsoft.com/office/drawing/2014/main" id="{4DD75BB9-F352-4932-9D8F-96B3828C5450}"/>
              </a:ext>
            </a:extLst>
          </p:cNvPr>
          <p:cNvSpPr>
            <a:spLocks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8720">
            <a:extLst>
              <a:ext uri="{FF2B5EF4-FFF2-40B4-BE49-F238E27FC236}">
                <a16:creationId xmlns:a16="http://schemas.microsoft.com/office/drawing/2014/main" id="{53548265-496A-4B81-85FF-5EF048AED860}"/>
              </a:ext>
            </a:extLst>
          </p:cNvPr>
          <p:cNvSpPr>
            <a:spLocks/>
          </p:cNvSpPr>
          <p:nvPr/>
        </p:nvSpPr>
        <p:spPr>
          <a:xfrm>
            <a:off x="731914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8721">
            <a:extLst>
              <a:ext uri="{FF2B5EF4-FFF2-40B4-BE49-F238E27FC236}">
                <a16:creationId xmlns:a16="http://schemas.microsoft.com/office/drawing/2014/main" id="{797C150A-7DE1-4F5C-8E84-0B34CA975B8A}"/>
              </a:ext>
            </a:extLst>
          </p:cNvPr>
          <p:cNvSpPr>
            <a:spLocks/>
          </p:cNvSpPr>
          <p:nvPr/>
        </p:nvSpPr>
        <p:spPr>
          <a:xfrm>
            <a:off x="72279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8722">
            <a:extLst>
              <a:ext uri="{FF2B5EF4-FFF2-40B4-BE49-F238E27FC236}">
                <a16:creationId xmlns:a16="http://schemas.microsoft.com/office/drawing/2014/main" id="{3E22F0BF-39BF-4CEC-B7D6-0949D6630FC5}"/>
              </a:ext>
            </a:extLst>
          </p:cNvPr>
          <p:cNvSpPr>
            <a:spLocks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8723">
            <a:extLst>
              <a:ext uri="{FF2B5EF4-FFF2-40B4-BE49-F238E27FC236}">
                <a16:creationId xmlns:a16="http://schemas.microsoft.com/office/drawing/2014/main" id="{63106F96-F46B-48F9-83B5-4FA5E35238F4}"/>
              </a:ext>
            </a:extLst>
          </p:cNvPr>
          <p:cNvSpPr>
            <a:spLocks/>
          </p:cNvSpPr>
          <p:nvPr/>
        </p:nvSpPr>
        <p:spPr>
          <a:xfrm>
            <a:off x="730024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8724">
            <a:extLst>
              <a:ext uri="{FF2B5EF4-FFF2-40B4-BE49-F238E27FC236}">
                <a16:creationId xmlns:a16="http://schemas.microsoft.com/office/drawing/2014/main" id="{2BF3E659-44FE-4356-9E57-80481767135B}"/>
              </a:ext>
            </a:extLst>
          </p:cNvPr>
          <p:cNvSpPr>
            <a:spLocks/>
          </p:cNvSpPr>
          <p:nvPr/>
        </p:nvSpPr>
        <p:spPr>
          <a:xfrm>
            <a:off x="73384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8725">
            <a:extLst>
              <a:ext uri="{FF2B5EF4-FFF2-40B4-BE49-F238E27FC236}">
                <a16:creationId xmlns:a16="http://schemas.microsoft.com/office/drawing/2014/main" id="{495FE650-BC0C-4B20-B93C-0098F97598FA}"/>
              </a:ext>
            </a:extLst>
          </p:cNvPr>
          <p:cNvSpPr>
            <a:spLocks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8726">
            <a:extLst>
              <a:ext uri="{FF2B5EF4-FFF2-40B4-BE49-F238E27FC236}">
                <a16:creationId xmlns:a16="http://schemas.microsoft.com/office/drawing/2014/main" id="{17ABA6F3-E3FF-4A78-B2F1-49089C95B536}"/>
              </a:ext>
            </a:extLst>
          </p:cNvPr>
          <p:cNvSpPr>
            <a:spLocks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8727">
            <a:extLst>
              <a:ext uri="{FF2B5EF4-FFF2-40B4-BE49-F238E27FC236}">
                <a16:creationId xmlns:a16="http://schemas.microsoft.com/office/drawing/2014/main" id="{0F684C63-5992-4310-B80A-72273229D8DE}"/>
              </a:ext>
            </a:extLst>
          </p:cNvPr>
          <p:cNvSpPr>
            <a:spLocks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8728">
            <a:extLst>
              <a:ext uri="{FF2B5EF4-FFF2-40B4-BE49-F238E27FC236}">
                <a16:creationId xmlns:a16="http://schemas.microsoft.com/office/drawing/2014/main" id="{0C6D276C-285A-4E1E-AB6E-D4BA234929A1}"/>
              </a:ext>
            </a:extLst>
          </p:cNvPr>
          <p:cNvSpPr>
            <a:spLocks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8729">
            <a:extLst>
              <a:ext uri="{FF2B5EF4-FFF2-40B4-BE49-F238E27FC236}">
                <a16:creationId xmlns:a16="http://schemas.microsoft.com/office/drawing/2014/main" id="{3B8469C3-0A95-44C3-88D8-053426C8EE78}"/>
              </a:ext>
            </a:extLst>
          </p:cNvPr>
          <p:cNvSpPr>
            <a:spLocks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8730">
            <a:extLst>
              <a:ext uri="{FF2B5EF4-FFF2-40B4-BE49-F238E27FC236}">
                <a16:creationId xmlns:a16="http://schemas.microsoft.com/office/drawing/2014/main" id="{A5AD4F32-633D-4DB8-A2BB-201BF3B50AC8}"/>
              </a:ext>
            </a:extLst>
          </p:cNvPr>
          <p:cNvSpPr>
            <a:spLocks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8731">
            <a:extLst>
              <a:ext uri="{FF2B5EF4-FFF2-40B4-BE49-F238E27FC236}">
                <a16:creationId xmlns:a16="http://schemas.microsoft.com/office/drawing/2014/main" id="{0C318E74-E851-44B3-9D52-F5DA1C3B9086}"/>
              </a:ext>
            </a:extLst>
          </p:cNvPr>
          <p:cNvSpPr>
            <a:spLocks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8732">
            <a:extLst>
              <a:ext uri="{FF2B5EF4-FFF2-40B4-BE49-F238E27FC236}">
                <a16:creationId xmlns:a16="http://schemas.microsoft.com/office/drawing/2014/main" id="{5EF06057-9B5E-4CE8-B080-BB3F489C558A}"/>
              </a:ext>
            </a:extLst>
          </p:cNvPr>
          <p:cNvSpPr>
            <a:spLocks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8733">
            <a:extLst>
              <a:ext uri="{FF2B5EF4-FFF2-40B4-BE49-F238E27FC236}">
                <a16:creationId xmlns:a16="http://schemas.microsoft.com/office/drawing/2014/main" id="{3FD8158D-F857-440D-AA26-BD3CF0CDE0BA}"/>
              </a:ext>
            </a:extLst>
          </p:cNvPr>
          <p:cNvSpPr>
            <a:spLocks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8734">
            <a:extLst>
              <a:ext uri="{FF2B5EF4-FFF2-40B4-BE49-F238E27FC236}">
                <a16:creationId xmlns:a16="http://schemas.microsoft.com/office/drawing/2014/main" id="{490B32E4-FE37-4712-BC2E-4EB770734DAE}"/>
              </a:ext>
            </a:extLst>
          </p:cNvPr>
          <p:cNvSpPr>
            <a:spLocks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8735">
            <a:extLst>
              <a:ext uri="{FF2B5EF4-FFF2-40B4-BE49-F238E27FC236}">
                <a16:creationId xmlns:a16="http://schemas.microsoft.com/office/drawing/2014/main" id="{733A1440-08A7-4536-B82A-507C04DA76F6}"/>
              </a:ext>
            </a:extLst>
          </p:cNvPr>
          <p:cNvSpPr>
            <a:spLocks/>
          </p:cNvSpPr>
          <p:nvPr/>
        </p:nvSpPr>
        <p:spPr>
          <a:xfrm>
            <a:off x="7284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8736">
            <a:extLst>
              <a:ext uri="{FF2B5EF4-FFF2-40B4-BE49-F238E27FC236}">
                <a16:creationId xmlns:a16="http://schemas.microsoft.com/office/drawing/2014/main" id="{563153DF-661D-4C41-8AEF-02621B858767}"/>
              </a:ext>
            </a:extLst>
          </p:cNvPr>
          <p:cNvSpPr>
            <a:spLocks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8737">
            <a:extLst>
              <a:ext uri="{FF2B5EF4-FFF2-40B4-BE49-F238E27FC236}">
                <a16:creationId xmlns:a16="http://schemas.microsoft.com/office/drawing/2014/main" id="{10C0AA84-99D9-4B4B-8791-3F41121994DB}"/>
              </a:ext>
            </a:extLst>
          </p:cNvPr>
          <p:cNvSpPr>
            <a:spLocks/>
          </p:cNvSpPr>
          <p:nvPr/>
        </p:nvSpPr>
        <p:spPr>
          <a:xfrm>
            <a:off x="7267803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8738">
            <a:extLst>
              <a:ext uri="{FF2B5EF4-FFF2-40B4-BE49-F238E27FC236}">
                <a16:creationId xmlns:a16="http://schemas.microsoft.com/office/drawing/2014/main" id="{CF0A4424-F72C-49CC-A572-FFD6D3DF38B6}"/>
              </a:ext>
            </a:extLst>
          </p:cNvPr>
          <p:cNvSpPr>
            <a:spLocks/>
          </p:cNvSpPr>
          <p:nvPr/>
        </p:nvSpPr>
        <p:spPr>
          <a:xfrm>
            <a:off x="732409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8739">
            <a:extLst>
              <a:ext uri="{FF2B5EF4-FFF2-40B4-BE49-F238E27FC236}">
                <a16:creationId xmlns:a16="http://schemas.microsoft.com/office/drawing/2014/main" id="{0C615E87-B0F2-4B32-AEEE-704D5396D025}"/>
              </a:ext>
            </a:extLst>
          </p:cNvPr>
          <p:cNvSpPr>
            <a:spLocks/>
          </p:cNvSpPr>
          <p:nvPr/>
        </p:nvSpPr>
        <p:spPr>
          <a:xfrm>
            <a:off x="723184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8740">
            <a:extLst>
              <a:ext uri="{FF2B5EF4-FFF2-40B4-BE49-F238E27FC236}">
                <a16:creationId xmlns:a16="http://schemas.microsoft.com/office/drawing/2014/main" id="{307C2EBD-3B82-4F92-984F-5413D78B2E73}"/>
              </a:ext>
            </a:extLst>
          </p:cNvPr>
          <p:cNvSpPr>
            <a:spLocks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8741">
            <a:extLst>
              <a:ext uri="{FF2B5EF4-FFF2-40B4-BE49-F238E27FC236}">
                <a16:creationId xmlns:a16="http://schemas.microsoft.com/office/drawing/2014/main" id="{62A2BE72-980A-451D-8902-21AABB72552A}"/>
              </a:ext>
            </a:extLst>
          </p:cNvPr>
          <p:cNvSpPr>
            <a:spLocks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8742">
            <a:extLst>
              <a:ext uri="{FF2B5EF4-FFF2-40B4-BE49-F238E27FC236}">
                <a16:creationId xmlns:a16="http://schemas.microsoft.com/office/drawing/2014/main" id="{279A1850-0BC7-4457-9CAB-9126F5FEBBB0}"/>
              </a:ext>
            </a:extLst>
          </p:cNvPr>
          <p:cNvSpPr>
            <a:spLocks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8743">
            <a:extLst>
              <a:ext uri="{FF2B5EF4-FFF2-40B4-BE49-F238E27FC236}">
                <a16:creationId xmlns:a16="http://schemas.microsoft.com/office/drawing/2014/main" id="{28D543CA-9118-4FE7-863F-8EF4CEEB9DCB}"/>
              </a:ext>
            </a:extLst>
          </p:cNvPr>
          <p:cNvSpPr>
            <a:spLocks/>
          </p:cNvSpPr>
          <p:nvPr/>
        </p:nvSpPr>
        <p:spPr>
          <a:xfrm>
            <a:off x="73332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8744">
            <a:extLst>
              <a:ext uri="{FF2B5EF4-FFF2-40B4-BE49-F238E27FC236}">
                <a16:creationId xmlns:a16="http://schemas.microsoft.com/office/drawing/2014/main" id="{699244EC-87B4-4CE5-89B6-84B3E84DA3EB}"/>
              </a:ext>
            </a:extLst>
          </p:cNvPr>
          <p:cNvSpPr>
            <a:spLocks/>
          </p:cNvSpPr>
          <p:nvPr/>
        </p:nvSpPr>
        <p:spPr>
          <a:xfrm>
            <a:off x="73135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8745">
            <a:extLst>
              <a:ext uri="{FF2B5EF4-FFF2-40B4-BE49-F238E27FC236}">
                <a16:creationId xmlns:a16="http://schemas.microsoft.com/office/drawing/2014/main" id="{598862AC-5B2F-48B9-8AA6-2B046593EBC2}"/>
              </a:ext>
            </a:extLst>
          </p:cNvPr>
          <p:cNvSpPr>
            <a:spLocks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8746">
            <a:extLst>
              <a:ext uri="{FF2B5EF4-FFF2-40B4-BE49-F238E27FC236}">
                <a16:creationId xmlns:a16="http://schemas.microsoft.com/office/drawing/2014/main" id="{0FA871FE-EF8B-4A69-AFEB-13A630C2D415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8747">
            <a:extLst>
              <a:ext uri="{FF2B5EF4-FFF2-40B4-BE49-F238E27FC236}">
                <a16:creationId xmlns:a16="http://schemas.microsoft.com/office/drawing/2014/main" id="{3DDDF757-E5CB-4B73-BA05-264B09A01C1D}"/>
              </a:ext>
            </a:extLst>
          </p:cNvPr>
          <p:cNvSpPr>
            <a:spLocks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8748">
            <a:extLst>
              <a:ext uri="{FF2B5EF4-FFF2-40B4-BE49-F238E27FC236}">
                <a16:creationId xmlns:a16="http://schemas.microsoft.com/office/drawing/2014/main" id="{D1889399-88B3-4296-A44F-A5B9F3E06B80}"/>
              </a:ext>
            </a:extLst>
          </p:cNvPr>
          <p:cNvSpPr>
            <a:spLocks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8749">
            <a:extLst>
              <a:ext uri="{FF2B5EF4-FFF2-40B4-BE49-F238E27FC236}">
                <a16:creationId xmlns:a16="http://schemas.microsoft.com/office/drawing/2014/main" id="{5DF32639-687B-421F-8AE1-8657A61B65EE}"/>
              </a:ext>
            </a:extLst>
          </p:cNvPr>
          <p:cNvSpPr>
            <a:spLocks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8750">
            <a:extLst>
              <a:ext uri="{FF2B5EF4-FFF2-40B4-BE49-F238E27FC236}">
                <a16:creationId xmlns:a16="http://schemas.microsoft.com/office/drawing/2014/main" id="{66730ABE-B2AD-4280-9C4B-131885B7366A}"/>
              </a:ext>
            </a:extLst>
          </p:cNvPr>
          <p:cNvSpPr>
            <a:spLocks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8751">
            <a:extLst>
              <a:ext uri="{FF2B5EF4-FFF2-40B4-BE49-F238E27FC236}">
                <a16:creationId xmlns:a16="http://schemas.microsoft.com/office/drawing/2014/main" id="{2C85BE20-D9E8-4E83-B304-9700E19DB309}"/>
              </a:ext>
            </a:extLst>
          </p:cNvPr>
          <p:cNvSpPr>
            <a:spLocks/>
          </p:cNvSpPr>
          <p:nvPr/>
        </p:nvSpPr>
        <p:spPr>
          <a:xfrm>
            <a:off x="730676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8752">
            <a:extLst>
              <a:ext uri="{FF2B5EF4-FFF2-40B4-BE49-F238E27FC236}">
                <a16:creationId xmlns:a16="http://schemas.microsoft.com/office/drawing/2014/main" id="{4589A6EB-BA40-4F4B-88C8-93BBC3B39B63}"/>
              </a:ext>
            </a:extLst>
          </p:cNvPr>
          <p:cNvSpPr>
            <a:spLocks/>
          </p:cNvSpPr>
          <p:nvPr/>
        </p:nvSpPr>
        <p:spPr>
          <a:xfrm>
            <a:off x="73055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8753">
            <a:extLst>
              <a:ext uri="{FF2B5EF4-FFF2-40B4-BE49-F238E27FC236}">
                <a16:creationId xmlns:a16="http://schemas.microsoft.com/office/drawing/2014/main" id="{FF4FFA4B-7346-4920-97D0-21862D6B50F2}"/>
              </a:ext>
            </a:extLst>
          </p:cNvPr>
          <p:cNvSpPr>
            <a:spLocks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8754">
            <a:extLst>
              <a:ext uri="{FF2B5EF4-FFF2-40B4-BE49-F238E27FC236}">
                <a16:creationId xmlns:a16="http://schemas.microsoft.com/office/drawing/2014/main" id="{0760AEF8-EB13-4027-8EED-341995B8F219}"/>
              </a:ext>
            </a:extLst>
          </p:cNvPr>
          <p:cNvSpPr>
            <a:spLocks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8755">
            <a:extLst>
              <a:ext uri="{FF2B5EF4-FFF2-40B4-BE49-F238E27FC236}">
                <a16:creationId xmlns:a16="http://schemas.microsoft.com/office/drawing/2014/main" id="{7464D7F7-C97E-473A-B4F0-67F373653D29}"/>
              </a:ext>
            </a:extLst>
          </p:cNvPr>
          <p:cNvSpPr>
            <a:spLocks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8756">
            <a:extLst>
              <a:ext uri="{FF2B5EF4-FFF2-40B4-BE49-F238E27FC236}">
                <a16:creationId xmlns:a16="http://schemas.microsoft.com/office/drawing/2014/main" id="{1074D151-A7B7-496F-8CAE-D80734BF96A1}"/>
              </a:ext>
            </a:extLst>
          </p:cNvPr>
          <p:cNvSpPr>
            <a:spLocks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8757">
            <a:extLst>
              <a:ext uri="{FF2B5EF4-FFF2-40B4-BE49-F238E27FC236}">
                <a16:creationId xmlns:a16="http://schemas.microsoft.com/office/drawing/2014/main" id="{64F5FA69-C93C-4FCE-98A6-CBA092C56D18}"/>
              </a:ext>
            </a:extLst>
          </p:cNvPr>
          <p:cNvSpPr>
            <a:spLocks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8758">
            <a:extLst>
              <a:ext uri="{FF2B5EF4-FFF2-40B4-BE49-F238E27FC236}">
                <a16:creationId xmlns:a16="http://schemas.microsoft.com/office/drawing/2014/main" id="{BFF85A24-998C-4BF5-847C-78F8EB5545A6}"/>
              </a:ext>
            </a:extLst>
          </p:cNvPr>
          <p:cNvSpPr>
            <a:spLocks/>
          </p:cNvSpPr>
          <p:nvPr/>
        </p:nvSpPr>
        <p:spPr>
          <a:xfrm>
            <a:off x="7306110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8759">
            <a:extLst>
              <a:ext uri="{FF2B5EF4-FFF2-40B4-BE49-F238E27FC236}">
                <a16:creationId xmlns:a16="http://schemas.microsoft.com/office/drawing/2014/main" id="{EBD68125-F694-49AE-B086-544AEB509FCC}"/>
              </a:ext>
            </a:extLst>
          </p:cNvPr>
          <p:cNvSpPr>
            <a:spLocks/>
          </p:cNvSpPr>
          <p:nvPr/>
        </p:nvSpPr>
        <p:spPr>
          <a:xfrm>
            <a:off x="7323309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8760">
            <a:extLst>
              <a:ext uri="{FF2B5EF4-FFF2-40B4-BE49-F238E27FC236}">
                <a16:creationId xmlns:a16="http://schemas.microsoft.com/office/drawing/2014/main" id="{1D074C69-2E1D-41BB-ADAB-68E2390AC55C}"/>
              </a:ext>
            </a:extLst>
          </p:cNvPr>
          <p:cNvSpPr>
            <a:spLocks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8761">
            <a:extLst>
              <a:ext uri="{FF2B5EF4-FFF2-40B4-BE49-F238E27FC236}">
                <a16:creationId xmlns:a16="http://schemas.microsoft.com/office/drawing/2014/main" id="{9DD5D232-533A-4C58-A9F5-9E2371D20CAD}"/>
              </a:ext>
            </a:extLst>
          </p:cNvPr>
          <p:cNvSpPr>
            <a:spLocks/>
          </p:cNvSpPr>
          <p:nvPr/>
        </p:nvSpPr>
        <p:spPr>
          <a:xfrm>
            <a:off x="730728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8762">
            <a:extLst>
              <a:ext uri="{FF2B5EF4-FFF2-40B4-BE49-F238E27FC236}">
                <a16:creationId xmlns:a16="http://schemas.microsoft.com/office/drawing/2014/main" id="{C7FEB7DB-188D-4E46-BBE4-30F1737894C5}"/>
              </a:ext>
            </a:extLst>
          </p:cNvPr>
          <p:cNvSpPr>
            <a:spLocks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8763">
            <a:extLst>
              <a:ext uri="{FF2B5EF4-FFF2-40B4-BE49-F238E27FC236}">
                <a16:creationId xmlns:a16="http://schemas.microsoft.com/office/drawing/2014/main" id="{2348F670-A85F-4ED2-BAD3-A1A5C99186BE}"/>
              </a:ext>
            </a:extLst>
          </p:cNvPr>
          <p:cNvSpPr>
            <a:spLocks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8764">
            <a:extLst>
              <a:ext uri="{FF2B5EF4-FFF2-40B4-BE49-F238E27FC236}">
                <a16:creationId xmlns:a16="http://schemas.microsoft.com/office/drawing/2014/main" id="{4B91AB26-CD11-4933-911F-CABD5CC203B2}"/>
              </a:ext>
            </a:extLst>
          </p:cNvPr>
          <p:cNvSpPr>
            <a:spLocks/>
          </p:cNvSpPr>
          <p:nvPr/>
        </p:nvSpPr>
        <p:spPr>
          <a:xfrm>
            <a:off x="723079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8765">
            <a:extLst>
              <a:ext uri="{FF2B5EF4-FFF2-40B4-BE49-F238E27FC236}">
                <a16:creationId xmlns:a16="http://schemas.microsoft.com/office/drawing/2014/main" id="{EF916FBB-7D37-4F47-B03A-1B017F5F5510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8766">
            <a:extLst>
              <a:ext uri="{FF2B5EF4-FFF2-40B4-BE49-F238E27FC236}">
                <a16:creationId xmlns:a16="http://schemas.microsoft.com/office/drawing/2014/main" id="{AD9EDD94-CABF-4BB3-8989-C153F868A891}"/>
              </a:ext>
            </a:extLst>
          </p:cNvPr>
          <p:cNvSpPr>
            <a:spLocks/>
          </p:cNvSpPr>
          <p:nvPr/>
        </p:nvSpPr>
        <p:spPr>
          <a:xfrm>
            <a:off x="733946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8767">
            <a:extLst>
              <a:ext uri="{FF2B5EF4-FFF2-40B4-BE49-F238E27FC236}">
                <a16:creationId xmlns:a16="http://schemas.microsoft.com/office/drawing/2014/main" id="{019038AC-B587-4E9E-AAAF-8738A1F1B7C7}"/>
              </a:ext>
            </a:extLst>
          </p:cNvPr>
          <p:cNvSpPr>
            <a:spLocks/>
          </p:cNvSpPr>
          <p:nvPr/>
        </p:nvSpPr>
        <p:spPr>
          <a:xfrm>
            <a:off x="7345069" y="33275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8768">
            <a:extLst>
              <a:ext uri="{FF2B5EF4-FFF2-40B4-BE49-F238E27FC236}">
                <a16:creationId xmlns:a16="http://schemas.microsoft.com/office/drawing/2014/main" id="{48E72171-570C-4279-A1F2-04801EBF1FF9}"/>
              </a:ext>
            </a:extLst>
          </p:cNvPr>
          <p:cNvSpPr>
            <a:spLocks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8769">
            <a:extLst>
              <a:ext uri="{FF2B5EF4-FFF2-40B4-BE49-F238E27FC236}">
                <a16:creationId xmlns:a16="http://schemas.microsoft.com/office/drawing/2014/main" id="{937B6D9D-3DE9-4212-916E-CF1E03AF5947}"/>
              </a:ext>
            </a:extLst>
          </p:cNvPr>
          <p:cNvSpPr>
            <a:spLocks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8770">
            <a:extLst>
              <a:ext uri="{FF2B5EF4-FFF2-40B4-BE49-F238E27FC236}">
                <a16:creationId xmlns:a16="http://schemas.microsoft.com/office/drawing/2014/main" id="{A3D7FC7F-3AC1-47CD-9E03-D7235B5FA54C}"/>
              </a:ext>
            </a:extLst>
          </p:cNvPr>
          <p:cNvSpPr>
            <a:spLocks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8771">
            <a:extLst>
              <a:ext uri="{FF2B5EF4-FFF2-40B4-BE49-F238E27FC236}">
                <a16:creationId xmlns:a16="http://schemas.microsoft.com/office/drawing/2014/main" id="{32EC7803-4C25-47D3-9142-74EC7F7B7801}"/>
              </a:ext>
            </a:extLst>
          </p:cNvPr>
          <p:cNvSpPr>
            <a:spLocks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8772">
            <a:extLst>
              <a:ext uri="{FF2B5EF4-FFF2-40B4-BE49-F238E27FC236}">
                <a16:creationId xmlns:a16="http://schemas.microsoft.com/office/drawing/2014/main" id="{2E8B32E2-F53A-4ED0-A28B-EEB35853AEF8}"/>
              </a:ext>
            </a:extLst>
          </p:cNvPr>
          <p:cNvSpPr>
            <a:spLocks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8773">
            <a:extLst>
              <a:ext uri="{FF2B5EF4-FFF2-40B4-BE49-F238E27FC236}">
                <a16:creationId xmlns:a16="http://schemas.microsoft.com/office/drawing/2014/main" id="{6811ADA4-D3D5-49D8-8445-384CB900BFD1}"/>
              </a:ext>
            </a:extLst>
          </p:cNvPr>
          <p:cNvSpPr>
            <a:spLocks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8774">
            <a:extLst>
              <a:ext uri="{FF2B5EF4-FFF2-40B4-BE49-F238E27FC236}">
                <a16:creationId xmlns:a16="http://schemas.microsoft.com/office/drawing/2014/main" id="{8F9E4C97-CEAE-42E7-B260-FD1727D4EE53}"/>
              </a:ext>
            </a:extLst>
          </p:cNvPr>
          <p:cNvSpPr>
            <a:spLocks/>
          </p:cNvSpPr>
          <p:nvPr/>
        </p:nvSpPr>
        <p:spPr>
          <a:xfrm>
            <a:off x="7272624" y="346985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8775">
            <a:extLst>
              <a:ext uri="{FF2B5EF4-FFF2-40B4-BE49-F238E27FC236}">
                <a16:creationId xmlns:a16="http://schemas.microsoft.com/office/drawing/2014/main" id="{D43E0FCC-04F7-45FC-BFC4-F6BBBC6682EE}"/>
              </a:ext>
            </a:extLst>
          </p:cNvPr>
          <p:cNvSpPr>
            <a:spLocks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8776">
            <a:extLst>
              <a:ext uri="{FF2B5EF4-FFF2-40B4-BE49-F238E27FC236}">
                <a16:creationId xmlns:a16="http://schemas.microsoft.com/office/drawing/2014/main" id="{52EB3D28-AA09-4466-B01D-D46FD3CD9BBD}"/>
              </a:ext>
            </a:extLst>
          </p:cNvPr>
          <p:cNvSpPr>
            <a:spLocks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8777">
            <a:extLst>
              <a:ext uri="{FF2B5EF4-FFF2-40B4-BE49-F238E27FC236}">
                <a16:creationId xmlns:a16="http://schemas.microsoft.com/office/drawing/2014/main" id="{FEF8F04E-9EC2-406D-B5F4-A690A83BC4C5}"/>
              </a:ext>
            </a:extLst>
          </p:cNvPr>
          <p:cNvSpPr>
            <a:spLocks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8778">
            <a:extLst>
              <a:ext uri="{FF2B5EF4-FFF2-40B4-BE49-F238E27FC236}">
                <a16:creationId xmlns:a16="http://schemas.microsoft.com/office/drawing/2014/main" id="{6C6A8EF2-7289-4EC4-B260-579315E2CAEB}"/>
              </a:ext>
            </a:extLst>
          </p:cNvPr>
          <p:cNvSpPr>
            <a:spLocks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8779">
            <a:extLst>
              <a:ext uri="{FF2B5EF4-FFF2-40B4-BE49-F238E27FC236}">
                <a16:creationId xmlns:a16="http://schemas.microsoft.com/office/drawing/2014/main" id="{5F4E2E0F-6301-447D-9E3C-505C8B53B6CA}"/>
              </a:ext>
            </a:extLst>
          </p:cNvPr>
          <p:cNvSpPr>
            <a:spLocks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8780">
            <a:extLst>
              <a:ext uri="{FF2B5EF4-FFF2-40B4-BE49-F238E27FC236}">
                <a16:creationId xmlns:a16="http://schemas.microsoft.com/office/drawing/2014/main" id="{5F54DCAE-A977-4568-A8A4-A01AB4EE3B1A}"/>
              </a:ext>
            </a:extLst>
          </p:cNvPr>
          <p:cNvSpPr>
            <a:spLocks/>
          </p:cNvSpPr>
          <p:nvPr/>
        </p:nvSpPr>
        <p:spPr>
          <a:xfrm>
            <a:off x="7237313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8781">
            <a:extLst>
              <a:ext uri="{FF2B5EF4-FFF2-40B4-BE49-F238E27FC236}">
                <a16:creationId xmlns:a16="http://schemas.microsoft.com/office/drawing/2014/main" id="{8C15CBAF-2773-42F8-A8E8-FC4222BCF35D}"/>
              </a:ext>
            </a:extLst>
          </p:cNvPr>
          <p:cNvSpPr>
            <a:spLocks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8782">
            <a:extLst>
              <a:ext uri="{FF2B5EF4-FFF2-40B4-BE49-F238E27FC236}">
                <a16:creationId xmlns:a16="http://schemas.microsoft.com/office/drawing/2014/main" id="{1379129F-31CF-4FBF-BFAA-4049CAFF90CB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8783">
            <a:extLst>
              <a:ext uri="{FF2B5EF4-FFF2-40B4-BE49-F238E27FC236}">
                <a16:creationId xmlns:a16="http://schemas.microsoft.com/office/drawing/2014/main" id="{41D14F87-DD67-4E51-A42D-77D06A544FD7}"/>
              </a:ext>
            </a:extLst>
          </p:cNvPr>
          <p:cNvSpPr>
            <a:spLocks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8784">
            <a:extLst>
              <a:ext uri="{FF2B5EF4-FFF2-40B4-BE49-F238E27FC236}">
                <a16:creationId xmlns:a16="http://schemas.microsoft.com/office/drawing/2014/main" id="{9E5C1F3D-8E78-4618-BFC4-BFDF68703BF9}"/>
              </a:ext>
            </a:extLst>
          </p:cNvPr>
          <p:cNvSpPr>
            <a:spLocks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8785">
            <a:extLst>
              <a:ext uri="{FF2B5EF4-FFF2-40B4-BE49-F238E27FC236}">
                <a16:creationId xmlns:a16="http://schemas.microsoft.com/office/drawing/2014/main" id="{E481F9F3-21F8-4B81-9B94-3BB581102368}"/>
              </a:ext>
            </a:extLst>
          </p:cNvPr>
          <p:cNvSpPr>
            <a:spLocks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8786">
            <a:extLst>
              <a:ext uri="{FF2B5EF4-FFF2-40B4-BE49-F238E27FC236}">
                <a16:creationId xmlns:a16="http://schemas.microsoft.com/office/drawing/2014/main" id="{837682D3-ABC7-4856-BF4D-866AABCC463A}"/>
              </a:ext>
            </a:extLst>
          </p:cNvPr>
          <p:cNvSpPr>
            <a:spLocks/>
          </p:cNvSpPr>
          <p:nvPr/>
        </p:nvSpPr>
        <p:spPr>
          <a:xfrm>
            <a:off x="7220245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8787">
            <a:extLst>
              <a:ext uri="{FF2B5EF4-FFF2-40B4-BE49-F238E27FC236}">
                <a16:creationId xmlns:a16="http://schemas.microsoft.com/office/drawing/2014/main" id="{14AABF6F-0B6D-4609-90F8-785F6E12B8F4}"/>
              </a:ext>
            </a:extLst>
          </p:cNvPr>
          <p:cNvSpPr>
            <a:spLocks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8788">
            <a:extLst>
              <a:ext uri="{FF2B5EF4-FFF2-40B4-BE49-F238E27FC236}">
                <a16:creationId xmlns:a16="http://schemas.microsoft.com/office/drawing/2014/main" id="{2A392BF0-2893-465D-B26A-075369CB36FB}"/>
              </a:ext>
            </a:extLst>
          </p:cNvPr>
          <p:cNvSpPr>
            <a:spLocks/>
          </p:cNvSpPr>
          <p:nvPr/>
        </p:nvSpPr>
        <p:spPr>
          <a:xfrm>
            <a:off x="7565146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8789">
            <a:extLst>
              <a:ext uri="{FF2B5EF4-FFF2-40B4-BE49-F238E27FC236}">
                <a16:creationId xmlns:a16="http://schemas.microsoft.com/office/drawing/2014/main" id="{59265A95-D34F-4074-9CE9-1F2509844986}"/>
              </a:ext>
            </a:extLst>
          </p:cNvPr>
          <p:cNvSpPr>
            <a:spLocks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8790">
            <a:extLst>
              <a:ext uri="{FF2B5EF4-FFF2-40B4-BE49-F238E27FC236}">
                <a16:creationId xmlns:a16="http://schemas.microsoft.com/office/drawing/2014/main" id="{4526BFEE-CC85-4D2D-9A01-AFA2E4CC0F06}"/>
              </a:ext>
            </a:extLst>
          </p:cNvPr>
          <p:cNvSpPr>
            <a:spLocks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8791">
            <a:extLst>
              <a:ext uri="{FF2B5EF4-FFF2-40B4-BE49-F238E27FC236}">
                <a16:creationId xmlns:a16="http://schemas.microsoft.com/office/drawing/2014/main" id="{BAA09CFD-CE7D-4D1D-95CE-FC966F04611F}"/>
              </a:ext>
            </a:extLst>
          </p:cNvPr>
          <p:cNvSpPr>
            <a:spLocks/>
          </p:cNvSpPr>
          <p:nvPr/>
        </p:nvSpPr>
        <p:spPr>
          <a:xfrm>
            <a:off x="7607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8792">
            <a:extLst>
              <a:ext uri="{FF2B5EF4-FFF2-40B4-BE49-F238E27FC236}">
                <a16:creationId xmlns:a16="http://schemas.microsoft.com/office/drawing/2014/main" id="{8BFAE8BC-22AF-4EB1-A314-087F6954B938}"/>
              </a:ext>
            </a:extLst>
          </p:cNvPr>
          <p:cNvSpPr>
            <a:spLocks/>
          </p:cNvSpPr>
          <p:nvPr/>
        </p:nvSpPr>
        <p:spPr>
          <a:xfrm>
            <a:off x="76450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8793">
            <a:extLst>
              <a:ext uri="{FF2B5EF4-FFF2-40B4-BE49-F238E27FC236}">
                <a16:creationId xmlns:a16="http://schemas.microsoft.com/office/drawing/2014/main" id="{D74C82D6-077B-4E9A-B4DF-FF6BFFA4A51E}"/>
              </a:ext>
            </a:extLst>
          </p:cNvPr>
          <p:cNvSpPr>
            <a:spLocks/>
          </p:cNvSpPr>
          <p:nvPr/>
        </p:nvSpPr>
        <p:spPr>
          <a:xfrm>
            <a:off x="7668862" y="23902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8794">
            <a:extLst>
              <a:ext uri="{FF2B5EF4-FFF2-40B4-BE49-F238E27FC236}">
                <a16:creationId xmlns:a16="http://schemas.microsoft.com/office/drawing/2014/main" id="{3C316055-9269-4EC5-B7C6-A26B9891BD26}"/>
              </a:ext>
            </a:extLst>
          </p:cNvPr>
          <p:cNvSpPr>
            <a:spLocks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8795">
            <a:extLst>
              <a:ext uri="{FF2B5EF4-FFF2-40B4-BE49-F238E27FC236}">
                <a16:creationId xmlns:a16="http://schemas.microsoft.com/office/drawing/2014/main" id="{D6AECFE7-8E70-47EC-B8C4-541E2E5C8830}"/>
              </a:ext>
            </a:extLst>
          </p:cNvPr>
          <p:cNvSpPr>
            <a:spLocks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8796">
            <a:extLst>
              <a:ext uri="{FF2B5EF4-FFF2-40B4-BE49-F238E27FC236}">
                <a16:creationId xmlns:a16="http://schemas.microsoft.com/office/drawing/2014/main" id="{FB42A4A1-7692-4777-A53B-DFD6801825C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8797">
            <a:extLst>
              <a:ext uri="{FF2B5EF4-FFF2-40B4-BE49-F238E27FC236}">
                <a16:creationId xmlns:a16="http://schemas.microsoft.com/office/drawing/2014/main" id="{AD82182D-5FC2-4D04-970D-3F06280429E1}"/>
              </a:ext>
            </a:extLst>
          </p:cNvPr>
          <p:cNvSpPr>
            <a:spLocks/>
          </p:cNvSpPr>
          <p:nvPr/>
        </p:nvSpPr>
        <p:spPr>
          <a:xfrm>
            <a:off x="75581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8798">
            <a:extLst>
              <a:ext uri="{FF2B5EF4-FFF2-40B4-BE49-F238E27FC236}">
                <a16:creationId xmlns:a16="http://schemas.microsoft.com/office/drawing/2014/main" id="{FCA75414-401A-4BD7-A3AD-71CBFC31BACA}"/>
              </a:ext>
            </a:extLst>
          </p:cNvPr>
          <p:cNvSpPr>
            <a:spLocks/>
          </p:cNvSpPr>
          <p:nvPr/>
        </p:nvSpPr>
        <p:spPr>
          <a:xfrm>
            <a:off x="765843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8799">
            <a:extLst>
              <a:ext uri="{FF2B5EF4-FFF2-40B4-BE49-F238E27FC236}">
                <a16:creationId xmlns:a16="http://schemas.microsoft.com/office/drawing/2014/main" id="{AF20EE52-9546-4A7C-9F35-979520F66EE4}"/>
              </a:ext>
            </a:extLst>
          </p:cNvPr>
          <p:cNvSpPr>
            <a:spLocks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8800">
            <a:extLst>
              <a:ext uri="{FF2B5EF4-FFF2-40B4-BE49-F238E27FC236}">
                <a16:creationId xmlns:a16="http://schemas.microsoft.com/office/drawing/2014/main" id="{5D54577B-D5C6-4C49-9A36-EB1BCCC18840}"/>
              </a:ext>
            </a:extLst>
          </p:cNvPr>
          <p:cNvSpPr>
            <a:spLocks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8801">
            <a:extLst>
              <a:ext uri="{FF2B5EF4-FFF2-40B4-BE49-F238E27FC236}">
                <a16:creationId xmlns:a16="http://schemas.microsoft.com/office/drawing/2014/main" id="{BD49539D-6851-4D0F-A3EB-5CAA99EEF2A6}"/>
              </a:ext>
            </a:extLst>
          </p:cNvPr>
          <p:cNvSpPr>
            <a:spLocks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8802">
            <a:extLst>
              <a:ext uri="{FF2B5EF4-FFF2-40B4-BE49-F238E27FC236}">
                <a16:creationId xmlns:a16="http://schemas.microsoft.com/office/drawing/2014/main" id="{7F3B8443-76DC-467D-B6D7-56B25AC2EA0F}"/>
              </a:ext>
            </a:extLst>
          </p:cNvPr>
          <p:cNvSpPr>
            <a:spLocks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8803">
            <a:extLst>
              <a:ext uri="{FF2B5EF4-FFF2-40B4-BE49-F238E27FC236}">
                <a16:creationId xmlns:a16="http://schemas.microsoft.com/office/drawing/2014/main" id="{4CF096A9-64E2-4F4D-A4AF-58037FD3C3C5}"/>
              </a:ext>
            </a:extLst>
          </p:cNvPr>
          <p:cNvSpPr>
            <a:spLocks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8804">
            <a:extLst>
              <a:ext uri="{FF2B5EF4-FFF2-40B4-BE49-F238E27FC236}">
                <a16:creationId xmlns:a16="http://schemas.microsoft.com/office/drawing/2014/main" id="{4ECDCB50-44D3-4DAB-8FA1-AC7CAC9D2959}"/>
              </a:ext>
            </a:extLst>
          </p:cNvPr>
          <p:cNvSpPr>
            <a:spLocks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8805">
            <a:extLst>
              <a:ext uri="{FF2B5EF4-FFF2-40B4-BE49-F238E27FC236}">
                <a16:creationId xmlns:a16="http://schemas.microsoft.com/office/drawing/2014/main" id="{6FF5FFA7-C3D2-45E6-B2BE-3D6D774195C1}"/>
              </a:ext>
            </a:extLst>
          </p:cNvPr>
          <p:cNvSpPr>
            <a:spLocks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8806">
            <a:extLst>
              <a:ext uri="{FF2B5EF4-FFF2-40B4-BE49-F238E27FC236}">
                <a16:creationId xmlns:a16="http://schemas.microsoft.com/office/drawing/2014/main" id="{85BBAE77-3D65-416E-9ADF-39A7B4983C96}"/>
              </a:ext>
            </a:extLst>
          </p:cNvPr>
          <p:cNvSpPr>
            <a:spLocks/>
          </p:cNvSpPr>
          <p:nvPr/>
        </p:nvSpPr>
        <p:spPr>
          <a:xfrm>
            <a:off x="76848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8807">
            <a:extLst>
              <a:ext uri="{FF2B5EF4-FFF2-40B4-BE49-F238E27FC236}">
                <a16:creationId xmlns:a16="http://schemas.microsoft.com/office/drawing/2014/main" id="{8E4F9B6C-402C-42A2-9926-372FE13E3F74}"/>
              </a:ext>
            </a:extLst>
          </p:cNvPr>
          <p:cNvSpPr>
            <a:spLocks/>
          </p:cNvSpPr>
          <p:nvPr/>
        </p:nvSpPr>
        <p:spPr>
          <a:xfrm>
            <a:off x="7639936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8808">
            <a:extLst>
              <a:ext uri="{FF2B5EF4-FFF2-40B4-BE49-F238E27FC236}">
                <a16:creationId xmlns:a16="http://schemas.microsoft.com/office/drawing/2014/main" id="{B37B9341-841C-452E-AA09-0F9EC966325B}"/>
              </a:ext>
            </a:extLst>
          </p:cNvPr>
          <p:cNvSpPr>
            <a:spLocks/>
          </p:cNvSpPr>
          <p:nvPr/>
        </p:nvSpPr>
        <p:spPr>
          <a:xfrm>
            <a:off x="7562670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8809">
            <a:extLst>
              <a:ext uri="{FF2B5EF4-FFF2-40B4-BE49-F238E27FC236}">
                <a16:creationId xmlns:a16="http://schemas.microsoft.com/office/drawing/2014/main" id="{E6F6B358-9789-4E22-AF33-DD0D7F3BE327}"/>
              </a:ext>
            </a:extLst>
          </p:cNvPr>
          <p:cNvSpPr>
            <a:spLocks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8810">
            <a:extLst>
              <a:ext uri="{FF2B5EF4-FFF2-40B4-BE49-F238E27FC236}">
                <a16:creationId xmlns:a16="http://schemas.microsoft.com/office/drawing/2014/main" id="{2C42DCD0-BE67-455D-8036-73D08C1290A3}"/>
              </a:ext>
            </a:extLst>
          </p:cNvPr>
          <p:cNvSpPr>
            <a:spLocks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8811">
            <a:extLst>
              <a:ext uri="{FF2B5EF4-FFF2-40B4-BE49-F238E27FC236}">
                <a16:creationId xmlns:a16="http://schemas.microsoft.com/office/drawing/2014/main" id="{48F3EDC6-2B70-45AB-878D-5C281B71B1D1}"/>
              </a:ext>
            </a:extLst>
          </p:cNvPr>
          <p:cNvSpPr>
            <a:spLocks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8812">
            <a:extLst>
              <a:ext uri="{FF2B5EF4-FFF2-40B4-BE49-F238E27FC236}">
                <a16:creationId xmlns:a16="http://schemas.microsoft.com/office/drawing/2014/main" id="{5FC5B7B1-BEB2-4C74-8AA8-0E926AF4665E}"/>
              </a:ext>
            </a:extLst>
          </p:cNvPr>
          <p:cNvSpPr>
            <a:spLocks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8813">
            <a:extLst>
              <a:ext uri="{FF2B5EF4-FFF2-40B4-BE49-F238E27FC236}">
                <a16:creationId xmlns:a16="http://schemas.microsoft.com/office/drawing/2014/main" id="{76FF3ED2-B2F7-4722-9C70-BE86B516AF37}"/>
              </a:ext>
            </a:extLst>
          </p:cNvPr>
          <p:cNvSpPr>
            <a:spLocks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8814">
            <a:extLst>
              <a:ext uri="{FF2B5EF4-FFF2-40B4-BE49-F238E27FC236}">
                <a16:creationId xmlns:a16="http://schemas.microsoft.com/office/drawing/2014/main" id="{CA3FB448-71C9-45CC-AB12-E79534407EA5}"/>
              </a:ext>
            </a:extLst>
          </p:cNvPr>
          <p:cNvSpPr>
            <a:spLocks/>
          </p:cNvSpPr>
          <p:nvPr/>
        </p:nvSpPr>
        <p:spPr>
          <a:xfrm>
            <a:off x="76360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8815">
            <a:extLst>
              <a:ext uri="{FF2B5EF4-FFF2-40B4-BE49-F238E27FC236}">
                <a16:creationId xmlns:a16="http://schemas.microsoft.com/office/drawing/2014/main" id="{5E134DFB-1F42-4B91-8700-EA1534DCE8F3}"/>
              </a:ext>
            </a:extLst>
          </p:cNvPr>
          <p:cNvSpPr>
            <a:spLocks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8816">
            <a:extLst>
              <a:ext uri="{FF2B5EF4-FFF2-40B4-BE49-F238E27FC236}">
                <a16:creationId xmlns:a16="http://schemas.microsoft.com/office/drawing/2014/main" id="{A66C625F-10C3-47FE-BC4B-0AA3006EE8F6}"/>
              </a:ext>
            </a:extLst>
          </p:cNvPr>
          <p:cNvSpPr>
            <a:spLocks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8817">
            <a:extLst>
              <a:ext uri="{FF2B5EF4-FFF2-40B4-BE49-F238E27FC236}">
                <a16:creationId xmlns:a16="http://schemas.microsoft.com/office/drawing/2014/main" id="{BEB37C62-03E6-4944-B1A0-62E83A41FBF6}"/>
              </a:ext>
            </a:extLst>
          </p:cNvPr>
          <p:cNvSpPr>
            <a:spLocks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8818">
            <a:extLst>
              <a:ext uri="{FF2B5EF4-FFF2-40B4-BE49-F238E27FC236}">
                <a16:creationId xmlns:a16="http://schemas.microsoft.com/office/drawing/2014/main" id="{5CA3244D-E9AF-468B-9BB0-21FEE6691F53}"/>
              </a:ext>
            </a:extLst>
          </p:cNvPr>
          <p:cNvSpPr>
            <a:spLocks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8819">
            <a:extLst>
              <a:ext uri="{FF2B5EF4-FFF2-40B4-BE49-F238E27FC236}">
                <a16:creationId xmlns:a16="http://schemas.microsoft.com/office/drawing/2014/main" id="{330CB044-670E-490B-99E3-4B1577DEB0DA}"/>
              </a:ext>
            </a:extLst>
          </p:cNvPr>
          <p:cNvSpPr>
            <a:spLocks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8820">
            <a:extLst>
              <a:ext uri="{FF2B5EF4-FFF2-40B4-BE49-F238E27FC236}">
                <a16:creationId xmlns:a16="http://schemas.microsoft.com/office/drawing/2014/main" id="{28FD7A05-BBBD-4D42-8F6B-F44A2377B369}"/>
              </a:ext>
            </a:extLst>
          </p:cNvPr>
          <p:cNvSpPr>
            <a:spLocks/>
          </p:cNvSpPr>
          <p:nvPr/>
        </p:nvSpPr>
        <p:spPr>
          <a:xfrm>
            <a:off x="7645930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8821">
            <a:extLst>
              <a:ext uri="{FF2B5EF4-FFF2-40B4-BE49-F238E27FC236}">
                <a16:creationId xmlns:a16="http://schemas.microsoft.com/office/drawing/2014/main" id="{544023F1-AA53-40B0-87F1-CA93FC5D45DC}"/>
              </a:ext>
            </a:extLst>
          </p:cNvPr>
          <p:cNvSpPr>
            <a:spLocks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8822">
            <a:extLst>
              <a:ext uri="{FF2B5EF4-FFF2-40B4-BE49-F238E27FC236}">
                <a16:creationId xmlns:a16="http://schemas.microsoft.com/office/drawing/2014/main" id="{47A6D35F-C2A7-4E70-AE73-95D4CD570DCA}"/>
              </a:ext>
            </a:extLst>
          </p:cNvPr>
          <p:cNvSpPr>
            <a:spLocks/>
          </p:cNvSpPr>
          <p:nvPr/>
        </p:nvSpPr>
        <p:spPr>
          <a:xfrm>
            <a:off x="75620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8823">
            <a:extLst>
              <a:ext uri="{FF2B5EF4-FFF2-40B4-BE49-F238E27FC236}">
                <a16:creationId xmlns:a16="http://schemas.microsoft.com/office/drawing/2014/main" id="{82C4F169-D2DD-4D14-B56B-730A475B61DC}"/>
              </a:ext>
            </a:extLst>
          </p:cNvPr>
          <p:cNvSpPr>
            <a:spLocks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8824">
            <a:extLst>
              <a:ext uri="{FF2B5EF4-FFF2-40B4-BE49-F238E27FC236}">
                <a16:creationId xmlns:a16="http://schemas.microsoft.com/office/drawing/2014/main" id="{DA1D8C5B-3903-4F87-BECD-C0FD2AFC3F78}"/>
              </a:ext>
            </a:extLst>
          </p:cNvPr>
          <p:cNvSpPr>
            <a:spLocks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8825">
            <a:extLst>
              <a:ext uri="{FF2B5EF4-FFF2-40B4-BE49-F238E27FC236}">
                <a16:creationId xmlns:a16="http://schemas.microsoft.com/office/drawing/2014/main" id="{C890B1BF-3116-40E9-868C-AEF858BFFA71}"/>
              </a:ext>
            </a:extLst>
          </p:cNvPr>
          <p:cNvSpPr>
            <a:spLocks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8826">
            <a:extLst>
              <a:ext uri="{FF2B5EF4-FFF2-40B4-BE49-F238E27FC236}">
                <a16:creationId xmlns:a16="http://schemas.microsoft.com/office/drawing/2014/main" id="{FEAA2D6B-1E61-4048-A37F-34E30E7CD94F}"/>
              </a:ext>
            </a:extLst>
          </p:cNvPr>
          <p:cNvSpPr>
            <a:spLocks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8827">
            <a:extLst>
              <a:ext uri="{FF2B5EF4-FFF2-40B4-BE49-F238E27FC236}">
                <a16:creationId xmlns:a16="http://schemas.microsoft.com/office/drawing/2014/main" id="{57C30DA6-89C7-42C3-AC84-D63CA00951F2}"/>
              </a:ext>
            </a:extLst>
          </p:cNvPr>
          <p:cNvSpPr>
            <a:spLocks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8828">
            <a:extLst>
              <a:ext uri="{FF2B5EF4-FFF2-40B4-BE49-F238E27FC236}">
                <a16:creationId xmlns:a16="http://schemas.microsoft.com/office/drawing/2014/main" id="{F5A111B1-DE65-4B93-82C3-4560505724E1}"/>
              </a:ext>
            </a:extLst>
          </p:cNvPr>
          <p:cNvSpPr>
            <a:spLocks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8829">
            <a:extLst>
              <a:ext uri="{FF2B5EF4-FFF2-40B4-BE49-F238E27FC236}">
                <a16:creationId xmlns:a16="http://schemas.microsoft.com/office/drawing/2014/main" id="{82EFF76C-8A37-4EA3-9B92-FF6F88C5574F}"/>
              </a:ext>
            </a:extLst>
          </p:cNvPr>
          <p:cNvSpPr>
            <a:spLocks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8830">
            <a:extLst>
              <a:ext uri="{FF2B5EF4-FFF2-40B4-BE49-F238E27FC236}">
                <a16:creationId xmlns:a16="http://schemas.microsoft.com/office/drawing/2014/main" id="{F9FBE966-7BB9-4554-8C72-9B2156C4C0D8}"/>
              </a:ext>
            </a:extLst>
          </p:cNvPr>
          <p:cNvSpPr>
            <a:spLocks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8831">
            <a:extLst>
              <a:ext uri="{FF2B5EF4-FFF2-40B4-BE49-F238E27FC236}">
                <a16:creationId xmlns:a16="http://schemas.microsoft.com/office/drawing/2014/main" id="{6EDB3E40-3776-4EB9-9B87-2DF4809E5804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8832">
            <a:extLst>
              <a:ext uri="{FF2B5EF4-FFF2-40B4-BE49-F238E27FC236}">
                <a16:creationId xmlns:a16="http://schemas.microsoft.com/office/drawing/2014/main" id="{FBADC22F-D630-4D10-A392-9D7613B00F0F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8833">
            <a:extLst>
              <a:ext uri="{FF2B5EF4-FFF2-40B4-BE49-F238E27FC236}">
                <a16:creationId xmlns:a16="http://schemas.microsoft.com/office/drawing/2014/main" id="{2EC0082F-106C-4D35-85ED-D2419F72D50A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8834">
            <a:extLst>
              <a:ext uri="{FF2B5EF4-FFF2-40B4-BE49-F238E27FC236}">
                <a16:creationId xmlns:a16="http://schemas.microsoft.com/office/drawing/2014/main" id="{41727AB9-B417-471B-AA52-A14603D820BD}"/>
              </a:ext>
            </a:extLst>
          </p:cNvPr>
          <p:cNvSpPr>
            <a:spLocks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8835">
            <a:extLst>
              <a:ext uri="{FF2B5EF4-FFF2-40B4-BE49-F238E27FC236}">
                <a16:creationId xmlns:a16="http://schemas.microsoft.com/office/drawing/2014/main" id="{44203190-D991-4768-94A8-D96AA263AC5B}"/>
              </a:ext>
            </a:extLst>
          </p:cNvPr>
          <p:cNvSpPr>
            <a:spLocks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8836">
            <a:extLst>
              <a:ext uri="{FF2B5EF4-FFF2-40B4-BE49-F238E27FC236}">
                <a16:creationId xmlns:a16="http://schemas.microsoft.com/office/drawing/2014/main" id="{2F6138B9-4F93-4729-8D3A-06A29495F1E7}"/>
              </a:ext>
            </a:extLst>
          </p:cNvPr>
          <p:cNvSpPr>
            <a:spLocks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8837">
            <a:extLst>
              <a:ext uri="{FF2B5EF4-FFF2-40B4-BE49-F238E27FC236}">
                <a16:creationId xmlns:a16="http://schemas.microsoft.com/office/drawing/2014/main" id="{BAD1A58E-BB2B-49F1-954B-A4A793A2515C}"/>
              </a:ext>
            </a:extLst>
          </p:cNvPr>
          <p:cNvSpPr>
            <a:spLocks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8838">
            <a:extLst>
              <a:ext uri="{FF2B5EF4-FFF2-40B4-BE49-F238E27FC236}">
                <a16:creationId xmlns:a16="http://schemas.microsoft.com/office/drawing/2014/main" id="{77EBA4DE-9335-4E1E-BC35-EBCB9E4F04E0}"/>
              </a:ext>
            </a:extLst>
          </p:cNvPr>
          <p:cNvSpPr>
            <a:spLocks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8839">
            <a:extLst>
              <a:ext uri="{FF2B5EF4-FFF2-40B4-BE49-F238E27FC236}">
                <a16:creationId xmlns:a16="http://schemas.microsoft.com/office/drawing/2014/main" id="{7F0710F6-F7E1-4F99-90FB-F9D7F91A91CC}"/>
              </a:ext>
            </a:extLst>
          </p:cNvPr>
          <p:cNvSpPr>
            <a:spLocks/>
          </p:cNvSpPr>
          <p:nvPr/>
        </p:nvSpPr>
        <p:spPr>
          <a:xfrm>
            <a:off x="76790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8840">
            <a:extLst>
              <a:ext uri="{FF2B5EF4-FFF2-40B4-BE49-F238E27FC236}">
                <a16:creationId xmlns:a16="http://schemas.microsoft.com/office/drawing/2014/main" id="{91BCD5D9-2D67-44B9-97C4-4CA98518C51D}"/>
              </a:ext>
            </a:extLst>
          </p:cNvPr>
          <p:cNvSpPr>
            <a:spLocks/>
          </p:cNvSpPr>
          <p:nvPr/>
        </p:nvSpPr>
        <p:spPr>
          <a:xfrm>
            <a:off x="75638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8841">
            <a:extLst>
              <a:ext uri="{FF2B5EF4-FFF2-40B4-BE49-F238E27FC236}">
                <a16:creationId xmlns:a16="http://schemas.microsoft.com/office/drawing/2014/main" id="{79E7B309-F60A-46DE-9259-72EC79A379F6}"/>
              </a:ext>
            </a:extLst>
          </p:cNvPr>
          <p:cNvSpPr>
            <a:spLocks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8842">
            <a:extLst>
              <a:ext uri="{FF2B5EF4-FFF2-40B4-BE49-F238E27FC236}">
                <a16:creationId xmlns:a16="http://schemas.microsoft.com/office/drawing/2014/main" id="{831CB012-876E-4982-A4FF-9EAF80ECF8B7}"/>
              </a:ext>
            </a:extLst>
          </p:cNvPr>
          <p:cNvSpPr>
            <a:spLocks/>
          </p:cNvSpPr>
          <p:nvPr/>
        </p:nvSpPr>
        <p:spPr>
          <a:xfrm>
            <a:off x="765218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8843">
            <a:extLst>
              <a:ext uri="{FF2B5EF4-FFF2-40B4-BE49-F238E27FC236}">
                <a16:creationId xmlns:a16="http://schemas.microsoft.com/office/drawing/2014/main" id="{1C36C49C-A72A-4D4C-9A42-1D569FFE22FE}"/>
              </a:ext>
            </a:extLst>
          </p:cNvPr>
          <p:cNvSpPr>
            <a:spLocks/>
          </p:cNvSpPr>
          <p:nvPr/>
        </p:nvSpPr>
        <p:spPr>
          <a:xfrm>
            <a:off x="76072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8844">
            <a:extLst>
              <a:ext uri="{FF2B5EF4-FFF2-40B4-BE49-F238E27FC236}">
                <a16:creationId xmlns:a16="http://schemas.microsoft.com/office/drawing/2014/main" id="{967BCF63-5813-47F9-B692-CAC18D224EA1}"/>
              </a:ext>
            </a:extLst>
          </p:cNvPr>
          <p:cNvSpPr>
            <a:spLocks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8845">
            <a:extLst>
              <a:ext uri="{FF2B5EF4-FFF2-40B4-BE49-F238E27FC236}">
                <a16:creationId xmlns:a16="http://schemas.microsoft.com/office/drawing/2014/main" id="{0D45A392-FD54-46E0-82DB-D222AE0AD370}"/>
              </a:ext>
            </a:extLst>
          </p:cNvPr>
          <p:cNvSpPr>
            <a:spLocks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8846">
            <a:extLst>
              <a:ext uri="{FF2B5EF4-FFF2-40B4-BE49-F238E27FC236}">
                <a16:creationId xmlns:a16="http://schemas.microsoft.com/office/drawing/2014/main" id="{D56743F0-B81E-404A-A340-14D3A2110DFE}"/>
              </a:ext>
            </a:extLst>
          </p:cNvPr>
          <p:cNvSpPr>
            <a:spLocks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8847">
            <a:extLst>
              <a:ext uri="{FF2B5EF4-FFF2-40B4-BE49-F238E27FC236}">
                <a16:creationId xmlns:a16="http://schemas.microsoft.com/office/drawing/2014/main" id="{F0919438-A5EC-4837-A7DF-4FAA28A65620}"/>
              </a:ext>
            </a:extLst>
          </p:cNvPr>
          <p:cNvSpPr>
            <a:spLocks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8848">
            <a:extLst>
              <a:ext uri="{FF2B5EF4-FFF2-40B4-BE49-F238E27FC236}">
                <a16:creationId xmlns:a16="http://schemas.microsoft.com/office/drawing/2014/main" id="{908CA103-3DCE-48F9-9E0B-C06DAA9D8AF5}"/>
              </a:ext>
            </a:extLst>
          </p:cNvPr>
          <p:cNvSpPr>
            <a:spLocks/>
          </p:cNvSpPr>
          <p:nvPr/>
        </p:nvSpPr>
        <p:spPr>
          <a:xfrm>
            <a:off x="7652445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8849">
            <a:extLst>
              <a:ext uri="{FF2B5EF4-FFF2-40B4-BE49-F238E27FC236}">
                <a16:creationId xmlns:a16="http://schemas.microsoft.com/office/drawing/2014/main" id="{5763A5C4-FB29-411C-BBD4-437C1358CC21}"/>
              </a:ext>
            </a:extLst>
          </p:cNvPr>
          <p:cNvSpPr>
            <a:spLocks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8850">
            <a:extLst>
              <a:ext uri="{FF2B5EF4-FFF2-40B4-BE49-F238E27FC236}">
                <a16:creationId xmlns:a16="http://schemas.microsoft.com/office/drawing/2014/main" id="{1A9908F3-F5AF-4EFF-AFBF-6F8101D67C52}"/>
              </a:ext>
            </a:extLst>
          </p:cNvPr>
          <p:cNvSpPr>
            <a:spLocks/>
          </p:cNvSpPr>
          <p:nvPr/>
        </p:nvSpPr>
        <p:spPr>
          <a:xfrm>
            <a:off x="7595245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8851">
            <a:extLst>
              <a:ext uri="{FF2B5EF4-FFF2-40B4-BE49-F238E27FC236}">
                <a16:creationId xmlns:a16="http://schemas.microsoft.com/office/drawing/2014/main" id="{6E58D987-A96C-4A4F-B58F-3D381FBD5CDB}"/>
              </a:ext>
            </a:extLst>
          </p:cNvPr>
          <p:cNvSpPr>
            <a:spLocks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8852">
            <a:extLst>
              <a:ext uri="{FF2B5EF4-FFF2-40B4-BE49-F238E27FC236}">
                <a16:creationId xmlns:a16="http://schemas.microsoft.com/office/drawing/2014/main" id="{836BE17F-22E5-4EDF-93D2-E4EE2F4B2A3E}"/>
              </a:ext>
            </a:extLst>
          </p:cNvPr>
          <p:cNvSpPr>
            <a:spLocks/>
          </p:cNvSpPr>
          <p:nvPr/>
        </p:nvSpPr>
        <p:spPr>
          <a:xfrm>
            <a:off x="75814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8853">
            <a:extLst>
              <a:ext uri="{FF2B5EF4-FFF2-40B4-BE49-F238E27FC236}">
                <a16:creationId xmlns:a16="http://schemas.microsoft.com/office/drawing/2014/main" id="{FF7D1364-114F-4FD1-874C-15E3B612F12D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8854">
            <a:extLst>
              <a:ext uri="{FF2B5EF4-FFF2-40B4-BE49-F238E27FC236}">
                <a16:creationId xmlns:a16="http://schemas.microsoft.com/office/drawing/2014/main" id="{A2142D35-4897-4044-875F-29123B96F68B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8855">
            <a:extLst>
              <a:ext uri="{FF2B5EF4-FFF2-40B4-BE49-F238E27FC236}">
                <a16:creationId xmlns:a16="http://schemas.microsoft.com/office/drawing/2014/main" id="{2EA68A31-D301-4522-84E2-90DDFA014850}"/>
              </a:ext>
            </a:extLst>
          </p:cNvPr>
          <p:cNvSpPr>
            <a:spLocks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8856">
            <a:extLst>
              <a:ext uri="{FF2B5EF4-FFF2-40B4-BE49-F238E27FC236}">
                <a16:creationId xmlns:a16="http://schemas.microsoft.com/office/drawing/2014/main" id="{40876667-B194-4FC8-A8FE-B46AF70479C9}"/>
              </a:ext>
            </a:extLst>
          </p:cNvPr>
          <p:cNvSpPr>
            <a:spLocks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8857">
            <a:extLst>
              <a:ext uri="{FF2B5EF4-FFF2-40B4-BE49-F238E27FC236}">
                <a16:creationId xmlns:a16="http://schemas.microsoft.com/office/drawing/2014/main" id="{FBB8BE97-B676-4A38-A35A-4E49AF97AE21}"/>
              </a:ext>
            </a:extLst>
          </p:cNvPr>
          <p:cNvSpPr>
            <a:spLocks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8858">
            <a:extLst>
              <a:ext uri="{FF2B5EF4-FFF2-40B4-BE49-F238E27FC236}">
                <a16:creationId xmlns:a16="http://schemas.microsoft.com/office/drawing/2014/main" id="{37E22FC0-FCA5-4711-BB1D-6FE2F56E9AD0}"/>
              </a:ext>
            </a:extLst>
          </p:cNvPr>
          <p:cNvSpPr>
            <a:spLocks/>
          </p:cNvSpPr>
          <p:nvPr/>
        </p:nvSpPr>
        <p:spPr>
          <a:xfrm>
            <a:off x="7652705" y="25083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8859">
            <a:extLst>
              <a:ext uri="{FF2B5EF4-FFF2-40B4-BE49-F238E27FC236}">
                <a16:creationId xmlns:a16="http://schemas.microsoft.com/office/drawing/2014/main" id="{F0F6F507-0C52-4C3F-8EF5-2456DB6F0023}"/>
              </a:ext>
            </a:extLst>
          </p:cNvPr>
          <p:cNvSpPr>
            <a:spLocks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8860">
            <a:extLst>
              <a:ext uri="{FF2B5EF4-FFF2-40B4-BE49-F238E27FC236}">
                <a16:creationId xmlns:a16="http://schemas.microsoft.com/office/drawing/2014/main" id="{C4580B51-2EF5-4652-AFD0-08C61A7F5E47}"/>
              </a:ext>
            </a:extLst>
          </p:cNvPr>
          <p:cNvSpPr>
            <a:spLocks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8861">
            <a:extLst>
              <a:ext uri="{FF2B5EF4-FFF2-40B4-BE49-F238E27FC236}">
                <a16:creationId xmlns:a16="http://schemas.microsoft.com/office/drawing/2014/main" id="{85FC409F-8617-4CAE-911B-659CDA8D8181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8862">
            <a:extLst>
              <a:ext uri="{FF2B5EF4-FFF2-40B4-BE49-F238E27FC236}">
                <a16:creationId xmlns:a16="http://schemas.microsoft.com/office/drawing/2014/main" id="{623E9E88-D5DE-407A-B8BF-9CB99CEC3E48}"/>
              </a:ext>
            </a:extLst>
          </p:cNvPr>
          <p:cNvSpPr>
            <a:spLocks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8863">
            <a:extLst>
              <a:ext uri="{FF2B5EF4-FFF2-40B4-BE49-F238E27FC236}">
                <a16:creationId xmlns:a16="http://schemas.microsoft.com/office/drawing/2014/main" id="{CEB5FC7A-D94D-4293-BF82-FA75E57EACD1}"/>
              </a:ext>
            </a:extLst>
          </p:cNvPr>
          <p:cNvSpPr>
            <a:spLocks/>
          </p:cNvSpPr>
          <p:nvPr/>
        </p:nvSpPr>
        <p:spPr>
          <a:xfrm>
            <a:off x="7650490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8864">
            <a:extLst>
              <a:ext uri="{FF2B5EF4-FFF2-40B4-BE49-F238E27FC236}">
                <a16:creationId xmlns:a16="http://schemas.microsoft.com/office/drawing/2014/main" id="{9779803B-ED3A-4D92-9B1D-72E08F5BE418}"/>
              </a:ext>
            </a:extLst>
          </p:cNvPr>
          <p:cNvSpPr>
            <a:spLocks/>
          </p:cNvSpPr>
          <p:nvPr/>
        </p:nvSpPr>
        <p:spPr>
          <a:xfrm>
            <a:off x="7584951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8865">
            <a:extLst>
              <a:ext uri="{FF2B5EF4-FFF2-40B4-BE49-F238E27FC236}">
                <a16:creationId xmlns:a16="http://schemas.microsoft.com/office/drawing/2014/main" id="{D656086C-21EE-4816-BE7F-5291A5FE00E5}"/>
              </a:ext>
            </a:extLst>
          </p:cNvPr>
          <p:cNvSpPr>
            <a:spLocks/>
          </p:cNvSpPr>
          <p:nvPr/>
        </p:nvSpPr>
        <p:spPr>
          <a:xfrm>
            <a:off x="7597590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8866">
            <a:extLst>
              <a:ext uri="{FF2B5EF4-FFF2-40B4-BE49-F238E27FC236}">
                <a16:creationId xmlns:a16="http://schemas.microsoft.com/office/drawing/2014/main" id="{32992B85-67ED-497A-BEB3-C1E67745AF5B}"/>
              </a:ext>
            </a:extLst>
          </p:cNvPr>
          <p:cNvSpPr>
            <a:spLocks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8867">
            <a:extLst>
              <a:ext uri="{FF2B5EF4-FFF2-40B4-BE49-F238E27FC236}">
                <a16:creationId xmlns:a16="http://schemas.microsoft.com/office/drawing/2014/main" id="{536EA672-14CC-4BC7-96B1-41B95F88FC55}"/>
              </a:ext>
            </a:extLst>
          </p:cNvPr>
          <p:cNvSpPr>
            <a:spLocks/>
          </p:cNvSpPr>
          <p:nvPr/>
        </p:nvSpPr>
        <p:spPr>
          <a:xfrm>
            <a:off x="7590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8868">
            <a:extLst>
              <a:ext uri="{FF2B5EF4-FFF2-40B4-BE49-F238E27FC236}">
                <a16:creationId xmlns:a16="http://schemas.microsoft.com/office/drawing/2014/main" id="{1B1435AE-D62C-4D1E-8513-6D3D8C69B753}"/>
              </a:ext>
            </a:extLst>
          </p:cNvPr>
          <p:cNvSpPr>
            <a:spLocks/>
          </p:cNvSpPr>
          <p:nvPr/>
        </p:nvSpPr>
        <p:spPr>
          <a:xfrm>
            <a:off x="7595114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8869">
            <a:extLst>
              <a:ext uri="{FF2B5EF4-FFF2-40B4-BE49-F238E27FC236}">
                <a16:creationId xmlns:a16="http://schemas.microsoft.com/office/drawing/2014/main" id="{099AE18B-161E-42BC-AC6B-8DA59A0C130A}"/>
              </a:ext>
            </a:extLst>
          </p:cNvPr>
          <p:cNvSpPr>
            <a:spLocks/>
          </p:cNvSpPr>
          <p:nvPr/>
        </p:nvSpPr>
        <p:spPr>
          <a:xfrm>
            <a:off x="76760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8870">
            <a:extLst>
              <a:ext uri="{FF2B5EF4-FFF2-40B4-BE49-F238E27FC236}">
                <a16:creationId xmlns:a16="http://schemas.microsoft.com/office/drawing/2014/main" id="{776B9920-6FC7-4152-AD49-E0341C9E31E1}"/>
              </a:ext>
            </a:extLst>
          </p:cNvPr>
          <p:cNvSpPr>
            <a:spLocks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8871">
            <a:extLst>
              <a:ext uri="{FF2B5EF4-FFF2-40B4-BE49-F238E27FC236}">
                <a16:creationId xmlns:a16="http://schemas.microsoft.com/office/drawing/2014/main" id="{42F4877F-092C-4F8C-8679-EDA3985590D2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8872">
            <a:extLst>
              <a:ext uri="{FF2B5EF4-FFF2-40B4-BE49-F238E27FC236}">
                <a16:creationId xmlns:a16="http://schemas.microsoft.com/office/drawing/2014/main" id="{DBD0088C-7579-4053-AEA3-02B8728B405B}"/>
              </a:ext>
            </a:extLst>
          </p:cNvPr>
          <p:cNvSpPr>
            <a:spLocks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8873">
            <a:extLst>
              <a:ext uri="{FF2B5EF4-FFF2-40B4-BE49-F238E27FC236}">
                <a16:creationId xmlns:a16="http://schemas.microsoft.com/office/drawing/2014/main" id="{E293CF3F-B79E-465B-BD76-98B11F4B9796}"/>
              </a:ext>
            </a:extLst>
          </p:cNvPr>
          <p:cNvSpPr>
            <a:spLocks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8874">
            <a:extLst>
              <a:ext uri="{FF2B5EF4-FFF2-40B4-BE49-F238E27FC236}">
                <a16:creationId xmlns:a16="http://schemas.microsoft.com/office/drawing/2014/main" id="{B97F5307-6069-43A7-82CC-2CAD21B4A861}"/>
              </a:ext>
            </a:extLst>
          </p:cNvPr>
          <p:cNvSpPr>
            <a:spLocks/>
          </p:cNvSpPr>
          <p:nvPr/>
        </p:nvSpPr>
        <p:spPr>
          <a:xfrm>
            <a:off x="764462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8875">
            <a:extLst>
              <a:ext uri="{FF2B5EF4-FFF2-40B4-BE49-F238E27FC236}">
                <a16:creationId xmlns:a16="http://schemas.microsoft.com/office/drawing/2014/main" id="{D148FAAB-4F89-4E87-9232-41AF5BA40A9A}"/>
              </a:ext>
            </a:extLst>
          </p:cNvPr>
          <p:cNvSpPr>
            <a:spLocks/>
          </p:cNvSpPr>
          <p:nvPr/>
        </p:nvSpPr>
        <p:spPr>
          <a:xfrm>
            <a:off x="7668732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8876">
            <a:extLst>
              <a:ext uri="{FF2B5EF4-FFF2-40B4-BE49-F238E27FC236}">
                <a16:creationId xmlns:a16="http://schemas.microsoft.com/office/drawing/2014/main" id="{8CBE5B72-6557-45B8-A59E-2E98D91B2716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8877">
            <a:extLst>
              <a:ext uri="{FF2B5EF4-FFF2-40B4-BE49-F238E27FC236}">
                <a16:creationId xmlns:a16="http://schemas.microsoft.com/office/drawing/2014/main" id="{15703A72-27F3-4601-B113-4CD49C34AF50}"/>
              </a:ext>
            </a:extLst>
          </p:cNvPr>
          <p:cNvSpPr>
            <a:spLocks/>
          </p:cNvSpPr>
          <p:nvPr/>
        </p:nvSpPr>
        <p:spPr>
          <a:xfrm>
            <a:off x="761075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8878">
            <a:extLst>
              <a:ext uri="{FF2B5EF4-FFF2-40B4-BE49-F238E27FC236}">
                <a16:creationId xmlns:a16="http://schemas.microsoft.com/office/drawing/2014/main" id="{555F149C-AC97-4E32-BD5E-643029BB445A}"/>
              </a:ext>
            </a:extLst>
          </p:cNvPr>
          <p:cNvSpPr>
            <a:spLocks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8879">
            <a:extLst>
              <a:ext uri="{FF2B5EF4-FFF2-40B4-BE49-F238E27FC236}">
                <a16:creationId xmlns:a16="http://schemas.microsoft.com/office/drawing/2014/main" id="{03F74C33-9AC0-4273-8508-D5CA93D70F2F}"/>
              </a:ext>
            </a:extLst>
          </p:cNvPr>
          <p:cNvSpPr>
            <a:spLocks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8880">
            <a:extLst>
              <a:ext uri="{FF2B5EF4-FFF2-40B4-BE49-F238E27FC236}">
                <a16:creationId xmlns:a16="http://schemas.microsoft.com/office/drawing/2014/main" id="{482ECE65-71B5-4D4F-BC43-ADD9954C0BBF}"/>
              </a:ext>
            </a:extLst>
          </p:cNvPr>
          <p:cNvSpPr>
            <a:spLocks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8881">
            <a:extLst>
              <a:ext uri="{FF2B5EF4-FFF2-40B4-BE49-F238E27FC236}">
                <a16:creationId xmlns:a16="http://schemas.microsoft.com/office/drawing/2014/main" id="{ACF3F55C-F824-4E02-849B-8EB0BC4EE657}"/>
              </a:ext>
            </a:extLst>
          </p:cNvPr>
          <p:cNvSpPr>
            <a:spLocks/>
          </p:cNvSpPr>
          <p:nvPr/>
        </p:nvSpPr>
        <p:spPr>
          <a:xfrm>
            <a:off x="7673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8882">
            <a:extLst>
              <a:ext uri="{FF2B5EF4-FFF2-40B4-BE49-F238E27FC236}">
                <a16:creationId xmlns:a16="http://schemas.microsoft.com/office/drawing/2014/main" id="{F7738AA1-5820-4FE8-B057-ED65E75F18BB}"/>
              </a:ext>
            </a:extLst>
          </p:cNvPr>
          <p:cNvSpPr>
            <a:spLocks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8883">
            <a:extLst>
              <a:ext uri="{FF2B5EF4-FFF2-40B4-BE49-F238E27FC236}">
                <a16:creationId xmlns:a16="http://schemas.microsoft.com/office/drawing/2014/main" id="{207FA8E6-CBB8-4D98-BC61-1A0D466BD8AB}"/>
              </a:ext>
            </a:extLst>
          </p:cNvPr>
          <p:cNvSpPr>
            <a:spLocks/>
          </p:cNvSpPr>
          <p:nvPr/>
        </p:nvSpPr>
        <p:spPr>
          <a:xfrm>
            <a:off x="75785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8884">
            <a:extLst>
              <a:ext uri="{FF2B5EF4-FFF2-40B4-BE49-F238E27FC236}">
                <a16:creationId xmlns:a16="http://schemas.microsoft.com/office/drawing/2014/main" id="{72A4418F-CB21-4561-9A48-98F949D47B4E}"/>
              </a:ext>
            </a:extLst>
          </p:cNvPr>
          <p:cNvSpPr>
            <a:spLocks/>
          </p:cNvSpPr>
          <p:nvPr/>
        </p:nvSpPr>
        <p:spPr>
          <a:xfrm>
            <a:off x="76543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8885">
            <a:extLst>
              <a:ext uri="{FF2B5EF4-FFF2-40B4-BE49-F238E27FC236}">
                <a16:creationId xmlns:a16="http://schemas.microsoft.com/office/drawing/2014/main" id="{302C6851-41E1-44B8-9E45-A798F08C359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8886">
            <a:extLst>
              <a:ext uri="{FF2B5EF4-FFF2-40B4-BE49-F238E27FC236}">
                <a16:creationId xmlns:a16="http://schemas.microsoft.com/office/drawing/2014/main" id="{C0EBD795-8805-459D-A0BF-3C297257530B}"/>
              </a:ext>
            </a:extLst>
          </p:cNvPr>
          <p:cNvSpPr>
            <a:spLocks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8887">
            <a:extLst>
              <a:ext uri="{FF2B5EF4-FFF2-40B4-BE49-F238E27FC236}">
                <a16:creationId xmlns:a16="http://schemas.microsoft.com/office/drawing/2014/main" id="{29015F5D-2797-4480-9829-1C963CF399E7}"/>
              </a:ext>
            </a:extLst>
          </p:cNvPr>
          <p:cNvSpPr>
            <a:spLocks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8888">
            <a:extLst>
              <a:ext uri="{FF2B5EF4-FFF2-40B4-BE49-F238E27FC236}">
                <a16:creationId xmlns:a16="http://schemas.microsoft.com/office/drawing/2014/main" id="{3155EEDF-A722-400D-8CAB-95784D5B378A}"/>
              </a:ext>
            </a:extLst>
          </p:cNvPr>
          <p:cNvSpPr>
            <a:spLocks/>
          </p:cNvSpPr>
          <p:nvPr/>
        </p:nvSpPr>
        <p:spPr>
          <a:xfrm>
            <a:off x="75736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8889">
            <a:extLst>
              <a:ext uri="{FF2B5EF4-FFF2-40B4-BE49-F238E27FC236}">
                <a16:creationId xmlns:a16="http://schemas.microsoft.com/office/drawing/2014/main" id="{2E41417E-77B8-4115-98A4-7DC2677E53BF}"/>
              </a:ext>
            </a:extLst>
          </p:cNvPr>
          <p:cNvSpPr>
            <a:spLocks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8890">
            <a:extLst>
              <a:ext uri="{FF2B5EF4-FFF2-40B4-BE49-F238E27FC236}">
                <a16:creationId xmlns:a16="http://schemas.microsoft.com/office/drawing/2014/main" id="{9D404A76-20FC-49B2-B82E-E84D6EB7E580}"/>
              </a:ext>
            </a:extLst>
          </p:cNvPr>
          <p:cNvSpPr>
            <a:spLocks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8891">
            <a:extLst>
              <a:ext uri="{FF2B5EF4-FFF2-40B4-BE49-F238E27FC236}">
                <a16:creationId xmlns:a16="http://schemas.microsoft.com/office/drawing/2014/main" id="{267F1153-C15E-4927-B880-14825094EC93}"/>
              </a:ext>
            </a:extLst>
          </p:cNvPr>
          <p:cNvSpPr>
            <a:spLocks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8892">
            <a:extLst>
              <a:ext uri="{FF2B5EF4-FFF2-40B4-BE49-F238E27FC236}">
                <a16:creationId xmlns:a16="http://schemas.microsoft.com/office/drawing/2014/main" id="{9D616ED6-6F62-4D6D-90A0-5B8AEAADEED6}"/>
              </a:ext>
            </a:extLst>
          </p:cNvPr>
          <p:cNvSpPr>
            <a:spLocks/>
          </p:cNvSpPr>
          <p:nvPr/>
        </p:nvSpPr>
        <p:spPr>
          <a:xfrm>
            <a:off x="75935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8893">
            <a:extLst>
              <a:ext uri="{FF2B5EF4-FFF2-40B4-BE49-F238E27FC236}">
                <a16:creationId xmlns:a16="http://schemas.microsoft.com/office/drawing/2014/main" id="{0A56A7B6-6A8F-4291-B5E6-F8813A3DBAC5}"/>
              </a:ext>
            </a:extLst>
          </p:cNvPr>
          <p:cNvSpPr>
            <a:spLocks/>
          </p:cNvSpPr>
          <p:nvPr/>
        </p:nvSpPr>
        <p:spPr>
          <a:xfrm>
            <a:off x="7680719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8894">
            <a:extLst>
              <a:ext uri="{FF2B5EF4-FFF2-40B4-BE49-F238E27FC236}">
                <a16:creationId xmlns:a16="http://schemas.microsoft.com/office/drawing/2014/main" id="{884BFEF8-7995-42B0-89FD-9CD9C94993F5}"/>
              </a:ext>
            </a:extLst>
          </p:cNvPr>
          <p:cNvSpPr>
            <a:spLocks/>
          </p:cNvSpPr>
          <p:nvPr/>
        </p:nvSpPr>
        <p:spPr>
          <a:xfrm>
            <a:off x="7686322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8895">
            <a:extLst>
              <a:ext uri="{FF2B5EF4-FFF2-40B4-BE49-F238E27FC236}">
                <a16:creationId xmlns:a16="http://schemas.microsoft.com/office/drawing/2014/main" id="{41168937-FAEA-4D52-AF15-ADB0B2034A30}"/>
              </a:ext>
            </a:extLst>
          </p:cNvPr>
          <p:cNvSpPr>
            <a:spLocks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8896">
            <a:extLst>
              <a:ext uri="{FF2B5EF4-FFF2-40B4-BE49-F238E27FC236}">
                <a16:creationId xmlns:a16="http://schemas.microsoft.com/office/drawing/2014/main" id="{CA6F1D40-13FC-4CA3-800E-02A10353674D}"/>
              </a:ext>
            </a:extLst>
          </p:cNvPr>
          <p:cNvSpPr>
            <a:spLocks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8897">
            <a:extLst>
              <a:ext uri="{FF2B5EF4-FFF2-40B4-BE49-F238E27FC236}">
                <a16:creationId xmlns:a16="http://schemas.microsoft.com/office/drawing/2014/main" id="{B8F51260-1DC3-4FE3-AA92-B65D3074F3C3}"/>
              </a:ext>
            </a:extLst>
          </p:cNvPr>
          <p:cNvSpPr>
            <a:spLocks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8898">
            <a:extLst>
              <a:ext uri="{FF2B5EF4-FFF2-40B4-BE49-F238E27FC236}">
                <a16:creationId xmlns:a16="http://schemas.microsoft.com/office/drawing/2014/main" id="{BBB58E9E-43AA-4935-B219-4D22FDF70A28}"/>
              </a:ext>
            </a:extLst>
          </p:cNvPr>
          <p:cNvSpPr>
            <a:spLocks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8899">
            <a:extLst>
              <a:ext uri="{FF2B5EF4-FFF2-40B4-BE49-F238E27FC236}">
                <a16:creationId xmlns:a16="http://schemas.microsoft.com/office/drawing/2014/main" id="{BAFD237A-CC76-40ED-8BD4-99DF5923E854}"/>
              </a:ext>
            </a:extLst>
          </p:cNvPr>
          <p:cNvSpPr>
            <a:spLocks/>
          </p:cNvSpPr>
          <p:nvPr/>
        </p:nvSpPr>
        <p:spPr>
          <a:xfrm>
            <a:off x="76606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8900">
            <a:extLst>
              <a:ext uri="{FF2B5EF4-FFF2-40B4-BE49-F238E27FC236}">
                <a16:creationId xmlns:a16="http://schemas.microsoft.com/office/drawing/2014/main" id="{EF3E85E9-FE44-4D00-8B45-A868EE871CC1}"/>
              </a:ext>
            </a:extLst>
          </p:cNvPr>
          <p:cNvSpPr>
            <a:spLocks/>
          </p:cNvSpPr>
          <p:nvPr/>
        </p:nvSpPr>
        <p:spPr>
          <a:xfrm>
            <a:off x="75694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8901">
            <a:extLst>
              <a:ext uri="{FF2B5EF4-FFF2-40B4-BE49-F238E27FC236}">
                <a16:creationId xmlns:a16="http://schemas.microsoft.com/office/drawing/2014/main" id="{C08D542A-BCFF-4364-A2A5-0A47C7E65491}"/>
              </a:ext>
            </a:extLst>
          </p:cNvPr>
          <p:cNvSpPr>
            <a:spLocks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8902">
            <a:extLst>
              <a:ext uri="{FF2B5EF4-FFF2-40B4-BE49-F238E27FC236}">
                <a16:creationId xmlns:a16="http://schemas.microsoft.com/office/drawing/2014/main" id="{E8BB83A0-84DF-496E-9520-C8ECBFD3D561}"/>
              </a:ext>
            </a:extLst>
          </p:cNvPr>
          <p:cNvSpPr>
            <a:spLocks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8903">
            <a:extLst>
              <a:ext uri="{FF2B5EF4-FFF2-40B4-BE49-F238E27FC236}">
                <a16:creationId xmlns:a16="http://schemas.microsoft.com/office/drawing/2014/main" id="{E2F5EAB2-E0D2-4DD5-8E2C-013E6F6C5749}"/>
              </a:ext>
            </a:extLst>
          </p:cNvPr>
          <p:cNvSpPr>
            <a:spLocks/>
          </p:cNvSpPr>
          <p:nvPr/>
        </p:nvSpPr>
        <p:spPr>
          <a:xfrm>
            <a:off x="7679937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8904">
            <a:extLst>
              <a:ext uri="{FF2B5EF4-FFF2-40B4-BE49-F238E27FC236}">
                <a16:creationId xmlns:a16="http://schemas.microsoft.com/office/drawing/2014/main" id="{5D833891-A7B8-4556-AB6D-623985D9ED5F}"/>
              </a:ext>
            </a:extLst>
          </p:cNvPr>
          <p:cNvSpPr>
            <a:spLocks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8905">
            <a:extLst>
              <a:ext uri="{FF2B5EF4-FFF2-40B4-BE49-F238E27FC236}">
                <a16:creationId xmlns:a16="http://schemas.microsoft.com/office/drawing/2014/main" id="{DCA48E69-0247-42EA-9767-38EF9A6BB81A}"/>
              </a:ext>
            </a:extLst>
          </p:cNvPr>
          <p:cNvSpPr>
            <a:spLocks/>
          </p:cNvSpPr>
          <p:nvPr/>
        </p:nvSpPr>
        <p:spPr>
          <a:xfrm>
            <a:off x="76099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8906">
            <a:extLst>
              <a:ext uri="{FF2B5EF4-FFF2-40B4-BE49-F238E27FC236}">
                <a16:creationId xmlns:a16="http://schemas.microsoft.com/office/drawing/2014/main" id="{C8D981DE-A7C7-4985-AF81-1562C7F2AB6C}"/>
              </a:ext>
            </a:extLst>
          </p:cNvPr>
          <p:cNvSpPr>
            <a:spLocks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8907">
            <a:extLst>
              <a:ext uri="{FF2B5EF4-FFF2-40B4-BE49-F238E27FC236}">
                <a16:creationId xmlns:a16="http://schemas.microsoft.com/office/drawing/2014/main" id="{0F2F358C-C10D-472C-B559-947751DFD257}"/>
              </a:ext>
            </a:extLst>
          </p:cNvPr>
          <p:cNvSpPr>
            <a:spLocks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8908">
            <a:extLst>
              <a:ext uri="{FF2B5EF4-FFF2-40B4-BE49-F238E27FC236}">
                <a16:creationId xmlns:a16="http://schemas.microsoft.com/office/drawing/2014/main" id="{3EA739FE-1A76-4BE8-81FB-B7A7E5F1C500}"/>
              </a:ext>
            </a:extLst>
          </p:cNvPr>
          <p:cNvSpPr>
            <a:spLocks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8909">
            <a:extLst>
              <a:ext uri="{FF2B5EF4-FFF2-40B4-BE49-F238E27FC236}">
                <a16:creationId xmlns:a16="http://schemas.microsoft.com/office/drawing/2014/main" id="{B9987278-AB24-4FE7-9BD2-18B713C126E9}"/>
              </a:ext>
            </a:extLst>
          </p:cNvPr>
          <p:cNvSpPr>
            <a:spLocks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8910">
            <a:extLst>
              <a:ext uri="{FF2B5EF4-FFF2-40B4-BE49-F238E27FC236}">
                <a16:creationId xmlns:a16="http://schemas.microsoft.com/office/drawing/2014/main" id="{65AAFC00-434E-4392-9065-77EA1AA67A06}"/>
              </a:ext>
            </a:extLst>
          </p:cNvPr>
          <p:cNvSpPr>
            <a:spLocks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8911">
            <a:extLst>
              <a:ext uri="{FF2B5EF4-FFF2-40B4-BE49-F238E27FC236}">
                <a16:creationId xmlns:a16="http://schemas.microsoft.com/office/drawing/2014/main" id="{FE136A7F-78D7-4F8A-9F55-735F06D28A2F}"/>
              </a:ext>
            </a:extLst>
          </p:cNvPr>
          <p:cNvSpPr>
            <a:spLocks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8912">
            <a:extLst>
              <a:ext uri="{FF2B5EF4-FFF2-40B4-BE49-F238E27FC236}">
                <a16:creationId xmlns:a16="http://schemas.microsoft.com/office/drawing/2014/main" id="{CBA68B8A-E1F3-42AB-87EF-3B10BB00FF59}"/>
              </a:ext>
            </a:extLst>
          </p:cNvPr>
          <p:cNvSpPr>
            <a:spLocks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8913">
            <a:extLst>
              <a:ext uri="{FF2B5EF4-FFF2-40B4-BE49-F238E27FC236}">
                <a16:creationId xmlns:a16="http://schemas.microsoft.com/office/drawing/2014/main" id="{00C017FC-FD57-4AD1-AA96-77D80EC92993}"/>
              </a:ext>
            </a:extLst>
          </p:cNvPr>
          <p:cNvSpPr>
            <a:spLocks/>
          </p:cNvSpPr>
          <p:nvPr/>
        </p:nvSpPr>
        <p:spPr>
          <a:xfrm>
            <a:off x="7596547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8914">
            <a:extLst>
              <a:ext uri="{FF2B5EF4-FFF2-40B4-BE49-F238E27FC236}">
                <a16:creationId xmlns:a16="http://schemas.microsoft.com/office/drawing/2014/main" id="{89176383-AFEF-4EAA-91AC-083B0A1B1625}"/>
              </a:ext>
            </a:extLst>
          </p:cNvPr>
          <p:cNvSpPr>
            <a:spLocks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8915">
            <a:extLst>
              <a:ext uri="{FF2B5EF4-FFF2-40B4-BE49-F238E27FC236}">
                <a16:creationId xmlns:a16="http://schemas.microsoft.com/office/drawing/2014/main" id="{F12BC383-6723-4DD5-99C5-5FEF3E06079D}"/>
              </a:ext>
            </a:extLst>
          </p:cNvPr>
          <p:cNvSpPr>
            <a:spLocks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8916">
            <a:extLst>
              <a:ext uri="{FF2B5EF4-FFF2-40B4-BE49-F238E27FC236}">
                <a16:creationId xmlns:a16="http://schemas.microsoft.com/office/drawing/2014/main" id="{0F4AD170-501F-4DC5-BD83-918C550C5F37}"/>
              </a:ext>
            </a:extLst>
          </p:cNvPr>
          <p:cNvSpPr>
            <a:spLocks/>
          </p:cNvSpPr>
          <p:nvPr/>
        </p:nvSpPr>
        <p:spPr>
          <a:xfrm>
            <a:off x="7609317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8917">
            <a:extLst>
              <a:ext uri="{FF2B5EF4-FFF2-40B4-BE49-F238E27FC236}">
                <a16:creationId xmlns:a16="http://schemas.microsoft.com/office/drawing/2014/main" id="{F79C7FDC-3495-407C-8573-D97C061C82ED}"/>
              </a:ext>
            </a:extLst>
          </p:cNvPr>
          <p:cNvSpPr>
            <a:spLocks/>
          </p:cNvSpPr>
          <p:nvPr/>
        </p:nvSpPr>
        <p:spPr>
          <a:xfrm>
            <a:off x="766560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8918">
            <a:extLst>
              <a:ext uri="{FF2B5EF4-FFF2-40B4-BE49-F238E27FC236}">
                <a16:creationId xmlns:a16="http://schemas.microsoft.com/office/drawing/2014/main" id="{2CAD7473-3021-4BD4-98CC-0D535FA2659E}"/>
              </a:ext>
            </a:extLst>
          </p:cNvPr>
          <p:cNvSpPr>
            <a:spLocks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8919">
            <a:extLst>
              <a:ext uri="{FF2B5EF4-FFF2-40B4-BE49-F238E27FC236}">
                <a16:creationId xmlns:a16="http://schemas.microsoft.com/office/drawing/2014/main" id="{3CC64E32-421F-4D8A-8681-581DFBEE87B3}"/>
              </a:ext>
            </a:extLst>
          </p:cNvPr>
          <p:cNvSpPr>
            <a:spLocks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8920">
            <a:extLst>
              <a:ext uri="{FF2B5EF4-FFF2-40B4-BE49-F238E27FC236}">
                <a16:creationId xmlns:a16="http://schemas.microsoft.com/office/drawing/2014/main" id="{0BB20F5B-8234-4162-B621-AD785085C546}"/>
              </a:ext>
            </a:extLst>
          </p:cNvPr>
          <p:cNvSpPr>
            <a:spLocks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8921">
            <a:extLst>
              <a:ext uri="{FF2B5EF4-FFF2-40B4-BE49-F238E27FC236}">
                <a16:creationId xmlns:a16="http://schemas.microsoft.com/office/drawing/2014/main" id="{50820A57-B5B0-45DB-9B75-98E168F4E23B}"/>
              </a:ext>
            </a:extLst>
          </p:cNvPr>
          <p:cNvSpPr>
            <a:spLocks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8922">
            <a:extLst>
              <a:ext uri="{FF2B5EF4-FFF2-40B4-BE49-F238E27FC236}">
                <a16:creationId xmlns:a16="http://schemas.microsoft.com/office/drawing/2014/main" id="{7E1191B2-E705-4E57-B4AD-6E271CFFB5AB}"/>
              </a:ext>
            </a:extLst>
          </p:cNvPr>
          <p:cNvSpPr>
            <a:spLocks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8923">
            <a:extLst>
              <a:ext uri="{FF2B5EF4-FFF2-40B4-BE49-F238E27FC236}">
                <a16:creationId xmlns:a16="http://schemas.microsoft.com/office/drawing/2014/main" id="{982E2017-D215-48FA-980E-C2F287D5D078}"/>
              </a:ext>
            </a:extLst>
          </p:cNvPr>
          <p:cNvSpPr>
            <a:spLocks/>
          </p:cNvSpPr>
          <p:nvPr/>
        </p:nvSpPr>
        <p:spPr>
          <a:xfrm>
            <a:off x="765505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8924">
            <a:extLst>
              <a:ext uri="{FF2B5EF4-FFF2-40B4-BE49-F238E27FC236}">
                <a16:creationId xmlns:a16="http://schemas.microsoft.com/office/drawing/2014/main" id="{35072611-64F1-4082-BFBB-BD8C9C490451}"/>
              </a:ext>
            </a:extLst>
          </p:cNvPr>
          <p:cNvSpPr>
            <a:spLocks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8925">
            <a:extLst>
              <a:ext uri="{FF2B5EF4-FFF2-40B4-BE49-F238E27FC236}">
                <a16:creationId xmlns:a16="http://schemas.microsoft.com/office/drawing/2014/main" id="{2538C1E7-260E-405D-8D49-FAD5C9CCCEEA}"/>
              </a:ext>
            </a:extLst>
          </p:cNvPr>
          <p:cNvSpPr>
            <a:spLocks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8926">
            <a:extLst>
              <a:ext uri="{FF2B5EF4-FFF2-40B4-BE49-F238E27FC236}">
                <a16:creationId xmlns:a16="http://schemas.microsoft.com/office/drawing/2014/main" id="{E11C7AF5-E04B-4B8D-BF49-90F5B2EA0E50}"/>
              </a:ext>
            </a:extLst>
          </p:cNvPr>
          <p:cNvSpPr>
            <a:spLocks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8927">
            <a:extLst>
              <a:ext uri="{FF2B5EF4-FFF2-40B4-BE49-F238E27FC236}">
                <a16:creationId xmlns:a16="http://schemas.microsoft.com/office/drawing/2014/main" id="{CD89BA61-0633-4BF3-A8C8-07F922D32ED9}"/>
              </a:ext>
            </a:extLst>
          </p:cNvPr>
          <p:cNvSpPr>
            <a:spLocks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8928">
            <a:extLst>
              <a:ext uri="{FF2B5EF4-FFF2-40B4-BE49-F238E27FC236}">
                <a16:creationId xmlns:a16="http://schemas.microsoft.com/office/drawing/2014/main" id="{85B50FBE-6920-425A-9718-69636C33E32B}"/>
              </a:ext>
            </a:extLst>
          </p:cNvPr>
          <p:cNvSpPr>
            <a:spLocks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8929">
            <a:extLst>
              <a:ext uri="{FF2B5EF4-FFF2-40B4-BE49-F238E27FC236}">
                <a16:creationId xmlns:a16="http://schemas.microsoft.com/office/drawing/2014/main" id="{F52CC8A9-BC90-47E8-BBBB-C7AAD1EE64F1}"/>
              </a:ext>
            </a:extLst>
          </p:cNvPr>
          <p:cNvSpPr>
            <a:spLocks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8930">
            <a:extLst>
              <a:ext uri="{FF2B5EF4-FFF2-40B4-BE49-F238E27FC236}">
                <a16:creationId xmlns:a16="http://schemas.microsoft.com/office/drawing/2014/main" id="{5FE8B926-020F-403D-BEAF-B3586BA49DA4}"/>
              </a:ext>
            </a:extLst>
          </p:cNvPr>
          <p:cNvSpPr>
            <a:spLocks/>
          </p:cNvSpPr>
          <p:nvPr/>
        </p:nvSpPr>
        <p:spPr>
          <a:xfrm>
            <a:off x="76482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8931">
            <a:extLst>
              <a:ext uri="{FF2B5EF4-FFF2-40B4-BE49-F238E27FC236}">
                <a16:creationId xmlns:a16="http://schemas.microsoft.com/office/drawing/2014/main" id="{834E96CB-C42E-4A42-B587-CD28160151F9}"/>
              </a:ext>
            </a:extLst>
          </p:cNvPr>
          <p:cNvSpPr>
            <a:spLocks/>
          </p:cNvSpPr>
          <p:nvPr/>
        </p:nvSpPr>
        <p:spPr>
          <a:xfrm>
            <a:off x="76471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8932">
            <a:extLst>
              <a:ext uri="{FF2B5EF4-FFF2-40B4-BE49-F238E27FC236}">
                <a16:creationId xmlns:a16="http://schemas.microsoft.com/office/drawing/2014/main" id="{074A2B8A-717C-4EAD-9382-770E35D9B4EE}"/>
              </a:ext>
            </a:extLst>
          </p:cNvPr>
          <p:cNvSpPr>
            <a:spLocks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8933">
            <a:extLst>
              <a:ext uri="{FF2B5EF4-FFF2-40B4-BE49-F238E27FC236}">
                <a16:creationId xmlns:a16="http://schemas.microsoft.com/office/drawing/2014/main" id="{40347079-4E6A-4B17-8E3C-26F1CA113877}"/>
              </a:ext>
            </a:extLst>
          </p:cNvPr>
          <p:cNvSpPr>
            <a:spLocks/>
          </p:cNvSpPr>
          <p:nvPr/>
        </p:nvSpPr>
        <p:spPr>
          <a:xfrm>
            <a:off x="7628079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8934">
            <a:extLst>
              <a:ext uri="{FF2B5EF4-FFF2-40B4-BE49-F238E27FC236}">
                <a16:creationId xmlns:a16="http://schemas.microsoft.com/office/drawing/2014/main" id="{9E24B5FF-C677-4DA3-9392-0DCCAFB62BF8}"/>
              </a:ext>
            </a:extLst>
          </p:cNvPr>
          <p:cNvSpPr>
            <a:spLocks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8935">
            <a:extLst>
              <a:ext uri="{FF2B5EF4-FFF2-40B4-BE49-F238E27FC236}">
                <a16:creationId xmlns:a16="http://schemas.microsoft.com/office/drawing/2014/main" id="{5A2FE62B-B4C8-48DD-99D3-9B3F94973D43}"/>
              </a:ext>
            </a:extLst>
          </p:cNvPr>
          <p:cNvSpPr>
            <a:spLocks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8936">
            <a:extLst>
              <a:ext uri="{FF2B5EF4-FFF2-40B4-BE49-F238E27FC236}">
                <a16:creationId xmlns:a16="http://schemas.microsoft.com/office/drawing/2014/main" id="{92A18AF7-8D21-4C98-A16D-0A58785A54EF}"/>
              </a:ext>
            </a:extLst>
          </p:cNvPr>
          <p:cNvSpPr>
            <a:spLocks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8937">
            <a:extLst>
              <a:ext uri="{FF2B5EF4-FFF2-40B4-BE49-F238E27FC236}">
                <a16:creationId xmlns:a16="http://schemas.microsoft.com/office/drawing/2014/main" id="{B085133D-9CB1-4EAF-9A56-2ECCE74C7E40}"/>
              </a:ext>
            </a:extLst>
          </p:cNvPr>
          <p:cNvSpPr>
            <a:spLocks/>
          </p:cNvSpPr>
          <p:nvPr/>
        </p:nvSpPr>
        <p:spPr>
          <a:xfrm>
            <a:off x="7647624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8938">
            <a:extLst>
              <a:ext uri="{FF2B5EF4-FFF2-40B4-BE49-F238E27FC236}">
                <a16:creationId xmlns:a16="http://schemas.microsoft.com/office/drawing/2014/main" id="{4BCE9CFF-B3AA-49E7-B394-AF769CA259BE}"/>
              </a:ext>
            </a:extLst>
          </p:cNvPr>
          <p:cNvSpPr>
            <a:spLocks/>
          </p:cNvSpPr>
          <p:nvPr/>
        </p:nvSpPr>
        <p:spPr>
          <a:xfrm>
            <a:off x="766482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8939">
            <a:extLst>
              <a:ext uri="{FF2B5EF4-FFF2-40B4-BE49-F238E27FC236}">
                <a16:creationId xmlns:a16="http://schemas.microsoft.com/office/drawing/2014/main" id="{B164478B-2696-48FF-B1F1-6EEC080C487E}"/>
              </a:ext>
            </a:extLst>
          </p:cNvPr>
          <p:cNvSpPr>
            <a:spLocks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8940">
            <a:extLst>
              <a:ext uri="{FF2B5EF4-FFF2-40B4-BE49-F238E27FC236}">
                <a16:creationId xmlns:a16="http://schemas.microsoft.com/office/drawing/2014/main" id="{017BB1FF-0689-44C6-9D5E-58336ACE8366}"/>
              </a:ext>
            </a:extLst>
          </p:cNvPr>
          <p:cNvSpPr>
            <a:spLocks/>
          </p:cNvSpPr>
          <p:nvPr/>
        </p:nvSpPr>
        <p:spPr>
          <a:xfrm>
            <a:off x="7648796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8941">
            <a:extLst>
              <a:ext uri="{FF2B5EF4-FFF2-40B4-BE49-F238E27FC236}">
                <a16:creationId xmlns:a16="http://schemas.microsoft.com/office/drawing/2014/main" id="{BC03F867-9CFF-4DFF-82E1-AD11A365BAF2}"/>
              </a:ext>
            </a:extLst>
          </p:cNvPr>
          <p:cNvSpPr>
            <a:spLocks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8942">
            <a:extLst>
              <a:ext uri="{FF2B5EF4-FFF2-40B4-BE49-F238E27FC236}">
                <a16:creationId xmlns:a16="http://schemas.microsoft.com/office/drawing/2014/main" id="{8C3BC45F-0055-447D-ABD1-D6BAFB9735E9}"/>
              </a:ext>
            </a:extLst>
          </p:cNvPr>
          <p:cNvSpPr>
            <a:spLocks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8943">
            <a:extLst>
              <a:ext uri="{FF2B5EF4-FFF2-40B4-BE49-F238E27FC236}">
                <a16:creationId xmlns:a16="http://schemas.microsoft.com/office/drawing/2014/main" id="{D8A86993-3A34-4BE7-8AD4-1592587A6CB1}"/>
              </a:ext>
            </a:extLst>
          </p:cNvPr>
          <p:cNvSpPr>
            <a:spLocks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8944">
            <a:extLst>
              <a:ext uri="{FF2B5EF4-FFF2-40B4-BE49-F238E27FC236}">
                <a16:creationId xmlns:a16="http://schemas.microsoft.com/office/drawing/2014/main" id="{F6B38603-8BFA-46E3-95AE-7F1BE8F1BCF3}"/>
              </a:ext>
            </a:extLst>
          </p:cNvPr>
          <p:cNvSpPr>
            <a:spLocks/>
          </p:cNvSpPr>
          <p:nvPr/>
        </p:nvSpPr>
        <p:spPr>
          <a:xfrm>
            <a:off x="764736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8945">
            <a:extLst>
              <a:ext uri="{FF2B5EF4-FFF2-40B4-BE49-F238E27FC236}">
                <a16:creationId xmlns:a16="http://schemas.microsoft.com/office/drawing/2014/main" id="{0010945C-ED08-4407-8ABF-C3FEC4DF1FCC}"/>
              </a:ext>
            </a:extLst>
          </p:cNvPr>
          <p:cNvSpPr>
            <a:spLocks/>
          </p:cNvSpPr>
          <p:nvPr/>
        </p:nvSpPr>
        <p:spPr>
          <a:xfrm>
            <a:off x="7680980" y="25660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8946">
            <a:extLst>
              <a:ext uri="{FF2B5EF4-FFF2-40B4-BE49-F238E27FC236}">
                <a16:creationId xmlns:a16="http://schemas.microsoft.com/office/drawing/2014/main" id="{6CAA056E-4706-4824-9F8D-B14B2C2C19F3}"/>
              </a:ext>
            </a:extLst>
          </p:cNvPr>
          <p:cNvSpPr>
            <a:spLocks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8947">
            <a:extLst>
              <a:ext uri="{FF2B5EF4-FFF2-40B4-BE49-F238E27FC236}">
                <a16:creationId xmlns:a16="http://schemas.microsoft.com/office/drawing/2014/main" id="{A810B4AA-1B45-4488-B1B3-077FE24E5286}"/>
              </a:ext>
            </a:extLst>
          </p:cNvPr>
          <p:cNvSpPr>
            <a:spLocks/>
          </p:cNvSpPr>
          <p:nvPr/>
        </p:nvSpPr>
        <p:spPr>
          <a:xfrm>
            <a:off x="760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8948">
            <a:extLst>
              <a:ext uri="{FF2B5EF4-FFF2-40B4-BE49-F238E27FC236}">
                <a16:creationId xmlns:a16="http://schemas.microsoft.com/office/drawing/2014/main" id="{D2898DCC-29C3-4032-83DE-E59B9AF8F3EC}"/>
              </a:ext>
            </a:extLst>
          </p:cNvPr>
          <p:cNvSpPr>
            <a:spLocks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8949">
            <a:extLst>
              <a:ext uri="{FF2B5EF4-FFF2-40B4-BE49-F238E27FC236}">
                <a16:creationId xmlns:a16="http://schemas.microsoft.com/office/drawing/2014/main" id="{243726EA-49DB-478C-9E1A-7FB46ABD3E74}"/>
              </a:ext>
            </a:extLst>
          </p:cNvPr>
          <p:cNvSpPr>
            <a:spLocks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8950">
            <a:extLst>
              <a:ext uri="{FF2B5EF4-FFF2-40B4-BE49-F238E27FC236}">
                <a16:creationId xmlns:a16="http://schemas.microsoft.com/office/drawing/2014/main" id="{F268BAA0-20A8-4FA5-B06D-6B3049B06EDB}"/>
              </a:ext>
            </a:extLst>
          </p:cNvPr>
          <p:cNvSpPr>
            <a:spLocks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8951">
            <a:extLst>
              <a:ext uri="{FF2B5EF4-FFF2-40B4-BE49-F238E27FC236}">
                <a16:creationId xmlns:a16="http://schemas.microsoft.com/office/drawing/2014/main" id="{C7CDAF8D-D161-4AB9-A357-DE562A3923E0}"/>
              </a:ext>
            </a:extLst>
          </p:cNvPr>
          <p:cNvSpPr>
            <a:spLocks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8952">
            <a:extLst>
              <a:ext uri="{FF2B5EF4-FFF2-40B4-BE49-F238E27FC236}">
                <a16:creationId xmlns:a16="http://schemas.microsoft.com/office/drawing/2014/main" id="{7B5BC788-8B0F-4080-A323-D2A2B5DBB79A}"/>
              </a:ext>
            </a:extLst>
          </p:cNvPr>
          <p:cNvSpPr>
            <a:spLocks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8953">
            <a:extLst>
              <a:ext uri="{FF2B5EF4-FFF2-40B4-BE49-F238E27FC236}">
                <a16:creationId xmlns:a16="http://schemas.microsoft.com/office/drawing/2014/main" id="{70FF142C-D92D-4B68-8F10-49E71AC09726}"/>
              </a:ext>
            </a:extLst>
          </p:cNvPr>
          <p:cNvSpPr>
            <a:spLocks/>
          </p:cNvSpPr>
          <p:nvPr/>
        </p:nvSpPr>
        <p:spPr>
          <a:xfrm>
            <a:off x="7614137" y="30083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8954">
            <a:extLst>
              <a:ext uri="{FF2B5EF4-FFF2-40B4-BE49-F238E27FC236}">
                <a16:creationId xmlns:a16="http://schemas.microsoft.com/office/drawing/2014/main" id="{0C78E6B7-2E46-427C-A8A6-22EA3B3DE168}"/>
              </a:ext>
            </a:extLst>
          </p:cNvPr>
          <p:cNvSpPr>
            <a:spLocks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8955">
            <a:extLst>
              <a:ext uri="{FF2B5EF4-FFF2-40B4-BE49-F238E27FC236}">
                <a16:creationId xmlns:a16="http://schemas.microsoft.com/office/drawing/2014/main" id="{A763D729-102D-4ACC-BCB8-3C7ECF2CCF5E}"/>
              </a:ext>
            </a:extLst>
          </p:cNvPr>
          <p:cNvSpPr>
            <a:spLocks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8956">
            <a:extLst>
              <a:ext uri="{FF2B5EF4-FFF2-40B4-BE49-F238E27FC236}">
                <a16:creationId xmlns:a16="http://schemas.microsoft.com/office/drawing/2014/main" id="{8F6BDA55-74F9-4C0F-9060-A2A421F13D1E}"/>
              </a:ext>
            </a:extLst>
          </p:cNvPr>
          <p:cNvSpPr>
            <a:spLocks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8957">
            <a:extLst>
              <a:ext uri="{FF2B5EF4-FFF2-40B4-BE49-F238E27FC236}">
                <a16:creationId xmlns:a16="http://schemas.microsoft.com/office/drawing/2014/main" id="{47F42992-8BDE-4BCF-8A73-039D818B43FA}"/>
              </a:ext>
            </a:extLst>
          </p:cNvPr>
          <p:cNvSpPr>
            <a:spLocks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8958">
            <a:extLst>
              <a:ext uri="{FF2B5EF4-FFF2-40B4-BE49-F238E27FC236}">
                <a16:creationId xmlns:a16="http://schemas.microsoft.com/office/drawing/2014/main" id="{1C10D174-AC7E-49A7-80D3-E28C4B580B40}"/>
              </a:ext>
            </a:extLst>
          </p:cNvPr>
          <p:cNvSpPr>
            <a:spLocks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8959">
            <a:extLst>
              <a:ext uri="{FF2B5EF4-FFF2-40B4-BE49-F238E27FC236}">
                <a16:creationId xmlns:a16="http://schemas.microsoft.com/office/drawing/2014/main" id="{E65549C7-BC00-499D-8CFA-8C439E553E75}"/>
              </a:ext>
            </a:extLst>
          </p:cNvPr>
          <p:cNvSpPr>
            <a:spLocks/>
          </p:cNvSpPr>
          <p:nvPr/>
        </p:nvSpPr>
        <p:spPr>
          <a:xfrm>
            <a:off x="7578827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8960">
            <a:extLst>
              <a:ext uri="{FF2B5EF4-FFF2-40B4-BE49-F238E27FC236}">
                <a16:creationId xmlns:a16="http://schemas.microsoft.com/office/drawing/2014/main" id="{EB184FD3-C557-4068-A9A5-41757DCEFBE3}"/>
              </a:ext>
            </a:extLst>
          </p:cNvPr>
          <p:cNvSpPr>
            <a:spLocks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8961">
            <a:extLst>
              <a:ext uri="{FF2B5EF4-FFF2-40B4-BE49-F238E27FC236}">
                <a16:creationId xmlns:a16="http://schemas.microsoft.com/office/drawing/2014/main" id="{64BEE364-5D18-471A-86BA-DE7B3AFD591A}"/>
              </a:ext>
            </a:extLst>
          </p:cNvPr>
          <p:cNvSpPr>
            <a:spLocks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8962">
            <a:extLst>
              <a:ext uri="{FF2B5EF4-FFF2-40B4-BE49-F238E27FC236}">
                <a16:creationId xmlns:a16="http://schemas.microsoft.com/office/drawing/2014/main" id="{0EC5DBAC-9B62-48F6-9A36-D6976D64E522}"/>
              </a:ext>
            </a:extLst>
          </p:cNvPr>
          <p:cNvSpPr>
            <a:spLocks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8963">
            <a:extLst>
              <a:ext uri="{FF2B5EF4-FFF2-40B4-BE49-F238E27FC236}">
                <a16:creationId xmlns:a16="http://schemas.microsoft.com/office/drawing/2014/main" id="{304B9F07-B90A-46BE-9D7D-C8E78A6F8E0F}"/>
              </a:ext>
            </a:extLst>
          </p:cNvPr>
          <p:cNvSpPr>
            <a:spLocks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8964">
            <a:extLst>
              <a:ext uri="{FF2B5EF4-FFF2-40B4-BE49-F238E27FC236}">
                <a16:creationId xmlns:a16="http://schemas.microsoft.com/office/drawing/2014/main" id="{D7D5AAF2-FC9A-410E-B540-358F0A0745AE}"/>
              </a:ext>
            </a:extLst>
          </p:cNvPr>
          <p:cNvSpPr>
            <a:spLocks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8965">
            <a:extLst>
              <a:ext uri="{FF2B5EF4-FFF2-40B4-BE49-F238E27FC236}">
                <a16:creationId xmlns:a16="http://schemas.microsoft.com/office/drawing/2014/main" id="{AE46ABCB-62D1-4F7E-BFA0-8527E71C0DDF}"/>
              </a:ext>
            </a:extLst>
          </p:cNvPr>
          <p:cNvSpPr>
            <a:spLocks/>
          </p:cNvSpPr>
          <p:nvPr/>
        </p:nvSpPr>
        <p:spPr>
          <a:xfrm>
            <a:off x="756175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8966">
            <a:extLst>
              <a:ext uri="{FF2B5EF4-FFF2-40B4-BE49-F238E27FC236}">
                <a16:creationId xmlns:a16="http://schemas.microsoft.com/office/drawing/2014/main" id="{13818C71-A58E-476D-8FDD-74AEDB041E03}"/>
              </a:ext>
            </a:extLst>
          </p:cNvPr>
          <p:cNvSpPr>
            <a:spLocks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8967">
            <a:extLst>
              <a:ext uri="{FF2B5EF4-FFF2-40B4-BE49-F238E27FC236}">
                <a16:creationId xmlns:a16="http://schemas.microsoft.com/office/drawing/2014/main" id="{D8D63D22-0E10-4B7C-9DF0-D629C535EAAE}"/>
              </a:ext>
            </a:extLst>
          </p:cNvPr>
          <p:cNvSpPr>
            <a:spLocks/>
          </p:cNvSpPr>
          <p:nvPr/>
        </p:nvSpPr>
        <p:spPr>
          <a:xfrm>
            <a:off x="8248174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8968">
            <a:extLst>
              <a:ext uri="{FF2B5EF4-FFF2-40B4-BE49-F238E27FC236}">
                <a16:creationId xmlns:a16="http://schemas.microsoft.com/office/drawing/2014/main" id="{6E20DFB6-9AE8-4A3D-9722-3D09BB943086}"/>
              </a:ext>
            </a:extLst>
          </p:cNvPr>
          <p:cNvSpPr>
            <a:spLocks/>
          </p:cNvSpPr>
          <p:nvPr/>
        </p:nvSpPr>
        <p:spPr>
          <a:xfrm>
            <a:off x="82685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8969">
            <a:extLst>
              <a:ext uri="{FF2B5EF4-FFF2-40B4-BE49-F238E27FC236}">
                <a16:creationId xmlns:a16="http://schemas.microsoft.com/office/drawing/2014/main" id="{57174D91-0028-4E3F-BE95-9370A5597D1B}"/>
              </a:ext>
            </a:extLst>
          </p:cNvPr>
          <p:cNvSpPr>
            <a:spLocks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8970">
            <a:extLst>
              <a:ext uri="{FF2B5EF4-FFF2-40B4-BE49-F238E27FC236}">
                <a16:creationId xmlns:a16="http://schemas.microsoft.com/office/drawing/2014/main" id="{7858BDC9-286B-4987-A0DD-0179BA7F18C7}"/>
              </a:ext>
            </a:extLst>
          </p:cNvPr>
          <p:cNvSpPr>
            <a:spLocks/>
          </p:cNvSpPr>
          <p:nvPr/>
        </p:nvSpPr>
        <p:spPr>
          <a:xfrm>
            <a:off x="82901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8971">
            <a:extLst>
              <a:ext uri="{FF2B5EF4-FFF2-40B4-BE49-F238E27FC236}">
                <a16:creationId xmlns:a16="http://schemas.microsoft.com/office/drawing/2014/main" id="{331BDD0C-6BE0-41F7-BAEB-146196C33B8A}"/>
              </a:ext>
            </a:extLst>
          </p:cNvPr>
          <p:cNvSpPr>
            <a:spLocks/>
          </p:cNvSpPr>
          <p:nvPr/>
        </p:nvSpPr>
        <p:spPr>
          <a:xfrm>
            <a:off x="83280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8972">
            <a:extLst>
              <a:ext uri="{FF2B5EF4-FFF2-40B4-BE49-F238E27FC236}">
                <a16:creationId xmlns:a16="http://schemas.microsoft.com/office/drawing/2014/main" id="{D66520DF-F1D2-4C55-80AD-687BE49EA7C0}"/>
              </a:ext>
            </a:extLst>
          </p:cNvPr>
          <p:cNvSpPr>
            <a:spLocks/>
          </p:cNvSpPr>
          <p:nvPr/>
        </p:nvSpPr>
        <p:spPr>
          <a:xfrm>
            <a:off x="8351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8973">
            <a:extLst>
              <a:ext uri="{FF2B5EF4-FFF2-40B4-BE49-F238E27FC236}">
                <a16:creationId xmlns:a16="http://schemas.microsoft.com/office/drawing/2014/main" id="{7AEA3938-6CCC-4BDD-9B52-9E293B648C9D}"/>
              </a:ext>
            </a:extLst>
          </p:cNvPr>
          <p:cNvSpPr>
            <a:spLocks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8974">
            <a:extLst>
              <a:ext uri="{FF2B5EF4-FFF2-40B4-BE49-F238E27FC236}">
                <a16:creationId xmlns:a16="http://schemas.microsoft.com/office/drawing/2014/main" id="{81F04006-0A55-4888-8B0F-147AFA13EE26}"/>
              </a:ext>
            </a:extLst>
          </p:cNvPr>
          <p:cNvSpPr>
            <a:spLocks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8975">
            <a:extLst>
              <a:ext uri="{FF2B5EF4-FFF2-40B4-BE49-F238E27FC236}">
                <a16:creationId xmlns:a16="http://schemas.microsoft.com/office/drawing/2014/main" id="{5D8536E8-23D8-4308-ADEB-8F6951EE2AF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8976">
            <a:extLst>
              <a:ext uri="{FF2B5EF4-FFF2-40B4-BE49-F238E27FC236}">
                <a16:creationId xmlns:a16="http://schemas.microsoft.com/office/drawing/2014/main" id="{18D3683E-CB59-486F-AA18-124D2C2B2CA6}"/>
              </a:ext>
            </a:extLst>
          </p:cNvPr>
          <p:cNvSpPr>
            <a:spLocks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8977">
            <a:extLst>
              <a:ext uri="{FF2B5EF4-FFF2-40B4-BE49-F238E27FC236}">
                <a16:creationId xmlns:a16="http://schemas.microsoft.com/office/drawing/2014/main" id="{DD5F5989-1B04-4E79-92C9-17A4E9F2E01C}"/>
              </a:ext>
            </a:extLst>
          </p:cNvPr>
          <p:cNvSpPr>
            <a:spLocks/>
          </p:cNvSpPr>
          <p:nvPr/>
        </p:nvSpPr>
        <p:spPr>
          <a:xfrm>
            <a:off x="83414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8978">
            <a:extLst>
              <a:ext uri="{FF2B5EF4-FFF2-40B4-BE49-F238E27FC236}">
                <a16:creationId xmlns:a16="http://schemas.microsoft.com/office/drawing/2014/main" id="{F77ACBC6-3E13-411C-8F50-99C9B4AD09B4}"/>
              </a:ext>
            </a:extLst>
          </p:cNvPr>
          <p:cNvSpPr>
            <a:spLocks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8979">
            <a:extLst>
              <a:ext uri="{FF2B5EF4-FFF2-40B4-BE49-F238E27FC236}">
                <a16:creationId xmlns:a16="http://schemas.microsoft.com/office/drawing/2014/main" id="{A01DE697-836B-41A7-98A4-232102AE501D}"/>
              </a:ext>
            </a:extLst>
          </p:cNvPr>
          <p:cNvSpPr>
            <a:spLocks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8980">
            <a:extLst>
              <a:ext uri="{FF2B5EF4-FFF2-40B4-BE49-F238E27FC236}">
                <a16:creationId xmlns:a16="http://schemas.microsoft.com/office/drawing/2014/main" id="{FC4F76F8-E093-4E9C-8ECB-CF9E2C528EC3}"/>
              </a:ext>
            </a:extLst>
          </p:cNvPr>
          <p:cNvSpPr>
            <a:spLocks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8981">
            <a:extLst>
              <a:ext uri="{FF2B5EF4-FFF2-40B4-BE49-F238E27FC236}">
                <a16:creationId xmlns:a16="http://schemas.microsoft.com/office/drawing/2014/main" id="{05BAC113-977E-468A-BC72-5003650784C6}"/>
              </a:ext>
            </a:extLst>
          </p:cNvPr>
          <p:cNvSpPr>
            <a:spLocks/>
          </p:cNvSpPr>
          <p:nvPr/>
        </p:nvSpPr>
        <p:spPr>
          <a:xfrm>
            <a:off x="8268370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8982">
            <a:extLst>
              <a:ext uri="{FF2B5EF4-FFF2-40B4-BE49-F238E27FC236}">
                <a16:creationId xmlns:a16="http://schemas.microsoft.com/office/drawing/2014/main" id="{80B2CE7F-3A63-4473-8514-598E40E4E19D}"/>
              </a:ext>
            </a:extLst>
          </p:cNvPr>
          <p:cNvSpPr>
            <a:spLocks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8983">
            <a:extLst>
              <a:ext uri="{FF2B5EF4-FFF2-40B4-BE49-F238E27FC236}">
                <a16:creationId xmlns:a16="http://schemas.microsoft.com/office/drawing/2014/main" id="{1FBC7EAF-D070-4D84-8C04-FBFA57AF49DE}"/>
              </a:ext>
            </a:extLst>
          </p:cNvPr>
          <p:cNvSpPr>
            <a:spLocks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8984">
            <a:extLst>
              <a:ext uri="{FF2B5EF4-FFF2-40B4-BE49-F238E27FC236}">
                <a16:creationId xmlns:a16="http://schemas.microsoft.com/office/drawing/2014/main" id="{6ECC0EB7-58C9-4C6D-9CE3-D500880FF50F}"/>
              </a:ext>
            </a:extLst>
          </p:cNvPr>
          <p:cNvSpPr>
            <a:spLocks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8985">
            <a:extLst>
              <a:ext uri="{FF2B5EF4-FFF2-40B4-BE49-F238E27FC236}">
                <a16:creationId xmlns:a16="http://schemas.microsoft.com/office/drawing/2014/main" id="{8A64393C-5C97-443F-99E1-F5192BA61B46}"/>
              </a:ext>
            </a:extLst>
          </p:cNvPr>
          <p:cNvSpPr>
            <a:spLocks/>
          </p:cNvSpPr>
          <p:nvPr/>
        </p:nvSpPr>
        <p:spPr>
          <a:xfrm>
            <a:off x="83679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8986">
            <a:extLst>
              <a:ext uri="{FF2B5EF4-FFF2-40B4-BE49-F238E27FC236}">
                <a16:creationId xmlns:a16="http://schemas.microsoft.com/office/drawing/2014/main" id="{10F462DC-EB57-48E7-93D0-44237D23ED4A}"/>
              </a:ext>
            </a:extLst>
          </p:cNvPr>
          <p:cNvSpPr>
            <a:spLocks/>
          </p:cNvSpPr>
          <p:nvPr/>
        </p:nvSpPr>
        <p:spPr>
          <a:xfrm>
            <a:off x="8322964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8987">
            <a:extLst>
              <a:ext uri="{FF2B5EF4-FFF2-40B4-BE49-F238E27FC236}">
                <a16:creationId xmlns:a16="http://schemas.microsoft.com/office/drawing/2014/main" id="{5F25B25B-95C0-47DB-AA1E-8CB129E3D7D5}"/>
              </a:ext>
            </a:extLst>
          </p:cNvPr>
          <p:cNvSpPr>
            <a:spLocks/>
          </p:cNvSpPr>
          <p:nvPr/>
        </p:nvSpPr>
        <p:spPr>
          <a:xfrm>
            <a:off x="8245698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8988">
            <a:extLst>
              <a:ext uri="{FF2B5EF4-FFF2-40B4-BE49-F238E27FC236}">
                <a16:creationId xmlns:a16="http://schemas.microsoft.com/office/drawing/2014/main" id="{CF290036-6382-4D2A-8CC0-306C0F764C53}"/>
              </a:ext>
            </a:extLst>
          </p:cNvPr>
          <p:cNvSpPr>
            <a:spLocks/>
          </p:cNvSpPr>
          <p:nvPr/>
        </p:nvSpPr>
        <p:spPr>
          <a:xfrm>
            <a:off x="8264982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8989">
            <a:extLst>
              <a:ext uri="{FF2B5EF4-FFF2-40B4-BE49-F238E27FC236}">
                <a16:creationId xmlns:a16="http://schemas.microsoft.com/office/drawing/2014/main" id="{7EAF4EA1-65BA-4729-AB6D-F99E2C95849B}"/>
              </a:ext>
            </a:extLst>
          </p:cNvPr>
          <p:cNvSpPr>
            <a:spLocks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8990">
            <a:extLst>
              <a:ext uri="{FF2B5EF4-FFF2-40B4-BE49-F238E27FC236}">
                <a16:creationId xmlns:a16="http://schemas.microsoft.com/office/drawing/2014/main" id="{C29D9410-DF58-425F-9675-507DEE799DA2}"/>
              </a:ext>
            </a:extLst>
          </p:cNvPr>
          <p:cNvSpPr>
            <a:spLocks/>
          </p:cNvSpPr>
          <p:nvPr/>
        </p:nvSpPr>
        <p:spPr>
          <a:xfrm>
            <a:off x="8245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8991">
            <a:extLst>
              <a:ext uri="{FF2B5EF4-FFF2-40B4-BE49-F238E27FC236}">
                <a16:creationId xmlns:a16="http://schemas.microsoft.com/office/drawing/2014/main" id="{F40A7DE7-9333-4256-B03B-4BE8C8F70B1D}"/>
              </a:ext>
            </a:extLst>
          </p:cNvPr>
          <p:cNvSpPr>
            <a:spLocks/>
          </p:cNvSpPr>
          <p:nvPr/>
        </p:nvSpPr>
        <p:spPr>
          <a:xfrm>
            <a:off x="824465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8992">
            <a:extLst>
              <a:ext uri="{FF2B5EF4-FFF2-40B4-BE49-F238E27FC236}">
                <a16:creationId xmlns:a16="http://schemas.microsoft.com/office/drawing/2014/main" id="{19BF4116-8862-4984-8ACF-CF402BBE7551}"/>
              </a:ext>
            </a:extLst>
          </p:cNvPr>
          <p:cNvSpPr>
            <a:spLocks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8993">
            <a:extLst>
              <a:ext uri="{FF2B5EF4-FFF2-40B4-BE49-F238E27FC236}">
                <a16:creationId xmlns:a16="http://schemas.microsoft.com/office/drawing/2014/main" id="{B3D3CB78-4C2B-4F37-AE13-18DD54703E59}"/>
              </a:ext>
            </a:extLst>
          </p:cNvPr>
          <p:cNvSpPr>
            <a:spLocks/>
          </p:cNvSpPr>
          <p:nvPr/>
        </p:nvSpPr>
        <p:spPr>
          <a:xfrm>
            <a:off x="83190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8994">
            <a:extLst>
              <a:ext uri="{FF2B5EF4-FFF2-40B4-BE49-F238E27FC236}">
                <a16:creationId xmlns:a16="http://schemas.microsoft.com/office/drawing/2014/main" id="{F1315F48-5172-48EE-826E-425853405D96}"/>
              </a:ext>
            </a:extLst>
          </p:cNvPr>
          <p:cNvSpPr>
            <a:spLocks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8995">
            <a:extLst>
              <a:ext uri="{FF2B5EF4-FFF2-40B4-BE49-F238E27FC236}">
                <a16:creationId xmlns:a16="http://schemas.microsoft.com/office/drawing/2014/main" id="{AC69FC92-E6CF-4057-B120-A3CC520BD068}"/>
              </a:ext>
            </a:extLst>
          </p:cNvPr>
          <p:cNvSpPr>
            <a:spLocks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8996">
            <a:extLst>
              <a:ext uri="{FF2B5EF4-FFF2-40B4-BE49-F238E27FC236}">
                <a16:creationId xmlns:a16="http://schemas.microsoft.com/office/drawing/2014/main" id="{E9AAD03C-4FB0-4349-B990-4D3CBD75EB1A}"/>
              </a:ext>
            </a:extLst>
          </p:cNvPr>
          <p:cNvSpPr>
            <a:spLocks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8997">
            <a:extLst>
              <a:ext uri="{FF2B5EF4-FFF2-40B4-BE49-F238E27FC236}">
                <a16:creationId xmlns:a16="http://schemas.microsoft.com/office/drawing/2014/main" id="{100E7D65-396C-4A78-B311-2C3B6C9E8681}"/>
              </a:ext>
            </a:extLst>
          </p:cNvPr>
          <p:cNvSpPr>
            <a:spLocks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8998">
            <a:extLst>
              <a:ext uri="{FF2B5EF4-FFF2-40B4-BE49-F238E27FC236}">
                <a16:creationId xmlns:a16="http://schemas.microsoft.com/office/drawing/2014/main" id="{F5CD50C2-63E9-480C-9F52-3B5004D3C50B}"/>
              </a:ext>
            </a:extLst>
          </p:cNvPr>
          <p:cNvSpPr>
            <a:spLocks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8999">
            <a:extLst>
              <a:ext uri="{FF2B5EF4-FFF2-40B4-BE49-F238E27FC236}">
                <a16:creationId xmlns:a16="http://schemas.microsoft.com/office/drawing/2014/main" id="{E73F1C59-FAF7-47A6-A5E9-EA596FF85019}"/>
              </a:ext>
            </a:extLst>
          </p:cNvPr>
          <p:cNvSpPr>
            <a:spLocks/>
          </p:cNvSpPr>
          <p:nvPr/>
        </p:nvSpPr>
        <p:spPr>
          <a:xfrm>
            <a:off x="8328957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9000">
            <a:extLst>
              <a:ext uri="{FF2B5EF4-FFF2-40B4-BE49-F238E27FC236}">
                <a16:creationId xmlns:a16="http://schemas.microsoft.com/office/drawing/2014/main" id="{756BE186-763E-4320-8267-2CFE5950B5FF}"/>
              </a:ext>
            </a:extLst>
          </p:cNvPr>
          <p:cNvSpPr>
            <a:spLocks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9001">
            <a:extLst>
              <a:ext uri="{FF2B5EF4-FFF2-40B4-BE49-F238E27FC236}">
                <a16:creationId xmlns:a16="http://schemas.microsoft.com/office/drawing/2014/main" id="{09BE3DC9-9851-4DA1-82C4-6F4343BD69CE}"/>
              </a:ext>
            </a:extLst>
          </p:cNvPr>
          <p:cNvSpPr>
            <a:spLocks/>
          </p:cNvSpPr>
          <p:nvPr/>
        </p:nvSpPr>
        <p:spPr>
          <a:xfrm>
            <a:off x="8245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9002">
            <a:extLst>
              <a:ext uri="{FF2B5EF4-FFF2-40B4-BE49-F238E27FC236}">
                <a16:creationId xmlns:a16="http://schemas.microsoft.com/office/drawing/2014/main" id="{5FCE1A03-BA4A-484C-B9DD-698F9818A82E}"/>
              </a:ext>
            </a:extLst>
          </p:cNvPr>
          <p:cNvSpPr>
            <a:spLocks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9003">
            <a:extLst>
              <a:ext uri="{FF2B5EF4-FFF2-40B4-BE49-F238E27FC236}">
                <a16:creationId xmlns:a16="http://schemas.microsoft.com/office/drawing/2014/main" id="{9F7A67C5-CED1-467A-834C-A42A3A33A2B0}"/>
              </a:ext>
            </a:extLst>
          </p:cNvPr>
          <p:cNvSpPr>
            <a:spLocks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9004">
            <a:extLst>
              <a:ext uri="{FF2B5EF4-FFF2-40B4-BE49-F238E27FC236}">
                <a16:creationId xmlns:a16="http://schemas.microsoft.com/office/drawing/2014/main" id="{AA56528B-8AE2-4D1F-A8D8-53F5D631308A}"/>
              </a:ext>
            </a:extLst>
          </p:cNvPr>
          <p:cNvSpPr>
            <a:spLocks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9005">
            <a:extLst>
              <a:ext uri="{FF2B5EF4-FFF2-40B4-BE49-F238E27FC236}">
                <a16:creationId xmlns:a16="http://schemas.microsoft.com/office/drawing/2014/main" id="{3687DEC5-86C9-4438-8799-BBE5E5825A7D}"/>
              </a:ext>
            </a:extLst>
          </p:cNvPr>
          <p:cNvSpPr>
            <a:spLocks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9006">
            <a:extLst>
              <a:ext uri="{FF2B5EF4-FFF2-40B4-BE49-F238E27FC236}">
                <a16:creationId xmlns:a16="http://schemas.microsoft.com/office/drawing/2014/main" id="{763BD5AD-141F-4F3C-8183-7174FD630BF7}"/>
              </a:ext>
            </a:extLst>
          </p:cNvPr>
          <p:cNvSpPr>
            <a:spLocks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9007">
            <a:extLst>
              <a:ext uri="{FF2B5EF4-FFF2-40B4-BE49-F238E27FC236}">
                <a16:creationId xmlns:a16="http://schemas.microsoft.com/office/drawing/2014/main" id="{A8A758EB-8AA6-4713-9390-46BC5FCFADA7}"/>
              </a:ext>
            </a:extLst>
          </p:cNvPr>
          <p:cNvSpPr>
            <a:spLocks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9008">
            <a:extLst>
              <a:ext uri="{FF2B5EF4-FFF2-40B4-BE49-F238E27FC236}">
                <a16:creationId xmlns:a16="http://schemas.microsoft.com/office/drawing/2014/main" id="{5D00F7F5-9BC8-4CB5-8698-CF71C077E5EC}"/>
              </a:ext>
            </a:extLst>
          </p:cNvPr>
          <p:cNvSpPr>
            <a:spLocks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9009">
            <a:extLst>
              <a:ext uri="{FF2B5EF4-FFF2-40B4-BE49-F238E27FC236}">
                <a16:creationId xmlns:a16="http://schemas.microsoft.com/office/drawing/2014/main" id="{9BF37145-0F01-4E4A-97AE-C5B09852412F}"/>
              </a:ext>
            </a:extLst>
          </p:cNvPr>
          <p:cNvSpPr>
            <a:spLocks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9010">
            <a:extLst>
              <a:ext uri="{FF2B5EF4-FFF2-40B4-BE49-F238E27FC236}">
                <a16:creationId xmlns:a16="http://schemas.microsoft.com/office/drawing/2014/main" id="{F05ED227-4106-459A-A4BA-0577FE3BF0A2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9011">
            <a:extLst>
              <a:ext uri="{FF2B5EF4-FFF2-40B4-BE49-F238E27FC236}">
                <a16:creationId xmlns:a16="http://schemas.microsoft.com/office/drawing/2014/main" id="{0C55AA50-DEBD-45CF-9C0D-F239209C2166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9012">
            <a:extLst>
              <a:ext uri="{FF2B5EF4-FFF2-40B4-BE49-F238E27FC236}">
                <a16:creationId xmlns:a16="http://schemas.microsoft.com/office/drawing/2014/main" id="{66BB083D-E4F6-4D80-BE15-D3BAAE5BA895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9013">
            <a:extLst>
              <a:ext uri="{FF2B5EF4-FFF2-40B4-BE49-F238E27FC236}">
                <a16:creationId xmlns:a16="http://schemas.microsoft.com/office/drawing/2014/main" id="{9F3C6478-1A1F-4538-A1D5-2C1205096BDA}"/>
              </a:ext>
            </a:extLst>
          </p:cNvPr>
          <p:cNvSpPr>
            <a:spLocks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9014">
            <a:extLst>
              <a:ext uri="{FF2B5EF4-FFF2-40B4-BE49-F238E27FC236}">
                <a16:creationId xmlns:a16="http://schemas.microsoft.com/office/drawing/2014/main" id="{B2707694-D03A-4E91-A20B-CC3236FCB9EB}"/>
              </a:ext>
            </a:extLst>
          </p:cNvPr>
          <p:cNvSpPr>
            <a:spLocks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9015">
            <a:extLst>
              <a:ext uri="{FF2B5EF4-FFF2-40B4-BE49-F238E27FC236}">
                <a16:creationId xmlns:a16="http://schemas.microsoft.com/office/drawing/2014/main" id="{4B2CBC81-E4AD-4785-9B3E-82BE71EE9647}"/>
              </a:ext>
            </a:extLst>
          </p:cNvPr>
          <p:cNvSpPr>
            <a:spLocks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9016">
            <a:extLst>
              <a:ext uri="{FF2B5EF4-FFF2-40B4-BE49-F238E27FC236}">
                <a16:creationId xmlns:a16="http://schemas.microsoft.com/office/drawing/2014/main" id="{D0BFC4D8-AB3C-4E83-B00A-300A0F50937F}"/>
              </a:ext>
            </a:extLst>
          </p:cNvPr>
          <p:cNvSpPr>
            <a:spLocks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9017">
            <a:extLst>
              <a:ext uri="{FF2B5EF4-FFF2-40B4-BE49-F238E27FC236}">
                <a16:creationId xmlns:a16="http://schemas.microsoft.com/office/drawing/2014/main" id="{CBCA5438-82D8-4362-B215-4047B668D9EC}"/>
              </a:ext>
            </a:extLst>
          </p:cNvPr>
          <p:cNvSpPr>
            <a:spLocks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9018">
            <a:extLst>
              <a:ext uri="{FF2B5EF4-FFF2-40B4-BE49-F238E27FC236}">
                <a16:creationId xmlns:a16="http://schemas.microsoft.com/office/drawing/2014/main" id="{A13A2431-A164-43B9-B23F-BFE7E0D15A7B}"/>
              </a:ext>
            </a:extLst>
          </p:cNvPr>
          <p:cNvSpPr>
            <a:spLocks/>
          </p:cNvSpPr>
          <p:nvPr/>
        </p:nvSpPr>
        <p:spPr>
          <a:xfrm>
            <a:off x="83620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9019">
            <a:extLst>
              <a:ext uri="{FF2B5EF4-FFF2-40B4-BE49-F238E27FC236}">
                <a16:creationId xmlns:a16="http://schemas.microsoft.com/office/drawing/2014/main" id="{B02F5067-BEDF-4601-A2CE-DEB566390956}"/>
              </a:ext>
            </a:extLst>
          </p:cNvPr>
          <p:cNvSpPr>
            <a:spLocks/>
          </p:cNvSpPr>
          <p:nvPr/>
        </p:nvSpPr>
        <p:spPr>
          <a:xfrm>
            <a:off x="82468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9020">
            <a:extLst>
              <a:ext uri="{FF2B5EF4-FFF2-40B4-BE49-F238E27FC236}">
                <a16:creationId xmlns:a16="http://schemas.microsoft.com/office/drawing/2014/main" id="{2212CE2C-A234-47F5-88EB-A6A7B498C55B}"/>
              </a:ext>
            </a:extLst>
          </p:cNvPr>
          <p:cNvSpPr>
            <a:spLocks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9021">
            <a:extLst>
              <a:ext uri="{FF2B5EF4-FFF2-40B4-BE49-F238E27FC236}">
                <a16:creationId xmlns:a16="http://schemas.microsoft.com/office/drawing/2014/main" id="{38B8783C-B76D-4A5A-BFA8-0543B53D3DB3}"/>
              </a:ext>
            </a:extLst>
          </p:cNvPr>
          <p:cNvSpPr>
            <a:spLocks/>
          </p:cNvSpPr>
          <p:nvPr/>
        </p:nvSpPr>
        <p:spPr>
          <a:xfrm>
            <a:off x="833521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9022">
            <a:extLst>
              <a:ext uri="{FF2B5EF4-FFF2-40B4-BE49-F238E27FC236}">
                <a16:creationId xmlns:a16="http://schemas.microsoft.com/office/drawing/2014/main" id="{F5382272-8922-4A87-A1A4-F3F85C446829}"/>
              </a:ext>
            </a:extLst>
          </p:cNvPr>
          <p:cNvSpPr>
            <a:spLocks/>
          </p:cNvSpPr>
          <p:nvPr/>
        </p:nvSpPr>
        <p:spPr>
          <a:xfrm>
            <a:off x="8290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9023">
            <a:extLst>
              <a:ext uri="{FF2B5EF4-FFF2-40B4-BE49-F238E27FC236}">
                <a16:creationId xmlns:a16="http://schemas.microsoft.com/office/drawing/2014/main" id="{AA13C63A-8BF7-48A2-AE5D-7D8A87169890}"/>
              </a:ext>
            </a:extLst>
          </p:cNvPr>
          <p:cNvSpPr>
            <a:spLocks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9024">
            <a:extLst>
              <a:ext uri="{FF2B5EF4-FFF2-40B4-BE49-F238E27FC236}">
                <a16:creationId xmlns:a16="http://schemas.microsoft.com/office/drawing/2014/main" id="{FCD27E50-C22B-4363-85CC-7A5E8C6934B8}"/>
              </a:ext>
            </a:extLst>
          </p:cNvPr>
          <p:cNvSpPr>
            <a:spLocks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9025">
            <a:extLst>
              <a:ext uri="{FF2B5EF4-FFF2-40B4-BE49-F238E27FC236}">
                <a16:creationId xmlns:a16="http://schemas.microsoft.com/office/drawing/2014/main" id="{23792A9D-B28F-43FB-8FDD-C5CE7D545FCB}"/>
              </a:ext>
            </a:extLst>
          </p:cNvPr>
          <p:cNvSpPr>
            <a:spLocks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9026">
            <a:extLst>
              <a:ext uri="{FF2B5EF4-FFF2-40B4-BE49-F238E27FC236}">
                <a16:creationId xmlns:a16="http://schemas.microsoft.com/office/drawing/2014/main" id="{2E10BC60-5607-4EE9-805E-EAFE81AD525E}"/>
              </a:ext>
            </a:extLst>
          </p:cNvPr>
          <p:cNvSpPr>
            <a:spLocks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9027">
            <a:extLst>
              <a:ext uri="{FF2B5EF4-FFF2-40B4-BE49-F238E27FC236}">
                <a16:creationId xmlns:a16="http://schemas.microsoft.com/office/drawing/2014/main" id="{E705EB2B-62EE-43A6-A365-704D86C2E5C5}"/>
              </a:ext>
            </a:extLst>
          </p:cNvPr>
          <p:cNvSpPr>
            <a:spLocks/>
          </p:cNvSpPr>
          <p:nvPr/>
        </p:nvSpPr>
        <p:spPr>
          <a:xfrm>
            <a:off x="8335472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9028">
            <a:extLst>
              <a:ext uri="{FF2B5EF4-FFF2-40B4-BE49-F238E27FC236}">
                <a16:creationId xmlns:a16="http://schemas.microsoft.com/office/drawing/2014/main" id="{793C239E-BA15-4306-AC33-A5B5D7BD2CFD}"/>
              </a:ext>
            </a:extLst>
          </p:cNvPr>
          <p:cNvSpPr>
            <a:spLocks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9029">
            <a:extLst>
              <a:ext uri="{FF2B5EF4-FFF2-40B4-BE49-F238E27FC236}">
                <a16:creationId xmlns:a16="http://schemas.microsoft.com/office/drawing/2014/main" id="{A89B1EF3-548F-4843-8A6E-E5D67541EC78}"/>
              </a:ext>
            </a:extLst>
          </p:cNvPr>
          <p:cNvSpPr>
            <a:spLocks/>
          </p:cNvSpPr>
          <p:nvPr/>
        </p:nvSpPr>
        <p:spPr>
          <a:xfrm>
            <a:off x="8278272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9030">
            <a:extLst>
              <a:ext uri="{FF2B5EF4-FFF2-40B4-BE49-F238E27FC236}">
                <a16:creationId xmlns:a16="http://schemas.microsoft.com/office/drawing/2014/main" id="{576BBFD1-EE7E-4288-87E1-0ACE3E762677}"/>
              </a:ext>
            </a:extLst>
          </p:cNvPr>
          <p:cNvSpPr>
            <a:spLocks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9031">
            <a:extLst>
              <a:ext uri="{FF2B5EF4-FFF2-40B4-BE49-F238E27FC236}">
                <a16:creationId xmlns:a16="http://schemas.microsoft.com/office/drawing/2014/main" id="{413AE3D2-A81C-4B39-9380-67570791C8BF}"/>
              </a:ext>
            </a:extLst>
          </p:cNvPr>
          <p:cNvSpPr>
            <a:spLocks/>
          </p:cNvSpPr>
          <p:nvPr/>
        </p:nvSpPr>
        <p:spPr>
          <a:xfrm>
            <a:off x="82644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9032">
            <a:extLst>
              <a:ext uri="{FF2B5EF4-FFF2-40B4-BE49-F238E27FC236}">
                <a16:creationId xmlns:a16="http://schemas.microsoft.com/office/drawing/2014/main" id="{8985EB78-2FE9-4ADA-B23F-091CCE2C11C2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9033">
            <a:extLst>
              <a:ext uri="{FF2B5EF4-FFF2-40B4-BE49-F238E27FC236}">
                <a16:creationId xmlns:a16="http://schemas.microsoft.com/office/drawing/2014/main" id="{D216E1E4-FE04-4CC9-B569-322CD457F320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9034">
            <a:extLst>
              <a:ext uri="{FF2B5EF4-FFF2-40B4-BE49-F238E27FC236}">
                <a16:creationId xmlns:a16="http://schemas.microsoft.com/office/drawing/2014/main" id="{AA22C76D-679F-48E7-ABAB-2D7150EFD1A3}"/>
              </a:ext>
            </a:extLst>
          </p:cNvPr>
          <p:cNvSpPr>
            <a:spLocks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9035">
            <a:extLst>
              <a:ext uri="{FF2B5EF4-FFF2-40B4-BE49-F238E27FC236}">
                <a16:creationId xmlns:a16="http://schemas.microsoft.com/office/drawing/2014/main" id="{4F3760B1-3790-4539-9DBD-B04E0800E6B6}"/>
              </a:ext>
            </a:extLst>
          </p:cNvPr>
          <p:cNvSpPr>
            <a:spLocks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9036">
            <a:extLst>
              <a:ext uri="{FF2B5EF4-FFF2-40B4-BE49-F238E27FC236}">
                <a16:creationId xmlns:a16="http://schemas.microsoft.com/office/drawing/2014/main" id="{6E428589-3672-4C4B-996C-AD3B524A61F0}"/>
              </a:ext>
            </a:extLst>
          </p:cNvPr>
          <p:cNvSpPr>
            <a:spLocks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9037">
            <a:extLst>
              <a:ext uri="{FF2B5EF4-FFF2-40B4-BE49-F238E27FC236}">
                <a16:creationId xmlns:a16="http://schemas.microsoft.com/office/drawing/2014/main" id="{A7F28606-D009-4A6B-A143-4F0D203A561F}"/>
              </a:ext>
            </a:extLst>
          </p:cNvPr>
          <p:cNvSpPr>
            <a:spLocks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9038">
            <a:extLst>
              <a:ext uri="{FF2B5EF4-FFF2-40B4-BE49-F238E27FC236}">
                <a16:creationId xmlns:a16="http://schemas.microsoft.com/office/drawing/2014/main" id="{2303BF9F-9485-4089-9FD6-DF3B0CD82435}"/>
              </a:ext>
            </a:extLst>
          </p:cNvPr>
          <p:cNvSpPr>
            <a:spLocks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9039">
            <a:extLst>
              <a:ext uri="{FF2B5EF4-FFF2-40B4-BE49-F238E27FC236}">
                <a16:creationId xmlns:a16="http://schemas.microsoft.com/office/drawing/2014/main" id="{9A1535CB-2149-4451-8F3A-B524673CF245}"/>
              </a:ext>
            </a:extLst>
          </p:cNvPr>
          <p:cNvSpPr>
            <a:spLocks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9040">
            <a:extLst>
              <a:ext uri="{FF2B5EF4-FFF2-40B4-BE49-F238E27FC236}">
                <a16:creationId xmlns:a16="http://schemas.microsoft.com/office/drawing/2014/main" id="{40FC680E-97F7-4CDD-9F7C-1213536B0B81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9041">
            <a:extLst>
              <a:ext uri="{FF2B5EF4-FFF2-40B4-BE49-F238E27FC236}">
                <a16:creationId xmlns:a16="http://schemas.microsoft.com/office/drawing/2014/main" id="{C4336FD0-A3CF-4387-B0A9-36746CF83253}"/>
              </a:ext>
            </a:extLst>
          </p:cNvPr>
          <p:cNvSpPr>
            <a:spLocks/>
          </p:cNvSpPr>
          <p:nvPr/>
        </p:nvSpPr>
        <p:spPr>
          <a:xfrm>
            <a:off x="8271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9042">
            <a:extLst>
              <a:ext uri="{FF2B5EF4-FFF2-40B4-BE49-F238E27FC236}">
                <a16:creationId xmlns:a16="http://schemas.microsoft.com/office/drawing/2014/main" id="{D1880DA1-17D1-4A0D-9B9D-44B53CE3D263}"/>
              </a:ext>
            </a:extLst>
          </p:cNvPr>
          <p:cNvSpPr>
            <a:spLocks/>
          </p:cNvSpPr>
          <p:nvPr/>
        </p:nvSpPr>
        <p:spPr>
          <a:xfrm>
            <a:off x="8333518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9043">
            <a:extLst>
              <a:ext uri="{FF2B5EF4-FFF2-40B4-BE49-F238E27FC236}">
                <a16:creationId xmlns:a16="http://schemas.microsoft.com/office/drawing/2014/main" id="{068199BF-6F26-4720-BD46-0EC66F95558D}"/>
              </a:ext>
            </a:extLst>
          </p:cNvPr>
          <p:cNvSpPr>
            <a:spLocks/>
          </p:cNvSpPr>
          <p:nvPr/>
        </p:nvSpPr>
        <p:spPr>
          <a:xfrm>
            <a:off x="826797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9044">
            <a:extLst>
              <a:ext uri="{FF2B5EF4-FFF2-40B4-BE49-F238E27FC236}">
                <a16:creationId xmlns:a16="http://schemas.microsoft.com/office/drawing/2014/main" id="{02298EE4-5945-4E0D-9FAD-C60A5D9A4C90}"/>
              </a:ext>
            </a:extLst>
          </p:cNvPr>
          <p:cNvSpPr>
            <a:spLocks/>
          </p:cNvSpPr>
          <p:nvPr/>
        </p:nvSpPr>
        <p:spPr>
          <a:xfrm>
            <a:off x="8280617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9045">
            <a:extLst>
              <a:ext uri="{FF2B5EF4-FFF2-40B4-BE49-F238E27FC236}">
                <a16:creationId xmlns:a16="http://schemas.microsoft.com/office/drawing/2014/main" id="{B0E64915-2E93-45CB-BC35-B8A69D6374F4}"/>
              </a:ext>
            </a:extLst>
          </p:cNvPr>
          <p:cNvSpPr>
            <a:spLocks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9046">
            <a:extLst>
              <a:ext uri="{FF2B5EF4-FFF2-40B4-BE49-F238E27FC236}">
                <a16:creationId xmlns:a16="http://schemas.microsoft.com/office/drawing/2014/main" id="{6D47D14D-C210-4687-B62C-6CCE2DE7BC33}"/>
              </a:ext>
            </a:extLst>
          </p:cNvPr>
          <p:cNvSpPr>
            <a:spLocks/>
          </p:cNvSpPr>
          <p:nvPr/>
        </p:nvSpPr>
        <p:spPr>
          <a:xfrm>
            <a:off x="827306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9047">
            <a:extLst>
              <a:ext uri="{FF2B5EF4-FFF2-40B4-BE49-F238E27FC236}">
                <a16:creationId xmlns:a16="http://schemas.microsoft.com/office/drawing/2014/main" id="{5F520F67-BB7A-4C8D-A00D-31EE71E070A0}"/>
              </a:ext>
            </a:extLst>
          </p:cNvPr>
          <p:cNvSpPr>
            <a:spLocks/>
          </p:cNvSpPr>
          <p:nvPr/>
        </p:nvSpPr>
        <p:spPr>
          <a:xfrm>
            <a:off x="8278142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9048">
            <a:extLst>
              <a:ext uri="{FF2B5EF4-FFF2-40B4-BE49-F238E27FC236}">
                <a16:creationId xmlns:a16="http://schemas.microsoft.com/office/drawing/2014/main" id="{C07B5253-AA2C-40B8-BEA6-E66C238B4C62}"/>
              </a:ext>
            </a:extLst>
          </p:cNvPr>
          <p:cNvSpPr>
            <a:spLocks/>
          </p:cNvSpPr>
          <p:nvPr/>
        </p:nvSpPr>
        <p:spPr>
          <a:xfrm>
            <a:off x="835905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9049">
            <a:extLst>
              <a:ext uri="{FF2B5EF4-FFF2-40B4-BE49-F238E27FC236}">
                <a16:creationId xmlns:a16="http://schemas.microsoft.com/office/drawing/2014/main" id="{9647CE68-E5F7-4C88-ACFD-4AC655B3A067}"/>
              </a:ext>
            </a:extLst>
          </p:cNvPr>
          <p:cNvSpPr>
            <a:spLocks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9050">
            <a:extLst>
              <a:ext uri="{FF2B5EF4-FFF2-40B4-BE49-F238E27FC236}">
                <a16:creationId xmlns:a16="http://schemas.microsoft.com/office/drawing/2014/main" id="{C8D3F3F7-39B1-48AE-B647-D2C2590D40C0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9051">
            <a:extLst>
              <a:ext uri="{FF2B5EF4-FFF2-40B4-BE49-F238E27FC236}">
                <a16:creationId xmlns:a16="http://schemas.microsoft.com/office/drawing/2014/main" id="{20500D9B-1C42-4FA0-B896-8D4CAA6DC7CD}"/>
              </a:ext>
            </a:extLst>
          </p:cNvPr>
          <p:cNvSpPr>
            <a:spLocks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9052">
            <a:extLst>
              <a:ext uri="{FF2B5EF4-FFF2-40B4-BE49-F238E27FC236}">
                <a16:creationId xmlns:a16="http://schemas.microsoft.com/office/drawing/2014/main" id="{740B6F9E-63BE-4ECA-AF88-06A77F01B4A1}"/>
              </a:ext>
            </a:extLst>
          </p:cNvPr>
          <p:cNvSpPr>
            <a:spLocks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9053">
            <a:extLst>
              <a:ext uri="{FF2B5EF4-FFF2-40B4-BE49-F238E27FC236}">
                <a16:creationId xmlns:a16="http://schemas.microsoft.com/office/drawing/2014/main" id="{EFC7367D-CC82-41F0-AC44-E32C823D305A}"/>
              </a:ext>
            </a:extLst>
          </p:cNvPr>
          <p:cNvSpPr>
            <a:spLocks/>
          </p:cNvSpPr>
          <p:nvPr/>
        </p:nvSpPr>
        <p:spPr>
          <a:xfrm>
            <a:off x="832765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9054">
            <a:extLst>
              <a:ext uri="{FF2B5EF4-FFF2-40B4-BE49-F238E27FC236}">
                <a16:creationId xmlns:a16="http://schemas.microsoft.com/office/drawing/2014/main" id="{921C643C-76B9-409E-974F-21009E9DD2BC}"/>
              </a:ext>
            </a:extLst>
          </p:cNvPr>
          <p:cNvSpPr>
            <a:spLocks/>
          </p:cNvSpPr>
          <p:nvPr/>
        </p:nvSpPr>
        <p:spPr>
          <a:xfrm>
            <a:off x="8351759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9055">
            <a:extLst>
              <a:ext uri="{FF2B5EF4-FFF2-40B4-BE49-F238E27FC236}">
                <a16:creationId xmlns:a16="http://schemas.microsoft.com/office/drawing/2014/main" id="{F12EC5F1-A263-4A32-A48A-B4780D5CDC4B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9056">
            <a:extLst>
              <a:ext uri="{FF2B5EF4-FFF2-40B4-BE49-F238E27FC236}">
                <a16:creationId xmlns:a16="http://schemas.microsoft.com/office/drawing/2014/main" id="{5C550B46-76AF-47E0-90E3-93FD19B41699}"/>
              </a:ext>
            </a:extLst>
          </p:cNvPr>
          <p:cNvSpPr>
            <a:spLocks/>
          </p:cNvSpPr>
          <p:nvPr/>
        </p:nvSpPr>
        <p:spPr>
          <a:xfrm>
            <a:off x="8293777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9057">
            <a:extLst>
              <a:ext uri="{FF2B5EF4-FFF2-40B4-BE49-F238E27FC236}">
                <a16:creationId xmlns:a16="http://schemas.microsoft.com/office/drawing/2014/main" id="{59D6CB33-C268-483B-BE61-8A9A0CE8143F}"/>
              </a:ext>
            </a:extLst>
          </p:cNvPr>
          <p:cNvSpPr>
            <a:spLocks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9058">
            <a:extLst>
              <a:ext uri="{FF2B5EF4-FFF2-40B4-BE49-F238E27FC236}">
                <a16:creationId xmlns:a16="http://schemas.microsoft.com/office/drawing/2014/main" id="{B2128112-C4EA-4E7F-96A1-540334AB1DB8}"/>
              </a:ext>
            </a:extLst>
          </p:cNvPr>
          <p:cNvSpPr>
            <a:spLocks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9059">
            <a:extLst>
              <a:ext uri="{FF2B5EF4-FFF2-40B4-BE49-F238E27FC236}">
                <a16:creationId xmlns:a16="http://schemas.microsoft.com/office/drawing/2014/main" id="{60BE554C-9E69-4489-B940-9166C5A6E238}"/>
              </a:ext>
            </a:extLst>
          </p:cNvPr>
          <p:cNvSpPr>
            <a:spLocks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9060">
            <a:extLst>
              <a:ext uri="{FF2B5EF4-FFF2-40B4-BE49-F238E27FC236}">
                <a16:creationId xmlns:a16="http://schemas.microsoft.com/office/drawing/2014/main" id="{006B6EF2-753D-488E-B26D-07A803E1ACF7}"/>
              </a:ext>
            </a:extLst>
          </p:cNvPr>
          <p:cNvSpPr>
            <a:spLocks/>
          </p:cNvSpPr>
          <p:nvPr/>
        </p:nvSpPr>
        <p:spPr>
          <a:xfrm>
            <a:off x="8356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9061">
            <a:extLst>
              <a:ext uri="{FF2B5EF4-FFF2-40B4-BE49-F238E27FC236}">
                <a16:creationId xmlns:a16="http://schemas.microsoft.com/office/drawing/2014/main" id="{4FFF3999-F850-4E6F-A519-6D3B11659402}"/>
              </a:ext>
            </a:extLst>
          </p:cNvPr>
          <p:cNvSpPr>
            <a:spLocks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9062">
            <a:extLst>
              <a:ext uri="{FF2B5EF4-FFF2-40B4-BE49-F238E27FC236}">
                <a16:creationId xmlns:a16="http://schemas.microsoft.com/office/drawing/2014/main" id="{AB0CDEE1-5475-40A1-B105-79F79142BBD5}"/>
              </a:ext>
            </a:extLst>
          </p:cNvPr>
          <p:cNvSpPr>
            <a:spLocks/>
          </p:cNvSpPr>
          <p:nvPr/>
        </p:nvSpPr>
        <p:spPr>
          <a:xfrm>
            <a:off x="826159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9063">
            <a:extLst>
              <a:ext uri="{FF2B5EF4-FFF2-40B4-BE49-F238E27FC236}">
                <a16:creationId xmlns:a16="http://schemas.microsoft.com/office/drawing/2014/main" id="{3B393830-BAF4-43BC-A43B-DE383BC54FFA}"/>
              </a:ext>
            </a:extLst>
          </p:cNvPr>
          <p:cNvSpPr>
            <a:spLocks/>
          </p:cNvSpPr>
          <p:nvPr/>
        </p:nvSpPr>
        <p:spPr>
          <a:xfrm>
            <a:off x="83374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9064">
            <a:extLst>
              <a:ext uri="{FF2B5EF4-FFF2-40B4-BE49-F238E27FC236}">
                <a16:creationId xmlns:a16="http://schemas.microsoft.com/office/drawing/2014/main" id="{DB8E99AA-DBF6-4DDC-A94E-22F66A06BFB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9065">
            <a:extLst>
              <a:ext uri="{FF2B5EF4-FFF2-40B4-BE49-F238E27FC236}">
                <a16:creationId xmlns:a16="http://schemas.microsoft.com/office/drawing/2014/main" id="{D96222CE-E2EA-42DC-BF4C-1B2BE928E46D}"/>
              </a:ext>
            </a:extLst>
          </p:cNvPr>
          <p:cNvSpPr>
            <a:spLocks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9066">
            <a:extLst>
              <a:ext uri="{FF2B5EF4-FFF2-40B4-BE49-F238E27FC236}">
                <a16:creationId xmlns:a16="http://schemas.microsoft.com/office/drawing/2014/main" id="{F7BD0FCE-7488-438E-B6F1-0385CCACAFF7}"/>
              </a:ext>
            </a:extLst>
          </p:cNvPr>
          <p:cNvSpPr>
            <a:spLocks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9067">
            <a:extLst>
              <a:ext uri="{FF2B5EF4-FFF2-40B4-BE49-F238E27FC236}">
                <a16:creationId xmlns:a16="http://schemas.microsoft.com/office/drawing/2014/main" id="{10515FBD-27B1-4F30-9432-FB4E86551CF7}"/>
              </a:ext>
            </a:extLst>
          </p:cNvPr>
          <p:cNvSpPr>
            <a:spLocks/>
          </p:cNvSpPr>
          <p:nvPr/>
        </p:nvSpPr>
        <p:spPr>
          <a:xfrm>
            <a:off x="82566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9068">
            <a:extLst>
              <a:ext uri="{FF2B5EF4-FFF2-40B4-BE49-F238E27FC236}">
                <a16:creationId xmlns:a16="http://schemas.microsoft.com/office/drawing/2014/main" id="{EC0781B6-7582-442D-AB32-B2F3ACD7E2DE}"/>
              </a:ext>
            </a:extLst>
          </p:cNvPr>
          <p:cNvSpPr>
            <a:spLocks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9069">
            <a:extLst>
              <a:ext uri="{FF2B5EF4-FFF2-40B4-BE49-F238E27FC236}">
                <a16:creationId xmlns:a16="http://schemas.microsoft.com/office/drawing/2014/main" id="{5E126510-7F63-4999-8518-3EAC4B3DFA02}"/>
              </a:ext>
            </a:extLst>
          </p:cNvPr>
          <p:cNvSpPr>
            <a:spLocks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9070">
            <a:extLst>
              <a:ext uri="{FF2B5EF4-FFF2-40B4-BE49-F238E27FC236}">
                <a16:creationId xmlns:a16="http://schemas.microsoft.com/office/drawing/2014/main" id="{6E8136EB-C4BA-46B2-A388-AB4E50351240}"/>
              </a:ext>
            </a:extLst>
          </p:cNvPr>
          <p:cNvSpPr>
            <a:spLocks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9071">
            <a:extLst>
              <a:ext uri="{FF2B5EF4-FFF2-40B4-BE49-F238E27FC236}">
                <a16:creationId xmlns:a16="http://schemas.microsoft.com/office/drawing/2014/main" id="{D29788CD-78F0-47CA-B217-57B19E282FCD}"/>
              </a:ext>
            </a:extLst>
          </p:cNvPr>
          <p:cNvSpPr>
            <a:spLocks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9072">
            <a:extLst>
              <a:ext uri="{FF2B5EF4-FFF2-40B4-BE49-F238E27FC236}">
                <a16:creationId xmlns:a16="http://schemas.microsoft.com/office/drawing/2014/main" id="{5EA7F50E-D1AF-4EC6-B72E-82946923DD32}"/>
              </a:ext>
            </a:extLst>
          </p:cNvPr>
          <p:cNvSpPr>
            <a:spLocks/>
          </p:cNvSpPr>
          <p:nvPr/>
        </p:nvSpPr>
        <p:spPr>
          <a:xfrm>
            <a:off x="8363747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9073">
            <a:extLst>
              <a:ext uri="{FF2B5EF4-FFF2-40B4-BE49-F238E27FC236}">
                <a16:creationId xmlns:a16="http://schemas.microsoft.com/office/drawing/2014/main" id="{111AF420-2169-4B85-8CA0-310A77E7918F}"/>
              </a:ext>
            </a:extLst>
          </p:cNvPr>
          <p:cNvSpPr>
            <a:spLocks/>
          </p:cNvSpPr>
          <p:nvPr/>
        </p:nvSpPr>
        <p:spPr>
          <a:xfrm>
            <a:off x="8369349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9074">
            <a:extLst>
              <a:ext uri="{FF2B5EF4-FFF2-40B4-BE49-F238E27FC236}">
                <a16:creationId xmlns:a16="http://schemas.microsoft.com/office/drawing/2014/main" id="{E4F0D11F-5784-491B-BFD3-AE7CDFE6B7FC}"/>
              </a:ext>
            </a:extLst>
          </p:cNvPr>
          <p:cNvSpPr>
            <a:spLocks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9075">
            <a:extLst>
              <a:ext uri="{FF2B5EF4-FFF2-40B4-BE49-F238E27FC236}">
                <a16:creationId xmlns:a16="http://schemas.microsoft.com/office/drawing/2014/main" id="{A3B27D06-19A1-4E81-A03B-F733016ABF03}"/>
              </a:ext>
            </a:extLst>
          </p:cNvPr>
          <p:cNvSpPr>
            <a:spLocks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9076">
            <a:extLst>
              <a:ext uri="{FF2B5EF4-FFF2-40B4-BE49-F238E27FC236}">
                <a16:creationId xmlns:a16="http://schemas.microsoft.com/office/drawing/2014/main" id="{01D983AC-1872-44A0-BDB1-73E5A3E9C375}"/>
              </a:ext>
            </a:extLst>
          </p:cNvPr>
          <p:cNvSpPr>
            <a:spLocks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9077">
            <a:extLst>
              <a:ext uri="{FF2B5EF4-FFF2-40B4-BE49-F238E27FC236}">
                <a16:creationId xmlns:a16="http://schemas.microsoft.com/office/drawing/2014/main" id="{6C0053B5-FA65-4FFF-820C-4D0C14AA2221}"/>
              </a:ext>
            </a:extLst>
          </p:cNvPr>
          <p:cNvSpPr>
            <a:spLocks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9078">
            <a:extLst>
              <a:ext uri="{FF2B5EF4-FFF2-40B4-BE49-F238E27FC236}">
                <a16:creationId xmlns:a16="http://schemas.microsoft.com/office/drawing/2014/main" id="{A162759A-AF4B-45C7-AB5F-740C1AD2DA7F}"/>
              </a:ext>
            </a:extLst>
          </p:cNvPr>
          <p:cNvSpPr>
            <a:spLocks/>
          </p:cNvSpPr>
          <p:nvPr/>
        </p:nvSpPr>
        <p:spPr>
          <a:xfrm>
            <a:off x="834368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9079">
            <a:extLst>
              <a:ext uri="{FF2B5EF4-FFF2-40B4-BE49-F238E27FC236}">
                <a16:creationId xmlns:a16="http://schemas.microsoft.com/office/drawing/2014/main" id="{8F82A33A-6F75-4E5B-83CC-DAD1E5756FB1}"/>
              </a:ext>
            </a:extLst>
          </p:cNvPr>
          <p:cNvSpPr>
            <a:spLocks/>
          </p:cNvSpPr>
          <p:nvPr/>
        </p:nvSpPr>
        <p:spPr>
          <a:xfrm>
            <a:off x="825247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9080">
            <a:extLst>
              <a:ext uri="{FF2B5EF4-FFF2-40B4-BE49-F238E27FC236}">
                <a16:creationId xmlns:a16="http://schemas.microsoft.com/office/drawing/2014/main" id="{5D6FE0E1-F6C3-4F17-B055-6A46BEA08BF1}"/>
              </a:ext>
            </a:extLst>
          </p:cNvPr>
          <p:cNvSpPr>
            <a:spLocks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9081">
            <a:extLst>
              <a:ext uri="{FF2B5EF4-FFF2-40B4-BE49-F238E27FC236}">
                <a16:creationId xmlns:a16="http://schemas.microsoft.com/office/drawing/2014/main" id="{0F57E677-D186-456D-9CDA-304B158C4ED0}"/>
              </a:ext>
            </a:extLst>
          </p:cNvPr>
          <p:cNvSpPr>
            <a:spLocks/>
          </p:cNvSpPr>
          <p:nvPr/>
        </p:nvSpPr>
        <p:spPr>
          <a:xfrm>
            <a:off x="83247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9082">
            <a:extLst>
              <a:ext uri="{FF2B5EF4-FFF2-40B4-BE49-F238E27FC236}">
                <a16:creationId xmlns:a16="http://schemas.microsoft.com/office/drawing/2014/main" id="{7AFB7C9E-1253-44BB-9B6F-499E2CDEAAC8}"/>
              </a:ext>
            </a:extLst>
          </p:cNvPr>
          <p:cNvSpPr>
            <a:spLocks/>
          </p:cNvSpPr>
          <p:nvPr/>
        </p:nvSpPr>
        <p:spPr>
          <a:xfrm>
            <a:off x="8362965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9083">
            <a:extLst>
              <a:ext uri="{FF2B5EF4-FFF2-40B4-BE49-F238E27FC236}">
                <a16:creationId xmlns:a16="http://schemas.microsoft.com/office/drawing/2014/main" id="{14B2FA72-73E3-4751-B8AA-085405F16582}"/>
              </a:ext>
            </a:extLst>
          </p:cNvPr>
          <p:cNvSpPr>
            <a:spLocks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9084">
            <a:extLst>
              <a:ext uri="{FF2B5EF4-FFF2-40B4-BE49-F238E27FC236}">
                <a16:creationId xmlns:a16="http://schemas.microsoft.com/office/drawing/2014/main" id="{E797556C-523E-4423-A431-B905664CCDD7}"/>
              </a:ext>
            </a:extLst>
          </p:cNvPr>
          <p:cNvSpPr>
            <a:spLocks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9085">
            <a:extLst>
              <a:ext uri="{FF2B5EF4-FFF2-40B4-BE49-F238E27FC236}">
                <a16:creationId xmlns:a16="http://schemas.microsoft.com/office/drawing/2014/main" id="{A03692CE-8C0E-4BF4-A474-D838BE3204BB}"/>
              </a:ext>
            </a:extLst>
          </p:cNvPr>
          <p:cNvSpPr>
            <a:spLocks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9086">
            <a:extLst>
              <a:ext uri="{FF2B5EF4-FFF2-40B4-BE49-F238E27FC236}">
                <a16:creationId xmlns:a16="http://schemas.microsoft.com/office/drawing/2014/main" id="{7B6F7727-4B0E-4A65-847B-D630863DA7B0}"/>
              </a:ext>
            </a:extLst>
          </p:cNvPr>
          <p:cNvSpPr>
            <a:spLocks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9087">
            <a:extLst>
              <a:ext uri="{FF2B5EF4-FFF2-40B4-BE49-F238E27FC236}">
                <a16:creationId xmlns:a16="http://schemas.microsoft.com/office/drawing/2014/main" id="{1D1289F2-E5C8-443B-852C-FF064FF5232E}"/>
              </a:ext>
            </a:extLst>
          </p:cNvPr>
          <p:cNvSpPr>
            <a:spLocks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9088">
            <a:extLst>
              <a:ext uri="{FF2B5EF4-FFF2-40B4-BE49-F238E27FC236}">
                <a16:creationId xmlns:a16="http://schemas.microsoft.com/office/drawing/2014/main" id="{8D85CA47-CFCE-4C9E-8B75-5B2F00121971}"/>
              </a:ext>
            </a:extLst>
          </p:cNvPr>
          <p:cNvSpPr>
            <a:spLocks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9089">
            <a:extLst>
              <a:ext uri="{FF2B5EF4-FFF2-40B4-BE49-F238E27FC236}">
                <a16:creationId xmlns:a16="http://schemas.microsoft.com/office/drawing/2014/main" id="{82838750-5038-4E75-97B2-EEA6B25EB062}"/>
              </a:ext>
            </a:extLst>
          </p:cNvPr>
          <p:cNvSpPr>
            <a:spLocks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9090">
            <a:extLst>
              <a:ext uri="{FF2B5EF4-FFF2-40B4-BE49-F238E27FC236}">
                <a16:creationId xmlns:a16="http://schemas.microsoft.com/office/drawing/2014/main" id="{FE22CD03-AFEA-49AD-9C81-4ED64CF0F8A7}"/>
              </a:ext>
            </a:extLst>
          </p:cNvPr>
          <p:cNvSpPr>
            <a:spLocks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9091">
            <a:extLst>
              <a:ext uri="{FF2B5EF4-FFF2-40B4-BE49-F238E27FC236}">
                <a16:creationId xmlns:a16="http://schemas.microsoft.com/office/drawing/2014/main" id="{0C3B465A-DEA9-4C78-9BD4-023A7DC71FEA}"/>
              </a:ext>
            </a:extLst>
          </p:cNvPr>
          <p:cNvSpPr>
            <a:spLocks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9092">
            <a:extLst>
              <a:ext uri="{FF2B5EF4-FFF2-40B4-BE49-F238E27FC236}">
                <a16:creationId xmlns:a16="http://schemas.microsoft.com/office/drawing/2014/main" id="{470A8098-4DC2-48E8-9508-C099B4EB8F8E}"/>
              </a:ext>
            </a:extLst>
          </p:cNvPr>
          <p:cNvSpPr>
            <a:spLocks/>
          </p:cNvSpPr>
          <p:nvPr/>
        </p:nvSpPr>
        <p:spPr>
          <a:xfrm>
            <a:off x="8279575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9093">
            <a:extLst>
              <a:ext uri="{FF2B5EF4-FFF2-40B4-BE49-F238E27FC236}">
                <a16:creationId xmlns:a16="http://schemas.microsoft.com/office/drawing/2014/main" id="{8B706DE8-2DAB-4B0B-B470-A319FD844FB4}"/>
              </a:ext>
            </a:extLst>
          </p:cNvPr>
          <p:cNvSpPr>
            <a:spLocks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9094">
            <a:extLst>
              <a:ext uri="{FF2B5EF4-FFF2-40B4-BE49-F238E27FC236}">
                <a16:creationId xmlns:a16="http://schemas.microsoft.com/office/drawing/2014/main" id="{D3F738B3-9433-4A4B-B5ED-9058453347FF}"/>
              </a:ext>
            </a:extLst>
          </p:cNvPr>
          <p:cNvSpPr>
            <a:spLocks/>
          </p:cNvSpPr>
          <p:nvPr/>
        </p:nvSpPr>
        <p:spPr>
          <a:xfrm>
            <a:off x="828087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9095">
            <a:extLst>
              <a:ext uri="{FF2B5EF4-FFF2-40B4-BE49-F238E27FC236}">
                <a16:creationId xmlns:a16="http://schemas.microsoft.com/office/drawing/2014/main" id="{BA95A98F-AE1C-4D0A-8427-71A64E07E485}"/>
              </a:ext>
            </a:extLst>
          </p:cNvPr>
          <p:cNvSpPr>
            <a:spLocks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9096">
            <a:extLst>
              <a:ext uri="{FF2B5EF4-FFF2-40B4-BE49-F238E27FC236}">
                <a16:creationId xmlns:a16="http://schemas.microsoft.com/office/drawing/2014/main" id="{81985197-9859-4B2D-BD73-3235FBC0DFB0}"/>
              </a:ext>
            </a:extLst>
          </p:cNvPr>
          <p:cNvSpPr>
            <a:spLocks/>
          </p:cNvSpPr>
          <p:nvPr/>
        </p:nvSpPr>
        <p:spPr>
          <a:xfrm>
            <a:off x="8348632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9097">
            <a:extLst>
              <a:ext uri="{FF2B5EF4-FFF2-40B4-BE49-F238E27FC236}">
                <a16:creationId xmlns:a16="http://schemas.microsoft.com/office/drawing/2014/main" id="{ECC7E71E-22FB-49B8-9E91-46B0C2C0F875}"/>
              </a:ext>
            </a:extLst>
          </p:cNvPr>
          <p:cNvSpPr>
            <a:spLocks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9098">
            <a:extLst>
              <a:ext uri="{FF2B5EF4-FFF2-40B4-BE49-F238E27FC236}">
                <a16:creationId xmlns:a16="http://schemas.microsoft.com/office/drawing/2014/main" id="{CC585B09-BB88-4BD4-AC8A-B36CDE0FC8CE}"/>
              </a:ext>
            </a:extLst>
          </p:cNvPr>
          <p:cNvSpPr>
            <a:spLocks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9099">
            <a:extLst>
              <a:ext uri="{FF2B5EF4-FFF2-40B4-BE49-F238E27FC236}">
                <a16:creationId xmlns:a16="http://schemas.microsoft.com/office/drawing/2014/main" id="{D7F704E9-A9F5-4A4F-9636-1E2E6A07C243}"/>
              </a:ext>
            </a:extLst>
          </p:cNvPr>
          <p:cNvSpPr>
            <a:spLocks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9100">
            <a:extLst>
              <a:ext uri="{FF2B5EF4-FFF2-40B4-BE49-F238E27FC236}">
                <a16:creationId xmlns:a16="http://schemas.microsoft.com/office/drawing/2014/main" id="{DEB672C4-3370-49CB-B0D8-969F56EE9168}"/>
              </a:ext>
            </a:extLst>
          </p:cNvPr>
          <p:cNvSpPr>
            <a:spLocks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9101">
            <a:extLst>
              <a:ext uri="{FF2B5EF4-FFF2-40B4-BE49-F238E27FC236}">
                <a16:creationId xmlns:a16="http://schemas.microsoft.com/office/drawing/2014/main" id="{B9DD2D5C-2AAA-4940-9B08-034C499ED6F6}"/>
              </a:ext>
            </a:extLst>
          </p:cNvPr>
          <p:cNvSpPr>
            <a:spLocks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9102">
            <a:extLst>
              <a:ext uri="{FF2B5EF4-FFF2-40B4-BE49-F238E27FC236}">
                <a16:creationId xmlns:a16="http://schemas.microsoft.com/office/drawing/2014/main" id="{59320548-EB52-4B1E-A243-49053CB13C26}"/>
              </a:ext>
            </a:extLst>
          </p:cNvPr>
          <p:cNvSpPr>
            <a:spLocks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9103">
            <a:extLst>
              <a:ext uri="{FF2B5EF4-FFF2-40B4-BE49-F238E27FC236}">
                <a16:creationId xmlns:a16="http://schemas.microsoft.com/office/drawing/2014/main" id="{BA6A3435-96A5-4099-A8CD-0ED676820481}"/>
              </a:ext>
            </a:extLst>
          </p:cNvPr>
          <p:cNvSpPr>
            <a:spLocks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9104">
            <a:extLst>
              <a:ext uri="{FF2B5EF4-FFF2-40B4-BE49-F238E27FC236}">
                <a16:creationId xmlns:a16="http://schemas.microsoft.com/office/drawing/2014/main" id="{56B93122-DEDF-49A8-98A3-5FC37B284A28}"/>
              </a:ext>
            </a:extLst>
          </p:cNvPr>
          <p:cNvSpPr>
            <a:spLocks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9105">
            <a:extLst>
              <a:ext uri="{FF2B5EF4-FFF2-40B4-BE49-F238E27FC236}">
                <a16:creationId xmlns:a16="http://schemas.microsoft.com/office/drawing/2014/main" id="{111F8FA9-C2C5-412B-B883-AD1566ECFEE5}"/>
              </a:ext>
            </a:extLst>
          </p:cNvPr>
          <p:cNvSpPr>
            <a:spLocks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9106">
            <a:extLst>
              <a:ext uri="{FF2B5EF4-FFF2-40B4-BE49-F238E27FC236}">
                <a16:creationId xmlns:a16="http://schemas.microsoft.com/office/drawing/2014/main" id="{8372DE19-92FC-45E4-A6BB-46C92CE4A9AA}"/>
              </a:ext>
            </a:extLst>
          </p:cNvPr>
          <p:cNvSpPr>
            <a:spLocks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9107">
            <a:extLst>
              <a:ext uri="{FF2B5EF4-FFF2-40B4-BE49-F238E27FC236}">
                <a16:creationId xmlns:a16="http://schemas.microsoft.com/office/drawing/2014/main" id="{D7BA9A4F-8791-40CD-BF7B-26E6874D83DB}"/>
              </a:ext>
            </a:extLst>
          </p:cNvPr>
          <p:cNvSpPr>
            <a:spLocks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9108">
            <a:extLst>
              <a:ext uri="{FF2B5EF4-FFF2-40B4-BE49-F238E27FC236}">
                <a16:creationId xmlns:a16="http://schemas.microsoft.com/office/drawing/2014/main" id="{F2447753-A298-4584-AF2F-45427207EC37}"/>
              </a:ext>
            </a:extLst>
          </p:cNvPr>
          <p:cNvSpPr>
            <a:spLocks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9109">
            <a:extLst>
              <a:ext uri="{FF2B5EF4-FFF2-40B4-BE49-F238E27FC236}">
                <a16:creationId xmlns:a16="http://schemas.microsoft.com/office/drawing/2014/main" id="{19A6B33E-A6F1-4E89-B70D-F67E660CC40D}"/>
              </a:ext>
            </a:extLst>
          </p:cNvPr>
          <p:cNvSpPr>
            <a:spLocks/>
          </p:cNvSpPr>
          <p:nvPr/>
        </p:nvSpPr>
        <p:spPr>
          <a:xfrm>
            <a:off x="833130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9110">
            <a:extLst>
              <a:ext uri="{FF2B5EF4-FFF2-40B4-BE49-F238E27FC236}">
                <a16:creationId xmlns:a16="http://schemas.microsoft.com/office/drawing/2014/main" id="{E3A998D0-CB43-443D-BA85-808AC3533A00}"/>
              </a:ext>
            </a:extLst>
          </p:cNvPr>
          <p:cNvSpPr>
            <a:spLocks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9111">
            <a:extLst>
              <a:ext uri="{FF2B5EF4-FFF2-40B4-BE49-F238E27FC236}">
                <a16:creationId xmlns:a16="http://schemas.microsoft.com/office/drawing/2014/main" id="{16AB9B57-C74F-453B-B7E6-1B375BE14B49}"/>
              </a:ext>
            </a:extLst>
          </p:cNvPr>
          <p:cNvSpPr>
            <a:spLocks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9112">
            <a:extLst>
              <a:ext uri="{FF2B5EF4-FFF2-40B4-BE49-F238E27FC236}">
                <a16:creationId xmlns:a16="http://schemas.microsoft.com/office/drawing/2014/main" id="{F1E2D0A5-FF4A-4917-BDB8-D3643BFE8875}"/>
              </a:ext>
            </a:extLst>
          </p:cNvPr>
          <p:cNvSpPr>
            <a:spLocks/>
          </p:cNvSpPr>
          <p:nvPr/>
        </p:nvSpPr>
        <p:spPr>
          <a:xfrm>
            <a:off x="8311107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9113">
            <a:extLst>
              <a:ext uri="{FF2B5EF4-FFF2-40B4-BE49-F238E27FC236}">
                <a16:creationId xmlns:a16="http://schemas.microsoft.com/office/drawing/2014/main" id="{E34652BE-384A-494E-ADC2-0109254977D9}"/>
              </a:ext>
            </a:extLst>
          </p:cNvPr>
          <p:cNvSpPr>
            <a:spLocks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9114">
            <a:extLst>
              <a:ext uri="{FF2B5EF4-FFF2-40B4-BE49-F238E27FC236}">
                <a16:creationId xmlns:a16="http://schemas.microsoft.com/office/drawing/2014/main" id="{FDF964F1-2EA3-4E8D-9988-CE711DCAF174}"/>
              </a:ext>
            </a:extLst>
          </p:cNvPr>
          <p:cNvSpPr>
            <a:spLocks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9115">
            <a:extLst>
              <a:ext uri="{FF2B5EF4-FFF2-40B4-BE49-F238E27FC236}">
                <a16:creationId xmlns:a16="http://schemas.microsoft.com/office/drawing/2014/main" id="{515E5BC0-E83B-4663-9B23-DF9BC374B5C3}"/>
              </a:ext>
            </a:extLst>
          </p:cNvPr>
          <p:cNvSpPr>
            <a:spLocks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9116">
            <a:extLst>
              <a:ext uri="{FF2B5EF4-FFF2-40B4-BE49-F238E27FC236}">
                <a16:creationId xmlns:a16="http://schemas.microsoft.com/office/drawing/2014/main" id="{FC78B79C-0DB1-4C1C-BDC0-492752C7EE9B}"/>
              </a:ext>
            </a:extLst>
          </p:cNvPr>
          <p:cNvSpPr>
            <a:spLocks/>
          </p:cNvSpPr>
          <p:nvPr/>
        </p:nvSpPr>
        <p:spPr>
          <a:xfrm>
            <a:off x="8330651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9117">
            <a:extLst>
              <a:ext uri="{FF2B5EF4-FFF2-40B4-BE49-F238E27FC236}">
                <a16:creationId xmlns:a16="http://schemas.microsoft.com/office/drawing/2014/main" id="{0E0E27A8-3E19-4195-B982-BEC4138EC9C9}"/>
              </a:ext>
            </a:extLst>
          </p:cNvPr>
          <p:cNvSpPr>
            <a:spLocks/>
          </p:cNvSpPr>
          <p:nvPr/>
        </p:nvSpPr>
        <p:spPr>
          <a:xfrm>
            <a:off x="8347850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9118">
            <a:extLst>
              <a:ext uri="{FF2B5EF4-FFF2-40B4-BE49-F238E27FC236}">
                <a16:creationId xmlns:a16="http://schemas.microsoft.com/office/drawing/2014/main" id="{15EC9067-AF73-4B0A-8B7E-B86DA705C7F3}"/>
              </a:ext>
            </a:extLst>
          </p:cNvPr>
          <p:cNvSpPr>
            <a:spLocks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9119">
            <a:extLst>
              <a:ext uri="{FF2B5EF4-FFF2-40B4-BE49-F238E27FC236}">
                <a16:creationId xmlns:a16="http://schemas.microsoft.com/office/drawing/2014/main" id="{18A6D1CA-0E20-4F6C-9B47-ABE6080194BF}"/>
              </a:ext>
            </a:extLst>
          </p:cNvPr>
          <p:cNvSpPr>
            <a:spLocks/>
          </p:cNvSpPr>
          <p:nvPr/>
        </p:nvSpPr>
        <p:spPr>
          <a:xfrm>
            <a:off x="8331824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9120">
            <a:extLst>
              <a:ext uri="{FF2B5EF4-FFF2-40B4-BE49-F238E27FC236}">
                <a16:creationId xmlns:a16="http://schemas.microsoft.com/office/drawing/2014/main" id="{9386FE08-4672-465B-B98D-F2B4A1995A5E}"/>
              </a:ext>
            </a:extLst>
          </p:cNvPr>
          <p:cNvSpPr>
            <a:spLocks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9121">
            <a:extLst>
              <a:ext uri="{FF2B5EF4-FFF2-40B4-BE49-F238E27FC236}">
                <a16:creationId xmlns:a16="http://schemas.microsoft.com/office/drawing/2014/main" id="{A0F0C9BC-1BDA-45EE-A5D6-564E1BFCFF1E}"/>
              </a:ext>
            </a:extLst>
          </p:cNvPr>
          <p:cNvSpPr>
            <a:spLocks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9122">
            <a:extLst>
              <a:ext uri="{FF2B5EF4-FFF2-40B4-BE49-F238E27FC236}">
                <a16:creationId xmlns:a16="http://schemas.microsoft.com/office/drawing/2014/main" id="{5DBAC0B9-06D1-4EDA-904E-2D9D92D02001}"/>
              </a:ext>
            </a:extLst>
          </p:cNvPr>
          <p:cNvSpPr>
            <a:spLocks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9123">
            <a:extLst>
              <a:ext uri="{FF2B5EF4-FFF2-40B4-BE49-F238E27FC236}">
                <a16:creationId xmlns:a16="http://schemas.microsoft.com/office/drawing/2014/main" id="{E43D814F-64B3-4C8E-B441-CBD6F0548C8E}"/>
              </a:ext>
            </a:extLst>
          </p:cNvPr>
          <p:cNvSpPr>
            <a:spLocks/>
          </p:cNvSpPr>
          <p:nvPr/>
        </p:nvSpPr>
        <p:spPr>
          <a:xfrm>
            <a:off x="833039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9124">
            <a:extLst>
              <a:ext uri="{FF2B5EF4-FFF2-40B4-BE49-F238E27FC236}">
                <a16:creationId xmlns:a16="http://schemas.microsoft.com/office/drawing/2014/main" id="{18F63B3F-CDA7-4807-A4D7-C5F8B234DA9D}"/>
              </a:ext>
            </a:extLst>
          </p:cNvPr>
          <p:cNvSpPr>
            <a:spLocks/>
          </p:cNvSpPr>
          <p:nvPr/>
        </p:nvSpPr>
        <p:spPr>
          <a:xfrm>
            <a:off x="8364007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9125">
            <a:extLst>
              <a:ext uri="{FF2B5EF4-FFF2-40B4-BE49-F238E27FC236}">
                <a16:creationId xmlns:a16="http://schemas.microsoft.com/office/drawing/2014/main" id="{00157258-3E27-4FC2-89AF-4BBC43B0B239}"/>
              </a:ext>
            </a:extLst>
          </p:cNvPr>
          <p:cNvSpPr>
            <a:spLocks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9126">
            <a:extLst>
              <a:ext uri="{FF2B5EF4-FFF2-40B4-BE49-F238E27FC236}">
                <a16:creationId xmlns:a16="http://schemas.microsoft.com/office/drawing/2014/main" id="{49880461-A95F-4FBF-BDA1-85EF79622B43}"/>
              </a:ext>
            </a:extLst>
          </p:cNvPr>
          <p:cNvSpPr>
            <a:spLocks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9127">
            <a:extLst>
              <a:ext uri="{FF2B5EF4-FFF2-40B4-BE49-F238E27FC236}">
                <a16:creationId xmlns:a16="http://schemas.microsoft.com/office/drawing/2014/main" id="{9E1B6626-DE9E-4561-AB76-4E36F5C405FD}"/>
              </a:ext>
            </a:extLst>
          </p:cNvPr>
          <p:cNvSpPr>
            <a:spLocks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9128">
            <a:extLst>
              <a:ext uri="{FF2B5EF4-FFF2-40B4-BE49-F238E27FC236}">
                <a16:creationId xmlns:a16="http://schemas.microsoft.com/office/drawing/2014/main" id="{F88F35F3-0567-4B5F-B0D2-36FB946C61A4}"/>
              </a:ext>
            </a:extLst>
          </p:cNvPr>
          <p:cNvSpPr>
            <a:spLocks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9129">
            <a:extLst>
              <a:ext uri="{FF2B5EF4-FFF2-40B4-BE49-F238E27FC236}">
                <a16:creationId xmlns:a16="http://schemas.microsoft.com/office/drawing/2014/main" id="{86F8CBE7-00DD-4B2A-BEA8-3BFFD1513D5B}"/>
              </a:ext>
            </a:extLst>
          </p:cNvPr>
          <p:cNvSpPr>
            <a:spLocks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9130">
            <a:extLst>
              <a:ext uri="{FF2B5EF4-FFF2-40B4-BE49-F238E27FC236}">
                <a16:creationId xmlns:a16="http://schemas.microsoft.com/office/drawing/2014/main" id="{1924D36D-E153-4176-BCEB-23FDF8815454}"/>
              </a:ext>
            </a:extLst>
          </p:cNvPr>
          <p:cNvSpPr>
            <a:spLocks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9131">
            <a:extLst>
              <a:ext uri="{FF2B5EF4-FFF2-40B4-BE49-F238E27FC236}">
                <a16:creationId xmlns:a16="http://schemas.microsoft.com/office/drawing/2014/main" id="{9D661B9F-F0E9-40EA-B1B0-C6F0E0D96105}"/>
              </a:ext>
            </a:extLst>
          </p:cNvPr>
          <p:cNvSpPr>
            <a:spLocks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9132">
            <a:extLst>
              <a:ext uri="{FF2B5EF4-FFF2-40B4-BE49-F238E27FC236}">
                <a16:creationId xmlns:a16="http://schemas.microsoft.com/office/drawing/2014/main" id="{247BB22E-D4CB-4F8C-A3F8-E38BA9F3F511}"/>
              </a:ext>
            </a:extLst>
          </p:cNvPr>
          <p:cNvSpPr>
            <a:spLocks/>
          </p:cNvSpPr>
          <p:nvPr/>
        </p:nvSpPr>
        <p:spPr>
          <a:xfrm>
            <a:off x="8297165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9133">
            <a:extLst>
              <a:ext uri="{FF2B5EF4-FFF2-40B4-BE49-F238E27FC236}">
                <a16:creationId xmlns:a16="http://schemas.microsoft.com/office/drawing/2014/main" id="{3C078BCA-2576-4881-A25D-D8A23C630647}"/>
              </a:ext>
            </a:extLst>
          </p:cNvPr>
          <p:cNvSpPr>
            <a:spLocks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9134">
            <a:extLst>
              <a:ext uri="{FF2B5EF4-FFF2-40B4-BE49-F238E27FC236}">
                <a16:creationId xmlns:a16="http://schemas.microsoft.com/office/drawing/2014/main" id="{C8DA1A50-18E3-483C-8853-0091974F24E2}"/>
              </a:ext>
            </a:extLst>
          </p:cNvPr>
          <p:cNvSpPr>
            <a:spLocks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9135">
            <a:extLst>
              <a:ext uri="{FF2B5EF4-FFF2-40B4-BE49-F238E27FC236}">
                <a16:creationId xmlns:a16="http://schemas.microsoft.com/office/drawing/2014/main" id="{DE6DE1B4-2673-4DE4-8AFC-4C034CF3699A}"/>
              </a:ext>
            </a:extLst>
          </p:cNvPr>
          <p:cNvSpPr>
            <a:spLocks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9136">
            <a:extLst>
              <a:ext uri="{FF2B5EF4-FFF2-40B4-BE49-F238E27FC236}">
                <a16:creationId xmlns:a16="http://schemas.microsoft.com/office/drawing/2014/main" id="{362741EE-00DA-4546-B052-772E9BCA6E11}"/>
              </a:ext>
            </a:extLst>
          </p:cNvPr>
          <p:cNvSpPr>
            <a:spLocks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9137">
            <a:extLst>
              <a:ext uri="{FF2B5EF4-FFF2-40B4-BE49-F238E27FC236}">
                <a16:creationId xmlns:a16="http://schemas.microsoft.com/office/drawing/2014/main" id="{F024FDF8-DF6F-4BCB-BECD-03E27D721C2D}"/>
              </a:ext>
            </a:extLst>
          </p:cNvPr>
          <p:cNvSpPr>
            <a:spLocks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9138">
            <a:extLst>
              <a:ext uri="{FF2B5EF4-FFF2-40B4-BE49-F238E27FC236}">
                <a16:creationId xmlns:a16="http://schemas.microsoft.com/office/drawing/2014/main" id="{932A9804-27EB-4598-B6AB-B0D519C3D8AA}"/>
              </a:ext>
            </a:extLst>
          </p:cNvPr>
          <p:cNvSpPr>
            <a:spLocks/>
          </p:cNvSpPr>
          <p:nvPr/>
        </p:nvSpPr>
        <p:spPr>
          <a:xfrm>
            <a:off x="8261855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9139">
            <a:extLst>
              <a:ext uri="{FF2B5EF4-FFF2-40B4-BE49-F238E27FC236}">
                <a16:creationId xmlns:a16="http://schemas.microsoft.com/office/drawing/2014/main" id="{1DB0BDA3-BEEE-4E51-81A9-F669637F6EA5}"/>
              </a:ext>
            </a:extLst>
          </p:cNvPr>
          <p:cNvSpPr>
            <a:spLocks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9140">
            <a:extLst>
              <a:ext uri="{FF2B5EF4-FFF2-40B4-BE49-F238E27FC236}">
                <a16:creationId xmlns:a16="http://schemas.microsoft.com/office/drawing/2014/main" id="{0D4CEC46-C8E0-41D3-AC5D-764F5D71D370}"/>
              </a:ext>
            </a:extLst>
          </p:cNvPr>
          <p:cNvSpPr>
            <a:spLocks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9141">
            <a:extLst>
              <a:ext uri="{FF2B5EF4-FFF2-40B4-BE49-F238E27FC236}">
                <a16:creationId xmlns:a16="http://schemas.microsoft.com/office/drawing/2014/main" id="{995E0D36-1BFA-4532-B42F-EF4533B9A89B}"/>
              </a:ext>
            </a:extLst>
          </p:cNvPr>
          <p:cNvSpPr>
            <a:spLocks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9142">
            <a:extLst>
              <a:ext uri="{FF2B5EF4-FFF2-40B4-BE49-F238E27FC236}">
                <a16:creationId xmlns:a16="http://schemas.microsoft.com/office/drawing/2014/main" id="{6BA5E692-6B0F-4191-95B0-561A34D2C210}"/>
              </a:ext>
            </a:extLst>
          </p:cNvPr>
          <p:cNvSpPr>
            <a:spLocks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9143">
            <a:extLst>
              <a:ext uri="{FF2B5EF4-FFF2-40B4-BE49-F238E27FC236}">
                <a16:creationId xmlns:a16="http://schemas.microsoft.com/office/drawing/2014/main" id="{7588B843-63FE-4C7C-B645-1B3E433E1328}"/>
              </a:ext>
            </a:extLst>
          </p:cNvPr>
          <p:cNvSpPr>
            <a:spLocks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9144">
            <a:extLst>
              <a:ext uri="{FF2B5EF4-FFF2-40B4-BE49-F238E27FC236}">
                <a16:creationId xmlns:a16="http://schemas.microsoft.com/office/drawing/2014/main" id="{D4BEB1FA-B727-4F4C-92B1-028B48481D94}"/>
              </a:ext>
            </a:extLst>
          </p:cNvPr>
          <p:cNvSpPr>
            <a:spLocks/>
          </p:cNvSpPr>
          <p:nvPr/>
        </p:nvSpPr>
        <p:spPr>
          <a:xfrm>
            <a:off x="8244786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9145">
            <a:extLst>
              <a:ext uri="{FF2B5EF4-FFF2-40B4-BE49-F238E27FC236}">
                <a16:creationId xmlns:a16="http://schemas.microsoft.com/office/drawing/2014/main" id="{48CD5325-F4D3-4B88-8E39-E255530FE580}"/>
              </a:ext>
            </a:extLst>
          </p:cNvPr>
          <p:cNvSpPr>
            <a:spLocks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9146">
            <a:extLst>
              <a:ext uri="{FF2B5EF4-FFF2-40B4-BE49-F238E27FC236}">
                <a16:creationId xmlns:a16="http://schemas.microsoft.com/office/drawing/2014/main" id="{03B64A8A-ABED-4195-98B9-6CF6619401D1}"/>
              </a:ext>
            </a:extLst>
          </p:cNvPr>
          <p:cNvSpPr>
            <a:spLocks/>
          </p:cNvSpPr>
          <p:nvPr/>
        </p:nvSpPr>
        <p:spPr>
          <a:xfrm>
            <a:off x="8931201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9147">
            <a:extLst>
              <a:ext uri="{FF2B5EF4-FFF2-40B4-BE49-F238E27FC236}">
                <a16:creationId xmlns:a16="http://schemas.microsoft.com/office/drawing/2014/main" id="{740CF1BF-71E2-40D1-88D7-C2A6FC999BA1}"/>
              </a:ext>
            </a:extLst>
          </p:cNvPr>
          <p:cNvSpPr>
            <a:spLocks/>
          </p:cNvSpPr>
          <p:nvPr/>
        </p:nvSpPr>
        <p:spPr>
          <a:xfrm>
            <a:off x="89515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9148">
            <a:extLst>
              <a:ext uri="{FF2B5EF4-FFF2-40B4-BE49-F238E27FC236}">
                <a16:creationId xmlns:a16="http://schemas.microsoft.com/office/drawing/2014/main" id="{7448CAFF-4A29-4670-A43C-0C09F4789551}"/>
              </a:ext>
            </a:extLst>
          </p:cNvPr>
          <p:cNvSpPr>
            <a:spLocks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9149">
            <a:extLst>
              <a:ext uri="{FF2B5EF4-FFF2-40B4-BE49-F238E27FC236}">
                <a16:creationId xmlns:a16="http://schemas.microsoft.com/office/drawing/2014/main" id="{93D305EF-6E53-43A0-B779-D7E12FE03663}"/>
              </a:ext>
            </a:extLst>
          </p:cNvPr>
          <p:cNvSpPr>
            <a:spLocks/>
          </p:cNvSpPr>
          <p:nvPr/>
        </p:nvSpPr>
        <p:spPr>
          <a:xfrm>
            <a:off x="89731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9150">
            <a:extLst>
              <a:ext uri="{FF2B5EF4-FFF2-40B4-BE49-F238E27FC236}">
                <a16:creationId xmlns:a16="http://schemas.microsoft.com/office/drawing/2014/main" id="{C336239D-99FC-4258-AD2B-3842E588F151}"/>
              </a:ext>
            </a:extLst>
          </p:cNvPr>
          <p:cNvSpPr>
            <a:spLocks/>
          </p:cNvSpPr>
          <p:nvPr/>
        </p:nvSpPr>
        <p:spPr>
          <a:xfrm>
            <a:off x="90110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9151">
            <a:extLst>
              <a:ext uri="{FF2B5EF4-FFF2-40B4-BE49-F238E27FC236}">
                <a16:creationId xmlns:a16="http://schemas.microsoft.com/office/drawing/2014/main" id="{641E71CE-59C9-4220-8F09-D2B6B2FAEEA4}"/>
              </a:ext>
            </a:extLst>
          </p:cNvPr>
          <p:cNvSpPr>
            <a:spLocks/>
          </p:cNvSpPr>
          <p:nvPr/>
        </p:nvSpPr>
        <p:spPr>
          <a:xfrm>
            <a:off x="9034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9152">
            <a:extLst>
              <a:ext uri="{FF2B5EF4-FFF2-40B4-BE49-F238E27FC236}">
                <a16:creationId xmlns:a16="http://schemas.microsoft.com/office/drawing/2014/main" id="{F03B7B44-C482-445F-B193-F3CF92D710B5}"/>
              </a:ext>
            </a:extLst>
          </p:cNvPr>
          <p:cNvSpPr>
            <a:spLocks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9153">
            <a:extLst>
              <a:ext uri="{FF2B5EF4-FFF2-40B4-BE49-F238E27FC236}">
                <a16:creationId xmlns:a16="http://schemas.microsoft.com/office/drawing/2014/main" id="{C9F12660-C57B-4916-A7EF-370F0462C2DB}"/>
              </a:ext>
            </a:extLst>
          </p:cNvPr>
          <p:cNvSpPr>
            <a:spLocks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9154">
            <a:extLst>
              <a:ext uri="{FF2B5EF4-FFF2-40B4-BE49-F238E27FC236}">
                <a16:creationId xmlns:a16="http://schemas.microsoft.com/office/drawing/2014/main" id="{9D4924A6-DDD9-4406-8657-E1159779B3FC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9155">
            <a:extLst>
              <a:ext uri="{FF2B5EF4-FFF2-40B4-BE49-F238E27FC236}">
                <a16:creationId xmlns:a16="http://schemas.microsoft.com/office/drawing/2014/main" id="{934EF829-FC30-4010-B6DB-3F5E3240897C}"/>
              </a:ext>
            </a:extLst>
          </p:cNvPr>
          <p:cNvSpPr>
            <a:spLocks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9156">
            <a:extLst>
              <a:ext uri="{FF2B5EF4-FFF2-40B4-BE49-F238E27FC236}">
                <a16:creationId xmlns:a16="http://schemas.microsoft.com/office/drawing/2014/main" id="{8CA5EB4C-4F9E-44A4-BB9A-6BE6BCC2C46F}"/>
              </a:ext>
            </a:extLst>
          </p:cNvPr>
          <p:cNvSpPr>
            <a:spLocks/>
          </p:cNvSpPr>
          <p:nvPr/>
        </p:nvSpPr>
        <p:spPr>
          <a:xfrm>
            <a:off x="90244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9157">
            <a:extLst>
              <a:ext uri="{FF2B5EF4-FFF2-40B4-BE49-F238E27FC236}">
                <a16:creationId xmlns:a16="http://schemas.microsoft.com/office/drawing/2014/main" id="{403C6C7C-A022-42AF-AC88-2692152BAA10}"/>
              </a:ext>
            </a:extLst>
          </p:cNvPr>
          <p:cNvSpPr>
            <a:spLocks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9158">
            <a:extLst>
              <a:ext uri="{FF2B5EF4-FFF2-40B4-BE49-F238E27FC236}">
                <a16:creationId xmlns:a16="http://schemas.microsoft.com/office/drawing/2014/main" id="{F06A3FD0-1ECE-4CF1-9A28-EBBBD56EAE21}"/>
              </a:ext>
            </a:extLst>
          </p:cNvPr>
          <p:cNvSpPr>
            <a:spLocks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9159">
            <a:extLst>
              <a:ext uri="{FF2B5EF4-FFF2-40B4-BE49-F238E27FC236}">
                <a16:creationId xmlns:a16="http://schemas.microsoft.com/office/drawing/2014/main" id="{3A161690-041A-4D01-8B02-A44BB3489185}"/>
              </a:ext>
            </a:extLst>
          </p:cNvPr>
          <p:cNvSpPr>
            <a:spLocks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9160">
            <a:extLst>
              <a:ext uri="{FF2B5EF4-FFF2-40B4-BE49-F238E27FC236}">
                <a16:creationId xmlns:a16="http://schemas.microsoft.com/office/drawing/2014/main" id="{B6E4AE7E-974E-4B33-B997-F02CDF26EE66}"/>
              </a:ext>
            </a:extLst>
          </p:cNvPr>
          <p:cNvSpPr>
            <a:spLocks/>
          </p:cNvSpPr>
          <p:nvPr/>
        </p:nvSpPr>
        <p:spPr>
          <a:xfrm>
            <a:off x="89513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9161">
            <a:extLst>
              <a:ext uri="{FF2B5EF4-FFF2-40B4-BE49-F238E27FC236}">
                <a16:creationId xmlns:a16="http://schemas.microsoft.com/office/drawing/2014/main" id="{DECB659E-45E4-41DF-A4D3-78E2D23D1319}"/>
              </a:ext>
            </a:extLst>
          </p:cNvPr>
          <p:cNvSpPr>
            <a:spLocks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9162">
            <a:extLst>
              <a:ext uri="{FF2B5EF4-FFF2-40B4-BE49-F238E27FC236}">
                <a16:creationId xmlns:a16="http://schemas.microsoft.com/office/drawing/2014/main" id="{B3FA5949-AC8D-42B3-9B7D-6467F6D3C1C7}"/>
              </a:ext>
            </a:extLst>
          </p:cNvPr>
          <p:cNvSpPr>
            <a:spLocks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9163">
            <a:extLst>
              <a:ext uri="{FF2B5EF4-FFF2-40B4-BE49-F238E27FC236}">
                <a16:creationId xmlns:a16="http://schemas.microsoft.com/office/drawing/2014/main" id="{2D5AEDFC-6891-4F6C-BE3E-DD47391479CE}"/>
              </a:ext>
            </a:extLst>
          </p:cNvPr>
          <p:cNvSpPr>
            <a:spLocks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9164">
            <a:extLst>
              <a:ext uri="{FF2B5EF4-FFF2-40B4-BE49-F238E27FC236}">
                <a16:creationId xmlns:a16="http://schemas.microsoft.com/office/drawing/2014/main" id="{57A7B7CB-AE0A-4485-AFBF-5AD5E41DBA9C}"/>
              </a:ext>
            </a:extLst>
          </p:cNvPr>
          <p:cNvSpPr>
            <a:spLocks/>
          </p:cNvSpPr>
          <p:nvPr/>
        </p:nvSpPr>
        <p:spPr>
          <a:xfrm>
            <a:off x="905094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9165">
            <a:extLst>
              <a:ext uri="{FF2B5EF4-FFF2-40B4-BE49-F238E27FC236}">
                <a16:creationId xmlns:a16="http://schemas.microsoft.com/office/drawing/2014/main" id="{0D9C79A5-D4D3-4124-B9B4-6F196C371CF3}"/>
              </a:ext>
            </a:extLst>
          </p:cNvPr>
          <p:cNvSpPr>
            <a:spLocks/>
          </p:cNvSpPr>
          <p:nvPr/>
        </p:nvSpPr>
        <p:spPr>
          <a:xfrm>
            <a:off x="9005991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9166">
            <a:extLst>
              <a:ext uri="{FF2B5EF4-FFF2-40B4-BE49-F238E27FC236}">
                <a16:creationId xmlns:a16="http://schemas.microsoft.com/office/drawing/2014/main" id="{3F64AF67-E553-4F5F-8AE5-8A5E756BF6EA}"/>
              </a:ext>
            </a:extLst>
          </p:cNvPr>
          <p:cNvSpPr>
            <a:spLocks/>
          </p:cNvSpPr>
          <p:nvPr/>
        </p:nvSpPr>
        <p:spPr>
          <a:xfrm>
            <a:off x="8928726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9167">
            <a:extLst>
              <a:ext uri="{FF2B5EF4-FFF2-40B4-BE49-F238E27FC236}">
                <a16:creationId xmlns:a16="http://schemas.microsoft.com/office/drawing/2014/main" id="{F55FC148-5BCF-48A5-9310-BAED2B19422C}"/>
              </a:ext>
            </a:extLst>
          </p:cNvPr>
          <p:cNvSpPr>
            <a:spLocks/>
          </p:cNvSpPr>
          <p:nvPr/>
        </p:nvSpPr>
        <p:spPr>
          <a:xfrm>
            <a:off x="894801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9168">
            <a:extLst>
              <a:ext uri="{FF2B5EF4-FFF2-40B4-BE49-F238E27FC236}">
                <a16:creationId xmlns:a16="http://schemas.microsoft.com/office/drawing/2014/main" id="{A8856D4B-05A8-4014-A681-81A4EFFBBEC9}"/>
              </a:ext>
            </a:extLst>
          </p:cNvPr>
          <p:cNvSpPr>
            <a:spLocks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9169">
            <a:extLst>
              <a:ext uri="{FF2B5EF4-FFF2-40B4-BE49-F238E27FC236}">
                <a16:creationId xmlns:a16="http://schemas.microsoft.com/office/drawing/2014/main" id="{C37979FD-0083-46D0-A16F-85D6813BB69A}"/>
              </a:ext>
            </a:extLst>
          </p:cNvPr>
          <p:cNvSpPr>
            <a:spLocks/>
          </p:cNvSpPr>
          <p:nvPr/>
        </p:nvSpPr>
        <p:spPr>
          <a:xfrm>
            <a:off x="89284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9170">
            <a:extLst>
              <a:ext uri="{FF2B5EF4-FFF2-40B4-BE49-F238E27FC236}">
                <a16:creationId xmlns:a16="http://schemas.microsoft.com/office/drawing/2014/main" id="{03FA6AF4-0A1A-4A81-80F7-03EEE37E2C27}"/>
              </a:ext>
            </a:extLst>
          </p:cNvPr>
          <p:cNvSpPr>
            <a:spLocks/>
          </p:cNvSpPr>
          <p:nvPr/>
        </p:nvSpPr>
        <p:spPr>
          <a:xfrm>
            <a:off x="892768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9171">
            <a:extLst>
              <a:ext uri="{FF2B5EF4-FFF2-40B4-BE49-F238E27FC236}">
                <a16:creationId xmlns:a16="http://schemas.microsoft.com/office/drawing/2014/main" id="{B64B65F8-8B04-4312-A051-B819C295F974}"/>
              </a:ext>
            </a:extLst>
          </p:cNvPr>
          <p:cNvSpPr>
            <a:spLocks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9172">
            <a:extLst>
              <a:ext uri="{FF2B5EF4-FFF2-40B4-BE49-F238E27FC236}">
                <a16:creationId xmlns:a16="http://schemas.microsoft.com/office/drawing/2014/main" id="{0E276CD6-0ABC-4D49-81B7-5B16C7D329F0}"/>
              </a:ext>
            </a:extLst>
          </p:cNvPr>
          <p:cNvSpPr>
            <a:spLocks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9173">
            <a:extLst>
              <a:ext uri="{FF2B5EF4-FFF2-40B4-BE49-F238E27FC236}">
                <a16:creationId xmlns:a16="http://schemas.microsoft.com/office/drawing/2014/main" id="{9B2989C9-9DE2-4671-80E4-01667B258F75}"/>
              </a:ext>
            </a:extLst>
          </p:cNvPr>
          <p:cNvSpPr>
            <a:spLocks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9174">
            <a:extLst>
              <a:ext uri="{FF2B5EF4-FFF2-40B4-BE49-F238E27FC236}">
                <a16:creationId xmlns:a16="http://schemas.microsoft.com/office/drawing/2014/main" id="{AE241E81-2DA3-41F9-9522-33253FD1D59A}"/>
              </a:ext>
            </a:extLst>
          </p:cNvPr>
          <p:cNvSpPr>
            <a:spLocks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9175">
            <a:extLst>
              <a:ext uri="{FF2B5EF4-FFF2-40B4-BE49-F238E27FC236}">
                <a16:creationId xmlns:a16="http://schemas.microsoft.com/office/drawing/2014/main" id="{11E8C5CF-C309-4985-A3AD-2AB8AA7568BB}"/>
              </a:ext>
            </a:extLst>
          </p:cNvPr>
          <p:cNvSpPr>
            <a:spLocks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9176">
            <a:extLst>
              <a:ext uri="{FF2B5EF4-FFF2-40B4-BE49-F238E27FC236}">
                <a16:creationId xmlns:a16="http://schemas.microsoft.com/office/drawing/2014/main" id="{1001A143-BDEE-4118-8E9E-0B4525626713}"/>
              </a:ext>
            </a:extLst>
          </p:cNvPr>
          <p:cNvSpPr>
            <a:spLocks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9177">
            <a:extLst>
              <a:ext uri="{FF2B5EF4-FFF2-40B4-BE49-F238E27FC236}">
                <a16:creationId xmlns:a16="http://schemas.microsoft.com/office/drawing/2014/main" id="{2BB21E11-4838-4C15-B88F-2D3B5BF22E73}"/>
              </a:ext>
            </a:extLst>
          </p:cNvPr>
          <p:cNvSpPr>
            <a:spLocks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9178">
            <a:extLst>
              <a:ext uri="{FF2B5EF4-FFF2-40B4-BE49-F238E27FC236}">
                <a16:creationId xmlns:a16="http://schemas.microsoft.com/office/drawing/2014/main" id="{7EB96EA1-586D-4C4B-B55F-CAAA3254A96E}"/>
              </a:ext>
            </a:extLst>
          </p:cNvPr>
          <p:cNvSpPr>
            <a:spLocks/>
          </p:cNvSpPr>
          <p:nvPr/>
        </p:nvSpPr>
        <p:spPr>
          <a:xfrm>
            <a:off x="9011985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9179">
            <a:extLst>
              <a:ext uri="{FF2B5EF4-FFF2-40B4-BE49-F238E27FC236}">
                <a16:creationId xmlns:a16="http://schemas.microsoft.com/office/drawing/2014/main" id="{72295C54-FF84-4446-B04D-2BF7BF862C51}"/>
              </a:ext>
            </a:extLst>
          </p:cNvPr>
          <p:cNvSpPr>
            <a:spLocks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9180">
            <a:extLst>
              <a:ext uri="{FF2B5EF4-FFF2-40B4-BE49-F238E27FC236}">
                <a16:creationId xmlns:a16="http://schemas.microsoft.com/office/drawing/2014/main" id="{69D76DC3-76C2-4F0A-B0D9-9EDC45A89262}"/>
              </a:ext>
            </a:extLst>
          </p:cNvPr>
          <p:cNvSpPr>
            <a:spLocks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9181">
            <a:extLst>
              <a:ext uri="{FF2B5EF4-FFF2-40B4-BE49-F238E27FC236}">
                <a16:creationId xmlns:a16="http://schemas.microsoft.com/office/drawing/2014/main" id="{78A99F42-96F9-4A0B-B012-E9989CDE44B4}"/>
              </a:ext>
            </a:extLst>
          </p:cNvPr>
          <p:cNvSpPr>
            <a:spLocks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9182">
            <a:extLst>
              <a:ext uri="{FF2B5EF4-FFF2-40B4-BE49-F238E27FC236}">
                <a16:creationId xmlns:a16="http://schemas.microsoft.com/office/drawing/2014/main" id="{B9AE4C75-FA8D-4F77-88D7-A85372EAC012}"/>
              </a:ext>
            </a:extLst>
          </p:cNvPr>
          <p:cNvSpPr>
            <a:spLocks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9183">
            <a:extLst>
              <a:ext uri="{FF2B5EF4-FFF2-40B4-BE49-F238E27FC236}">
                <a16:creationId xmlns:a16="http://schemas.microsoft.com/office/drawing/2014/main" id="{67B958AC-21E4-49EB-91B8-D324C4FBE43C}"/>
              </a:ext>
            </a:extLst>
          </p:cNvPr>
          <p:cNvSpPr>
            <a:spLocks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9184">
            <a:extLst>
              <a:ext uri="{FF2B5EF4-FFF2-40B4-BE49-F238E27FC236}">
                <a16:creationId xmlns:a16="http://schemas.microsoft.com/office/drawing/2014/main" id="{12FC6FF0-05B4-47E5-B1DE-466401EFF63C}"/>
              </a:ext>
            </a:extLst>
          </p:cNvPr>
          <p:cNvSpPr>
            <a:spLocks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9185">
            <a:extLst>
              <a:ext uri="{FF2B5EF4-FFF2-40B4-BE49-F238E27FC236}">
                <a16:creationId xmlns:a16="http://schemas.microsoft.com/office/drawing/2014/main" id="{D7A49053-8475-484F-A7F9-00598FC855D5}"/>
              </a:ext>
            </a:extLst>
          </p:cNvPr>
          <p:cNvSpPr>
            <a:spLocks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9186">
            <a:extLst>
              <a:ext uri="{FF2B5EF4-FFF2-40B4-BE49-F238E27FC236}">
                <a16:creationId xmlns:a16="http://schemas.microsoft.com/office/drawing/2014/main" id="{72DF0D07-571B-4BBF-9AA4-B4D1692CD822}"/>
              </a:ext>
            </a:extLst>
          </p:cNvPr>
          <p:cNvSpPr>
            <a:spLocks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9187">
            <a:extLst>
              <a:ext uri="{FF2B5EF4-FFF2-40B4-BE49-F238E27FC236}">
                <a16:creationId xmlns:a16="http://schemas.microsoft.com/office/drawing/2014/main" id="{F3F16B1F-4A65-424D-B564-0C83211DF1C8}"/>
              </a:ext>
            </a:extLst>
          </p:cNvPr>
          <p:cNvSpPr>
            <a:spLocks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9188">
            <a:extLst>
              <a:ext uri="{FF2B5EF4-FFF2-40B4-BE49-F238E27FC236}">
                <a16:creationId xmlns:a16="http://schemas.microsoft.com/office/drawing/2014/main" id="{3080B85C-1C74-4961-9DC9-FDECDDDC56B1}"/>
              </a:ext>
            </a:extLst>
          </p:cNvPr>
          <p:cNvSpPr>
            <a:spLocks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9189">
            <a:extLst>
              <a:ext uri="{FF2B5EF4-FFF2-40B4-BE49-F238E27FC236}">
                <a16:creationId xmlns:a16="http://schemas.microsoft.com/office/drawing/2014/main" id="{0DC0D375-1558-4621-A481-A4CDC55959A5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9190">
            <a:extLst>
              <a:ext uri="{FF2B5EF4-FFF2-40B4-BE49-F238E27FC236}">
                <a16:creationId xmlns:a16="http://schemas.microsoft.com/office/drawing/2014/main" id="{65FD25B7-8A6E-4B51-9D97-4A8F082DDA8D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9191">
            <a:extLst>
              <a:ext uri="{FF2B5EF4-FFF2-40B4-BE49-F238E27FC236}">
                <a16:creationId xmlns:a16="http://schemas.microsoft.com/office/drawing/2014/main" id="{792E8448-068D-4A5A-ACD8-81447186F9DE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9192">
            <a:extLst>
              <a:ext uri="{FF2B5EF4-FFF2-40B4-BE49-F238E27FC236}">
                <a16:creationId xmlns:a16="http://schemas.microsoft.com/office/drawing/2014/main" id="{1AF2007A-EAF0-44FA-881E-8EA3D08AD359}"/>
              </a:ext>
            </a:extLst>
          </p:cNvPr>
          <p:cNvSpPr>
            <a:spLocks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9193">
            <a:extLst>
              <a:ext uri="{FF2B5EF4-FFF2-40B4-BE49-F238E27FC236}">
                <a16:creationId xmlns:a16="http://schemas.microsoft.com/office/drawing/2014/main" id="{52091CD6-9AC1-4A1A-8B67-C106E202A18D}"/>
              </a:ext>
            </a:extLst>
          </p:cNvPr>
          <p:cNvSpPr>
            <a:spLocks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9194">
            <a:extLst>
              <a:ext uri="{FF2B5EF4-FFF2-40B4-BE49-F238E27FC236}">
                <a16:creationId xmlns:a16="http://schemas.microsoft.com/office/drawing/2014/main" id="{74180211-700E-4DEB-9896-23D71CDFF9E9}"/>
              </a:ext>
            </a:extLst>
          </p:cNvPr>
          <p:cNvSpPr>
            <a:spLocks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9195">
            <a:extLst>
              <a:ext uri="{FF2B5EF4-FFF2-40B4-BE49-F238E27FC236}">
                <a16:creationId xmlns:a16="http://schemas.microsoft.com/office/drawing/2014/main" id="{4C99FE1E-C92B-421E-8C0C-7E043CC8F3CD}"/>
              </a:ext>
            </a:extLst>
          </p:cNvPr>
          <p:cNvSpPr>
            <a:spLocks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9196">
            <a:extLst>
              <a:ext uri="{FF2B5EF4-FFF2-40B4-BE49-F238E27FC236}">
                <a16:creationId xmlns:a16="http://schemas.microsoft.com/office/drawing/2014/main" id="{6EF614F3-679D-45F8-AD30-F171BF720F72}"/>
              </a:ext>
            </a:extLst>
          </p:cNvPr>
          <p:cNvSpPr>
            <a:spLocks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9197">
            <a:extLst>
              <a:ext uri="{FF2B5EF4-FFF2-40B4-BE49-F238E27FC236}">
                <a16:creationId xmlns:a16="http://schemas.microsoft.com/office/drawing/2014/main" id="{DB732EAB-F7C3-4332-8E5C-6EAE29FF8557}"/>
              </a:ext>
            </a:extLst>
          </p:cNvPr>
          <p:cNvSpPr>
            <a:spLocks/>
          </p:cNvSpPr>
          <p:nvPr/>
        </p:nvSpPr>
        <p:spPr>
          <a:xfrm>
            <a:off x="904508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9198">
            <a:extLst>
              <a:ext uri="{FF2B5EF4-FFF2-40B4-BE49-F238E27FC236}">
                <a16:creationId xmlns:a16="http://schemas.microsoft.com/office/drawing/2014/main" id="{FAD39F3F-8A14-4DEC-B4A2-9F77B158D7AF}"/>
              </a:ext>
            </a:extLst>
          </p:cNvPr>
          <p:cNvSpPr>
            <a:spLocks/>
          </p:cNvSpPr>
          <p:nvPr/>
        </p:nvSpPr>
        <p:spPr>
          <a:xfrm>
            <a:off x="8929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9199">
            <a:extLst>
              <a:ext uri="{FF2B5EF4-FFF2-40B4-BE49-F238E27FC236}">
                <a16:creationId xmlns:a16="http://schemas.microsoft.com/office/drawing/2014/main" id="{8C828A42-CC29-4561-A1CD-93602BDE2466}"/>
              </a:ext>
            </a:extLst>
          </p:cNvPr>
          <p:cNvSpPr>
            <a:spLocks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9200">
            <a:extLst>
              <a:ext uri="{FF2B5EF4-FFF2-40B4-BE49-F238E27FC236}">
                <a16:creationId xmlns:a16="http://schemas.microsoft.com/office/drawing/2014/main" id="{6807F0E4-2621-4FAF-B3D6-DA9378EA5C12}"/>
              </a:ext>
            </a:extLst>
          </p:cNvPr>
          <p:cNvSpPr>
            <a:spLocks/>
          </p:cNvSpPr>
          <p:nvPr/>
        </p:nvSpPr>
        <p:spPr>
          <a:xfrm>
            <a:off x="901823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9201">
            <a:extLst>
              <a:ext uri="{FF2B5EF4-FFF2-40B4-BE49-F238E27FC236}">
                <a16:creationId xmlns:a16="http://schemas.microsoft.com/office/drawing/2014/main" id="{97702567-8A5C-40F5-9DED-C2E7E87F838C}"/>
              </a:ext>
            </a:extLst>
          </p:cNvPr>
          <p:cNvSpPr>
            <a:spLocks/>
          </p:cNvSpPr>
          <p:nvPr/>
        </p:nvSpPr>
        <p:spPr>
          <a:xfrm>
            <a:off x="8973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9202">
            <a:extLst>
              <a:ext uri="{FF2B5EF4-FFF2-40B4-BE49-F238E27FC236}">
                <a16:creationId xmlns:a16="http://schemas.microsoft.com/office/drawing/2014/main" id="{754FC08B-4380-4034-BAAC-71107A41A228}"/>
              </a:ext>
            </a:extLst>
          </p:cNvPr>
          <p:cNvSpPr>
            <a:spLocks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9203">
            <a:extLst>
              <a:ext uri="{FF2B5EF4-FFF2-40B4-BE49-F238E27FC236}">
                <a16:creationId xmlns:a16="http://schemas.microsoft.com/office/drawing/2014/main" id="{821595C0-FA7E-44B0-9922-F0D503BC75D5}"/>
              </a:ext>
            </a:extLst>
          </p:cNvPr>
          <p:cNvSpPr>
            <a:spLocks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9204">
            <a:extLst>
              <a:ext uri="{FF2B5EF4-FFF2-40B4-BE49-F238E27FC236}">
                <a16:creationId xmlns:a16="http://schemas.microsoft.com/office/drawing/2014/main" id="{AE593BF2-3B51-4CFE-8B05-B7C54B67A565}"/>
              </a:ext>
            </a:extLst>
          </p:cNvPr>
          <p:cNvSpPr>
            <a:spLocks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9205">
            <a:extLst>
              <a:ext uri="{FF2B5EF4-FFF2-40B4-BE49-F238E27FC236}">
                <a16:creationId xmlns:a16="http://schemas.microsoft.com/office/drawing/2014/main" id="{EEF41A4D-62A4-4D04-8E84-0FEBCF5C1A3F}"/>
              </a:ext>
            </a:extLst>
          </p:cNvPr>
          <p:cNvSpPr>
            <a:spLocks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9206">
            <a:extLst>
              <a:ext uri="{FF2B5EF4-FFF2-40B4-BE49-F238E27FC236}">
                <a16:creationId xmlns:a16="http://schemas.microsoft.com/office/drawing/2014/main" id="{60B6ABC7-5BBC-4159-AE80-B763FAB1BE24}"/>
              </a:ext>
            </a:extLst>
          </p:cNvPr>
          <p:cNvSpPr>
            <a:spLocks/>
          </p:cNvSpPr>
          <p:nvPr/>
        </p:nvSpPr>
        <p:spPr>
          <a:xfrm>
            <a:off x="9018500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9207">
            <a:extLst>
              <a:ext uri="{FF2B5EF4-FFF2-40B4-BE49-F238E27FC236}">
                <a16:creationId xmlns:a16="http://schemas.microsoft.com/office/drawing/2014/main" id="{61C2D489-6315-435B-AA3F-FC851B623A84}"/>
              </a:ext>
            </a:extLst>
          </p:cNvPr>
          <p:cNvSpPr>
            <a:spLocks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9208">
            <a:extLst>
              <a:ext uri="{FF2B5EF4-FFF2-40B4-BE49-F238E27FC236}">
                <a16:creationId xmlns:a16="http://schemas.microsoft.com/office/drawing/2014/main" id="{5BF5B88E-33DB-4B7C-82A5-8144137C98F8}"/>
              </a:ext>
            </a:extLst>
          </p:cNvPr>
          <p:cNvSpPr>
            <a:spLocks/>
          </p:cNvSpPr>
          <p:nvPr/>
        </p:nvSpPr>
        <p:spPr>
          <a:xfrm>
            <a:off x="8961300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9209">
            <a:extLst>
              <a:ext uri="{FF2B5EF4-FFF2-40B4-BE49-F238E27FC236}">
                <a16:creationId xmlns:a16="http://schemas.microsoft.com/office/drawing/2014/main" id="{F4FF1314-A993-49F8-88E0-E77C94EE3E8E}"/>
              </a:ext>
            </a:extLst>
          </p:cNvPr>
          <p:cNvSpPr>
            <a:spLocks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9210">
            <a:extLst>
              <a:ext uri="{FF2B5EF4-FFF2-40B4-BE49-F238E27FC236}">
                <a16:creationId xmlns:a16="http://schemas.microsoft.com/office/drawing/2014/main" id="{F88C4E4B-193E-4C0D-8FC9-1315477ACAFD}"/>
              </a:ext>
            </a:extLst>
          </p:cNvPr>
          <p:cNvSpPr>
            <a:spLocks/>
          </p:cNvSpPr>
          <p:nvPr/>
        </p:nvSpPr>
        <p:spPr>
          <a:xfrm>
            <a:off x="89474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9211">
            <a:extLst>
              <a:ext uri="{FF2B5EF4-FFF2-40B4-BE49-F238E27FC236}">
                <a16:creationId xmlns:a16="http://schemas.microsoft.com/office/drawing/2014/main" id="{AB48E851-0F17-407B-AC41-1ED4A98A49BB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9212">
            <a:extLst>
              <a:ext uri="{FF2B5EF4-FFF2-40B4-BE49-F238E27FC236}">
                <a16:creationId xmlns:a16="http://schemas.microsoft.com/office/drawing/2014/main" id="{7209C4F7-5F22-45EE-8579-7BEF4BE55AB1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9213">
            <a:extLst>
              <a:ext uri="{FF2B5EF4-FFF2-40B4-BE49-F238E27FC236}">
                <a16:creationId xmlns:a16="http://schemas.microsoft.com/office/drawing/2014/main" id="{62A72627-B984-476E-B2C2-1DDBA276F3DB}"/>
              </a:ext>
            </a:extLst>
          </p:cNvPr>
          <p:cNvSpPr>
            <a:spLocks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9214">
            <a:extLst>
              <a:ext uri="{FF2B5EF4-FFF2-40B4-BE49-F238E27FC236}">
                <a16:creationId xmlns:a16="http://schemas.microsoft.com/office/drawing/2014/main" id="{074012D6-CD0B-472E-A31D-E9D7A85F1D8F}"/>
              </a:ext>
            </a:extLst>
          </p:cNvPr>
          <p:cNvSpPr>
            <a:spLocks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9215">
            <a:extLst>
              <a:ext uri="{FF2B5EF4-FFF2-40B4-BE49-F238E27FC236}">
                <a16:creationId xmlns:a16="http://schemas.microsoft.com/office/drawing/2014/main" id="{F21F4524-1906-4694-8CAD-A43661261CED}"/>
              </a:ext>
            </a:extLst>
          </p:cNvPr>
          <p:cNvSpPr>
            <a:spLocks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9216">
            <a:extLst>
              <a:ext uri="{FF2B5EF4-FFF2-40B4-BE49-F238E27FC236}">
                <a16:creationId xmlns:a16="http://schemas.microsoft.com/office/drawing/2014/main" id="{0F539C24-C569-4639-8F3A-3331962C118D}"/>
              </a:ext>
            </a:extLst>
          </p:cNvPr>
          <p:cNvSpPr>
            <a:spLocks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9217">
            <a:extLst>
              <a:ext uri="{FF2B5EF4-FFF2-40B4-BE49-F238E27FC236}">
                <a16:creationId xmlns:a16="http://schemas.microsoft.com/office/drawing/2014/main" id="{E57A8028-43BC-4848-B62F-34537B69E144}"/>
              </a:ext>
            </a:extLst>
          </p:cNvPr>
          <p:cNvSpPr>
            <a:spLocks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9218">
            <a:extLst>
              <a:ext uri="{FF2B5EF4-FFF2-40B4-BE49-F238E27FC236}">
                <a16:creationId xmlns:a16="http://schemas.microsoft.com/office/drawing/2014/main" id="{AD5F37EB-4246-4496-871E-EE4C312E5879}"/>
              </a:ext>
            </a:extLst>
          </p:cNvPr>
          <p:cNvSpPr>
            <a:spLocks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9219">
            <a:extLst>
              <a:ext uri="{FF2B5EF4-FFF2-40B4-BE49-F238E27FC236}">
                <a16:creationId xmlns:a16="http://schemas.microsoft.com/office/drawing/2014/main" id="{288847C8-5994-4A63-AF9D-5FEBE8C24B14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9220">
            <a:extLst>
              <a:ext uri="{FF2B5EF4-FFF2-40B4-BE49-F238E27FC236}">
                <a16:creationId xmlns:a16="http://schemas.microsoft.com/office/drawing/2014/main" id="{C5FAB645-CDEC-4BE1-B47C-02FFB51FDA09}"/>
              </a:ext>
            </a:extLst>
          </p:cNvPr>
          <p:cNvSpPr>
            <a:spLocks/>
          </p:cNvSpPr>
          <p:nvPr/>
        </p:nvSpPr>
        <p:spPr>
          <a:xfrm>
            <a:off x="8954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9221">
            <a:extLst>
              <a:ext uri="{FF2B5EF4-FFF2-40B4-BE49-F238E27FC236}">
                <a16:creationId xmlns:a16="http://schemas.microsoft.com/office/drawing/2014/main" id="{98C6B4A7-17FD-42F9-BDA3-EC1F00331BFF}"/>
              </a:ext>
            </a:extLst>
          </p:cNvPr>
          <p:cNvSpPr>
            <a:spLocks/>
          </p:cNvSpPr>
          <p:nvPr/>
        </p:nvSpPr>
        <p:spPr>
          <a:xfrm>
            <a:off x="9016545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9222">
            <a:extLst>
              <a:ext uri="{FF2B5EF4-FFF2-40B4-BE49-F238E27FC236}">
                <a16:creationId xmlns:a16="http://schemas.microsoft.com/office/drawing/2014/main" id="{292CCD07-E51F-41C0-9CDC-AE54DA887725}"/>
              </a:ext>
            </a:extLst>
          </p:cNvPr>
          <p:cNvSpPr>
            <a:spLocks/>
          </p:cNvSpPr>
          <p:nvPr/>
        </p:nvSpPr>
        <p:spPr>
          <a:xfrm>
            <a:off x="89510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9223">
            <a:extLst>
              <a:ext uri="{FF2B5EF4-FFF2-40B4-BE49-F238E27FC236}">
                <a16:creationId xmlns:a16="http://schemas.microsoft.com/office/drawing/2014/main" id="{C122BF97-CAD8-49FB-A629-3B3D2E67558D}"/>
              </a:ext>
            </a:extLst>
          </p:cNvPr>
          <p:cNvSpPr>
            <a:spLocks/>
          </p:cNvSpPr>
          <p:nvPr/>
        </p:nvSpPr>
        <p:spPr>
          <a:xfrm>
            <a:off x="8963645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9224">
            <a:extLst>
              <a:ext uri="{FF2B5EF4-FFF2-40B4-BE49-F238E27FC236}">
                <a16:creationId xmlns:a16="http://schemas.microsoft.com/office/drawing/2014/main" id="{B1E5472A-AAA0-4849-97C4-6B7E99FD387C}"/>
              </a:ext>
            </a:extLst>
          </p:cNvPr>
          <p:cNvSpPr>
            <a:spLocks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9225">
            <a:extLst>
              <a:ext uri="{FF2B5EF4-FFF2-40B4-BE49-F238E27FC236}">
                <a16:creationId xmlns:a16="http://schemas.microsoft.com/office/drawing/2014/main" id="{B78A8619-1193-4152-B39E-AF5A2CB454C4}"/>
              </a:ext>
            </a:extLst>
          </p:cNvPr>
          <p:cNvSpPr>
            <a:spLocks/>
          </p:cNvSpPr>
          <p:nvPr/>
        </p:nvSpPr>
        <p:spPr>
          <a:xfrm>
            <a:off x="895608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9226">
            <a:extLst>
              <a:ext uri="{FF2B5EF4-FFF2-40B4-BE49-F238E27FC236}">
                <a16:creationId xmlns:a16="http://schemas.microsoft.com/office/drawing/2014/main" id="{3CB115CE-B8B8-4759-BF78-D84474F0AAAA}"/>
              </a:ext>
            </a:extLst>
          </p:cNvPr>
          <p:cNvSpPr>
            <a:spLocks/>
          </p:cNvSpPr>
          <p:nvPr/>
        </p:nvSpPr>
        <p:spPr>
          <a:xfrm>
            <a:off x="8961169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9227">
            <a:extLst>
              <a:ext uri="{FF2B5EF4-FFF2-40B4-BE49-F238E27FC236}">
                <a16:creationId xmlns:a16="http://schemas.microsoft.com/office/drawing/2014/main" id="{48F9A133-9760-497C-8896-056C15D616DD}"/>
              </a:ext>
            </a:extLst>
          </p:cNvPr>
          <p:cNvSpPr>
            <a:spLocks/>
          </p:cNvSpPr>
          <p:nvPr/>
        </p:nvSpPr>
        <p:spPr>
          <a:xfrm>
            <a:off x="90420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9228">
            <a:extLst>
              <a:ext uri="{FF2B5EF4-FFF2-40B4-BE49-F238E27FC236}">
                <a16:creationId xmlns:a16="http://schemas.microsoft.com/office/drawing/2014/main" id="{916366D3-0DDF-43D9-A82A-4F861FB7151D}"/>
              </a:ext>
            </a:extLst>
          </p:cNvPr>
          <p:cNvSpPr>
            <a:spLocks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9229">
            <a:extLst>
              <a:ext uri="{FF2B5EF4-FFF2-40B4-BE49-F238E27FC236}">
                <a16:creationId xmlns:a16="http://schemas.microsoft.com/office/drawing/2014/main" id="{A6A17CA5-8600-495E-B3F1-727BF0DA68E2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9230">
            <a:extLst>
              <a:ext uri="{FF2B5EF4-FFF2-40B4-BE49-F238E27FC236}">
                <a16:creationId xmlns:a16="http://schemas.microsoft.com/office/drawing/2014/main" id="{4BB0C5A6-DEFA-4E07-B942-3C134DDDEFCD}"/>
              </a:ext>
            </a:extLst>
          </p:cNvPr>
          <p:cNvSpPr>
            <a:spLocks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9231">
            <a:extLst>
              <a:ext uri="{FF2B5EF4-FFF2-40B4-BE49-F238E27FC236}">
                <a16:creationId xmlns:a16="http://schemas.microsoft.com/office/drawing/2014/main" id="{B211172A-5A46-4E54-A3B2-CD6965B231E6}"/>
              </a:ext>
            </a:extLst>
          </p:cNvPr>
          <p:cNvSpPr>
            <a:spLocks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9232">
            <a:extLst>
              <a:ext uri="{FF2B5EF4-FFF2-40B4-BE49-F238E27FC236}">
                <a16:creationId xmlns:a16="http://schemas.microsoft.com/office/drawing/2014/main" id="{7CD959D9-51DF-460D-801E-E4EF2E5CF284}"/>
              </a:ext>
            </a:extLst>
          </p:cNvPr>
          <p:cNvSpPr>
            <a:spLocks/>
          </p:cNvSpPr>
          <p:nvPr/>
        </p:nvSpPr>
        <p:spPr>
          <a:xfrm>
            <a:off x="901068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9233">
            <a:extLst>
              <a:ext uri="{FF2B5EF4-FFF2-40B4-BE49-F238E27FC236}">
                <a16:creationId xmlns:a16="http://schemas.microsoft.com/office/drawing/2014/main" id="{FA396D01-8358-45D9-BAD3-8F0841AAD315}"/>
              </a:ext>
            </a:extLst>
          </p:cNvPr>
          <p:cNvSpPr>
            <a:spLocks/>
          </p:cNvSpPr>
          <p:nvPr/>
        </p:nvSpPr>
        <p:spPr>
          <a:xfrm>
            <a:off x="9034787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9234">
            <a:extLst>
              <a:ext uri="{FF2B5EF4-FFF2-40B4-BE49-F238E27FC236}">
                <a16:creationId xmlns:a16="http://schemas.microsoft.com/office/drawing/2014/main" id="{329A7210-6E2B-44F2-84CD-1E3CA8CCC908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9235">
            <a:extLst>
              <a:ext uri="{FF2B5EF4-FFF2-40B4-BE49-F238E27FC236}">
                <a16:creationId xmlns:a16="http://schemas.microsoft.com/office/drawing/2014/main" id="{7FD86C60-E765-4E00-A5AC-7331E59694A6}"/>
              </a:ext>
            </a:extLst>
          </p:cNvPr>
          <p:cNvSpPr>
            <a:spLocks/>
          </p:cNvSpPr>
          <p:nvPr/>
        </p:nvSpPr>
        <p:spPr>
          <a:xfrm>
            <a:off x="8976805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9236">
            <a:extLst>
              <a:ext uri="{FF2B5EF4-FFF2-40B4-BE49-F238E27FC236}">
                <a16:creationId xmlns:a16="http://schemas.microsoft.com/office/drawing/2014/main" id="{3C0E8A5E-0328-454D-8960-83CA935FB6B5}"/>
              </a:ext>
            </a:extLst>
          </p:cNvPr>
          <p:cNvSpPr>
            <a:spLocks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9237">
            <a:extLst>
              <a:ext uri="{FF2B5EF4-FFF2-40B4-BE49-F238E27FC236}">
                <a16:creationId xmlns:a16="http://schemas.microsoft.com/office/drawing/2014/main" id="{23CA04D3-111A-494F-B991-1C7D946943CC}"/>
              </a:ext>
            </a:extLst>
          </p:cNvPr>
          <p:cNvSpPr>
            <a:spLocks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9238">
            <a:extLst>
              <a:ext uri="{FF2B5EF4-FFF2-40B4-BE49-F238E27FC236}">
                <a16:creationId xmlns:a16="http://schemas.microsoft.com/office/drawing/2014/main" id="{71359E60-750A-45F6-A372-DE7C5804C3DF}"/>
              </a:ext>
            </a:extLst>
          </p:cNvPr>
          <p:cNvSpPr>
            <a:spLocks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9239">
            <a:extLst>
              <a:ext uri="{FF2B5EF4-FFF2-40B4-BE49-F238E27FC236}">
                <a16:creationId xmlns:a16="http://schemas.microsoft.com/office/drawing/2014/main" id="{6DCF8601-EECF-436F-B181-62E7EAA43332}"/>
              </a:ext>
            </a:extLst>
          </p:cNvPr>
          <p:cNvSpPr>
            <a:spLocks/>
          </p:cNvSpPr>
          <p:nvPr/>
        </p:nvSpPr>
        <p:spPr>
          <a:xfrm>
            <a:off x="9039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9240">
            <a:extLst>
              <a:ext uri="{FF2B5EF4-FFF2-40B4-BE49-F238E27FC236}">
                <a16:creationId xmlns:a16="http://schemas.microsoft.com/office/drawing/2014/main" id="{CBA532D2-0BC0-4D22-9806-A996A6DC4E32}"/>
              </a:ext>
            </a:extLst>
          </p:cNvPr>
          <p:cNvSpPr>
            <a:spLocks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9241">
            <a:extLst>
              <a:ext uri="{FF2B5EF4-FFF2-40B4-BE49-F238E27FC236}">
                <a16:creationId xmlns:a16="http://schemas.microsoft.com/office/drawing/2014/main" id="{3B538D7A-1626-43B2-8C33-A7B4A2B98114}"/>
              </a:ext>
            </a:extLst>
          </p:cNvPr>
          <p:cNvSpPr>
            <a:spLocks/>
          </p:cNvSpPr>
          <p:nvPr/>
        </p:nvSpPr>
        <p:spPr>
          <a:xfrm>
            <a:off x="894462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9242">
            <a:extLst>
              <a:ext uri="{FF2B5EF4-FFF2-40B4-BE49-F238E27FC236}">
                <a16:creationId xmlns:a16="http://schemas.microsoft.com/office/drawing/2014/main" id="{D61F4E3E-DBAF-49F3-A5B0-AC21F35739C4}"/>
              </a:ext>
            </a:extLst>
          </p:cNvPr>
          <p:cNvSpPr>
            <a:spLocks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9243">
            <a:extLst>
              <a:ext uri="{FF2B5EF4-FFF2-40B4-BE49-F238E27FC236}">
                <a16:creationId xmlns:a16="http://schemas.microsoft.com/office/drawing/2014/main" id="{9DF97ACE-3157-41E4-9000-B2DE56D580C1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9244">
            <a:extLst>
              <a:ext uri="{FF2B5EF4-FFF2-40B4-BE49-F238E27FC236}">
                <a16:creationId xmlns:a16="http://schemas.microsoft.com/office/drawing/2014/main" id="{077CA7A6-BC5F-4A5B-82C9-7EDCDC348D24}"/>
              </a:ext>
            </a:extLst>
          </p:cNvPr>
          <p:cNvSpPr>
            <a:spLocks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9245">
            <a:extLst>
              <a:ext uri="{FF2B5EF4-FFF2-40B4-BE49-F238E27FC236}">
                <a16:creationId xmlns:a16="http://schemas.microsoft.com/office/drawing/2014/main" id="{3226BEF9-DCA3-4C9F-9FA8-5AC008D9BEDA}"/>
              </a:ext>
            </a:extLst>
          </p:cNvPr>
          <p:cNvSpPr>
            <a:spLocks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9246">
            <a:extLst>
              <a:ext uri="{FF2B5EF4-FFF2-40B4-BE49-F238E27FC236}">
                <a16:creationId xmlns:a16="http://schemas.microsoft.com/office/drawing/2014/main" id="{61B611F0-C765-4AF3-9781-13C4F1D4FD55}"/>
              </a:ext>
            </a:extLst>
          </p:cNvPr>
          <p:cNvSpPr>
            <a:spLocks/>
          </p:cNvSpPr>
          <p:nvPr/>
        </p:nvSpPr>
        <p:spPr>
          <a:xfrm>
            <a:off x="89396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9247">
            <a:extLst>
              <a:ext uri="{FF2B5EF4-FFF2-40B4-BE49-F238E27FC236}">
                <a16:creationId xmlns:a16="http://schemas.microsoft.com/office/drawing/2014/main" id="{3D8A8BD9-E95C-4109-9DB9-276FBABA44DE}"/>
              </a:ext>
            </a:extLst>
          </p:cNvPr>
          <p:cNvSpPr>
            <a:spLocks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9248">
            <a:extLst>
              <a:ext uri="{FF2B5EF4-FFF2-40B4-BE49-F238E27FC236}">
                <a16:creationId xmlns:a16="http://schemas.microsoft.com/office/drawing/2014/main" id="{B03B3561-8461-4525-B902-EFE31F958CDD}"/>
              </a:ext>
            </a:extLst>
          </p:cNvPr>
          <p:cNvSpPr>
            <a:spLocks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9249">
            <a:extLst>
              <a:ext uri="{FF2B5EF4-FFF2-40B4-BE49-F238E27FC236}">
                <a16:creationId xmlns:a16="http://schemas.microsoft.com/office/drawing/2014/main" id="{B870A554-48D3-4271-A238-7EF672164183}"/>
              </a:ext>
            </a:extLst>
          </p:cNvPr>
          <p:cNvSpPr>
            <a:spLocks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9250">
            <a:extLst>
              <a:ext uri="{FF2B5EF4-FFF2-40B4-BE49-F238E27FC236}">
                <a16:creationId xmlns:a16="http://schemas.microsoft.com/office/drawing/2014/main" id="{745B341C-4AE2-4F12-A161-61ADE552BC92}"/>
              </a:ext>
            </a:extLst>
          </p:cNvPr>
          <p:cNvSpPr>
            <a:spLocks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9251">
            <a:extLst>
              <a:ext uri="{FF2B5EF4-FFF2-40B4-BE49-F238E27FC236}">
                <a16:creationId xmlns:a16="http://schemas.microsoft.com/office/drawing/2014/main" id="{35D99084-FAF3-48B5-9CBB-081CAE01F1EA}"/>
              </a:ext>
            </a:extLst>
          </p:cNvPr>
          <p:cNvSpPr>
            <a:spLocks/>
          </p:cNvSpPr>
          <p:nvPr/>
        </p:nvSpPr>
        <p:spPr>
          <a:xfrm>
            <a:off x="9046774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9252">
            <a:extLst>
              <a:ext uri="{FF2B5EF4-FFF2-40B4-BE49-F238E27FC236}">
                <a16:creationId xmlns:a16="http://schemas.microsoft.com/office/drawing/2014/main" id="{520D2D32-A77B-4610-B0A4-232FC4AA4C22}"/>
              </a:ext>
            </a:extLst>
          </p:cNvPr>
          <p:cNvSpPr>
            <a:spLocks/>
          </p:cNvSpPr>
          <p:nvPr/>
        </p:nvSpPr>
        <p:spPr>
          <a:xfrm>
            <a:off x="9052377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9253">
            <a:extLst>
              <a:ext uri="{FF2B5EF4-FFF2-40B4-BE49-F238E27FC236}">
                <a16:creationId xmlns:a16="http://schemas.microsoft.com/office/drawing/2014/main" id="{CF7D70DF-1222-4508-80EF-9AC1C63AAFC7}"/>
              </a:ext>
            </a:extLst>
          </p:cNvPr>
          <p:cNvSpPr>
            <a:spLocks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9254">
            <a:extLst>
              <a:ext uri="{FF2B5EF4-FFF2-40B4-BE49-F238E27FC236}">
                <a16:creationId xmlns:a16="http://schemas.microsoft.com/office/drawing/2014/main" id="{AAE49B0D-2C8C-4E42-858C-55D152634C8F}"/>
              </a:ext>
            </a:extLst>
          </p:cNvPr>
          <p:cNvSpPr>
            <a:spLocks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9255">
            <a:extLst>
              <a:ext uri="{FF2B5EF4-FFF2-40B4-BE49-F238E27FC236}">
                <a16:creationId xmlns:a16="http://schemas.microsoft.com/office/drawing/2014/main" id="{339228B2-709E-4D1E-9ACD-4525AFD45D75}"/>
              </a:ext>
            </a:extLst>
          </p:cNvPr>
          <p:cNvSpPr>
            <a:spLocks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9256">
            <a:extLst>
              <a:ext uri="{FF2B5EF4-FFF2-40B4-BE49-F238E27FC236}">
                <a16:creationId xmlns:a16="http://schemas.microsoft.com/office/drawing/2014/main" id="{E8ADF279-E190-41C9-B592-238C4BEB010D}"/>
              </a:ext>
            </a:extLst>
          </p:cNvPr>
          <p:cNvSpPr>
            <a:spLocks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9257">
            <a:extLst>
              <a:ext uri="{FF2B5EF4-FFF2-40B4-BE49-F238E27FC236}">
                <a16:creationId xmlns:a16="http://schemas.microsoft.com/office/drawing/2014/main" id="{D6E58DEB-483C-4013-BF9F-44060724CB72}"/>
              </a:ext>
            </a:extLst>
          </p:cNvPr>
          <p:cNvSpPr>
            <a:spLocks/>
          </p:cNvSpPr>
          <p:nvPr/>
        </p:nvSpPr>
        <p:spPr>
          <a:xfrm>
            <a:off x="902670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9258">
            <a:extLst>
              <a:ext uri="{FF2B5EF4-FFF2-40B4-BE49-F238E27FC236}">
                <a16:creationId xmlns:a16="http://schemas.microsoft.com/office/drawing/2014/main" id="{CCD8EF30-AB7F-4CCF-8C3D-16E6D86196AF}"/>
              </a:ext>
            </a:extLst>
          </p:cNvPr>
          <p:cNvSpPr>
            <a:spLocks/>
          </p:cNvSpPr>
          <p:nvPr/>
        </p:nvSpPr>
        <p:spPr>
          <a:xfrm>
            <a:off x="8935501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9259">
            <a:extLst>
              <a:ext uri="{FF2B5EF4-FFF2-40B4-BE49-F238E27FC236}">
                <a16:creationId xmlns:a16="http://schemas.microsoft.com/office/drawing/2014/main" id="{0F4CBBF7-A77E-4C4D-8656-FED631C9A84A}"/>
              </a:ext>
            </a:extLst>
          </p:cNvPr>
          <p:cNvSpPr>
            <a:spLocks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9260">
            <a:extLst>
              <a:ext uri="{FF2B5EF4-FFF2-40B4-BE49-F238E27FC236}">
                <a16:creationId xmlns:a16="http://schemas.microsoft.com/office/drawing/2014/main" id="{38FA3CE1-6A29-4FF7-A6C2-9B54847222F4}"/>
              </a:ext>
            </a:extLst>
          </p:cNvPr>
          <p:cNvSpPr>
            <a:spLocks/>
          </p:cNvSpPr>
          <p:nvPr/>
        </p:nvSpPr>
        <p:spPr>
          <a:xfrm>
            <a:off x="90078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9261">
            <a:extLst>
              <a:ext uri="{FF2B5EF4-FFF2-40B4-BE49-F238E27FC236}">
                <a16:creationId xmlns:a16="http://schemas.microsoft.com/office/drawing/2014/main" id="{27EB8D4F-ED62-4CEB-A0D3-2097AACDF597}"/>
              </a:ext>
            </a:extLst>
          </p:cNvPr>
          <p:cNvSpPr>
            <a:spLocks/>
          </p:cNvSpPr>
          <p:nvPr/>
        </p:nvSpPr>
        <p:spPr>
          <a:xfrm>
            <a:off x="9045992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9262">
            <a:extLst>
              <a:ext uri="{FF2B5EF4-FFF2-40B4-BE49-F238E27FC236}">
                <a16:creationId xmlns:a16="http://schemas.microsoft.com/office/drawing/2014/main" id="{3A17EE2A-E172-4DFD-9604-786ACA11B54F}"/>
              </a:ext>
            </a:extLst>
          </p:cNvPr>
          <p:cNvSpPr>
            <a:spLocks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9263">
            <a:extLst>
              <a:ext uri="{FF2B5EF4-FFF2-40B4-BE49-F238E27FC236}">
                <a16:creationId xmlns:a16="http://schemas.microsoft.com/office/drawing/2014/main" id="{9E972713-EC83-4A08-AA36-775D4D90854E}"/>
              </a:ext>
            </a:extLst>
          </p:cNvPr>
          <p:cNvSpPr>
            <a:spLocks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9264">
            <a:extLst>
              <a:ext uri="{FF2B5EF4-FFF2-40B4-BE49-F238E27FC236}">
                <a16:creationId xmlns:a16="http://schemas.microsoft.com/office/drawing/2014/main" id="{CA5409D5-B4D7-41DC-B38B-1D1398248175}"/>
              </a:ext>
            </a:extLst>
          </p:cNvPr>
          <p:cNvSpPr>
            <a:spLocks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9265">
            <a:extLst>
              <a:ext uri="{FF2B5EF4-FFF2-40B4-BE49-F238E27FC236}">
                <a16:creationId xmlns:a16="http://schemas.microsoft.com/office/drawing/2014/main" id="{DE4D0AA8-C78F-4ACD-A109-57C7ADFD23BF}"/>
              </a:ext>
            </a:extLst>
          </p:cNvPr>
          <p:cNvSpPr>
            <a:spLocks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9266">
            <a:extLst>
              <a:ext uri="{FF2B5EF4-FFF2-40B4-BE49-F238E27FC236}">
                <a16:creationId xmlns:a16="http://schemas.microsoft.com/office/drawing/2014/main" id="{ADE8E546-7253-4029-B403-E396F40A04D9}"/>
              </a:ext>
            </a:extLst>
          </p:cNvPr>
          <p:cNvSpPr>
            <a:spLocks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9267">
            <a:extLst>
              <a:ext uri="{FF2B5EF4-FFF2-40B4-BE49-F238E27FC236}">
                <a16:creationId xmlns:a16="http://schemas.microsoft.com/office/drawing/2014/main" id="{D847BE46-02FE-4168-8665-0532BA21EE86}"/>
              </a:ext>
            </a:extLst>
          </p:cNvPr>
          <p:cNvSpPr>
            <a:spLocks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9268">
            <a:extLst>
              <a:ext uri="{FF2B5EF4-FFF2-40B4-BE49-F238E27FC236}">
                <a16:creationId xmlns:a16="http://schemas.microsoft.com/office/drawing/2014/main" id="{9089C81D-4FAA-4673-912D-AFEFB267ADF0}"/>
              </a:ext>
            </a:extLst>
          </p:cNvPr>
          <p:cNvSpPr>
            <a:spLocks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9269">
            <a:extLst>
              <a:ext uri="{FF2B5EF4-FFF2-40B4-BE49-F238E27FC236}">
                <a16:creationId xmlns:a16="http://schemas.microsoft.com/office/drawing/2014/main" id="{B0A286A3-3F2F-4382-8767-0A6577149904}"/>
              </a:ext>
            </a:extLst>
          </p:cNvPr>
          <p:cNvSpPr>
            <a:spLocks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9270">
            <a:extLst>
              <a:ext uri="{FF2B5EF4-FFF2-40B4-BE49-F238E27FC236}">
                <a16:creationId xmlns:a16="http://schemas.microsoft.com/office/drawing/2014/main" id="{DEAAA4E3-6B44-4BAF-AB45-6F78BA533D36}"/>
              </a:ext>
            </a:extLst>
          </p:cNvPr>
          <p:cNvSpPr>
            <a:spLocks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9271">
            <a:extLst>
              <a:ext uri="{FF2B5EF4-FFF2-40B4-BE49-F238E27FC236}">
                <a16:creationId xmlns:a16="http://schemas.microsoft.com/office/drawing/2014/main" id="{6C82E2F7-EB26-4F93-B127-59611C585F91}"/>
              </a:ext>
            </a:extLst>
          </p:cNvPr>
          <p:cNvSpPr>
            <a:spLocks/>
          </p:cNvSpPr>
          <p:nvPr/>
        </p:nvSpPr>
        <p:spPr>
          <a:xfrm>
            <a:off x="896260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9272">
            <a:extLst>
              <a:ext uri="{FF2B5EF4-FFF2-40B4-BE49-F238E27FC236}">
                <a16:creationId xmlns:a16="http://schemas.microsoft.com/office/drawing/2014/main" id="{F8BCF60D-F57E-4912-84AD-08B25E2539A5}"/>
              </a:ext>
            </a:extLst>
          </p:cNvPr>
          <p:cNvSpPr>
            <a:spLocks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9273">
            <a:extLst>
              <a:ext uri="{FF2B5EF4-FFF2-40B4-BE49-F238E27FC236}">
                <a16:creationId xmlns:a16="http://schemas.microsoft.com/office/drawing/2014/main" id="{2091FA2C-4371-44A5-9355-95865916F421}"/>
              </a:ext>
            </a:extLst>
          </p:cNvPr>
          <p:cNvSpPr>
            <a:spLocks/>
          </p:cNvSpPr>
          <p:nvPr/>
        </p:nvSpPr>
        <p:spPr>
          <a:xfrm>
            <a:off x="896390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9274">
            <a:extLst>
              <a:ext uri="{FF2B5EF4-FFF2-40B4-BE49-F238E27FC236}">
                <a16:creationId xmlns:a16="http://schemas.microsoft.com/office/drawing/2014/main" id="{107E1725-73FD-4BC6-81B4-81D21A29F44C}"/>
              </a:ext>
            </a:extLst>
          </p:cNvPr>
          <p:cNvSpPr>
            <a:spLocks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9275">
            <a:extLst>
              <a:ext uri="{FF2B5EF4-FFF2-40B4-BE49-F238E27FC236}">
                <a16:creationId xmlns:a16="http://schemas.microsoft.com/office/drawing/2014/main" id="{9ACF2CD7-68D5-4FF0-B754-393F3A4DBB4C}"/>
              </a:ext>
            </a:extLst>
          </p:cNvPr>
          <p:cNvSpPr>
            <a:spLocks/>
          </p:cNvSpPr>
          <p:nvPr/>
        </p:nvSpPr>
        <p:spPr>
          <a:xfrm>
            <a:off x="903166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9276">
            <a:extLst>
              <a:ext uri="{FF2B5EF4-FFF2-40B4-BE49-F238E27FC236}">
                <a16:creationId xmlns:a16="http://schemas.microsoft.com/office/drawing/2014/main" id="{8D2C20AA-8A14-418E-9E21-7D451459607D}"/>
              </a:ext>
            </a:extLst>
          </p:cNvPr>
          <p:cNvSpPr>
            <a:spLocks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9277">
            <a:extLst>
              <a:ext uri="{FF2B5EF4-FFF2-40B4-BE49-F238E27FC236}">
                <a16:creationId xmlns:a16="http://schemas.microsoft.com/office/drawing/2014/main" id="{4F580C63-BDEE-4C85-83F3-8AA10FACE033}"/>
              </a:ext>
            </a:extLst>
          </p:cNvPr>
          <p:cNvSpPr>
            <a:spLocks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9278">
            <a:extLst>
              <a:ext uri="{FF2B5EF4-FFF2-40B4-BE49-F238E27FC236}">
                <a16:creationId xmlns:a16="http://schemas.microsoft.com/office/drawing/2014/main" id="{4EC46986-E693-45F2-ABF4-81CD1981C128}"/>
              </a:ext>
            </a:extLst>
          </p:cNvPr>
          <p:cNvSpPr>
            <a:spLocks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9279">
            <a:extLst>
              <a:ext uri="{FF2B5EF4-FFF2-40B4-BE49-F238E27FC236}">
                <a16:creationId xmlns:a16="http://schemas.microsoft.com/office/drawing/2014/main" id="{D9CCA05F-3938-4A45-A352-9E53971E1FDA}"/>
              </a:ext>
            </a:extLst>
          </p:cNvPr>
          <p:cNvSpPr>
            <a:spLocks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9280">
            <a:extLst>
              <a:ext uri="{FF2B5EF4-FFF2-40B4-BE49-F238E27FC236}">
                <a16:creationId xmlns:a16="http://schemas.microsoft.com/office/drawing/2014/main" id="{6407DEDD-F870-4D2D-ADB8-F3C07FF64645}"/>
              </a:ext>
            </a:extLst>
          </p:cNvPr>
          <p:cNvSpPr>
            <a:spLocks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9281">
            <a:extLst>
              <a:ext uri="{FF2B5EF4-FFF2-40B4-BE49-F238E27FC236}">
                <a16:creationId xmlns:a16="http://schemas.microsoft.com/office/drawing/2014/main" id="{860DFE75-D44F-4CA6-BBAC-DF00EC3241DE}"/>
              </a:ext>
            </a:extLst>
          </p:cNvPr>
          <p:cNvSpPr>
            <a:spLocks/>
          </p:cNvSpPr>
          <p:nvPr/>
        </p:nvSpPr>
        <p:spPr>
          <a:xfrm>
            <a:off x="90211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9282">
            <a:extLst>
              <a:ext uri="{FF2B5EF4-FFF2-40B4-BE49-F238E27FC236}">
                <a16:creationId xmlns:a16="http://schemas.microsoft.com/office/drawing/2014/main" id="{2DCE642C-1AC4-4801-BDD2-0C61879F62DE}"/>
              </a:ext>
            </a:extLst>
          </p:cNvPr>
          <p:cNvSpPr>
            <a:spLocks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9283">
            <a:extLst>
              <a:ext uri="{FF2B5EF4-FFF2-40B4-BE49-F238E27FC236}">
                <a16:creationId xmlns:a16="http://schemas.microsoft.com/office/drawing/2014/main" id="{4BEFD7DE-A5D9-49F5-9DA7-977A3B56053A}"/>
              </a:ext>
            </a:extLst>
          </p:cNvPr>
          <p:cNvSpPr>
            <a:spLocks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9284">
            <a:extLst>
              <a:ext uri="{FF2B5EF4-FFF2-40B4-BE49-F238E27FC236}">
                <a16:creationId xmlns:a16="http://schemas.microsoft.com/office/drawing/2014/main" id="{E7745EDC-5188-4769-909D-34622E7E9A16}"/>
              </a:ext>
            </a:extLst>
          </p:cNvPr>
          <p:cNvSpPr>
            <a:spLocks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9285">
            <a:extLst>
              <a:ext uri="{FF2B5EF4-FFF2-40B4-BE49-F238E27FC236}">
                <a16:creationId xmlns:a16="http://schemas.microsoft.com/office/drawing/2014/main" id="{80FAE6DE-8244-410F-9166-BCCDE141EE97}"/>
              </a:ext>
            </a:extLst>
          </p:cNvPr>
          <p:cNvSpPr>
            <a:spLocks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9286">
            <a:extLst>
              <a:ext uri="{FF2B5EF4-FFF2-40B4-BE49-F238E27FC236}">
                <a16:creationId xmlns:a16="http://schemas.microsoft.com/office/drawing/2014/main" id="{373224A5-322E-49F9-A878-05F20B86590E}"/>
              </a:ext>
            </a:extLst>
          </p:cNvPr>
          <p:cNvSpPr>
            <a:spLocks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9287">
            <a:extLst>
              <a:ext uri="{FF2B5EF4-FFF2-40B4-BE49-F238E27FC236}">
                <a16:creationId xmlns:a16="http://schemas.microsoft.com/office/drawing/2014/main" id="{5DEB065F-B89C-4D8F-B765-95A229A7E9F0}"/>
              </a:ext>
            </a:extLst>
          </p:cNvPr>
          <p:cNvSpPr>
            <a:spLocks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9288">
            <a:extLst>
              <a:ext uri="{FF2B5EF4-FFF2-40B4-BE49-F238E27FC236}">
                <a16:creationId xmlns:a16="http://schemas.microsoft.com/office/drawing/2014/main" id="{C11DEA29-D605-4203-921A-CF810EA82F59}"/>
              </a:ext>
            </a:extLst>
          </p:cNvPr>
          <p:cNvSpPr>
            <a:spLocks/>
          </p:cNvSpPr>
          <p:nvPr/>
        </p:nvSpPr>
        <p:spPr>
          <a:xfrm>
            <a:off x="9014330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9289">
            <a:extLst>
              <a:ext uri="{FF2B5EF4-FFF2-40B4-BE49-F238E27FC236}">
                <a16:creationId xmlns:a16="http://schemas.microsoft.com/office/drawing/2014/main" id="{42CE218D-8E16-47C6-8EF8-B3731F7E9666}"/>
              </a:ext>
            </a:extLst>
          </p:cNvPr>
          <p:cNvSpPr>
            <a:spLocks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9290">
            <a:extLst>
              <a:ext uri="{FF2B5EF4-FFF2-40B4-BE49-F238E27FC236}">
                <a16:creationId xmlns:a16="http://schemas.microsoft.com/office/drawing/2014/main" id="{B76DA1EA-3967-4518-AEE3-B7D73FD2AB56}"/>
              </a:ext>
            </a:extLst>
          </p:cNvPr>
          <p:cNvSpPr>
            <a:spLocks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9291">
            <a:extLst>
              <a:ext uri="{FF2B5EF4-FFF2-40B4-BE49-F238E27FC236}">
                <a16:creationId xmlns:a16="http://schemas.microsoft.com/office/drawing/2014/main" id="{8E2EB23E-1C25-4DBB-AE48-6D54874C013E}"/>
              </a:ext>
            </a:extLst>
          </p:cNvPr>
          <p:cNvSpPr>
            <a:spLocks/>
          </p:cNvSpPr>
          <p:nvPr/>
        </p:nvSpPr>
        <p:spPr>
          <a:xfrm>
            <a:off x="8994134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9292">
            <a:extLst>
              <a:ext uri="{FF2B5EF4-FFF2-40B4-BE49-F238E27FC236}">
                <a16:creationId xmlns:a16="http://schemas.microsoft.com/office/drawing/2014/main" id="{06DEABDE-71BE-4403-A5BE-DE43C98082B9}"/>
              </a:ext>
            </a:extLst>
          </p:cNvPr>
          <p:cNvSpPr>
            <a:spLocks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9293">
            <a:extLst>
              <a:ext uri="{FF2B5EF4-FFF2-40B4-BE49-F238E27FC236}">
                <a16:creationId xmlns:a16="http://schemas.microsoft.com/office/drawing/2014/main" id="{1AB61D16-F230-49F9-8AC1-B306F60DEBF8}"/>
              </a:ext>
            </a:extLst>
          </p:cNvPr>
          <p:cNvSpPr>
            <a:spLocks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9294">
            <a:extLst>
              <a:ext uri="{FF2B5EF4-FFF2-40B4-BE49-F238E27FC236}">
                <a16:creationId xmlns:a16="http://schemas.microsoft.com/office/drawing/2014/main" id="{0A3D22EB-C2E1-4470-9E09-1B81BD10B024}"/>
              </a:ext>
            </a:extLst>
          </p:cNvPr>
          <p:cNvSpPr>
            <a:spLocks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9295">
            <a:extLst>
              <a:ext uri="{FF2B5EF4-FFF2-40B4-BE49-F238E27FC236}">
                <a16:creationId xmlns:a16="http://schemas.microsoft.com/office/drawing/2014/main" id="{2529B890-980E-465E-BF09-563ACE92A9B4}"/>
              </a:ext>
            </a:extLst>
          </p:cNvPr>
          <p:cNvSpPr>
            <a:spLocks/>
          </p:cNvSpPr>
          <p:nvPr/>
        </p:nvSpPr>
        <p:spPr>
          <a:xfrm>
            <a:off x="9013679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9296">
            <a:extLst>
              <a:ext uri="{FF2B5EF4-FFF2-40B4-BE49-F238E27FC236}">
                <a16:creationId xmlns:a16="http://schemas.microsoft.com/office/drawing/2014/main" id="{A9E2A440-CCE3-4ECA-B25B-9BF50D1CEA48}"/>
              </a:ext>
            </a:extLst>
          </p:cNvPr>
          <p:cNvSpPr>
            <a:spLocks/>
          </p:cNvSpPr>
          <p:nvPr/>
        </p:nvSpPr>
        <p:spPr>
          <a:xfrm>
            <a:off x="9030878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9297">
            <a:extLst>
              <a:ext uri="{FF2B5EF4-FFF2-40B4-BE49-F238E27FC236}">
                <a16:creationId xmlns:a16="http://schemas.microsoft.com/office/drawing/2014/main" id="{90CB9550-1DD6-4F05-8A70-050D997BFA99}"/>
              </a:ext>
            </a:extLst>
          </p:cNvPr>
          <p:cNvSpPr>
            <a:spLocks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9298">
            <a:extLst>
              <a:ext uri="{FF2B5EF4-FFF2-40B4-BE49-F238E27FC236}">
                <a16:creationId xmlns:a16="http://schemas.microsoft.com/office/drawing/2014/main" id="{4E24E92C-5C11-4597-834B-66815F0CF75F}"/>
              </a:ext>
            </a:extLst>
          </p:cNvPr>
          <p:cNvSpPr>
            <a:spLocks/>
          </p:cNvSpPr>
          <p:nvPr/>
        </p:nvSpPr>
        <p:spPr>
          <a:xfrm>
            <a:off x="9014852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9299">
            <a:extLst>
              <a:ext uri="{FF2B5EF4-FFF2-40B4-BE49-F238E27FC236}">
                <a16:creationId xmlns:a16="http://schemas.microsoft.com/office/drawing/2014/main" id="{6D16DA40-8CB6-4FC7-849F-2192C796BC4D}"/>
              </a:ext>
            </a:extLst>
          </p:cNvPr>
          <p:cNvSpPr>
            <a:spLocks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9300">
            <a:extLst>
              <a:ext uri="{FF2B5EF4-FFF2-40B4-BE49-F238E27FC236}">
                <a16:creationId xmlns:a16="http://schemas.microsoft.com/office/drawing/2014/main" id="{61BFDF34-4602-4DBA-9801-CBCB6EC7E753}"/>
              </a:ext>
            </a:extLst>
          </p:cNvPr>
          <p:cNvSpPr>
            <a:spLocks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9301">
            <a:extLst>
              <a:ext uri="{FF2B5EF4-FFF2-40B4-BE49-F238E27FC236}">
                <a16:creationId xmlns:a16="http://schemas.microsoft.com/office/drawing/2014/main" id="{FE67582C-A6F8-4410-8420-C2D23CB31497}"/>
              </a:ext>
            </a:extLst>
          </p:cNvPr>
          <p:cNvSpPr>
            <a:spLocks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9302">
            <a:extLst>
              <a:ext uri="{FF2B5EF4-FFF2-40B4-BE49-F238E27FC236}">
                <a16:creationId xmlns:a16="http://schemas.microsoft.com/office/drawing/2014/main" id="{3BFE9608-0379-4B89-A575-37B04470426F}"/>
              </a:ext>
            </a:extLst>
          </p:cNvPr>
          <p:cNvSpPr>
            <a:spLocks/>
          </p:cNvSpPr>
          <p:nvPr/>
        </p:nvSpPr>
        <p:spPr>
          <a:xfrm>
            <a:off x="901341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9303">
            <a:extLst>
              <a:ext uri="{FF2B5EF4-FFF2-40B4-BE49-F238E27FC236}">
                <a16:creationId xmlns:a16="http://schemas.microsoft.com/office/drawing/2014/main" id="{4A83B45B-D6B7-4A2E-AD46-86959C4B068B}"/>
              </a:ext>
            </a:extLst>
          </p:cNvPr>
          <p:cNvSpPr>
            <a:spLocks/>
          </p:cNvSpPr>
          <p:nvPr/>
        </p:nvSpPr>
        <p:spPr>
          <a:xfrm>
            <a:off x="9047035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9304">
            <a:extLst>
              <a:ext uri="{FF2B5EF4-FFF2-40B4-BE49-F238E27FC236}">
                <a16:creationId xmlns:a16="http://schemas.microsoft.com/office/drawing/2014/main" id="{4F34B9EF-7687-4294-9F6D-5B54B15EEF17}"/>
              </a:ext>
            </a:extLst>
          </p:cNvPr>
          <p:cNvSpPr>
            <a:spLocks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9305">
            <a:extLst>
              <a:ext uri="{FF2B5EF4-FFF2-40B4-BE49-F238E27FC236}">
                <a16:creationId xmlns:a16="http://schemas.microsoft.com/office/drawing/2014/main" id="{30F549EC-6BC0-4065-906C-4DFC66D7C7A9}"/>
              </a:ext>
            </a:extLst>
          </p:cNvPr>
          <p:cNvSpPr>
            <a:spLocks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9306">
            <a:extLst>
              <a:ext uri="{FF2B5EF4-FFF2-40B4-BE49-F238E27FC236}">
                <a16:creationId xmlns:a16="http://schemas.microsoft.com/office/drawing/2014/main" id="{FCE2B963-8B31-4853-8285-768E9B129842}"/>
              </a:ext>
            </a:extLst>
          </p:cNvPr>
          <p:cNvSpPr>
            <a:spLocks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9307">
            <a:extLst>
              <a:ext uri="{FF2B5EF4-FFF2-40B4-BE49-F238E27FC236}">
                <a16:creationId xmlns:a16="http://schemas.microsoft.com/office/drawing/2014/main" id="{B71E653A-E676-43C9-996D-23EFB198F25D}"/>
              </a:ext>
            </a:extLst>
          </p:cNvPr>
          <p:cNvSpPr>
            <a:spLocks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9308">
            <a:extLst>
              <a:ext uri="{FF2B5EF4-FFF2-40B4-BE49-F238E27FC236}">
                <a16:creationId xmlns:a16="http://schemas.microsoft.com/office/drawing/2014/main" id="{B07FA066-E05F-4AE3-BEFF-1667FF478D8A}"/>
              </a:ext>
            </a:extLst>
          </p:cNvPr>
          <p:cNvSpPr>
            <a:spLocks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9309">
            <a:extLst>
              <a:ext uri="{FF2B5EF4-FFF2-40B4-BE49-F238E27FC236}">
                <a16:creationId xmlns:a16="http://schemas.microsoft.com/office/drawing/2014/main" id="{96BA5359-AFEF-4477-ADBF-7B4AE85DF6CE}"/>
              </a:ext>
            </a:extLst>
          </p:cNvPr>
          <p:cNvSpPr>
            <a:spLocks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9310">
            <a:extLst>
              <a:ext uri="{FF2B5EF4-FFF2-40B4-BE49-F238E27FC236}">
                <a16:creationId xmlns:a16="http://schemas.microsoft.com/office/drawing/2014/main" id="{EDFF644A-AFAE-42D7-BF4D-E2EDC965A908}"/>
              </a:ext>
            </a:extLst>
          </p:cNvPr>
          <p:cNvSpPr>
            <a:spLocks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9311">
            <a:extLst>
              <a:ext uri="{FF2B5EF4-FFF2-40B4-BE49-F238E27FC236}">
                <a16:creationId xmlns:a16="http://schemas.microsoft.com/office/drawing/2014/main" id="{A6382B57-227C-436C-993A-24A5FE839722}"/>
              </a:ext>
            </a:extLst>
          </p:cNvPr>
          <p:cNvSpPr>
            <a:spLocks/>
          </p:cNvSpPr>
          <p:nvPr/>
        </p:nvSpPr>
        <p:spPr>
          <a:xfrm>
            <a:off x="8980193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9312">
            <a:extLst>
              <a:ext uri="{FF2B5EF4-FFF2-40B4-BE49-F238E27FC236}">
                <a16:creationId xmlns:a16="http://schemas.microsoft.com/office/drawing/2014/main" id="{DB246119-1DE0-4046-93E7-803D52A73C8D}"/>
              </a:ext>
            </a:extLst>
          </p:cNvPr>
          <p:cNvSpPr>
            <a:spLocks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9313">
            <a:extLst>
              <a:ext uri="{FF2B5EF4-FFF2-40B4-BE49-F238E27FC236}">
                <a16:creationId xmlns:a16="http://schemas.microsoft.com/office/drawing/2014/main" id="{8C8989A6-800C-4DEA-95C5-60740E658C64}"/>
              </a:ext>
            </a:extLst>
          </p:cNvPr>
          <p:cNvSpPr>
            <a:spLocks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9314">
            <a:extLst>
              <a:ext uri="{FF2B5EF4-FFF2-40B4-BE49-F238E27FC236}">
                <a16:creationId xmlns:a16="http://schemas.microsoft.com/office/drawing/2014/main" id="{6EAF8031-1A84-4A60-9E82-D4CC928D5B60}"/>
              </a:ext>
            </a:extLst>
          </p:cNvPr>
          <p:cNvSpPr>
            <a:spLocks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9315">
            <a:extLst>
              <a:ext uri="{FF2B5EF4-FFF2-40B4-BE49-F238E27FC236}">
                <a16:creationId xmlns:a16="http://schemas.microsoft.com/office/drawing/2014/main" id="{99707F7D-418A-4595-8E96-750EC09E6D82}"/>
              </a:ext>
            </a:extLst>
          </p:cNvPr>
          <p:cNvSpPr>
            <a:spLocks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9316">
            <a:extLst>
              <a:ext uri="{FF2B5EF4-FFF2-40B4-BE49-F238E27FC236}">
                <a16:creationId xmlns:a16="http://schemas.microsoft.com/office/drawing/2014/main" id="{5D5EA423-FD2D-4E5E-BC0A-B93589817227}"/>
              </a:ext>
            </a:extLst>
          </p:cNvPr>
          <p:cNvSpPr>
            <a:spLocks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9317">
            <a:extLst>
              <a:ext uri="{FF2B5EF4-FFF2-40B4-BE49-F238E27FC236}">
                <a16:creationId xmlns:a16="http://schemas.microsoft.com/office/drawing/2014/main" id="{33E9C10C-6CE4-4DDD-B5F2-D0D7E704FDA7}"/>
              </a:ext>
            </a:extLst>
          </p:cNvPr>
          <p:cNvSpPr>
            <a:spLocks/>
          </p:cNvSpPr>
          <p:nvPr/>
        </p:nvSpPr>
        <p:spPr>
          <a:xfrm>
            <a:off x="8944882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9318">
            <a:extLst>
              <a:ext uri="{FF2B5EF4-FFF2-40B4-BE49-F238E27FC236}">
                <a16:creationId xmlns:a16="http://schemas.microsoft.com/office/drawing/2014/main" id="{B17F8D43-6BB1-4844-8F73-9E7138915541}"/>
              </a:ext>
            </a:extLst>
          </p:cNvPr>
          <p:cNvSpPr>
            <a:spLocks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9319">
            <a:extLst>
              <a:ext uri="{FF2B5EF4-FFF2-40B4-BE49-F238E27FC236}">
                <a16:creationId xmlns:a16="http://schemas.microsoft.com/office/drawing/2014/main" id="{C4A13BBE-B910-445B-9D17-493EB5949E7C}"/>
              </a:ext>
            </a:extLst>
          </p:cNvPr>
          <p:cNvSpPr>
            <a:spLocks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9320">
            <a:extLst>
              <a:ext uri="{FF2B5EF4-FFF2-40B4-BE49-F238E27FC236}">
                <a16:creationId xmlns:a16="http://schemas.microsoft.com/office/drawing/2014/main" id="{32D071D3-A9F6-4BCC-842F-24E194B700C7}"/>
              </a:ext>
            </a:extLst>
          </p:cNvPr>
          <p:cNvSpPr>
            <a:spLocks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9321">
            <a:extLst>
              <a:ext uri="{FF2B5EF4-FFF2-40B4-BE49-F238E27FC236}">
                <a16:creationId xmlns:a16="http://schemas.microsoft.com/office/drawing/2014/main" id="{33F4F257-8101-4DA1-9167-3E2B7C0C2E8E}"/>
              </a:ext>
            </a:extLst>
          </p:cNvPr>
          <p:cNvSpPr>
            <a:spLocks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9322">
            <a:extLst>
              <a:ext uri="{FF2B5EF4-FFF2-40B4-BE49-F238E27FC236}">
                <a16:creationId xmlns:a16="http://schemas.microsoft.com/office/drawing/2014/main" id="{DCA3C1C5-37F5-470A-8FA7-D9EE4257EAA3}"/>
              </a:ext>
            </a:extLst>
          </p:cNvPr>
          <p:cNvSpPr>
            <a:spLocks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9323">
            <a:extLst>
              <a:ext uri="{FF2B5EF4-FFF2-40B4-BE49-F238E27FC236}">
                <a16:creationId xmlns:a16="http://schemas.microsoft.com/office/drawing/2014/main" id="{194DDF61-DB18-4BFE-ADD2-4E99DF4FBA58}"/>
              </a:ext>
            </a:extLst>
          </p:cNvPr>
          <p:cNvSpPr>
            <a:spLocks/>
          </p:cNvSpPr>
          <p:nvPr/>
        </p:nvSpPr>
        <p:spPr>
          <a:xfrm>
            <a:off x="8927814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9324">
            <a:extLst>
              <a:ext uri="{FF2B5EF4-FFF2-40B4-BE49-F238E27FC236}">
                <a16:creationId xmlns:a16="http://schemas.microsoft.com/office/drawing/2014/main" id="{4142B8B6-41EA-4E31-B131-A1F4437A2C2D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9325">
            <a:extLst>
              <a:ext uri="{FF2B5EF4-FFF2-40B4-BE49-F238E27FC236}">
                <a16:creationId xmlns:a16="http://schemas.microsoft.com/office/drawing/2014/main" id="{519B17D0-0FD6-4E10-A4C9-5B77052DDFF7}"/>
              </a:ext>
            </a:extLst>
          </p:cNvPr>
          <p:cNvSpPr>
            <a:spLocks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9326">
            <a:extLst>
              <a:ext uri="{FF2B5EF4-FFF2-40B4-BE49-F238E27FC236}">
                <a16:creationId xmlns:a16="http://schemas.microsoft.com/office/drawing/2014/main" id="{28AE2972-6D5C-40F8-B527-A9D91A10E48D}"/>
              </a:ext>
            </a:extLst>
          </p:cNvPr>
          <p:cNvSpPr>
            <a:spLocks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9327">
            <a:extLst>
              <a:ext uri="{FF2B5EF4-FFF2-40B4-BE49-F238E27FC236}">
                <a16:creationId xmlns:a16="http://schemas.microsoft.com/office/drawing/2014/main" id="{83C0DA68-30FF-4766-9B69-8C89EF046A39}"/>
              </a:ext>
            </a:extLst>
          </p:cNvPr>
          <p:cNvSpPr>
            <a:spLocks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9328">
            <a:extLst>
              <a:ext uri="{FF2B5EF4-FFF2-40B4-BE49-F238E27FC236}">
                <a16:creationId xmlns:a16="http://schemas.microsoft.com/office/drawing/2014/main" id="{BCD1FFB9-D344-449E-9D78-139297F98315}"/>
              </a:ext>
            </a:extLst>
          </p:cNvPr>
          <p:cNvSpPr>
            <a:spLocks/>
          </p:cNvSpPr>
          <p:nvPr/>
        </p:nvSpPr>
        <p:spPr>
          <a:xfrm>
            <a:off x="6958625" y="3424019"/>
            <a:ext cx="2049083" cy="557958"/>
          </a:xfrm>
          <a:custGeom>
            <a:avLst/>
            <a:gdLst/>
            <a:ahLst/>
            <a:cxnLst/>
            <a:rect l="0" t="0" r="0" b="0"/>
            <a:pathLst>
              <a:path w="2049083" h="557958">
                <a:moveTo>
                  <a:pt x="0" y="557958"/>
                </a:moveTo>
                <a:lnTo>
                  <a:pt x="24394" y="556251"/>
                </a:lnTo>
                <a:lnTo>
                  <a:pt x="26270" y="555005"/>
                </a:lnTo>
                <a:lnTo>
                  <a:pt x="34151" y="553537"/>
                </a:lnTo>
                <a:lnTo>
                  <a:pt x="35949" y="551190"/>
                </a:lnTo>
                <a:lnTo>
                  <a:pt x="43784" y="549316"/>
                </a:lnTo>
                <a:lnTo>
                  <a:pt x="45535" y="548981"/>
                </a:lnTo>
                <a:lnTo>
                  <a:pt x="48788" y="548596"/>
                </a:lnTo>
                <a:lnTo>
                  <a:pt x="50266" y="544863"/>
                </a:lnTo>
                <a:lnTo>
                  <a:pt x="56919" y="543591"/>
                </a:lnTo>
                <a:lnTo>
                  <a:pt x="56919" y="539703"/>
                </a:lnTo>
                <a:lnTo>
                  <a:pt x="68303" y="539282"/>
                </a:lnTo>
                <a:lnTo>
                  <a:pt x="70054" y="536364"/>
                </a:lnTo>
                <a:lnTo>
                  <a:pt x="75892" y="534995"/>
                </a:lnTo>
                <a:lnTo>
                  <a:pt x="76878" y="531091"/>
                </a:lnTo>
                <a:lnTo>
                  <a:pt x="85378" y="530024"/>
                </a:lnTo>
                <a:lnTo>
                  <a:pt x="85748" y="519641"/>
                </a:lnTo>
                <a:lnTo>
                  <a:pt x="97575" y="518416"/>
                </a:lnTo>
                <a:lnTo>
                  <a:pt x="97575" y="512701"/>
                </a:lnTo>
                <a:lnTo>
                  <a:pt x="105081" y="510897"/>
                </a:lnTo>
                <a:lnTo>
                  <a:pt x="105081" y="510006"/>
                </a:lnTo>
                <a:lnTo>
                  <a:pt x="113838" y="509190"/>
                </a:lnTo>
                <a:lnTo>
                  <a:pt x="113838" y="492491"/>
                </a:lnTo>
                <a:lnTo>
                  <a:pt x="124187" y="491330"/>
                </a:lnTo>
                <a:lnTo>
                  <a:pt x="125222" y="490112"/>
                </a:lnTo>
                <a:lnTo>
                  <a:pt x="136606" y="488885"/>
                </a:lnTo>
                <a:lnTo>
                  <a:pt x="136606" y="481771"/>
                </a:lnTo>
                <a:lnTo>
                  <a:pt x="146363" y="480208"/>
                </a:lnTo>
                <a:lnTo>
                  <a:pt x="147989" y="478120"/>
                </a:lnTo>
                <a:lnTo>
                  <a:pt x="151784" y="477806"/>
                </a:lnTo>
                <a:lnTo>
                  <a:pt x="151784" y="473946"/>
                </a:lnTo>
                <a:lnTo>
                  <a:pt x="168282" y="471988"/>
                </a:lnTo>
                <a:lnTo>
                  <a:pt x="168921" y="471737"/>
                </a:lnTo>
                <a:lnTo>
                  <a:pt x="170757" y="471737"/>
                </a:lnTo>
                <a:lnTo>
                  <a:pt x="171496" y="439864"/>
                </a:lnTo>
                <a:lnTo>
                  <a:pt x="186280" y="438521"/>
                </a:lnTo>
                <a:lnTo>
                  <a:pt x="188080" y="437475"/>
                </a:lnTo>
                <a:lnTo>
                  <a:pt x="189730" y="437090"/>
                </a:lnTo>
                <a:lnTo>
                  <a:pt x="190954" y="435328"/>
                </a:lnTo>
                <a:lnTo>
                  <a:pt x="195151" y="434993"/>
                </a:lnTo>
                <a:lnTo>
                  <a:pt x="195151" y="430695"/>
                </a:lnTo>
                <a:lnTo>
                  <a:pt x="210162" y="428866"/>
                </a:lnTo>
                <a:lnTo>
                  <a:pt x="211974" y="428014"/>
                </a:lnTo>
                <a:lnTo>
                  <a:pt x="216292" y="426101"/>
                </a:lnTo>
                <a:lnTo>
                  <a:pt x="217777" y="425792"/>
                </a:lnTo>
                <a:lnTo>
                  <a:pt x="227676" y="425429"/>
                </a:lnTo>
                <a:lnTo>
                  <a:pt x="227676" y="398139"/>
                </a:lnTo>
                <a:lnTo>
                  <a:pt x="242365" y="396178"/>
                </a:lnTo>
                <a:lnTo>
                  <a:pt x="243938" y="393944"/>
                </a:lnTo>
                <a:lnTo>
                  <a:pt x="253946" y="392083"/>
                </a:lnTo>
                <a:lnTo>
                  <a:pt x="253946" y="391955"/>
                </a:lnTo>
                <a:lnTo>
                  <a:pt x="256135" y="391955"/>
                </a:lnTo>
                <a:lnTo>
                  <a:pt x="257373" y="384837"/>
                </a:lnTo>
                <a:lnTo>
                  <a:pt x="267272" y="382867"/>
                </a:lnTo>
                <a:lnTo>
                  <a:pt x="267272" y="382723"/>
                </a:lnTo>
                <a:lnTo>
                  <a:pt x="273211" y="382489"/>
                </a:lnTo>
                <a:lnTo>
                  <a:pt x="273211" y="371404"/>
                </a:lnTo>
                <a:lnTo>
                  <a:pt x="284595" y="370598"/>
                </a:lnTo>
                <a:lnTo>
                  <a:pt x="286431" y="366190"/>
                </a:lnTo>
                <a:lnTo>
                  <a:pt x="292726" y="364928"/>
                </a:lnTo>
                <a:lnTo>
                  <a:pt x="293775" y="359858"/>
                </a:lnTo>
                <a:lnTo>
                  <a:pt x="303568" y="358758"/>
                </a:lnTo>
                <a:lnTo>
                  <a:pt x="303568" y="357104"/>
                </a:lnTo>
                <a:lnTo>
                  <a:pt x="310467" y="355722"/>
                </a:lnTo>
                <a:lnTo>
                  <a:pt x="310467" y="354776"/>
                </a:lnTo>
                <a:lnTo>
                  <a:pt x="326665" y="352923"/>
                </a:lnTo>
                <a:lnTo>
                  <a:pt x="328208" y="352736"/>
                </a:lnTo>
                <a:lnTo>
                  <a:pt x="341514" y="351722"/>
                </a:lnTo>
                <a:lnTo>
                  <a:pt x="342992" y="261283"/>
                </a:lnTo>
                <a:lnTo>
                  <a:pt x="367219" y="259346"/>
                </a:lnTo>
                <a:lnTo>
                  <a:pt x="367784" y="258730"/>
                </a:lnTo>
                <a:lnTo>
                  <a:pt x="375665" y="257221"/>
                </a:lnTo>
                <a:lnTo>
                  <a:pt x="376843" y="255946"/>
                </a:lnTo>
                <a:lnTo>
                  <a:pt x="385298" y="254099"/>
                </a:lnTo>
                <a:lnTo>
                  <a:pt x="387049" y="253662"/>
                </a:lnTo>
                <a:lnTo>
                  <a:pt x="390302" y="253555"/>
                </a:lnTo>
                <a:lnTo>
                  <a:pt x="390302" y="251428"/>
                </a:lnTo>
                <a:lnTo>
                  <a:pt x="398433" y="251007"/>
                </a:lnTo>
                <a:lnTo>
                  <a:pt x="399172" y="248317"/>
                </a:lnTo>
                <a:lnTo>
                  <a:pt x="409817" y="248024"/>
                </a:lnTo>
                <a:lnTo>
                  <a:pt x="411568" y="243114"/>
                </a:lnTo>
                <a:lnTo>
                  <a:pt x="425783" y="241152"/>
                </a:lnTo>
                <a:lnTo>
                  <a:pt x="426892" y="234178"/>
                </a:lnTo>
                <a:lnTo>
                  <a:pt x="446595" y="232326"/>
                </a:lnTo>
                <a:lnTo>
                  <a:pt x="447501" y="231857"/>
                </a:lnTo>
                <a:lnTo>
                  <a:pt x="455352" y="231771"/>
                </a:lnTo>
                <a:lnTo>
                  <a:pt x="455352" y="215318"/>
                </a:lnTo>
                <a:lnTo>
                  <a:pt x="478119" y="213930"/>
                </a:lnTo>
                <a:lnTo>
                  <a:pt x="478119" y="212771"/>
                </a:lnTo>
                <a:lnTo>
                  <a:pt x="492074" y="210831"/>
                </a:lnTo>
                <a:lnTo>
                  <a:pt x="493791" y="210130"/>
                </a:lnTo>
                <a:lnTo>
                  <a:pt x="503284" y="208446"/>
                </a:lnTo>
                <a:lnTo>
                  <a:pt x="503284" y="207923"/>
                </a:lnTo>
                <a:lnTo>
                  <a:pt x="512271" y="207604"/>
                </a:lnTo>
                <a:lnTo>
                  <a:pt x="514107" y="190787"/>
                </a:lnTo>
                <a:lnTo>
                  <a:pt x="536665" y="189324"/>
                </a:lnTo>
                <a:lnTo>
                  <a:pt x="536665" y="188615"/>
                </a:lnTo>
                <a:lnTo>
                  <a:pt x="546422" y="187781"/>
                </a:lnTo>
                <a:lnTo>
                  <a:pt x="546422" y="182652"/>
                </a:lnTo>
                <a:lnTo>
                  <a:pt x="569190" y="180948"/>
                </a:lnTo>
                <a:lnTo>
                  <a:pt x="569190" y="174038"/>
                </a:lnTo>
                <a:lnTo>
                  <a:pt x="597649" y="172501"/>
                </a:lnTo>
                <a:lnTo>
                  <a:pt x="597649" y="171260"/>
                </a:lnTo>
                <a:lnTo>
                  <a:pt x="620934" y="169395"/>
                </a:lnTo>
                <a:lnTo>
                  <a:pt x="621730" y="168322"/>
                </a:lnTo>
                <a:lnTo>
                  <a:pt x="648876" y="166445"/>
                </a:lnTo>
                <a:lnTo>
                  <a:pt x="648876" y="166280"/>
                </a:lnTo>
                <a:lnTo>
                  <a:pt x="683028" y="165981"/>
                </a:lnTo>
                <a:lnTo>
                  <a:pt x="683028" y="50683"/>
                </a:lnTo>
                <a:lnTo>
                  <a:pt x="788109" y="48737"/>
                </a:lnTo>
                <a:lnTo>
                  <a:pt x="788109" y="48609"/>
                </a:lnTo>
                <a:lnTo>
                  <a:pt x="796866" y="48609"/>
                </a:lnTo>
                <a:lnTo>
                  <a:pt x="796866" y="45173"/>
                </a:lnTo>
                <a:lnTo>
                  <a:pt x="819633" y="43846"/>
                </a:lnTo>
                <a:lnTo>
                  <a:pt x="819633" y="41695"/>
                </a:lnTo>
                <a:lnTo>
                  <a:pt x="853785" y="41652"/>
                </a:lnTo>
                <a:lnTo>
                  <a:pt x="853785" y="36689"/>
                </a:lnTo>
                <a:lnTo>
                  <a:pt x="993495" y="35413"/>
                </a:lnTo>
                <a:lnTo>
                  <a:pt x="993495" y="34511"/>
                </a:lnTo>
                <a:lnTo>
                  <a:pt x="1024541" y="34511"/>
                </a:lnTo>
                <a:lnTo>
                  <a:pt x="1024541" y="24584"/>
                </a:lnTo>
                <a:lnTo>
                  <a:pt x="1229450" y="23493"/>
                </a:lnTo>
                <a:lnTo>
                  <a:pt x="1229450" y="21508"/>
                </a:lnTo>
                <a:lnTo>
                  <a:pt x="1366055" y="21508"/>
                </a:lnTo>
                <a:lnTo>
                  <a:pt x="1366055" y="165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9329">
            <a:extLst>
              <a:ext uri="{FF2B5EF4-FFF2-40B4-BE49-F238E27FC236}">
                <a16:creationId xmlns:a16="http://schemas.microsoft.com/office/drawing/2014/main" id="{58D22295-EBF3-463B-9068-6FC0D75CE91F}"/>
              </a:ext>
            </a:extLst>
          </p:cNvPr>
          <p:cNvSpPr>
            <a:spLocks/>
          </p:cNvSpPr>
          <p:nvPr/>
        </p:nvSpPr>
        <p:spPr>
          <a:xfrm>
            <a:off x="6958625" y="3715443"/>
            <a:ext cx="2049083" cy="266533"/>
          </a:xfrm>
          <a:custGeom>
            <a:avLst/>
            <a:gdLst/>
            <a:ahLst/>
            <a:cxnLst/>
            <a:rect l="0" t="0" r="0" b="0"/>
            <a:pathLst>
              <a:path w="2049083" h="266533">
                <a:moveTo>
                  <a:pt x="0" y="266533"/>
                </a:moveTo>
                <a:lnTo>
                  <a:pt x="455352" y="266533"/>
                </a:lnTo>
                <a:lnTo>
                  <a:pt x="455352" y="223544"/>
                </a:lnTo>
                <a:lnTo>
                  <a:pt x="512271" y="223544"/>
                </a:lnTo>
                <a:lnTo>
                  <a:pt x="514107" y="207304"/>
                </a:lnTo>
                <a:lnTo>
                  <a:pt x="514107" y="207304"/>
                </a:lnTo>
                <a:lnTo>
                  <a:pt x="683028" y="207304"/>
                </a:lnTo>
                <a:lnTo>
                  <a:pt x="683028" y="44422"/>
                </a:lnTo>
                <a:lnTo>
                  <a:pt x="1024541" y="44422"/>
                </a:lnTo>
                <a:lnTo>
                  <a:pt x="1024541" y="12692"/>
                </a:lnTo>
                <a:lnTo>
                  <a:pt x="1366055" y="12692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9330">
            <a:extLst>
              <a:ext uri="{FF2B5EF4-FFF2-40B4-BE49-F238E27FC236}">
                <a16:creationId xmlns:a16="http://schemas.microsoft.com/office/drawing/2014/main" id="{BC74BB5F-EB6E-4388-8BEF-AE416F59FCC5}"/>
              </a:ext>
            </a:extLst>
          </p:cNvPr>
          <p:cNvSpPr>
            <a:spLocks/>
          </p:cNvSpPr>
          <p:nvPr/>
        </p:nvSpPr>
        <p:spPr>
          <a:xfrm>
            <a:off x="7269990" y="365519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9331">
            <a:extLst>
              <a:ext uri="{FF2B5EF4-FFF2-40B4-BE49-F238E27FC236}">
                <a16:creationId xmlns:a16="http://schemas.microsoft.com/office/drawing/2014/main" id="{10774EDF-D4DB-4761-B589-60EE9E05D34D}"/>
              </a:ext>
            </a:extLst>
          </p:cNvPr>
          <p:cNvSpPr>
            <a:spLocks/>
          </p:cNvSpPr>
          <p:nvPr/>
        </p:nvSpPr>
        <p:spPr>
          <a:xfrm>
            <a:off x="7611504" y="344455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9332">
            <a:extLst>
              <a:ext uri="{FF2B5EF4-FFF2-40B4-BE49-F238E27FC236}">
                <a16:creationId xmlns:a16="http://schemas.microsoft.com/office/drawing/2014/main" id="{14B6F723-5968-4636-81C5-BFCFBB743A21}"/>
              </a:ext>
            </a:extLst>
          </p:cNvPr>
          <p:cNvSpPr>
            <a:spLocks/>
          </p:cNvSpPr>
          <p:nvPr/>
        </p:nvSpPr>
        <p:spPr>
          <a:xfrm>
            <a:off x="8294532" y="339552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9333">
            <a:extLst>
              <a:ext uri="{FF2B5EF4-FFF2-40B4-BE49-F238E27FC236}">
                <a16:creationId xmlns:a16="http://schemas.microsoft.com/office/drawing/2014/main" id="{E431F647-2E2D-4B45-81F7-0CE160CAE5D2}"/>
              </a:ext>
            </a:extLst>
          </p:cNvPr>
          <p:cNvSpPr>
            <a:spLocks/>
          </p:cNvSpPr>
          <p:nvPr/>
        </p:nvSpPr>
        <p:spPr>
          <a:xfrm>
            <a:off x="8977559" y="339387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9334">
            <a:extLst>
              <a:ext uri="{FF2B5EF4-FFF2-40B4-BE49-F238E27FC236}">
                <a16:creationId xmlns:a16="http://schemas.microsoft.com/office/drawing/2014/main" id="{BD6C5DEE-5454-49BE-B7F4-0485A6237890}"/>
              </a:ext>
            </a:extLst>
          </p:cNvPr>
          <p:cNvSpPr>
            <a:spLocks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9335">
            <a:extLst>
              <a:ext uri="{FF2B5EF4-FFF2-40B4-BE49-F238E27FC236}">
                <a16:creationId xmlns:a16="http://schemas.microsoft.com/office/drawing/2014/main" id="{FEB05742-741E-4045-9583-30B91A5910A4}"/>
              </a:ext>
            </a:extLst>
          </p:cNvPr>
          <p:cNvSpPr>
            <a:spLocks/>
          </p:cNvSpPr>
          <p:nvPr/>
        </p:nvSpPr>
        <p:spPr>
          <a:xfrm>
            <a:off x="7591492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9336">
            <a:extLst>
              <a:ext uri="{FF2B5EF4-FFF2-40B4-BE49-F238E27FC236}">
                <a16:creationId xmlns:a16="http://schemas.microsoft.com/office/drawing/2014/main" id="{FD0AABEE-3D64-45ED-92EC-3D5ED04C4493}"/>
              </a:ext>
            </a:extLst>
          </p:cNvPr>
          <p:cNvSpPr>
            <a:spLocks/>
          </p:cNvSpPr>
          <p:nvPr/>
        </p:nvSpPr>
        <p:spPr>
          <a:xfrm>
            <a:off x="8274520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9337">
            <a:extLst>
              <a:ext uri="{FF2B5EF4-FFF2-40B4-BE49-F238E27FC236}">
                <a16:creationId xmlns:a16="http://schemas.microsoft.com/office/drawing/2014/main" id="{60948D47-7320-43BE-96D9-75D1AECF0C8A}"/>
              </a:ext>
            </a:extLst>
          </p:cNvPr>
          <p:cNvSpPr>
            <a:spLocks/>
          </p:cNvSpPr>
          <p:nvPr/>
        </p:nvSpPr>
        <p:spPr>
          <a:xfrm>
            <a:off x="8957547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9338">
            <a:extLst>
              <a:ext uri="{FF2B5EF4-FFF2-40B4-BE49-F238E27FC236}">
                <a16:creationId xmlns:a16="http://schemas.microsoft.com/office/drawing/2014/main" id="{B9793A68-51F5-4D90-A33C-EBBA9BA08E06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9339">
            <a:extLst>
              <a:ext uri="{FF2B5EF4-FFF2-40B4-BE49-F238E27FC236}">
                <a16:creationId xmlns:a16="http://schemas.microsoft.com/office/drawing/2014/main" id="{D127EAB1-C915-4F7B-99E6-419900F2C0ED}"/>
              </a:ext>
            </a:extLst>
          </p:cNvPr>
          <p:cNvSpPr>
            <a:spLocks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9340">
            <a:extLst>
              <a:ext uri="{FF2B5EF4-FFF2-40B4-BE49-F238E27FC236}">
                <a16:creationId xmlns:a16="http://schemas.microsoft.com/office/drawing/2014/main" id="{26C75A91-6D70-45CD-91B6-9C8957C60C8A}"/>
              </a:ext>
            </a:extLst>
          </p:cNvPr>
          <p:cNvSpPr>
            <a:spLocks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9341">
            <a:extLst>
              <a:ext uri="{FF2B5EF4-FFF2-40B4-BE49-F238E27FC236}">
                <a16:creationId xmlns:a16="http://schemas.microsoft.com/office/drawing/2014/main" id="{212B991A-6503-441D-998F-E019585911FD}"/>
              </a:ext>
            </a:extLst>
          </p:cNvPr>
          <p:cNvSpPr>
            <a:spLocks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9342">
            <a:extLst>
              <a:ext uri="{FF2B5EF4-FFF2-40B4-BE49-F238E27FC236}">
                <a16:creationId xmlns:a16="http://schemas.microsoft.com/office/drawing/2014/main" id="{3C9EC1C4-9E55-44DA-8CAF-4C95763793BB}"/>
              </a:ext>
            </a:extLst>
          </p:cNvPr>
          <p:cNvSpPr>
            <a:spLocks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9343">
            <a:extLst>
              <a:ext uri="{FF2B5EF4-FFF2-40B4-BE49-F238E27FC236}">
                <a16:creationId xmlns:a16="http://schemas.microsoft.com/office/drawing/2014/main" id="{7A203EB4-740E-467C-992E-28D848E2D53A}"/>
              </a:ext>
            </a:extLst>
          </p:cNvPr>
          <p:cNvSpPr>
            <a:spLocks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9344">
            <a:extLst>
              <a:ext uri="{FF2B5EF4-FFF2-40B4-BE49-F238E27FC236}">
                <a16:creationId xmlns:a16="http://schemas.microsoft.com/office/drawing/2014/main" id="{92498217-ECC8-41B3-9EC6-CD92D0762CF5}"/>
              </a:ext>
            </a:extLst>
          </p:cNvPr>
          <p:cNvSpPr>
            <a:spLocks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9345">
            <a:extLst>
              <a:ext uri="{FF2B5EF4-FFF2-40B4-BE49-F238E27FC236}">
                <a16:creationId xmlns:a16="http://schemas.microsoft.com/office/drawing/2014/main" id="{08786471-B75B-49F6-AEA9-C0EF6B5A652D}"/>
              </a:ext>
            </a:extLst>
          </p:cNvPr>
          <p:cNvSpPr>
            <a:spLocks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9346">
            <a:extLst>
              <a:ext uri="{FF2B5EF4-FFF2-40B4-BE49-F238E27FC236}">
                <a16:creationId xmlns:a16="http://schemas.microsoft.com/office/drawing/2014/main" id="{0B3AAC64-6880-446D-B884-C9B20F9CE65B}"/>
              </a:ext>
            </a:extLst>
          </p:cNvPr>
          <p:cNvSpPr>
            <a:spLocks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9347">
            <a:extLst>
              <a:ext uri="{FF2B5EF4-FFF2-40B4-BE49-F238E27FC236}">
                <a16:creationId xmlns:a16="http://schemas.microsoft.com/office/drawing/2014/main" id="{26C4EC20-BB9F-4D1E-8416-52001F3110FE}"/>
              </a:ext>
            </a:extLst>
          </p:cNvPr>
          <p:cNvSpPr>
            <a:spLocks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9348">
            <a:extLst>
              <a:ext uri="{FF2B5EF4-FFF2-40B4-BE49-F238E27FC236}">
                <a16:creationId xmlns:a16="http://schemas.microsoft.com/office/drawing/2014/main" id="{49F4EDB3-A98C-42AB-9377-2DCFE6076A16}"/>
              </a:ext>
            </a:extLst>
          </p:cNvPr>
          <p:cNvSpPr>
            <a:spLocks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9349">
            <a:extLst>
              <a:ext uri="{FF2B5EF4-FFF2-40B4-BE49-F238E27FC236}">
                <a16:creationId xmlns:a16="http://schemas.microsoft.com/office/drawing/2014/main" id="{22B53B58-EB36-4310-A16E-AE7577C9C2C6}"/>
              </a:ext>
            </a:extLst>
          </p:cNvPr>
          <p:cNvSpPr>
            <a:spLocks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9350">
            <a:extLst>
              <a:ext uri="{FF2B5EF4-FFF2-40B4-BE49-F238E27FC236}">
                <a16:creationId xmlns:a16="http://schemas.microsoft.com/office/drawing/2014/main" id="{5E6A3D3C-BEAA-470E-9351-9875C4622C53}"/>
              </a:ext>
            </a:extLst>
          </p:cNvPr>
          <p:cNvSpPr>
            <a:spLocks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9351">
            <a:extLst>
              <a:ext uri="{FF2B5EF4-FFF2-40B4-BE49-F238E27FC236}">
                <a16:creationId xmlns:a16="http://schemas.microsoft.com/office/drawing/2014/main" id="{2B630FF8-B67F-44E3-AE0D-BAE8D5F4A3B9}"/>
              </a:ext>
            </a:extLst>
          </p:cNvPr>
          <p:cNvSpPr>
            <a:spLocks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9352">
            <a:extLst>
              <a:ext uri="{FF2B5EF4-FFF2-40B4-BE49-F238E27FC236}">
                <a16:creationId xmlns:a16="http://schemas.microsoft.com/office/drawing/2014/main" id="{D6082B57-DEA8-4E70-9576-26F0745D21CF}"/>
              </a:ext>
            </a:extLst>
          </p:cNvPr>
          <p:cNvSpPr>
            <a:spLocks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9353">
            <a:extLst>
              <a:ext uri="{FF2B5EF4-FFF2-40B4-BE49-F238E27FC236}">
                <a16:creationId xmlns:a16="http://schemas.microsoft.com/office/drawing/2014/main" id="{96522165-4325-4270-8F6A-9408F71250D0}"/>
              </a:ext>
            </a:extLst>
          </p:cNvPr>
          <p:cNvSpPr>
            <a:spLocks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9354">
            <a:extLst>
              <a:ext uri="{FF2B5EF4-FFF2-40B4-BE49-F238E27FC236}">
                <a16:creationId xmlns:a16="http://schemas.microsoft.com/office/drawing/2014/main" id="{DEB9728C-FC95-45E4-A8DE-168D870D2253}"/>
              </a:ext>
            </a:extLst>
          </p:cNvPr>
          <p:cNvSpPr>
            <a:spLocks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9355">
            <a:extLst>
              <a:ext uri="{FF2B5EF4-FFF2-40B4-BE49-F238E27FC236}">
                <a16:creationId xmlns:a16="http://schemas.microsoft.com/office/drawing/2014/main" id="{6F566321-2C94-4339-9107-7F7D8AA3A22B}"/>
              </a:ext>
            </a:extLst>
          </p:cNvPr>
          <p:cNvSpPr>
            <a:spLocks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9356">
            <a:extLst>
              <a:ext uri="{FF2B5EF4-FFF2-40B4-BE49-F238E27FC236}">
                <a16:creationId xmlns:a16="http://schemas.microsoft.com/office/drawing/2014/main" id="{0807AEFB-9410-4FFB-A4DC-53D035420EC9}"/>
              </a:ext>
            </a:extLst>
          </p:cNvPr>
          <p:cNvSpPr>
            <a:spLocks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9357">
            <a:extLst>
              <a:ext uri="{FF2B5EF4-FFF2-40B4-BE49-F238E27FC236}">
                <a16:creationId xmlns:a16="http://schemas.microsoft.com/office/drawing/2014/main" id="{2B1D4ACC-27BF-493F-9BCE-E0C3ED2F2B2A}"/>
              </a:ext>
            </a:extLst>
          </p:cNvPr>
          <p:cNvSpPr>
            <a:spLocks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9358">
            <a:extLst>
              <a:ext uri="{FF2B5EF4-FFF2-40B4-BE49-F238E27FC236}">
                <a16:creationId xmlns:a16="http://schemas.microsoft.com/office/drawing/2014/main" id="{D02C69A5-D873-4F2C-9FC2-9488F0FF00FC}"/>
              </a:ext>
            </a:extLst>
          </p:cNvPr>
          <p:cNvSpPr>
            <a:spLocks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9359">
            <a:extLst>
              <a:ext uri="{FF2B5EF4-FFF2-40B4-BE49-F238E27FC236}">
                <a16:creationId xmlns:a16="http://schemas.microsoft.com/office/drawing/2014/main" id="{33174340-7EBE-4F01-A3F0-F472AC0B9D8A}"/>
              </a:ext>
            </a:extLst>
          </p:cNvPr>
          <p:cNvSpPr>
            <a:spLocks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9360">
            <a:extLst>
              <a:ext uri="{FF2B5EF4-FFF2-40B4-BE49-F238E27FC236}">
                <a16:creationId xmlns:a16="http://schemas.microsoft.com/office/drawing/2014/main" id="{AFEC6CB4-E390-4D54-8EF4-C352F90BEA1E}"/>
              </a:ext>
            </a:extLst>
          </p:cNvPr>
          <p:cNvSpPr>
            <a:spLocks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9361">
            <a:extLst>
              <a:ext uri="{FF2B5EF4-FFF2-40B4-BE49-F238E27FC236}">
                <a16:creationId xmlns:a16="http://schemas.microsoft.com/office/drawing/2014/main" id="{FEBDD6A0-F0F2-467F-BFFF-1E84FAEBDF21}"/>
              </a:ext>
            </a:extLst>
          </p:cNvPr>
          <p:cNvSpPr>
            <a:spLocks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9362">
            <a:extLst>
              <a:ext uri="{FF2B5EF4-FFF2-40B4-BE49-F238E27FC236}">
                <a16:creationId xmlns:a16="http://schemas.microsoft.com/office/drawing/2014/main" id="{AD9D4A54-E69F-4FDC-87E1-D9B97E8E1696}"/>
              </a:ext>
            </a:extLst>
          </p:cNvPr>
          <p:cNvSpPr>
            <a:spLocks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9363">
            <a:extLst>
              <a:ext uri="{FF2B5EF4-FFF2-40B4-BE49-F238E27FC236}">
                <a16:creationId xmlns:a16="http://schemas.microsoft.com/office/drawing/2014/main" id="{012F08FC-29B8-454F-8BCC-826CF1988345}"/>
              </a:ext>
            </a:extLst>
          </p:cNvPr>
          <p:cNvSpPr>
            <a:spLocks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9364">
            <a:extLst>
              <a:ext uri="{FF2B5EF4-FFF2-40B4-BE49-F238E27FC236}">
                <a16:creationId xmlns:a16="http://schemas.microsoft.com/office/drawing/2014/main" id="{5F56C57A-B660-4048-B423-58E510D0861E}"/>
              </a:ext>
            </a:extLst>
          </p:cNvPr>
          <p:cNvSpPr>
            <a:spLocks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9365">
            <a:extLst>
              <a:ext uri="{FF2B5EF4-FFF2-40B4-BE49-F238E27FC236}">
                <a16:creationId xmlns:a16="http://schemas.microsoft.com/office/drawing/2014/main" id="{728FD797-D092-4A54-A210-10682ED2CEC1}"/>
              </a:ext>
            </a:extLst>
          </p:cNvPr>
          <p:cNvSpPr>
            <a:spLocks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9366">
            <a:extLst>
              <a:ext uri="{FF2B5EF4-FFF2-40B4-BE49-F238E27FC236}">
                <a16:creationId xmlns:a16="http://schemas.microsoft.com/office/drawing/2014/main" id="{1325C2FF-D25B-47BD-B104-DC69D3EF368D}"/>
              </a:ext>
            </a:extLst>
          </p:cNvPr>
          <p:cNvSpPr>
            <a:spLocks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9367">
            <a:extLst>
              <a:ext uri="{FF2B5EF4-FFF2-40B4-BE49-F238E27FC236}">
                <a16:creationId xmlns:a16="http://schemas.microsoft.com/office/drawing/2014/main" id="{42DD8691-6A88-4D35-B3BE-4BA3AD75DD29}"/>
              </a:ext>
            </a:extLst>
          </p:cNvPr>
          <p:cNvSpPr>
            <a:spLocks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9368">
            <a:extLst>
              <a:ext uri="{FF2B5EF4-FFF2-40B4-BE49-F238E27FC236}">
                <a16:creationId xmlns:a16="http://schemas.microsoft.com/office/drawing/2014/main" id="{A5B8F643-51EC-4B95-AEA2-4B271FC68E56}"/>
              </a:ext>
            </a:extLst>
          </p:cNvPr>
          <p:cNvSpPr>
            <a:spLocks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9369">
            <a:extLst>
              <a:ext uri="{FF2B5EF4-FFF2-40B4-BE49-F238E27FC236}">
                <a16:creationId xmlns:a16="http://schemas.microsoft.com/office/drawing/2014/main" id="{8830F277-4356-42B7-9736-6C50F005974C}"/>
              </a:ext>
            </a:extLst>
          </p:cNvPr>
          <p:cNvSpPr>
            <a:spLocks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9370">
            <a:extLst>
              <a:ext uri="{FF2B5EF4-FFF2-40B4-BE49-F238E27FC236}">
                <a16:creationId xmlns:a16="http://schemas.microsoft.com/office/drawing/2014/main" id="{3B0ACE02-37F7-4EFE-BD2D-9CD77761B424}"/>
              </a:ext>
            </a:extLst>
          </p:cNvPr>
          <p:cNvSpPr>
            <a:spLocks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9371">
            <a:extLst>
              <a:ext uri="{FF2B5EF4-FFF2-40B4-BE49-F238E27FC236}">
                <a16:creationId xmlns:a16="http://schemas.microsoft.com/office/drawing/2014/main" id="{D4A0A9A3-C2F9-4ED9-8DD5-65FE01702607}"/>
              </a:ext>
            </a:extLst>
          </p:cNvPr>
          <p:cNvSpPr>
            <a:spLocks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9372">
            <a:extLst>
              <a:ext uri="{FF2B5EF4-FFF2-40B4-BE49-F238E27FC236}">
                <a16:creationId xmlns:a16="http://schemas.microsoft.com/office/drawing/2014/main" id="{D050EED5-AF2A-4F2C-A72E-DEBE01613898}"/>
              </a:ext>
            </a:extLst>
          </p:cNvPr>
          <p:cNvSpPr>
            <a:spLocks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9373">
            <a:extLst>
              <a:ext uri="{FF2B5EF4-FFF2-40B4-BE49-F238E27FC236}">
                <a16:creationId xmlns:a16="http://schemas.microsoft.com/office/drawing/2014/main" id="{BDDC17DC-3B92-473F-8008-7E0A0DBF641C}"/>
              </a:ext>
            </a:extLst>
          </p:cNvPr>
          <p:cNvSpPr>
            <a:spLocks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9374">
            <a:extLst>
              <a:ext uri="{FF2B5EF4-FFF2-40B4-BE49-F238E27FC236}">
                <a16:creationId xmlns:a16="http://schemas.microsoft.com/office/drawing/2014/main" id="{0CF35D94-46BD-4EFD-88EA-D2F9BC6E32C7}"/>
              </a:ext>
            </a:extLst>
          </p:cNvPr>
          <p:cNvSpPr>
            <a:spLocks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9375">
            <a:extLst>
              <a:ext uri="{FF2B5EF4-FFF2-40B4-BE49-F238E27FC236}">
                <a16:creationId xmlns:a16="http://schemas.microsoft.com/office/drawing/2014/main" id="{BF2A9346-B584-4C93-939A-5B5E9008E973}"/>
              </a:ext>
            </a:extLst>
          </p:cNvPr>
          <p:cNvSpPr>
            <a:spLocks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9376">
            <a:extLst>
              <a:ext uri="{FF2B5EF4-FFF2-40B4-BE49-F238E27FC236}">
                <a16:creationId xmlns:a16="http://schemas.microsoft.com/office/drawing/2014/main" id="{2E3C9E55-72C9-4636-A9D9-B9FACDE52532}"/>
              </a:ext>
            </a:extLst>
          </p:cNvPr>
          <p:cNvSpPr>
            <a:spLocks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9377">
            <a:extLst>
              <a:ext uri="{FF2B5EF4-FFF2-40B4-BE49-F238E27FC236}">
                <a16:creationId xmlns:a16="http://schemas.microsoft.com/office/drawing/2014/main" id="{99F42030-F174-4AAA-83ED-A11179506307}"/>
              </a:ext>
            </a:extLst>
          </p:cNvPr>
          <p:cNvSpPr>
            <a:spLocks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9378">
            <a:extLst>
              <a:ext uri="{FF2B5EF4-FFF2-40B4-BE49-F238E27FC236}">
                <a16:creationId xmlns:a16="http://schemas.microsoft.com/office/drawing/2014/main" id="{D43A7C8D-3C64-4204-B1A9-EE3BEA89ADDF}"/>
              </a:ext>
            </a:extLst>
          </p:cNvPr>
          <p:cNvSpPr>
            <a:spLocks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9379">
            <a:extLst>
              <a:ext uri="{FF2B5EF4-FFF2-40B4-BE49-F238E27FC236}">
                <a16:creationId xmlns:a16="http://schemas.microsoft.com/office/drawing/2014/main" id="{EFE66A5B-E573-4E74-9A48-4EFEA3DA4549}"/>
              </a:ext>
            </a:extLst>
          </p:cNvPr>
          <p:cNvSpPr>
            <a:spLocks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9380">
            <a:extLst>
              <a:ext uri="{FF2B5EF4-FFF2-40B4-BE49-F238E27FC236}">
                <a16:creationId xmlns:a16="http://schemas.microsoft.com/office/drawing/2014/main" id="{BA009F01-587B-467D-BA07-BC11049F6C56}"/>
              </a:ext>
            </a:extLst>
          </p:cNvPr>
          <p:cNvSpPr>
            <a:spLocks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9381">
            <a:extLst>
              <a:ext uri="{FF2B5EF4-FFF2-40B4-BE49-F238E27FC236}">
                <a16:creationId xmlns:a16="http://schemas.microsoft.com/office/drawing/2014/main" id="{C351BAFD-27EE-41F6-8507-F1772D9DFD76}"/>
              </a:ext>
            </a:extLst>
          </p:cNvPr>
          <p:cNvSpPr>
            <a:spLocks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9382">
            <a:extLst>
              <a:ext uri="{FF2B5EF4-FFF2-40B4-BE49-F238E27FC236}">
                <a16:creationId xmlns:a16="http://schemas.microsoft.com/office/drawing/2014/main" id="{314F5892-A976-4B53-837A-963546B7AE9F}"/>
              </a:ext>
            </a:extLst>
          </p:cNvPr>
          <p:cNvSpPr>
            <a:spLocks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9383">
            <a:extLst>
              <a:ext uri="{FF2B5EF4-FFF2-40B4-BE49-F238E27FC236}">
                <a16:creationId xmlns:a16="http://schemas.microsoft.com/office/drawing/2014/main" id="{F2894067-97D2-4591-87FF-191B11645E3B}"/>
              </a:ext>
            </a:extLst>
          </p:cNvPr>
          <p:cNvSpPr>
            <a:spLocks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9384">
            <a:extLst>
              <a:ext uri="{FF2B5EF4-FFF2-40B4-BE49-F238E27FC236}">
                <a16:creationId xmlns:a16="http://schemas.microsoft.com/office/drawing/2014/main" id="{DBA7F376-A35C-4C52-9E1C-F23E04E2D8DE}"/>
              </a:ext>
            </a:extLst>
          </p:cNvPr>
          <p:cNvSpPr>
            <a:spLocks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9385">
            <a:extLst>
              <a:ext uri="{FF2B5EF4-FFF2-40B4-BE49-F238E27FC236}">
                <a16:creationId xmlns:a16="http://schemas.microsoft.com/office/drawing/2014/main" id="{CEB89C29-6AFE-40B8-ADBC-D6BBFC7A7301}"/>
              </a:ext>
            </a:extLst>
          </p:cNvPr>
          <p:cNvSpPr>
            <a:spLocks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9386">
            <a:extLst>
              <a:ext uri="{FF2B5EF4-FFF2-40B4-BE49-F238E27FC236}">
                <a16:creationId xmlns:a16="http://schemas.microsoft.com/office/drawing/2014/main" id="{78739D1B-73A6-4DC2-9E0A-904E352DD228}"/>
              </a:ext>
            </a:extLst>
          </p:cNvPr>
          <p:cNvSpPr>
            <a:spLocks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9387">
            <a:extLst>
              <a:ext uri="{FF2B5EF4-FFF2-40B4-BE49-F238E27FC236}">
                <a16:creationId xmlns:a16="http://schemas.microsoft.com/office/drawing/2014/main" id="{19139DDD-B882-4B5A-861D-04376E0DE584}"/>
              </a:ext>
            </a:extLst>
          </p:cNvPr>
          <p:cNvSpPr>
            <a:spLocks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9388">
            <a:extLst>
              <a:ext uri="{FF2B5EF4-FFF2-40B4-BE49-F238E27FC236}">
                <a16:creationId xmlns:a16="http://schemas.microsoft.com/office/drawing/2014/main" id="{B99074B0-BE37-432C-9825-AFDF6F574DB2}"/>
              </a:ext>
            </a:extLst>
          </p:cNvPr>
          <p:cNvSpPr>
            <a:spLocks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9389">
            <a:extLst>
              <a:ext uri="{FF2B5EF4-FFF2-40B4-BE49-F238E27FC236}">
                <a16:creationId xmlns:a16="http://schemas.microsoft.com/office/drawing/2014/main" id="{695C7A33-14C0-4544-AEAB-55C291B5EDC3}"/>
              </a:ext>
            </a:extLst>
          </p:cNvPr>
          <p:cNvSpPr>
            <a:spLocks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9390">
            <a:extLst>
              <a:ext uri="{FF2B5EF4-FFF2-40B4-BE49-F238E27FC236}">
                <a16:creationId xmlns:a16="http://schemas.microsoft.com/office/drawing/2014/main" id="{7BB419B6-01EE-4585-8DDF-A422AA55160C}"/>
              </a:ext>
            </a:extLst>
          </p:cNvPr>
          <p:cNvSpPr>
            <a:spLocks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9391">
            <a:extLst>
              <a:ext uri="{FF2B5EF4-FFF2-40B4-BE49-F238E27FC236}">
                <a16:creationId xmlns:a16="http://schemas.microsoft.com/office/drawing/2014/main" id="{C5DE743C-DB6B-464B-B437-A3923DFC68A8}"/>
              </a:ext>
            </a:extLst>
          </p:cNvPr>
          <p:cNvSpPr>
            <a:spLocks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9392">
            <a:extLst>
              <a:ext uri="{FF2B5EF4-FFF2-40B4-BE49-F238E27FC236}">
                <a16:creationId xmlns:a16="http://schemas.microsoft.com/office/drawing/2014/main" id="{18B5FC20-7766-4048-9847-8326D06CDEB5}"/>
              </a:ext>
            </a:extLst>
          </p:cNvPr>
          <p:cNvSpPr>
            <a:spLocks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9393">
            <a:extLst>
              <a:ext uri="{FF2B5EF4-FFF2-40B4-BE49-F238E27FC236}">
                <a16:creationId xmlns:a16="http://schemas.microsoft.com/office/drawing/2014/main" id="{C8381304-1312-43FB-A981-85C04BE8105F}"/>
              </a:ext>
            </a:extLst>
          </p:cNvPr>
          <p:cNvSpPr>
            <a:spLocks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9394">
            <a:extLst>
              <a:ext uri="{FF2B5EF4-FFF2-40B4-BE49-F238E27FC236}">
                <a16:creationId xmlns:a16="http://schemas.microsoft.com/office/drawing/2014/main" id="{A0CF7643-8175-413C-9AAD-FC4832418DA6}"/>
              </a:ext>
            </a:extLst>
          </p:cNvPr>
          <p:cNvSpPr>
            <a:spLocks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9395">
            <a:extLst>
              <a:ext uri="{FF2B5EF4-FFF2-40B4-BE49-F238E27FC236}">
                <a16:creationId xmlns:a16="http://schemas.microsoft.com/office/drawing/2014/main" id="{78C93EA8-DD21-42C8-BA92-14545628BB9B}"/>
              </a:ext>
            </a:extLst>
          </p:cNvPr>
          <p:cNvSpPr>
            <a:spLocks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9396">
            <a:extLst>
              <a:ext uri="{FF2B5EF4-FFF2-40B4-BE49-F238E27FC236}">
                <a16:creationId xmlns:a16="http://schemas.microsoft.com/office/drawing/2014/main" id="{DB3E65B2-5C89-4D55-A66E-B4021285A251}"/>
              </a:ext>
            </a:extLst>
          </p:cNvPr>
          <p:cNvSpPr>
            <a:spLocks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9397">
            <a:extLst>
              <a:ext uri="{FF2B5EF4-FFF2-40B4-BE49-F238E27FC236}">
                <a16:creationId xmlns:a16="http://schemas.microsoft.com/office/drawing/2014/main" id="{65DAA1E8-F611-49E2-97F2-D23E84C9FE9D}"/>
              </a:ext>
            </a:extLst>
          </p:cNvPr>
          <p:cNvSpPr>
            <a:spLocks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9398">
            <a:extLst>
              <a:ext uri="{FF2B5EF4-FFF2-40B4-BE49-F238E27FC236}">
                <a16:creationId xmlns:a16="http://schemas.microsoft.com/office/drawing/2014/main" id="{ADFD8F96-60F4-461E-B912-515973F36C41}"/>
              </a:ext>
            </a:extLst>
          </p:cNvPr>
          <p:cNvSpPr>
            <a:spLocks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9399">
            <a:extLst>
              <a:ext uri="{FF2B5EF4-FFF2-40B4-BE49-F238E27FC236}">
                <a16:creationId xmlns:a16="http://schemas.microsoft.com/office/drawing/2014/main" id="{8A89A23D-1F48-49FE-9745-F7889A91EA69}"/>
              </a:ext>
            </a:extLst>
          </p:cNvPr>
          <p:cNvSpPr>
            <a:spLocks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9400">
            <a:extLst>
              <a:ext uri="{FF2B5EF4-FFF2-40B4-BE49-F238E27FC236}">
                <a16:creationId xmlns:a16="http://schemas.microsoft.com/office/drawing/2014/main" id="{7FB170F8-E9D1-4990-B180-E03B0E2AA1F3}"/>
              </a:ext>
            </a:extLst>
          </p:cNvPr>
          <p:cNvSpPr>
            <a:spLocks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9401">
            <a:extLst>
              <a:ext uri="{FF2B5EF4-FFF2-40B4-BE49-F238E27FC236}">
                <a16:creationId xmlns:a16="http://schemas.microsoft.com/office/drawing/2014/main" id="{26014C18-07EE-4F8D-8F4F-8FC7A91F702F}"/>
              </a:ext>
            </a:extLst>
          </p:cNvPr>
          <p:cNvSpPr>
            <a:spLocks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9402">
            <a:extLst>
              <a:ext uri="{FF2B5EF4-FFF2-40B4-BE49-F238E27FC236}">
                <a16:creationId xmlns:a16="http://schemas.microsoft.com/office/drawing/2014/main" id="{481FED14-4697-4749-92FE-37BA6181943A}"/>
              </a:ext>
            </a:extLst>
          </p:cNvPr>
          <p:cNvSpPr>
            <a:spLocks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9403">
            <a:extLst>
              <a:ext uri="{FF2B5EF4-FFF2-40B4-BE49-F238E27FC236}">
                <a16:creationId xmlns:a16="http://schemas.microsoft.com/office/drawing/2014/main" id="{8F876AEC-2F21-4912-A9F4-C178EAA20EF7}"/>
              </a:ext>
            </a:extLst>
          </p:cNvPr>
          <p:cNvSpPr>
            <a:spLocks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9404">
            <a:extLst>
              <a:ext uri="{FF2B5EF4-FFF2-40B4-BE49-F238E27FC236}">
                <a16:creationId xmlns:a16="http://schemas.microsoft.com/office/drawing/2014/main" id="{DD3B4073-86D6-491C-B3CD-B2F3E0D673AD}"/>
              </a:ext>
            </a:extLst>
          </p:cNvPr>
          <p:cNvSpPr>
            <a:spLocks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9405">
            <a:extLst>
              <a:ext uri="{FF2B5EF4-FFF2-40B4-BE49-F238E27FC236}">
                <a16:creationId xmlns:a16="http://schemas.microsoft.com/office/drawing/2014/main" id="{263DD0D6-44FD-4A5F-8126-30C2C52F34A6}"/>
              </a:ext>
            </a:extLst>
          </p:cNvPr>
          <p:cNvSpPr>
            <a:spLocks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9406">
            <a:extLst>
              <a:ext uri="{FF2B5EF4-FFF2-40B4-BE49-F238E27FC236}">
                <a16:creationId xmlns:a16="http://schemas.microsoft.com/office/drawing/2014/main" id="{3E7F285A-9704-4944-B18C-A2E57F28C3A6}"/>
              </a:ext>
            </a:extLst>
          </p:cNvPr>
          <p:cNvSpPr>
            <a:spLocks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9407">
            <a:extLst>
              <a:ext uri="{FF2B5EF4-FFF2-40B4-BE49-F238E27FC236}">
                <a16:creationId xmlns:a16="http://schemas.microsoft.com/office/drawing/2014/main" id="{D1FA24B8-E032-48DA-A1F6-E74A411038E6}"/>
              </a:ext>
            </a:extLst>
          </p:cNvPr>
          <p:cNvSpPr>
            <a:spLocks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9408">
            <a:extLst>
              <a:ext uri="{FF2B5EF4-FFF2-40B4-BE49-F238E27FC236}">
                <a16:creationId xmlns:a16="http://schemas.microsoft.com/office/drawing/2014/main" id="{E2502120-88AE-4E77-A2EC-4C87DA9FBE3F}"/>
              </a:ext>
            </a:extLst>
          </p:cNvPr>
          <p:cNvSpPr>
            <a:spLocks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9409">
            <a:extLst>
              <a:ext uri="{FF2B5EF4-FFF2-40B4-BE49-F238E27FC236}">
                <a16:creationId xmlns:a16="http://schemas.microsoft.com/office/drawing/2014/main" id="{4B7307ED-9950-4AD5-ACC3-F2CADD0B6B72}"/>
              </a:ext>
            </a:extLst>
          </p:cNvPr>
          <p:cNvSpPr>
            <a:spLocks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9410">
            <a:extLst>
              <a:ext uri="{FF2B5EF4-FFF2-40B4-BE49-F238E27FC236}">
                <a16:creationId xmlns:a16="http://schemas.microsoft.com/office/drawing/2014/main" id="{B6778433-FB1C-4253-86C0-CA4196C893D8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9411">
            <a:extLst>
              <a:ext uri="{FF2B5EF4-FFF2-40B4-BE49-F238E27FC236}">
                <a16:creationId xmlns:a16="http://schemas.microsoft.com/office/drawing/2014/main" id="{F5DBD1C0-750C-439D-BAB2-9093A116F494}"/>
              </a:ext>
            </a:extLst>
          </p:cNvPr>
          <p:cNvSpPr>
            <a:spLocks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9412">
            <a:extLst>
              <a:ext uri="{FF2B5EF4-FFF2-40B4-BE49-F238E27FC236}">
                <a16:creationId xmlns:a16="http://schemas.microsoft.com/office/drawing/2014/main" id="{1D275882-E80F-4AC6-AD57-76913041A306}"/>
              </a:ext>
            </a:extLst>
          </p:cNvPr>
          <p:cNvSpPr>
            <a:spLocks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9413">
            <a:extLst>
              <a:ext uri="{FF2B5EF4-FFF2-40B4-BE49-F238E27FC236}">
                <a16:creationId xmlns:a16="http://schemas.microsoft.com/office/drawing/2014/main" id="{87D963DC-2313-4DB2-9BE2-6A4F48C4FEE5}"/>
              </a:ext>
            </a:extLst>
          </p:cNvPr>
          <p:cNvSpPr>
            <a:spLocks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9414">
            <a:extLst>
              <a:ext uri="{FF2B5EF4-FFF2-40B4-BE49-F238E27FC236}">
                <a16:creationId xmlns:a16="http://schemas.microsoft.com/office/drawing/2014/main" id="{BC9C864D-9617-49C2-88EF-2A963A004AC7}"/>
              </a:ext>
            </a:extLst>
          </p:cNvPr>
          <p:cNvSpPr>
            <a:spLocks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9415">
            <a:extLst>
              <a:ext uri="{FF2B5EF4-FFF2-40B4-BE49-F238E27FC236}">
                <a16:creationId xmlns:a16="http://schemas.microsoft.com/office/drawing/2014/main" id="{09861CB9-021A-49D6-AAA7-2BD1377E4A6F}"/>
              </a:ext>
            </a:extLst>
          </p:cNvPr>
          <p:cNvSpPr>
            <a:spLocks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9416">
            <a:extLst>
              <a:ext uri="{FF2B5EF4-FFF2-40B4-BE49-F238E27FC236}">
                <a16:creationId xmlns:a16="http://schemas.microsoft.com/office/drawing/2014/main" id="{61E53651-0A15-4324-B391-E3DA2EEDD93A}"/>
              </a:ext>
            </a:extLst>
          </p:cNvPr>
          <p:cNvSpPr>
            <a:spLocks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9417">
            <a:extLst>
              <a:ext uri="{FF2B5EF4-FFF2-40B4-BE49-F238E27FC236}">
                <a16:creationId xmlns:a16="http://schemas.microsoft.com/office/drawing/2014/main" id="{73C5A8FD-E277-4977-B2FC-DC56209DF766}"/>
              </a:ext>
            </a:extLst>
          </p:cNvPr>
          <p:cNvSpPr>
            <a:spLocks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9418">
            <a:extLst>
              <a:ext uri="{FF2B5EF4-FFF2-40B4-BE49-F238E27FC236}">
                <a16:creationId xmlns:a16="http://schemas.microsoft.com/office/drawing/2014/main" id="{45553CAD-CA72-4CD0-B418-2515E6EF378D}"/>
              </a:ext>
            </a:extLst>
          </p:cNvPr>
          <p:cNvSpPr>
            <a:spLocks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9419">
            <a:extLst>
              <a:ext uri="{FF2B5EF4-FFF2-40B4-BE49-F238E27FC236}">
                <a16:creationId xmlns:a16="http://schemas.microsoft.com/office/drawing/2014/main" id="{07AE736D-83A1-4783-8D53-F7FAAFA0FF44}"/>
              </a:ext>
            </a:extLst>
          </p:cNvPr>
          <p:cNvSpPr>
            <a:spLocks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9420">
            <a:extLst>
              <a:ext uri="{FF2B5EF4-FFF2-40B4-BE49-F238E27FC236}">
                <a16:creationId xmlns:a16="http://schemas.microsoft.com/office/drawing/2014/main" id="{C975DE0C-21A6-4579-948E-DAD7F1DA33E6}"/>
              </a:ext>
            </a:extLst>
          </p:cNvPr>
          <p:cNvSpPr>
            <a:spLocks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9421">
            <a:extLst>
              <a:ext uri="{FF2B5EF4-FFF2-40B4-BE49-F238E27FC236}">
                <a16:creationId xmlns:a16="http://schemas.microsoft.com/office/drawing/2014/main" id="{AB84DAAD-350C-46B8-8481-1A0275C2608A}"/>
              </a:ext>
            </a:extLst>
          </p:cNvPr>
          <p:cNvSpPr>
            <a:spLocks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9422">
            <a:extLst>
              <a:ext uri="{FF2B5EF4-FFF2-40B4-BE49-F238E27FC236}">
                <a16:creationId xmlns:a16="http://schemas.microsoft.com/office/drawing/2014/main" id="{37A3C227-6731-48BD-A7C7-F90480A56CAC}"/>
              </a:ext>
            </a:extLst>
          </p:cNvPr>
          <p:cNvSpPr>
            <a:spLocks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9423">
            <a:extLst>
              <a:ext uri="{FF2B5EF4-FFF2-40B4-BE49-F238E27FC236}">
                <a16:creationId xmlns:a16="http://schemas.microsoft.com/office/drawing/2014/main" id="{F7369768-B3D7-4A1D-9CE2-56B2AD60EA5F}"/>
              </a:ext>
            </a:extLst>
          </p:cNvPr>
          <p:cNvSpPr>
            <a:spLocks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9424">
            <a:extLst>
              <a:ext uri="{FF2B5EF4-FFF2-40B4-BE49-F238E27FC236}">
                <a16:creationId xmlns:a16="http://schemas.microsoft.com/office/drawing/2014/main" id="{984556BD-BCB9-49D8-811E-6C9A2043E660}"/>
              </a:ext>
            </a:extLst>
          </p:cNvPr>
          <p:cNvSpPr>
            <a:spLocks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9425">
            <a:extLst>
              <a:ext uri="{FF2B5EF4-FFF2-40B4-BE49-F238E27FC236}">
                <a16:creationId xmlns:a16="http://schemas.microsoft.com/office/drawing/2014/main" id="{EBC23CD6-C101-43B5-AB6B-747B4E451436}"/>
              </a:ext>
            </a:extLst>
          </p:cNvPr>
          <p:cNvSpPr>
            <a:spLocks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9426">
            <a:extLst>
              <a:ext uri="{FF2B5EF4-FFF2-40B4-BE49-F238E27FC236}">
                <a16:creationId xmlns:a16="http://schemas.microsoft.com/office/drawing/2014/main" id="{B0260AF8-0B2F-4B67-89C3-528EE6676576}"/>
              </a:ext>
            </a:extLst>
          </p:cNvPr>
          <p:cNvSpPr>
            <a:spLocks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9427">
            <a:extLst>
              <a:ext uri="{FF2B5EF4-FFF2-40B4-BE49-F238E27FC236}">
                <a16:creationId xmlns:a16="http://schemas.microsoft.com/office/drawing/2014/main" id="{EA5EC1B8-46CA-4C6C-B020-16359EC8D689}"/>
              </a:ext>
            </a:extLst>
          </p:cNvPr>
          <p:cNvSpPr>
            <a:spLocks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9428">
            <a:extLst>
              <a:ext uri="{FF2B5EF4-FFF2-40B4-BE49-F238E27FC236}">
                <a16:creationId xmlns:a16="http://schemas.microsoft.com/office/drawing/2014/main" id="{275A2799-5184-457C-B8B1-AC5F82CA2F9C}"/>
              </a:ext>
            </a:extLst>
          </p:cNvPr>
          <p:cNvSpPr>
            <a:spLocks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9429">
            <a:extLst>
              <a:ext uri="{FF2B5EF4-FFF2-40B4-BE49-F238E27FC236}">
                <a16:creationId xmlns:a16="http://schemas.microsoft.com/office/drawing/2014/main" id="{CAE037A2-62FB-48F2-B659-12F3082E69FD}"/>
              </a:ext>
            </a:extLst>
          </p:cNvPr>
          <p:cNvSpPr>
            <a:spLocks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9430">
            <a:extLst>
              <a:ext uri="{FF2B5EF4-FFF2-40B4-BE49-F238E27FC236}">
                <a16:creationId xmlns:a16="http://schemas.microsoft.com/office/drawing/2014/main" id="{37F56C00-5BFE-409E-ACD5-AB3E24D2B2EA}"/>
              </a:ext>
            </a:extLst>
          </p:cNvPr>
          <p:cNvSpPr>
            <a:spLocks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9431">
            <a:extLst>
              <a:ext uri="{FF2B5EF4-FFF2-40B4-BE49-F238E27FC236}">
                <a16:creationId xmlns:a16="http://schemas.microsoft.com/office/drawing/2014/main" id="{BAF14342-B509-4BE4-8B04-0361BFCD8D00}"/>
              </a:ext>
            </a:extLst>
          </p:cNvPr>
          <p:cNvSpPr>
            <a:spLocks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9432">
            <a:extLst>
              <a:ext uri="{FF2B5EF4-FFF2-40B4-BE49-F238E27FC236}">
                <a16:creationId xmlns:a16="http://schemas.microsoft.com/office/drawing/2014/main" id="{C7A87913-6391-425B-82B5-8F647BDA301E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9433">
            <a:extLst>
              <a:ext uri="{FF2B5EF4-FFF2-40B4-BE49-F238E27FC236}">
                <a16:creationId xmlns:a16="http://schemas.microsoft.com/office/drawing/2014/main" id="{B03A31BD-A20C-4485-84C9-40BA891FB68C}"/>
              </a:ext>
            </a:extLst>
          </p:cNvPr>
          <p:cNvSpPr>
            <a:spLocks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9434">
            <a:extLst>
              <a:ext uri="{FF2B5EF4-FFF2-40B4-BE49-F238E27FC236}">
                <a16:creationId xmlns:a16="http://schemas.microsoft.com/office/drawing/2014/main" id="{6FF142FB-4957-4134-89CA-079FC0D4CA03}"/>
              </a:ext>
            </a:extLst>
          </p:cNvPr>
          <p:cNvSpPr>
            <a:spLocks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9435">
            <a:extLst>
              <a:ext uri="{FF2B5EF4-FFF2-40B4-BE49-F238E27FC236}">
                <a16:creationId xmlns:a16="http://schemas.microsoft.com/office/drawing/2014/main" id="{1F93DA54-CB89-425C-890C-80035A27385A}"/>
              </a:ext>
            </a:extLst>
          </p:cNvPr>
          <p:cNvSpPr>
            <a:spLocks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9436">
            <a:extLst>
              <a:ext uri="{FF2B5EF4-FFF2-40B4-BE49-F238E27FC236}">
                <a16:creationId xmlns:a16="http://schemas.microsoft.com/office/drawing/2014/main" id="{5B5CC7E7-58AF-4CA2-9D9C-B4EE8FBE7BC6}"/>
              </a:ext>
            </a:extLst>
          </p:cNvPr>
          <p:cNvSpPr>
            <a:spLocks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9437">
            <a:extLst>
              <a:ext uri="{FF2B5EF4-FFF2-40B4-BE49-F238E27FC236}">
                <a16:creationId xmlns:a16="http://schemas.microsoft.com/office/drawing/2014/main" id="{D757B1A4-889F-4F2B-AB7D-85418EC909E6}"/>
              </a:ext>
            </a:extLst>
          </p:cNvPr>
          <p:cNvSpPr>
            <a:spLocks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9438">
            <a:extLst>
              <a:ext uri="{FF2B5EF4-FFF2-40B4-BE49-F238E27FC236}">
                <a16:creationId xmlns:a16="http://schemas.microsoft.com/office/drawing/2014/main" id="{504C9CFB-76B8-495E-B4F5-5D1B32C47AA1}"/>
              </a:ext>
            </a:extLst>
          </p:cNvPr>
          <p:cNvSpPr>
            <a:spLocks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9439">
            <a:extLst>
              <a:ext uri="{FF2B5EF4-FFF2-40B4-BE49-F238E27FC236}">
                <a16:creationId xmlns:a16="http://schemas.microsoft.com/office/drawing/2014/main" id="{35ED5A29-5F43-4093-9241-A79C9465CD0C}"/>
              </a:ext>
            </a:extLst>
          </p:cNvPr>
          <p:cNvSpPr>
            <a:spLocks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9440">
            <a:extLst>
              <a:ext uri="{FF2B5EF4-FFF2-40B4-BE49-F238E27FC236}">
                <a16:creationId xmlns:a16="http://schemas.microsoft.com/office/drawing/2014/main" id="{A4DFE796-1632-4A45-B830-239D478849E6}"/>
              </a:ext>
            </a:extLst>
          </p:cNvPr>
          <p:cNvSpPr>
            <a:spLocks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9441">
            <a:extLst>
              <a:ext uri="{FF2B5EF4-FFF2-40B4-BE49-F238E27FC236}">
                <a16:creationId xmlns:a16="http://schemas.microsoft.com/office/drawing/2014/main" id="{543A65B9-C351-4EAA-ACEA-ECB1D5A54EC4}"/>
              </a:ext>
            </a:extLst>
          </p:cNvPr>
          <p:cNvSpPr>
            <a:spLocks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9442">
            <a:extLst>
              <a:ext uri="{FF2B5EF4-FFF2-40B4-BE49-F238E27FC236}">
                <a16:creationId xmlns:a16="http://schemas.microsoft.com/office/drawing/2014/main" id="{6289B606-0601-4EFE-BF61-A755739061F6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9443">
            <a:extLst>
              <a:ext uri="{FF2B5EF4-FFF2-40B4-BE49-F238E27FC236}">
                <a16:creationId xmlns:a16="http://schemas.microsoft.com/office/drawing/2014/main" id="{B1B68773-E67A-4516-A9D3-DF6288513CEF}"/>
              </a:ext>
            </a:extLst>
          </p:cNvPr>
          <p:cNvSpPr>
            <a:spLocks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9444">
            <a:extLst>
              <a:ext uri="{FF2B5EF4-FFF2-40B4-BE49-F238E27FC236}">
                <a16:creationId xmlns:a16="http://schemas.microsoft.com/office/drawing/2014/main" id="{6642A368-EB77-4330-B761-272EF40F7D63}"/>
              </a:ext>
            </a:extLst>
          </p:cNvPr>
          <p:cNvSpPr>
            <a:spLocks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9445">
            <a:extLst>
              <a:ext uri="{FF2B5EF4-FFF2-40B4-BE49-F238E27FC236}">
                <a16:creationId xmlns:a16="http://schemas.microsoft.com/office/drawing/2014/main" id="{F2DB2F82-6566-4C0B-866E-801AE293D301}"/>
              </a:ext>
            </a:extLst>
          </p:cNvPr>
          <p:cNvSpPr>
            <a:spLocks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9446">
            <a:extLst>
              <a:ext uri="{FF2B5EF4-FFF2-40B4-BE49-F238E27FC236}">
                <a16:creationId xmlns:a16="http://schemas.microsoft.com/office/drawing/2014/main" id="{40C7F650-1928-437C-9BE6-9C4412562929}"/>
              </a:ext>
            </a:extLst>
          </p:cNvPr>
          <p:cNvSpPr>
            <a:spLocks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9447">
            <a:extLst>
              <a:ext uri="{FF2B5EF4-FFF2-40B4-BE49-F238E27FC236}">
                <a16:creationId xmlns:a16="http://schemas.microsoft.com/office/drawing/2014/main" id="{E438B922-1C79-4E13-A006-2FF200833641}"/>
              </a:ext>
            </a:extLst>
          </p:cNvPr>
          <p:cNvSpPr>
            <a:spLocks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9448">
            <a:extLst>
              <a:ext uri="{FF2B5EF4-FFF2-40B4-BE49-F238E27FC236}">
                <a16:creationId xmlns:a16="http://schemas.microsoft.com/office/drawing/2014/main" id="{49208329-12F6-4515-BE47-9AF03E038F30}"/>
              </a:ext>
            </a:extLst>
          </p:cNvPr>
          <p:cNvSpPr>
            <a:spLocks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9449">
            <a:extLst>
              <a:ext uri="{FF2B5EF4-FFF2-40B4-BE49-F238E27FC236}">
                <a16:creationId xmlns:a16="http://schemas.microsoft.com/office/drawing/2014/main" id="{B16C43B4-5EAF-4C09-BC1E-941588753CB9}"/>
              </a:ext>
            </a:extLst>
          </p:cNvPr>
          <p:cNvSpPr>
            <a:spLocks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9450">
            <a:extLst>
              <a:ext uri="{FF2B5EF4-FFF2-40B4-BE49-F238E27FC236}">
                <a16:creationId xmlns:a16="http://schemas.microsoft.com/office/drawing/2014/main" id="{87422F9E-2E6B-46C4-B9F4-CDD6EA1B0F38}"/>
              </a:ext>
            </a:extLst>
          </p:cNvPr>
          <p:cNvSpPr>
            <a:spLocks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9451">
            <a:extLst>
              <a:ext uri="{FF2B5EF4-FFF2-40B4-BE49-F238E27FC236}">
                <a16:creationId xmlns:a16="http://schemas.microsoft.com/office/drawing/2014/main" id="{509B968D-7BA8-49E7-A567-687513E67E26}"/>
              </a:ext>
            </a:extLst>
          </p:cNvPr>
          <p:cNvSpPr>
            <a:spLocks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9452">
            <a:extLst>
              <a:ext uri="{FF2B5EF4-FFF2-40B4-BE49-F238E27FC236}">
                <a16:creationId xmlns:a16="http://schemas.microsoft.com/office/drawing/2014/main" id="{FE0EA945-96EA-4249-92AA-7B83321AD957}"/>
              </a:ext>
            </a:extLst>
          </p:cNvPr>
          <p:cNvSpPr>
            <a:spLocks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9453">
            <a:extLst>
              <a:ext uri="{FF2B5EF4-FFF2-40B4-BE49-F238E27FC236}">
                <a16:creationId xmlns:a16="http://schemas.microsoft.com/office/drawing/2014/main" id="{AF1CF598-5050-4B71-A78F-299CCD4E4237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9454">
            <a:extLst>
              <a:ext uri="{FF2B5EF4-FFF2-40B4-BE49-F238E27FC236}">
                <a16:creationId xmlns:a16="http://schemas.microsoft.com/office/drawing/2014/main" id="{2EAD5482-7AA0-4FF8-A15E-42DEC1342E9B}"/>
              </a:ext>
            </a:extLst>
          </p:cNvPr>
          <p:cNvSpPr>
            <a:spLocks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9455">
            <a:extLst>
              <a:ext uri="{FF2B5EF4-FFF2-40B4-BE49-F238E27FC236}">
                <a16:creationId xmlns:a16="http://schemas.microsoft.com/office/drawing/2014/main" id="{17CDB066-497F-424C-A4BC-23C7B02CDA0D}"/>
              </a:ext>
            </a:extLst>
          </p:cNvPr>
          <p:cNvSpPr>
            <a:spLocks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9456">
            <a:extLst>
              <a:ext uri="{FF2B5EF4-FFF2-40B4-BE49-F238E27FC236}">
                <a16:creationId xmlns:a16="http://schemas.microsoft.com/office/drawing/2014/main" id="{F4C7182C-551A-4E1F-AB21-7DDCC0F3B492}"/>
              </a:ext>
            </a:extLst>
          </p:cNvPr>
          <p:cNvSpPr>
            <a:spLocks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9457">
            <a:extLst>
              <a:ext uri="{FF2B5EF4-FFF2-40B4-BE49-F238E27FC236}">
                <a16:creationId xmlns:a16="http://schemas.microsoft.com/office/drawing/2014/main" id="{A0A9BC19-4E84-4DE6-9BF8-F8E5C6174B5B}"/>
              </a:ext>
            </a:extLst>
          </p:cNvPr>
          <p:cNvSpPr>
            <a:spLocks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9458">
            <a:extLst>
              <a:ext uri="{FF2B5EF4-FFF2-40B4-BE49-F238E27FC236}">
                <a16:creationId xmlns:a16="http://schemas.microsoft.com/office/drawing/2014/main" id="{30A93E89-88A8-4020-B97A-21D50F0FE5C5}"/>
              </a:ext>
            </a:extLst>
          </p:cNvPr>
          <p:cNvSpPr>
            <a:spLocks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9459">
            <a:extLst>
              <a:ext uri="{FF2B5EF4-FFF2-40B4-BE49-F238E27FC236}">
                <a16:creationId xmlns:a16="http://schemas.microsoft.com/office/drawing/2014/main" id="{96B68701-2840-4F64-9BF0-011B9C8E64F7}"/>
              </a:ext>
            </a:extLst>
          </p:cNvPr>
          <p:cNvSpPr>
            <a:spLocks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9460">
            <a:extLst>
              <a:ext uri="{FF2B5EF4-FFF2-40B4-BE49-F238E27FC236}">
                <a16:creationId xmlns:a16="http://schemas.microsoft.com/office/drawing/2014/main" id="{ECB754B3-2212-47B3-88DA-8765225BA81C}"/>
              </a:ext>
            </a:extLst>
          </p:cNvPr>
          <p:cNvSpPr>
            <a:spLocks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9461">
            <a:extLst>
              <a:ext uri="{FF2B5EF4-FFF2-40B4-BE49-F238E27FC236}">
                <a16:creationId xmlns:a16="http://schemas.microsoft.com/office/drawing/2014/main" id="{0EB0E202-A707-4608-A633-58598A3A7A67}"/>
              </a:ext>
            </a:extLst>
          </p:cNvPr>
          <p:cNvSpPr>
            <a:spLocks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9462">
            <a:extLst>
              <a:ext uri="{FF2B5EF4-FFF2-40B4-BE49-F238E27FC236}">
                <a16:creationId xmlns:a16="http://schemas.microsoft.com/office/drawing/2014/main" id="{67BFD2F1-3F8E-4794-B3E6-C503DEABB6A8}"/>
              </a:ext>
            </a:extLst>
          </p:cNvPr>
          <p:cNvSpPr>
            <a:spLocks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9463">
            <a:extLst>
              <a:ext uri="{FF2B5EF4-FFF2-40B4-BE49-F238E27FC236}">
                <a16:creationId xmlns:a16="http://schemas.microsoft.com/office/drawing/2014/main" id="{A19ABD06-F952-4F84-86B3-90029DABF724}"/>
              </a:ext>
            </a:extLst>
          </p:cNvPr>
          <p:cNvSpPr>
            <a:spLocks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9464">
            <a:extLst>
              <a:ext uri="{FF2B5EF4-FFF2-40B4-BE49-F238E27FC236}">
                <a16:creationId xmlns:a16="http://schemas.microsoft.com/office/drawing/2014/main" id="{0DD496E4-EDAF-4839-A8EE-823C54B429BB}"/>
              </a:ext>
            </a:extLst>
          </p:cNvPr>
          <p:cNvSpPr>
            <a:spLocks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9465">
            <a:extLst>
              <a:ext uri="{FF2B5EF4-FFF2-40B4-BE49-F238E27FC236}">
                <a16:creationId xmlns:a16="http://schemas.microsoft.com/office/drawing/2014/main" id="{6F9A9BC3-F2FB-40F7-9A76-BFFFC769CFF2}"/>
              </a:ext>
            </a:extLst>
          </p:cNvPr>
          <p:cNvSpPr>
            <a:spLocks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9466">
            <a:extLst>
              <a:ext uri="{FF2B5EF4-FFF2-40B4-BE49-F238E27FC236}">
                <a16:creationId xmlns:a16="http://schemas.microsoft.com/office/drawing/2014/main" id="{0298D83A-283A-409B-9AB6-728C76A0BDA6}"/>
              </a:ext>
            </a:extLst>
          </p:cNvPr>
          <p:cNvSpPr>
            <a:spLocks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9467">
            <a:extLst>
              <a:ext uri="{FF2B5EF4-FFF2-40B4-BE49-F238E27FC236}">
                <a16:creationId xmlns:a16="http://schemas.microsoft.com/office/drawing/2014/main" id="{98C1FD59-7A0A-4E4C-9146-4EEDDD3DF357}"/>
              </a:ext>
            </a:extLst>
          </p:cNvPr>
          <p:cNvSpPr>
            <a:spLocks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9468">
            <a:extLst>
              <a:ext uri="{FF2B5EF4-FFF2-40B4-BE49-F238E27FC236}">
                <a16:creationId xmlns:a16="http://schemas.microsoft.com/office/drawing/2014/main" id="{580A90F5-A369-4201-AAB2-4D972149DF19}"/>
              </a:ext>
            </a:extLst>
          </p:cNvPr>
          <p:cNvSpPr>
            <a:spLocks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9469">
            <a:extLst>
              <a:ext uri="{FF2B5EF4-FFF2-40B4-BE49-F238E27FC236}">
                <a16:creationId xmlns:a16="http://schemas.microsoft.com/office/drawing/2014/main" id="{2DE951E0-84A6-4322-BE09-6ABEF49CE823}"/>
              </a:ext>
            </a:extLst>
          </p:cNvPr>
          <p:cNvSpPr>
            <a:spLocks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9470">
            <a:extLst>
              <a:ext uri="{FF2B5EF4-FFF2-40B4-BE49-F238E27FC236}">
                <a16:creationId xmlns:a16="http://schemas.microsoft.com/office/drawing/2014/main" id="{555B574F-50BA-4C2C-89CC-E3919E958C7E}"/>
              </a:ext>
            </a:extLst>
          </p:cNvPr>
          <p:cNvSpPr>
            <a:spLocks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9471">
            <a:extLst>
              <a:ext uri="{FF2B5EF4-FFF2-40B4-BE49-F238E27FC236}">
                <a16:creationId xmlns:a16="http://schemas.microsoft.com/office/drawing/2014/main" id="{7E59F76D-BAFA-4D5B-9504-2AF762AE9A8E}"/>
              </a:ext>
            </a:extLst>
          </p:cNvPr>
          <p:cNvSpPr>
            <a:spLocks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9472">
            <a:extLst>
              <a:ext uri="{FF2B5EF4-FFF2-40B4-BE49-F238E27FC236}">
                <a16:creationId xmlns:a16="http://schemas.microsoft.com/office/drawing/2014/main" id="{653168AE-A42C-493C-A913-A039958A37CE}"/>
              </a:ext>
            </a:extLst>
          </p:cNvPr>
          <p:cNvSpPr>
            <a:spLocks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9473">
            <a:extLst>
              <a:ext uri="{FF2B5EF4-FFF2-40B4-BE49-F238E27FC236}">
                <a16:creationId xmlns:a16="http://schemas.microsoft.com/office/drawing/2014/main" id="{63EB4843-019B-47B6-A523-91A8D6E1BB2A}"/>
              </a:ext>
            </a:extLst>
          </p:cNvPr>
          <p:cNvSpPr>
            <a:spLocks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9474">
            <a:extLst>
              <a:ext uri="{FF2B5EF4-FFF2-40B4-BE49-F238E27FC236}">
                <a16:creationId xmlns:a16="http://schemas.microsoft.com/office/drawing/2014/main" id="{D95A03B7-E509-491F-B1A2-021F0FE9C336}"/>
              </a:ext>
            </a:extLst>
          </p:cNvPr>
          <p:cNvSpPr>
            <a:spLocks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9475">
            <a:extLst>
              <a:ext uri="{FF2B5EF4-FFF2-40B4-BE49-F238E27FC236}">
                <a16:creationId xmlns:a16="http://schemas.microsoft.com/office/drawing/2014/main" id="{ED9A6C6B-BC4D-4A58-88E5-4EB64CF3F38B}"/>
              </a:ext>
            </a:extLst>
          </p:cNvPr>
          <p:cNvSpPr>
            <a:spLocks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9476">
            <a:extLst>
              <a:ext uri="{FF2B5EF4-FFF2-40B4-BE49-F238E27FC236}">
                <a16:creationId xmlns:a16="http://schemas.microsoft.com/office/drawing/2014/main" id="{1C1701F6-1A3B-45C2-A228-70921370A46C}"/>
              </a:ext>
            </a:extLst>
          </p:cNvPr>
          <p:cNvSpPr>
            <a:spLocks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9477">
            <a:extLst>
              <a:ext uri="{FF2B5EF4-FFF2-40B4-BE49-F238E27FC236}">
                <a16:creationId xmlns:a16="http://schemas.microsoft.com/office/drawing/2014/main" id="{94A64EF3-ABA0-4DD6-85E7-C7BD216901F1}"/>
              </a:ext>
            </a:extLst>
          </p:cNvPr>
          <p:cNvSpPr>
            <a:spLocks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9478">
            <a:extLst>
              <a:ext uri="{FF2B5EF4-FFF2-40B4-BE49-F238E27FC236}">
                <a16:creationId xmlns:a16="http://schemas.microsoft.com/office/drawing/2014/main" id="{CD43056E-186C-4DD8-BDB1-0DCAD2771F6A}"/>
              </a:ext>
            </a:extLst>
          </p:cNvPr>
          <p:cNvSpPr>
            <a:spLocks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9479">
            <a:extLst>
              <a:ext uri="{FF2B5EF4-FFF2-40B4-BE49-F238E27FC236}">
                <a16:creationId xmlns:a16="http://schemas.microsoft.com/office/drawing/2014/main" id="{B1F8D225-761B-4E82-9DFF-F2EF86E68126}"/>
              </a:ext>
            </a:extLst>
          </p:cNvPr>
          <p:cNvSpPr>
            <a:spLocks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9480">
            <a:extLst>
              <a:ext uri="{FF2B5EF4-FFF2-40B4-BE49-F238E27FC236}">
                <a16:creationId xmlns:a16="http://schemas.microsoft.com/office/drawing/2014/main" id="{40AB3C79-A5A9-4E4C-BE37-C12D72B10509}"/>
              </a:ext>
            </a:extLst>
          </p:cNvPr>
          <p:cNvSpPr>
            <a:spLocks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9481">
            <a:extLst>
              <a:ext uri="{FF2B5EF4-FFF2-40B4-BE49-F238E27FC236}">
                <a16:creationId xmlns:a16="http://schemas.microsoft.com/office/drawing/2014/main" id="{3C327065-EFD8-4A8A-998B-4337962D8A8C}"/>
              </a:ext>
            </a:extLst>
          </p:cNvPr>
          <p:cNvSpPr>
            <a:spLocks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9482">
            <a:extLst>
              <a:ext uri="{FF2B5EF4-FFF2-40B4-BE49-F238E27FC236}">
                <a16:creationId xmlns:a16="http://schemas.microsoft.com/office/drawing/2014/main" id="{F37CEE61-64D7-4189-A101-305807B8E7F8}"/>
              </a:ext>
            </a:extLst>
          </p:cNvPr>
          <p:cNvSpPr>
            <a:spLocks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9483">
            <a:extLst>
              <a:ext uri="{FF2B5EF4-FFF2-40B4-BE49-F238E27FC236}">
                <a16:creationId xmlns:a16="http://schemas.microsoft.com/office/drawing/2014/main" id="{98122EA7-9454-47A1-8FD6-9A5ACE456277}"/>
              </a:ext>
            </a:extLst>
          </p:cNvPr>
          <p:cNvSpPr>
            <a:spLocks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9484">
            <a:extLst>
              <a:ext uri="{FF2B5EF4-FFF2-40B4-BE49-F238E27FC236}">
                <a16:creationId xmlns:a16="http://schemas.microsoft.com/office/drawing/2014/main" id="{EA780FE0-982C-4DA6-A459-7EE076DC0316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9485">
            <a:extLst>
              <a:ext uri="{FF2B5EF4-FFF2-40B4-BE49-F238E27FC236}">
                <a16:creationId xmlns:a16="http://schemas.microsoft.com/office/drawing/2014/main" id="{DF49BEDB-B4E3-47E4-99C7-C9DAB1DB455B}"/>
              </a:ext>
            </a:extLst>
          </p:cNvPr>
          <p:cNvSpPr>
            <a:spLocks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9486">
            <a:extLst>
              <a:ext uri="{FF2B5EF4-FFF2-40B4-BE49-F238E27FC236}">
                <a16:creationId xmlns:a16="http://schemas.microsoft.com/office/drawing/2014/main" id="{BC16E26F-1F0E-4C2E-B7DF-C31FFF43E257}"/>
              </a:ext>
            </a:extLst>
          </p:cNvPr>
          <p:cNvSpPr>
            <a:spLocks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9487">
            <a:extLst>
              <a:ext uri="{FF2B5EF4-FFF2-40B4-BE49-F238E27FC236}">
                <a16:creationId xmlns:a16="http://schemas.microsoft.com/office/drawing/2014/main" id="{649F9F40-56E1-494A-BE05-A1F9894B4CDC}"/>
              </a:ext>
            </a:extLst>
          </p:cNvPr>
          <p:cNvSpPr>
            <a:spLocks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9488">
            <a:extLst>
              <a:ext uri="{FF2B5EF4-FFF2-40B4-BE49-F238E27FC236}">
                <a16:creationId xmlns:a16="http://schemas.microsoft.com/office/drawing/2014/main" id="{C3D2C358-ECD4-4878-885D-6253E1B8F3FD}"/>
              </a:ext>
            </a:extLst>
          </p:cNvPr>
          <p:cNvSpPr>
            <a:spLocks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9489">
            <a:extLst>
              <a:ext uri="{FF2B5EF4-FFF2-40B4-BE49-F238E27FC236}">
                <a16:creationId xmlns:a16="http://schemas.microsoft.com/office/drawing/2014/main" id="{24F8C79E-3499-476B-ADA4-C06565DC1D8A}"/>
              </a:ext>
            </a:extLst>
          </p:cNvPr>
          <p:cNvSpPr>
            <a:spLocks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9490">
            <a:extLst>
              <a:ext uri="{FF2B5EF4-FFF2-40B4-BE49-F238E27FC236}">
                <a16:creationId xmlns:a16="http://schemas.microsoft.com/office/drawing/2014/main" id="{63A2E191-9C1F-4311-91CE-F228E6C4F8BB}"/>
              </a:ext>
            </a:extLst>
          </p:cNvPr>
          <p:cNvSpPr>
            <a:spLocks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9491">
            <a:extLst>
              <a:ext uri="{FF2B5EF4-FFF2-40B4-BE49-F238E27FC236}">
                <a16:creationId xmlns:a16="http://schemas.microsoft.com/office/drawing/2014/main" id="{F5460A28-6CCF-45A7-98A4-6A66615AB259}"/>
              </a:ext>
            </a:extLst>
          </p:cNvPr>
          <p:cNvSpPr>
            <a:spLocks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9492">
            <a:extLst>
              <a:ext uri="{FF2B5EF4-FFF2-40B4-BE49-F238E27FC236}">
                <a16:creationId xmlns:a16="http://schemas.microsoft.com/office/drawing/2014/main" id="{9D7E641C-9678-48F7-B776-66125BA8D133}"/>
              </a:ext>
            </a:extLst>
          </p:cNvPr>
          <p:cNvSpPr>
            <a:spLocks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9493">
            <a:extLst>
              <a:ext uri="{FF2B5EF4-FFF2-40B4-BE49-F238E27FC236}">
                <a16:creationId xmlns:a16="http://schemas.microsoft.com/office/drawing/2014/main" id="{FBE8A0A7-86C6-45C1-B690-ECD1BB35C376}"/>
              </a:ext>
            </a:extLst>
          </p:cNvPr>
          <p:cNvSpPr>
            <a:spLocks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9494">
            <a:extLst>
              <a:ext uri="{FF2B5EF4-FFF2-40B4-BE49-F238E27FC236}">
                <a16:creationId xmlns:a16="http://schemas.microsoft.com/office/drawing/2014/main" id="{959EF22A-5018-475D-AA1D-D88AF4D2854A}"/>
              </a:ext>
            </a:extLst>
          </p:cNvPr>
          <p:cNvSpPr>
            <a:spLocks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9495">
            <a:extLst>
              <a:ext uri="{FF2B5EF4-FFF2-40B4-BE49-F238E27FC236}">
                <a16:creationId xmlns:a16="http://schemas.microsoft.com/office/drawing/2014/main" id="{EDAE1E49-97E3-4286-8FB4-72E4346E99E4}"/>
              </a:ext>
            </a:extLst>
          </p:cNvPr>
          <p:cNvSpPr>
            <a:spLocks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9496">
            <a:extLst>
              <a:ext uri="{FF2B5EF4-FFF2-40B4-BE49-F238E27FC236}">
                <a16:creationId xmlns:a16="http://schemas.microsoft.com/office/drawing/2014/main" id="{21BFCC1D-74AA-49B4-8BEE-3209DACFDBA4}"/>
              </a:ext>
            </a:extLst>
          </p:cNvPr>
          <p:cNvSpPr>
            <a:spLocks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9497">
            <a:extLst>
              <a:ext uri="{FF2B5EF4-FFF2-40B4-BE49-F238E27FC236}">
                <a16:creationId xmlns:a16="http://schemas.microsoft.com/office/drawing/2014/main" id="{5E1FC6EE-99B6-4BBE-806A-F0C1FAEC3B08}"/>
              </a:ext>
            </a:extLst>
          </p:cNvPr>
          <p:cNvSpPr>
            <a:spLocks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9498">
            <a:extLst>
              <a:ext uri="{FF2B5EF4-FFF2-40B4-BE49-F238E27FC236}">
                <a16:creationId xmlns:a16="http://schemas.microsoft.com/office/drawing/2014/main" id="{5244403C-78B3-45BD-A2C2-6A3453B7A1D1}"/>
              </a:ext>
            </a:extLst>
          </p:cNvPr>
          <p:cNvSpPr>
            <a:spLocks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9499">
            <a:extLst>
              <a:ext uri="{FF2B5EF4-FFF2-40B4-BE49-F238E27FC236}">
                <a16:creationId xmlns:a16="http://schemas.microsoft.com/office/drawing/2014/main" id="{D4E1A1A2-78B5-46B6-812C-9D52B2E398ED}"/>
              </a:ext>
            </a:extLst>
          </p:cNvPr>
          <p:cNvSpPr>
            <a:spLocks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9500">
            <a:extLst>
              <a:ext uri="{FF2B5EF4-FFF2-40B4-BE49-F238E27FC236}">
                <a16:creationId xmlns:a16="http://schemas.microsoft.com/office/drawing/2014/main" id="{C3FE8984-FCF5-4D2D-B3FD-281D6B90756A}"/>
              </a:ext>
            </a:extLst>
          </p:cNvPr>
          <p:cNvSpPr>
            <a:spLocks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9501">
            <a:extLst>
              <a:ext uri="{FF2B5EF4-FFF2-40B4-BE49-F238E27FC236}">
                <a16:creationId xmlns:a16="http://schemas.microsoft.com/office/drawing/2014/main" id="{9F57D35C-8AF8-462C-8319-B1ED6F94096E}"/>
              </a:ext>
            </a:extLst>
          </p:cNvPr>
          <p:cNvSpPr>
            <a:spLocks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9502">
            <a:extLst>
              <a:ext uri="{FF2B5EF4-FFF2-40B4-BE49-F238E27FC236}">
                <a16:creationId xmlns:a16="http://schemas.microsoft.com/office/drawing/2014/main" id="{DCB08019-8FF5-47E0-8780-87E691AAA65E}"/>
              </a:ext>
            </a:extLst>
          </p:cNvPr>
          <p:cNvSpPr>
            <a:spLocks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9503">
            <a:extLst>
              <a:ext uri="{FF2B5EF4-FFF2-40B4-BE49-F238E27FC236}">
                <a16:creationId xmlns:a16="http://schemas.microsoft.com/office/drawing/2014/main" id="{9D51D654-1A92-4436-949F-EBB23F030372}"/>
              </a:ext>
            </a:extLst>
          </p:cNvPr>
          <p:cNvSpPr>
            <a:spLocks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9504">
            <a:extLst>
              <a:ext uri="{FF2B5EF4-FFF2-40B4-BE49-F238E27FC236}">
                <a16:creationId xmlns:a16="http://schemas.microsoft.com/office/drawing/2014/main" id="{0609D5C2-B2CE-4640-AF58-AC688E6988ED}"/>
              </a:ext>
            </a:extLst>
          </p:cNvPr>
          <p:cNvSpPr>
            <a:spLocks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9505">
            <a:extLst>
              <a:ext uri="{FF2B5EF4-FFF2-40B4-BE49-F238E27FC236}">
                <a16:creationId xmlns:a16="http://schemas.microsoft.com/office/drawing/2014/main" id="{0DB2ADB9-8BD3-46FD-8C0B-D81C7ABA1734}"/>
              </a:ext>
            </a:extLst>
          </p:cNvPr>
          <p:cNvSpPr>
            <a:spLocks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9506">
            <a:extLst>
              <a:ext uri="{FF2B5EF4-FFF2-40B4-BE49-F238E27FC236}">
                <a16:creationId xmlns:a16="http://schemas.microsoft.com/office/drawing/2014/main" id="{2F99B4B4-685F-4729-8AA4-35B39899DE84}"/>
              </a:ext>
            </a:extLst>
          </p:cNvPr>
          <p:cNvSpPr>
            <a:spLocks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9507">
            <a:extLst>
              <a:ext uri="{FF2B5EF4-FFF2-40B4-BE49-F238E27FC236}">
                <a16:creationId xmlns:a16="http://schemas.microsoft.com/office/drawing/2014/main" id="{D14195D9-6674-4193-942B-84EC90C3C12A}"/>
              </a:ext>
            </a:extLst>
          </p:cNvPr>
          <p:cNvSpPr>
            <a:spLocks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9508">
            <a:extLst>
              <a:ext uri="{FF2B5EF4-FFF2-40B4-BE49-F238E27FC236}">
                <a16:creationId xmlns:a16="http://schemas.microsoft.com/office/drawing/2014/main" id="{70EBFCAF-C4A1-44A5-91B3-9BD583ED2652}"/>
              </a:ext>
            </a:extLst>
          </p:cNvPr>
          <p:cNvSpPr>
            <a:spLocks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9509">
            <a:extLst>
              <a:ext uri="{FF2B5EF4-FFF2-40B4-BE49-F238E27FC236}">
                <a16:creationId xmlns:a16="http://schemas.microsoft.com/office/drawing/2014/main" id="{FD4902E9-CD8B-4E72-8C53-5081EA7EB48D}"/>
              </a:ext>
            </a:extLst>
          </p:cNvPr>
          <p:cNvSpPr>
            <a:spLocks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9510">
            <a:extLst>
              <a:ext uri="{FF2B5EF4-FFF2-40B4-BE49-F238E27FC236}">
                <a16:creationId xmlns:a16="http://schemas.microsoft.com/office/drawing/2014/main" id="{4A178FAE-4E6A-4493-89F4-CB379A18BAA4}"/>
              </a:ext>
            </a:extLst>
          </p:cNvPr>
          <p:cNvSpPr>
            <a:spLocks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9511">
            <a:extLst>
              <a:ext uri="{FF2B5EF4-FFF2-40B4-BE49-F238E27FC236}">
                <a16:creationId xmlns:a16="http://schemas.microsoft.com/office/drawing/2014/main" id="{C2415B95-A898-42AC-89B1-9429634B403A}"/>
              </a:ext>
            </a:extLst>
          </p:cNvPr>
          <p:cNvSpPr>
            <a:spLocks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9512">
            <a:extLst>
              <a:ext uri="{FF2B5EF4-FFF2-40B4-BE49-F238E27FC236}">
                <a16:creationId xmlns:a16="http://schemas.microsoft.com/office/drawing/2014/main" id="{C9404D86-C5BB-40E6-BF2B-EA304F807A1E}"/>
              </a:ext>
            </a:extLst>
          </p:cNvPr>
          <p:cNvSpPr>
            <a:spLocks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9513">
            <a:extLst>
              <a:ext uri="{FF2B5EF4-FFF2-40B4-BE49-F238E27FC236}">
                <a16:creationId xmlns:a16="http://schemas.microsoft.com/office/drawing/2014/main" id="{FA6BD221-F2CA-4653-B169-D1FCC2F91DFE}"/>
              </a:ext>
            </a:extLst>
          </p:cNvPr>
          <p:cNvSpPr>
            <a:spLocks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9514">
            <a:extLst>
              <a:ext uri="{FF2B5EF4-FFF2-40B4-BE49-F238E27FC236}">
                <a16:creationId xmlns:a16="http://schemas.microsoft.com/office/drawing/2014/main" id="{1FF2B7E4-19B6-478D-8CD6-F11D070497EA}"/>
              </a:ext>
            </a:extLst>
          </p:cNvPr>
          <p:cNvSpPr>
            <a:spLocks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9515">
            <a:extLst>
              <a:ext uri="{FF2B5EF4-FFF2-40B4-BE49-F238E27FC236}">
                <a16:creationId xmlns:a16="http://schemas.microsoft.com/office/drawing/2014/main" id="{A7E4A40D-B552-42CC-874E-9E818849FE73}"/>
              </a:ext>
            </a:extLst>
          </p:cNvPr>
          <p:cNvSpPr>
            <a:spLocks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9516">
            <a:extLst>
              <a:ext uri="{FF2B5EF4-FFF2-40B4-BE49-F238E27FC236}">
                <a16:creationId xmlns:a16="http://schemas.microsoft.com/office/drawing/2014/main" id="{A9F9AB9E-E993-4F93-B6CE-8C6D8ACF68DE}"/>
              </a:ext>
            </a:extLst>
          </p:cNvPr>
          <p:cNvSpPr>
            <a:spLocks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9517">
            <a:extLst>
              <a:ext uri="{FF2B5EF4-FFF2-40B4-BE49-F238E27FC236}">
                <a16:creationId xmlns:a16="http://schemas.microsoft.com/office/drawing/2014/main" id="{6259EC4B-1F68-401E-B629-BC8C7FF0F868}"/>
              </a:ext>
            </a:extLst>
          </p:cNvPr>
          <p:cNvSpPr>
            <a:spLocks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9518">
            <a:extLst>
              <a:ext uri="{FF2B5EF4-FFF2-40B4-BE49-F238E27FC236}">
                <a16:creationId xmlns:a16="http://schemas.microsoft.com/office/drawing/2014/main" id="{816BFD83-2F62-4FE9-8CE2-849110C18E06}"/>
              </a:ext>
            </a:extLst>
          </p:cNvPr>
          <p:cNvSpPr>
            <a:spLocks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9519">
            <a:extLst>
              <a:ext uri="{FF2B5EF4-FFF2-40B4-BE49-F238E27FC236}">
                <a16:creationId xmlns:a16="http://schemas.microsoft.com/office/drawing/2014/main" id="{03B42BEC-E9B1-4E3B-95BE-4D299B036310}"/>
              </a:ext>
            </a:extLst>
          </p:cNvPr>
          <p:cNvSpPr>
            <a:spLocks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9520">
            <a:extLst>
              <a:ext uri="{FF2B5EF4-FFF2-40B4-BE49-F238E27FC236}">
                <a16:creationId xmlns:a16="http://schemas.microsoft.com/office/drawing/2014/main" id="{86A08B7A-1907-4CB1-8851-F9991182283E}"/>
              </a:ext>
            </a:extLst>
          </p:cNvPr>
          <p:cNvSpPr>
            <a:spLocks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9521">
            <a:extLst>
              <a:ext uri="{FF2B5EF4-FFF2-40B4-BE49-F238E27FC236}">
                <a16:creationId xmlns:a16="http://schemas.microsoft.com/office/drawing/2014/main" id="{A585F4D0-F770-4DCF-98A3-C253DA892DB4}"/>
              </a:ext>
            </a:extLst>
          </p:cNvPr>
          <p:cNvSpPr>
            <a:spLocks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9522">
            <a:extLst>
              <a:ext uri="{FF2B5EF4-FFF2-40B4-BE49-F238E27FC236}">
                <a16:creationId xmlns:a16="http://schemas.microsoft.com/office/drawing/2014/main" id="{8DCD52AD-2779-4908-BF63-2E317D0BB0E1}"/>
              </a:ext>
            </a:extLst>
          </p:cNvPr>
          <p:cNvSpPr>
            <a:spLocks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9523">
            <a:extLst>
              <a:ext uri="{FF2B5EF4-FFF2-40B4-BE49-F238E27FC236}">
                <a16:creationId xmlns:a16="http://schemas.microsoft.com/office/drawing/2014/main" id="{ECF67ED7-EF4D-400B-A5A5-64992D6B396A}"/>
              </a:ext>
            </a:extLst>
          </p:cNvPr>
          <p:cNvSpPr>
            <a:spLocks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9524">
            <a:extLst>
              <a:ext uri="{FF2B5EF4-FFF2-40B4-BE49-F238E27FC236}">
                <a16:creationId xmlns:a16="http://schemas.microsoft.com/office/drawing/2014/main" id="{7F882C10-B104-476B-9DCB-0584BC7B377D}"/>
              </a:ext>
            </a:extLst>
          </p:cNvPr>
          <p:cNvSpPr>
            <a:spLocks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9525">
            <a:extLst>
              <a:ext uri="{FF2B5EF4-FFF2-40B4-BE49-F238E27FC236}">
                <a16:creationId xmlns:a16="http://schemas.microsoft.com/office/drawing/2014/main" id="{A5672FC1-2282-4DFA-AA4D-40DF58C6A376}"/>
              </a:ext>
            </a:extLst>
          </p:cNvPr>
          <p:cNvSpPr>
            <a:spLocks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9526">
            <a:extLst>
              <a:ext uri="{FF2B5EF4-FFF2-40B4-BE49-F238E27FC236}">
                <a16:creationId xmlns:a16="http://schemas.microsoft.com/office/drawing/2014/main" id="{93ED8E45-973E-4B00-A716-E55F56311C08}"/>
              </a:ext>
            </a:extLst>
          </p:cNvPr>
          <p:cNvSpPr>
            <a:spLocks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9527">
            <a:extLst>
              <a:ext uri="{FF2B5EF4-FFF2-40B4-BE49-F238E27FC236}">
                <a16:creationId xmlns:a16="http://schemas.microsoft.com/office/drawing/2014/main" id="{540BF446-D2A3-45C2-BE8E-C8A625FEB110}"/>
              </a:ext>
            </a:extLst>
          </p:cNvPr>
          <p:cNvSpPr>
            <a:spLocks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9528">
            <a:extLst>
              <a:ext uri="{FF2B5EF4-FFF2-40B4-BE49-F238E27FC236}">
                <a16:creationId xmlns:a16="http://schemas.microsoft.com/office/drawing/2014/main" id="{68AF753C-A008-48FF-AA11-CF6E4F3194B4}"/>
              </a:ext>
            </a:extLst>
          </p:cNvPr>
          <p:cNvSpPr>
            <a:spLocks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9529">
            <a:extLst>
              <a:ext uri="{FF2B5EF4-FFF2-40B4-BE49-F238E27FC236}">
                <a16:creationId xmlns:a16="http://schemas.microsoft.com/office/drawing/2014/main" id="{EF228F8F-2EB4-4C0B-AA42-AB321743141E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9530">
            <a:extLst>
              <a:ext uri="{FF2B5EF4-FFF2-40B4-BE49-F238E27FC236}">
                <a16:creationId xmlns:a16="http://schemas.microsoft.com/office/drawing/2014/main" id="{7CA950A4-5F05-4056-A556-02647C9A7B8D}"/>
              </a:ext>
            </a:extLst>
          </p:cNvPr>
          <p:cNvSpPr>
            <a:spLocks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9531">
            <a:extLst>
              <a:ext uri="{FF2B5EF4-FFF2-40B4-BE49-F238E27FC236}">
                <a16:creationId xmlns:a16="http://schemas.microsoft.com/office/drawing/2014/main" id="{4014E2C1-3B6F-42FC-913A-23DB539D911C}"/>
              </a:ext>
            </a:extLst>
          </p:cNvPr>
          <p:cNvSpPr>
            <a:spLocks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9532">
            <a:extLst>
              <a:ext uri="{FF2B5EF4-FFF2-40B4-BE49-F238E27FC236}">
                <a16:creationId xmlns:a16="http://schemas.microsoft.com/office/drawing/2014/main" id="{E574474D-22A4-4EC4-A710-BDE47DD8A5AB}"/>
              </a:ext>
            </a:extLst>
          </p:cNvPr>
          <p:cNvSpPr>
            <a:spLocks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9533">
            <a:extLst>
              <a:ext uri="{FF2B5EF4-FFF2-40B4-BE49-F238E27FC236}">
                <a16:creationId xmlns:a16="http://schemas.microsoft.com/office/drawing/2014/main" id="{A55BF9F2-2476-439C-9417-9F8E36975C27}"/>
              </a:ext>
            </a:extLst>
          </p:cNvPr>
          <p:cNvSpPr>
            <a:spLocks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9534">
            <a:extLst>
              <a:ext uri="{FF2B5EF4-FFF2-40B4-BE49-F238E27FC236}">
                <a16:creationId xmlns:a16="http://schemas.microsoft.com/office/drawing/2014/main" id="{23A8693C-97C4-4C22-BDC7-8D125FE9F077}"/>
              </a:ext>
            </a:extLst>
          </p:cNvPr>
          <p:cNvSpPr>
            <a:spLocks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9535">
            <a:extLst>
              <a:ext uri="{FF2B5EF4-FFF2-40B4-BE49-F238E27FC236}">
                <a16:creationId xmlns:a16="http://schemas.microsoft.com/office/drawing/2014/main" id="{A261552C-9A95-4596-A143-1FEFBCD59183}"/>
              </a:ext>
            </a:extLst>
          </p:cNvPr>
          <p:cNvSpPr>
            <a:spLocks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9536">
            <a:extLst>
              <a:ext uri="{FF2B5EF4-FFF2-40B4-BE49-F238E27FC236}">
                <a16:creationId xmlns:a16="http://schemas.microsoft.com/office/drawing/2014/main" id="{C6311F2D-9B1B-44DD-9055-1F754DDE9DF7}"/>
              </a:ext>
            </a:extLst>
          </p:cNvPr>
          <p:cNvSpPr>
            <a:spLocks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9537">
            <a:extLst>
              <a:ext uri="{FF2B5EF4-FFF2-40B4-BE49-F238E27FC236}">
                <a16:creationId xmlns:a16="http://schemas.microsoft.com/office/drawing/2014/main" id="{35CFCD54-EE58-453D-9864-C63D0B74C053}"/>
              </a:ext>
            </a:extLst>
          </p:cNvPr>
          <p:cNvSpPr>
            <a:spLocks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9538">
            <a:extLst>
              <a:ext uri="{FF2B5EF4-FFF2-40B4-BE49-F238E27FC236}">
                <a16:creationId xmlns:a16="http://schemas.microsoft.com/office/drawing/2014/main" id="{197228DE-0E9F-4940-951C-C7A76A38DAA7}"/>
              </a:ext>
            </a:extLst>
          </p:cNvPr>
          <p:cNvSpPr>
            <a:spLocks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9539">
            <a:extLst>
              <a:ext uri="{FF2B5EF4-FFF2-40B4-BE49-F238E27FC236}">
                <a16:creationId xmlns:a16="http://schemas.microsoft.com/office/drawing/2014/main" id="{C8A0A636-B5B5-46BD-A396-0A14E7B9531C}"/>
              </a:ext>
            </a:extLst>
          </p:cNvPr>
          <p:cNvSpPr>
            <a:spLocks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9540">
            <a:extLst>
              <a:ext uri="{FF2B5EF4-FFF2-40B4-BE49-F238E27FC236}">
                <a16:creationId xmlns:a16="http://schemas.microsoft.com/office/drawing/2014/main" id="{3A4E65C7-9446-4D31-94DC-AC38CAC8AF58}"/>
              </a:ext>
            </a:extLst>
          </p:cNvPr>
          <p:cNvSpPr>
            <a:spLocks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9541">
            <a:extLst>
              <a:ext uri="{FF2B5EF4-FFF2-40B4-BE49-F238E27FC236}">
                <a16:creationId xmlns:a16="http://schemas.microsoft.com/office/drawing/2014/main" id="{D21ABE95-86BF-49B7-B757-72DC18EC095B}"/>
              </a:ext>
            </a:extLst>
          </p:cNvPr>
          <p:cNvSpPr>
            <a:spLocks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9542">
            <a:extLst>
              <a:ext uri="{FF2B5EF4-FFF2-40B4-BE49-F238E27FC236}">
                <a16:creationId xmlns:a16="http://schemas.microsoft.com/office/drawing/2014/main" id="{6857CDCF-0628-4FFA-9488-818EE1A44A6E}"/>
              </a:ext>
            </a:extLst>
          </p:cNvPr>
          <p:cNvSpPr>
            <a:spLocks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9543">
            <a:extLst>
              <a:ext uri="{FF2B5EF4-FFF2-40B4-BE49-F238E27FC236}">
                <a16:creationId xmlns:a16="http://schemas.microsoft.com/office/drawing/2014/main" id="{5F6DCBB7-85C9-44EB-B75B-BBD4731B5D00}"/>
              </a:ext>
            </a:extLst>
          </p:cNvPr>
          <p:cNvSpPr>
            <a:spLocks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9544">
            <a:extLst>
              <a:ext uri="{FF2B5EF4-FFF2-40B4-BE49-F238E27FC236}">
                <a16:creationId xmlns:a16="http://schemas.microsoft.com/office/drawing/2014/main" id="{80D9CCE2-9CDC-47AD-BF39-DF2C9438554C}"/>
              </a:ext>
            </a:extLst>
          </p:cNvPr>
          <p:cNvSpPr>
            <a:spLocks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9545">
            <a:extLst>
              <a:ext uri="{FF2B5EF4-FFF2-40B4-BE49-F238E27FC236}">
                <a16:creationId xmlns:a16="http://schemas.microsoft.com/office/drawing/2014/main" id="{2CF20A02-F9D0-4D0F-B594-7126F025924E}"/>
              </a:ext>
            </a:extLst>
          </p:cNvPr>
          <p:cNvSpPr>
            <a:spLocks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9546">
            <a:extLst>
              <a:ext uri="{FF2B5EF4-FFF2-40B4-BE49-F238E27FC236}">
                <a16:creationId xmlns:a16="http://schemas.microsoft.com/office/drawing/2014/main" id="{35ED38BB-9B47-42F3-8EA1-6AEB0A669E8F}"/>
              </a:ext>
            </a:extLst>
          </p:cNvPr>
          <p:cNvSpPr>
            <a:spLocks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9547">
            <a:extLst>
              <a:ext uri="{FF2B5EF4-FFF2-40B4-BE49-F238E27FC236}">
                <a16:creationId xmlns:a16="http://schemas.microsoft.com/office/drawing/2014/main" id="{38F65455-FF14-4D85-A59A-7E0C7086E3E3}"/>
              </a:ext>
            </a:extLst>
          </p:cNvPr>
          <p:cNvSpPr>
            <a:spLocks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9548">
            <a:extLst>
              <a:ext uri="{FF2B5EF4-FFF2-40B4-BE49-F238E27FC236}">
                <a16:creationId xmlns:a16="http://schemas.microsoft.com/office/drawing/2014/main" id="{2209CDA8-B4B9-4353-8A86-0106D2B3A71F}"/>
              </a:ext>
            </a:extLst>
          </p:cNvPr>
          <p:cNvSpPr>
            <a:spLocks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9549">
            <a:extLst>
              <a:ext uri="{FF2B5EF4-FFF2-40B4-BE49-F238E27FC236}">
                <a16:creationId xmlns:a16="http://schemas.microsoft.com/office/drawing/2014/main" id="{711D505E-CDBA-40A7-A2D3-77D003F4FBC5}"/>
              </a:ext>
            </a:extLst>
          </p:cNvPr>
          <p:cNvSpPr>
            <a:spLocks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9550">
            <a:extLst>
              <a:ext uri="{FF2B5EF4-FFF2-40B4-BE49-F238E27FC236}">
                <a16:creationId xmlns:a16="http://schemas.microsoft.com/office/drawing/2014/main" id="{4601AB5D-2AC1-4E6D-BF80-CFC72A6A8432}"/>
              </a:ext>
            </a:extLst>
          </p:cNvPr>
          <p:cNvSpPr>
            <a:spLocks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9551">
            <a:extLst>
              <a:ext uri="{FF2B5EF4-FFF2-40B4-BE49-F238E27FC236}">
                <a16:creationId xmlns:a16="http://schemas.microsoft.com/office/drawing/2014/main" id="{E72CB444-0C1C-4E5F-AA6C-52DD6BE3A7CF}"/>
              </a:ext>
            </a:extLst>
          </p:cNvPr>
          <p:cNvSpPr>
            <a:spLocks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9552">
            <a:extLst>
              <a:ext uri="{FF2B5EF4-FFF2-40B4-BE49-F238E27FC236}">
                <a16:creationId xmlns:a16="http://schemas.microsoft.com/office/drawing/2014/main" id="{0C6F270D-DAFA-40A8-9DFE-80A3C4A3988B}"/>
              </a:ext>
            </a:extLst>
          </p:cNvPr>
          <p:cNvSpPr>
            <a:spLocks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9553">
            <a:extLst>
              <a:ext uri="{FF2B5EF4-FFF2-40B4-BE49-F238E27FC236}">
                <a16:creationId xmlns:a16="http://schemas.microsoft.com/office/drawing/2014/main" id="{86D04CC8-A031-4193-B828-B9CE6939B074}"/>
              </a:ext>
            </a:extLst>
          </p:cNvPr>
          <p:cNvSpPr>
            <a:spLocks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9554">
            <a:extLst>
              <a:ext uri="{FF2B5EF4-FFF2-40B4-BE49-F238E27FC236}">
                <a16:creationId xmlns:a16="http://schemas.microsoft.com/office/drawing/2014/main" id="{8858C253-D267-4423-9FF5-1C89E4B29632}"/>
              </a:ext>
            </a:extLst>
          </p:cNvPr>
          <p:cNvSpPr>
            <a:spLocks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9555">
            <a:extLst>
              <a:ext uri="{FF2B5EF4-FFF2-40B4-BE49-F238E27FC236}">
                <a16:creationId xmlns:a16="http://schemas.microsoft.com/office/drawing/2014/main" id="{3BD3E9A7-56C3-4A73-97A0-B9692D7C1A2B}"/>
              </a:ext>
            </a:extLst>
          </p:cNvPr>
          <p:cNvSpPr>
            <a:spLocks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9556">
            <a:extLst>
              <a:ext uri="{FF2B5EF4-FFF2-40B4-BE49-F238E27FC236}">
                <a16:creationId xmlns:a16="http://schemas.microsoft.com/office/drawing/2014/main" id="{2A549371-EDCF-4F5F-9425-1220E4AEAE5E}"/>
              </a:ext>
            </a:extLst>
          </p:cNvPr>
          <p:cNvSpPr>
            <a:spLocks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9557">
            <a:extLst>
              <a:ext uri="{FF2B5EF4-FFF2-40B4-BE49-F238E27FC236}">
                <a16:creationId xmlns:a16="http://schemas.microsoft.com/office/drawing/2014/main" id="{72CD7AE5-1AAC-4D14-913A-4740E11B3986}"/>
              </a:ext>
            </a:extLst>
          </p:cNvPr>
          <p:cNvSpPr>
            <a:spLocks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9558">
            <a:extLst>
              <a:ext uri="{FF2B5EF4-FFF2-40B4-BE49-F238E27FC236}">
                <a16:creationId xmlns:a16="http://schemas.microsoft.com/office/drawing/2014/main" id="{815D0BE4-0A18-48B4-8F17-FA700CACF12D}"/>
              </a:ext>
            </a:extLst>
          </p:cNvPr>
          <p:cNvSpPr>
            <a:spLocks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9559">
            <a:extLst>
              <a:ext uri="{FF2B5EF4-FFF2-40B4-BE49-F238E27FC236}">
                <a16:creationId xmlns:a16="http://schemas.microsoft.com/office/drawing/2014/main" id="{2763A513-8204-412E-8835-632D56D06C82}"/>
              </a:ext>
            </a:extLst>
          </p:cNvPr>
          <p:cNvSpPr>
            <a:spLocks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9560">
            <a:extLst>
              <a:ext uri="{FF2B5EF4-FFF2-40B4-BE49-F238E27FC236}">
                <a16:creationId xmlns:a16="http://schemas.microsoft.com/office/drawing/2014/main" id="{0012AAF2-4D6D-4BD0-8D31-9B6B7F166FB0}"/>
              </a:ext>
            </a:extLst>
          </p:cNvPr>
          <p:cNvSpPr>
            <a:spLocks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9561">
            <a:extLst>
              <a:ext uri="{FF2B5EF4-FFF2-40B4-BE49-F238E27FC236}">
                <a16:creationId xmlns:a16="http://schemas.microsoft.com/office/drawing/2014/main" id="{0E641A3E-EE9C-4C33-A382-33D3FA01FF34}"/>
              </a:ext>
            </a:extLst>
          </p:cNvPr>
          <p:cNvSpPr>
            <a:spLocks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9562">
            <a:extLst>
              <a:ext uri="{FF2B5EF4-FFF2-40B4-BE49-F238E27FC236}">
                <a16:creationId xmlns:a16="http://schemas.microsoft.com/office/drawing/2014/main" id="{81E0F6EA-5872-41BD-9E25-5A780FAEA71C}"/>
              </a:ext>
            </a:extLst>
          </p:cNvPr>
          <p:cNvSpPr>
            <a:spLocks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9563">
            <a:extLst>
              <a:ext uri="{FF2B5EF4-FFF2-40B4-BE49-F238E27FC236}">
                <a16:creationId xmlns:a16="http://schemas.microsoft.com/office/drawing/2014/main" id="{F8D06852-7D8B-44AB-870B-80B43B927110}"/>
              </a:ext>
            </a:extLst>
          </p:cNvPr>
          <p:cNvSpPr>
            <a:spLocks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9564">
            <a:extLst>
              <a:ext uri="{FF2B5EF4-FFF2-40B4-BE49-F238E27FC236}">
                <a16:creationId xmlns:a16="http://schemas.microsoft.com/office/drawing/2014/main" id="{A4EF4980-DFFF-4F05-B205-84A739577A7D}"/>
              </a:ext>
            </a:extLst>
          </p:cNvPr>
          <p:cNvSpPr>
            <a:spLocks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9565">
            <a:extLst>
              <a:ext uri="{FF2B5EF4-FFF2-40B4-BE49-F238E27FC236}">
                <a16:creationId xmlns:a16="http://schemas.microsoft.com/office/drawing/2014/main" id="{05E284BA-9D11-47F5-9C70-2D72F1B18C95}"/>
              </a:ext>
            </a:extLst>
          </p:cNvPr>
          <p:cNvSpPr>
            <a:spLocks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9566">
            <a:extLst>
              <a:ext uri="{FF2B5EF4-FFF2-40B4-BE49-F238E27FC236}">
                <a16:creationId xmlns:a16="http://schemas.microsoft.com/office/drawing/2014/main" id="{C22F6FCC-C2FE-4461-B388-BF338F3D5F51}"/>
              </a:ext>
            </a:extLst>
          </p:cNvPr>
          <p:cNvSpPr>
            <a:spLocks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9567">
            <a:extLst>
              <a:ext uri="{FF2B5EF4-FFF2-40B4-BE49-F238E27FC236}">
                <a16:creationId xmlns:a16="http://schemas.microsoft.com/office/drawing/2014/main" id="{EFC7FD95-A41D-44F0-B077-97F7BEC2A976}"/>
              </a:ext>
            </a:extLst>
          </p:cNvPr>
          <p:cNvSpPr>
            <a:spLocks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9568">
            <a:extLst>
              <a:ext uri="{FF2B5EF4-FFF2-40B4-BE49-F238E27FC236}">
                <a16:creationId xmlns:a16="http://schemas.microsoft.com/office/drawing/2014/main" id="{91026958-E549-4548-82BF-27FE7F21B6D0}"/>
              </a:ext>
            </a:extLst>
          </p:cNvPr>
          <p:cNvSpPr>
            <a:spLocks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9569">
            <a:extLst>
              <a:ext uri="{FF2B5EF4-FFF2-40B4-BE49-F238E27FC236}">
                <a16:creationId xmlns:a16="http://schemas.microsoft.com/office/drawing/2014/main" id="{D53C8F62-589C-4975-A047-828EA862E110}"/>
              </a:ext>
            </a:extLst>
          </p:cNvPr>
          <p:cNvSpPr>
            <a:spLocks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9570">
            <a:extLst>
              <a:ext uri="{FF2B5EF4-FFF2-40B4-BE49-F238E27FC236}">
                <a16:creationId xmlns:a16="http://schemas.microsoft.com/office/drawing/2014/main" id="{D5EE61FF-C3B6-401A-855D-2DA5BF0EBDFD}"/>
              </a:ext>
            </a:extLst>
          </p:cNvPr>
          <p:cNvSpPr>
            <a:spLocks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9571">
            <a:extLst>
              <a:ext uri="{FF2B5EF4-FFF2-40B4-BE49-F238E27FC236}">
                <a16:creationId xmlns:a16="http://schemas.microsoft.com/office/drawing/2014/main" id="{5FC57774-BEA1-4D3F-B026-5355D4472342}"/>
              </a:ext>
            </a:extLst>
          </p:cNvPr>
          <p:cNvSpPr>
            <a:spLocks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9572">
            <a:extLst>
              <a:ext uri="{FF2B5EF4-FFF2-40B4-BE49-F238E27FC236}">
                <a16:creationId xmlns:a16="http://schemas.microsoft.com/office/drawing/2014/main" id="{94941950-9028-4B78-A90A-BBE436B235E5}"/>
              </a:ext>
            </a:extLst>
          </p:cNvPr>
          <p:cNvSpPr>
            <a:spLocks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9573">
            <a:extLst>
              <a:ext uri="{FF2B5EF4-FFF2-40B4-BE49-F238E27FC236}">
                <a16:creationId xmlns:a16="http://schemas.microsoft.com/office/drawing/2014/main" id="{64EDC204-43AD-4A79-8A5D-C34D84488E51}"/>
              </a:ext>
            </a:extLst>
          </p:cNvPr>
          <p:cNvSpPr>
            <a:spLocks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9574">
            <a:extLst>
              <a:ext uri="{FF2B5EF4-FFF2-40B4-BE49-F238E27FC236}">
                <a16:creationId xmlns:a16="http://schemas.microsoft.com/office/drawing/2014/main" id="{D6A92CEB-54FC-4C89-928C-A27856D449D7}"/>
              </a:ext>
            </a:extLst>
          </p:cNvPr>
          <p:cNvSpPr>
            <a:spLocks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9575">
            <a:extLst>
              <a:ext uri="{FF2B5EF4-FFF2-40B4-BE49-F238E27FC236}">
                <a16:creationId xmlns:a16="http://schemas.microsoft.com/office/drawing/2014/main" id="{C5A38C7E-11BD-4FAF-B46D-546AB93B0F8A}"/>
              </a:ext>
            </a:extLst>
          </p:cNvPr>
          <p:cNvSpPr>
            <a:spLocks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9576">
            <a:extLst>
              <a:ext uri="{FF2B5EF4-FFF2-40B4-BE49-F238E27FC236}">
                <a16:creationId xmlns:a16="http://schemas.microsoft.com/office/drawing/2014/main" id="{BB4BB355-D1C1-417C-8A52-13279415AB00}"/>
              </a:ext>
            </a:extLst>
          </p:cNvPr>
          <p:cNvSpPr>
            <a:spLocks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9577">
            <a:extLst>
              <a:ext uri="{FF2B5EF4-FFF2-40B4-BE49-F238E27FC236}">
                <a16:creationId xmlns:a16="http://schemas.microsoft.com/office/drawing/2014/main" id="{DF30D798-60B4-4F0A-A7A3-586D4752B1E5}"/>
              </a:ext>
            </a:extLst>
          </p:cNvPr>
          <p:cNvSpPr>
            <a:spLocks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9578">
            <a:extLst>
              <a:ext uri="{FF2B5EF4-FFF2-40B4-BE49-F238E27FC236}">
                <a16:creationId xmlns:a16="http://schemas.microsoft.com/office/drawing/2014/main" id="{E4BE4DFC-F6E9-4A0D-B0C1-295DBCE211DC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9579">
            <a:extLst>
              <a:ext uri="{FF2B5EF4-FFF2-40B4-BE49-F238E27FC236}">
                <a16:creationId xmlns:a16="http://schemas.microsoft.com/office/drawing/2014/main" id="{57018327-F849-43CC-917E-F853473B7C6B}"/>
              </a:ext>
            </a:extLst>
          </p:cNvPr>
          <p:cNvSpPr>
            <a:spLocks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9580">
            <a:extLst>
              <a:ext uri="{FF2B5EF4-FFF2-40B4-BE49-F238E27FC236}">
                <a16:creationId xmlns:a16="http://schemas.microsoft.com/office/drawing/2014/main" id="{AE8D45CE-C9E6-4310-ADA6-C333877282F0}"/>
              </a:ext>
            </a:extLst>
          </p:cNvPr>
          <p:cNvSpPr>
            <a:spLocks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9581">
            <a:extLst>
              <a:ext uri="{FF2B5EF4-FFF2-40B4-BE49-F238E27FC236}">
                <a16:creationId xmlns:a16="http://schemas.microsoft.com/office/drawing/2014/main" id="{20FEA1ED-9AFD-4819-A660-B897AC28979B}"/>
              </a:ext>
            </a:extLst>
          </p:cNvPr>
          <p:cNvSpPr>
            <a:spLocks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9582">
            <a:extLst>
              <a:ext uri="{FF2B5EF4-FFF2-40B4-BE49-F238E27FC236}">
                <a16:creationId xmlns:a16="http://schemas.microsoft.com/office/drawing/2014/main" id="{76566DA5-4F01-4FAA-9A0A-261C7C9FD5D5}"/>
              </a:ext>
            </a:extLst>
          </p:cNvPr>
          <p:cNvSpPr>
            <a:spLocks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9583">
            <a:extLst>
              <a:ext uri="{FF2B5EF4-FFF2-40B4-BE49-F238E27FC236}">
                <a16:creationId xmlns:a16="http://schemas.microsoft.com/office/drawing/2014/main" id="{7B4D1CA8-8023-4528-908B-907C5CF92CF9}"/>
              </a:ext>
            </a:extLst>
          </p:cNvPr>
          <p:cNvSpPr>
            <a:spLocks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9584">
            <a:extLst>
              <a:ext uri="{FF2B5EF4-FFF2-40B4-BE49-F238E27FC236}">
                <a16:creationId xmlns:a16="http://schemas.microsoft.com/office/drawing/2014/main" id="{0852777E-04D9-4F71-A937-65A2FDC52B15}"/>
              </a:ext>
            </a:extLst>
          </p:cNvPr>
          <p:cNvSpPr>
            <a:spLocks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9585">
            <a:extLst>
              <a:ext uri="{FF2B5EF4-FFF2-40B4-BE49-F238E27FC236}">
                <a16:creationId xmlns:a16="http://schemas.microsoft.com/office/drawing/2014/main" id="{CFE289BE-BAE8-48FA-8252-F146EEECCB7E}"/>
              </a:ext>
            </a:extLst>
          </p:cNvPr>
          <p:cNvSpPr>
            <a:spLocks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9586">
            <a:extLst>
              <a:ext uri="{FF2B5EF4-FFF2-40B4-BE49-F238E27FC236}">
                <a16:creationId xmlns:a16="http://schemas.microsoft.com/office/drawing/2014/main" id="{30A70BA0-B2CF-493B-8DE5-A196CD7CAB96}"/>
              </a:ext>
            </a:extLst>
          </p:cNvPr>
          <p:cNvSpPr>
            <a:spLocks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9587">
            <a:extLst>
              <a:ext uri="{FF2B5EF4-FFF2-40B4-BE49-F238E27FC236}">
                <a16:creationId xmlns:a16="http://schemas.microsoft.com/office/drawing/2014/main" id="{CA661133-3F36-43B5-9E07-44B68BF826C5}"/>
              </a:ext>
            </a:extLst>
          </p:cNvPr>
          <p:cNvSpPr>
            <a:spLocks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9588">
            <a:extLst>
              <a:ext uri="{FF2B5EF4-FFF2-40B4-BE49-F238E27FC236}">
                <a16:creationId xmlns:a16="http://schemas.microsoft.com/office/drawing/2014/main" id="{2163816F-64E9-4E07-B500-C4FDEE4EC003}"/>
              </a:ext>
            </a:extLst>
          </p:cNvPr>
          <p:cNvSpPr>
            <a:spLocks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9589">
            <a:extLst>
              <a:ext uri="{FF2B5EF4-FFF2-40B4-BE49-F238E27FC236}">
                <a16:creationId xmlns:a16="http://schemas.microsoft.com/office/drawing/2014/main" id="{3A7B8BA9-E7C1-419E-B329-26A2825C570E}"/>
              </a:ext>
            </a:extLst>
          </p:cNvPr>
          <p:cNvSpPr>
            <a:spLocks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9590">
            <a:extLst>
              <a:ext uri="{FF2B5EF4-FFF2-40B4-BE49-F238E27FC236}">
                <a16:creationId xmlns:a16="http://schemas.microsoft.com/office/drawing/2014/main" id="{E003AF2E-BB88-4B4D-904B-C2F11FDAE8E4}"/>
              </a:ext>
            </a:extLst>
          </p:cNvPr>
          <p:cNvSpPr>
            <a:spLocks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9591">
            <a:extLst>
              <a:ext uri="{FF2B5EF4-FFF2-40B4-BE49-F238E27FC236}">
                <a16:creationId xmlns:a16="http://schemas.microsoft.com/office/drawing/2014/main" id="{F887CB2D-B4D6-4C38-B532-54579AD58E10}"/>
              </a:ext>
            </a:extLst>
          </p:cNvPr>
          <p:cNvSpPr>
            <a:spLocks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9592">
            <a:extLst>
              <a:ext uri="{FF2B5EF4-FFF2-40B4-BE49-F238E27FC236}">
                <a16:creationId xmlns:a16="http://schemas.microsoft.com/office/drawing/2014/main" id="{5A28A72C-CD84-48F3-8C2B-232731A34E09}"/>
              </a:ext>
            </a:extLst>
          </p:cNvPr>
          <p:cNvSpPr>
            <a:spLocks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9593">
            <a:extLst>
              <a:ext uri="{FF2B5EF4-FFF2-40B4-BE49-F238E27FC236}">
                <a16:creationId xmlns:a16="http://schemas.microsoft.com/office/drawing/2014/main" id="{6E114713-FA49-422A-9A9C-5AB2DD33FC8A}"/>
              </a:ext>
            </a:extLst>
          </p:cNvPr>
          <p:cNvSpPr>
            <a:spLocks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9594">
            <a:extLst>
              <a:ext uri="{FF2B5EF4-FFF2-40B4-BE49-F238E27FC236}">
                <a16:creationId xmlns:a16="http://schemas.microsoft.com/office/drawing/2014/main" id="{A02B6B05-F8F6-4B81-99E9-C6440243BCB5}"/>
              </a:ext>
            </a:extLst>
          </p:cNvPr>
          <p:cNvSpPr>
            <a:spLocks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9595">
            <a:extLst>
              <a:ext uri="{FF2B5EF4-FFF2-40B4-BE49-F238E27FC236}">
                <a16:creationId xmlns:a16="http://schemas.microsoft.com/office/drawing/2014/main" id="{F3A93FC0-EC75-4076-BFC2-42CCC429865D}"/>
              </a:ext>
            </a:extLst>
          </p:cNvPr>
          <p:cNvSpPr>
            <a:spLocks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9596">
            <a:extLst>
              <a:ext uri="{FF2B5EF4-FFF2-40B4-BE49-F238E27FC236}">
                <a16:creationId xmlns:a16="http://schemas.microsoft.com/office/drawing/2014/main" id="{7C1241A3-F1C2-4F00-9BBB-3BA55DE384D4}"/>
              </a:ext>
            </a:extLst>
          </p:cNvPr>
          <p:cNvSpPr>
            <a:spLocks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9597">
            <a:extLst>
              <a:ext uri="{FF2B5EF4-FFF2-40B4-BE49-F238E27FC236}">
                <a16:creationId xmlns:a16="http://schemas.microsoft.com/office/drawing/2014/main" id="{FFD3BE0D-D641-4E0C-BF3C-8A4823AB139E}"/>
              </a:ext>
            </a:extLst>
          </p:cNvPr>
          <p:cNvSpPr>
            <a:spLocks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9598">
            <a:extLst>
              <a:ext uri="{FF2B5EF4-FFF2-40B4-BE49-F238E27FC236}">
                <a16:creationId xmlns:a16="http://schemas.microsoft.com/office/drawing/2014/main" id="{A8B7D7C2-7D75-4A81-B3EC-20324E533FE6}"/>
              </a:ext>
            </a:extLst>
          </p:cNvPr>
          <p:cNvSpPr>
            <a:spLocks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9599">
            <a:extLst>
              <a:ext uri="{FF2B5EF4-FFF2-40B4-BE49-F238E27FC236}">
                <a16:creationId xmlns:a16="http://schemas.microsoft.com/office/drawing/2014/main" id="{26E0300E-9FE0-4B1A-8E03-496B1A6EC55B}"/>
              </a:ext>
            </a:extLst>
          </p:cNvPr>
          <p:cNvSpPr>
            <a:spLocks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9600">
            <a:extLst>
              <a:ext uri="{FF2B5EF4-FFF2-40B4-BE49-F238E27FC236}">
                <a16:creationId xmlns:a16="http://schemas.microsoft.com/office/drawing/2014/main" id="{EF4C5C1C-CCFA-48D1-86B7-7568D421D9AC}"/>
              </a:ext>
            </a:extLst>
          </p:cNvPr>
          <p:cNvSpPr>
            <a:spLocks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9601">
            <a:extLst>
              <a:ext uri="{FF2B5EF4-FFF2-40B4-BE49-F238E27FC236}">
                <a16:creationId xmlns:a16="http://schemas.microsoft.com/office/drawing/2014/main" id="{0A7B7797-5827-40BE-9860-8FFEC87E8EFC}"/>
              </a:ext>
            </a:extLst>
          </p:cNvPr>
          <p:cNvSpPr>
            <a:spLocks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9602">
            <a:extLst>
              <a:ext uri="{FF2B5EF4-FFF2-40B4-BE49-F238E27FC236}">
                <a16:creationId xmlns:a16="http://schemas.microsoft.com/office/drawing/2014/main" id="{4D3FD766-1C48-43D2-A3BA-F640764F0081}"/>
              </a:ext>
            </a:extLst>
          </p:cNvPr>
          <p:cNvSpPr>
            <a:spLocks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9603">
            <a:extLst>
              <a:ext uri="{FF2B5EF4-FFF2-40B4-BE49-F238E27FC236}">
                <a16:creationId xmlns:a16="http://schemas.microsoft.com/office/drawing/2014/main" id="{0DEE4170-EC19-4ACC-8D4B-D71B936B416D}"/>
              </a:ext>
            </a:extLst>
          </p:cNvPr>
          <p:cNvSpPr>
            <a:spLocks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9604">
            <a:extLst>
              <a:ext uri="{FF2B5EF4-FFF2-40B4-BE49-F238E27FC236}">
                <a16:creationId xmlns:a16="http://schemas.microsoft.com/office/drawing/2014/main" id="{018BD9C0-F0C9-41AF-AA12-8DDD4165D1B1}"/>
              </a:ext>
            </a:extLst>
          </p:cNvPr>
          <p:cNvSpPr>
            <a:spLocks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9605">
            <a:extLst>
              <a:ext uri="{FF2B5EF4-FFF2-40B4-BE49-F238E27FC236}">
                <a16:creationId xmlns:a16="http://schemas.microsoft.com/office/drawing/2014/main" id="{1339BCFC-58E9-4F22-9DE0-BCDDBE5C9B2C}"/>
              </a:ext>
            </a:extLst>
          </p:cNvPr>
          <p:cNvSpPr>
            <a:spLocks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9606">
            <a:extLst>
              <a:ext uri="{FF2B5EF4-FFF2-40B4-BE49-F238E27FC236}">
                <a16:creationId xmlns:a16="http://schemas.microsoft.com/office/drawing/2014/main" id="{9E3BC24F-1042-493C-B3A0-B80CF35E2ABC}"/>
              </a:ext>
            </a:extLst>
          </p:cNvPr>
          <p:cNvSpPr>
            <a:spLocks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9607">
            <a:extLst>
              <a:ext uri="{FF2B5EF4-FFF2-40B4-BE49-F238E27FC236}">
                <a16:creationId xmlns:a16="http://schemas.microsoft.com/office/drawing/2014/main" id="{0A99643D-77E5-4448-9C1A-2F0ED5E32E05}"/>
              </a:ext>
            </a:extLst>
          </p:cNvPr>
          <p:cNvSpPr>
            <a:spLocks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9608">
            <a:extLst>
              <a:ext uri="{FF2B5EF4-FFF2-40B4-BE49-F238E27FC236}">
                <a16:creationId xmlns:a16="http://schemas.microsoft.com/office/drawing/2014/main" id="{C5DFE5D9-8FC6-4CF4-854D-2A3976D75080}"/>
              </a:ext>
            </a:extLst>
          </p:cNvPr>
          <p:cNvSpPr>
            <a:spLocks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9609">
            <a:extLst>
              <a:ext uri="{FF2B5EF4-FFF2-40B4-BE49-F238E27FC236}">
                <a16:creationId xmlns:a16="http://schemas.microsoft.com/office/drawing/2014/main" id="{9440093C-D95D-4620-8770-B74171695B8C}"/>
              </a:ext>
            </a:extLst>
          </p:cNvPr>
          <p:cNvSpPr>
            <a:spLocks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9610">
            <a:extLst>
              <a:ext uri="{FF2B5EF4-FFF2-40B4-BE49-F238E27FC236}">
                <a16:creationId xmlns:a16="http://schemas.microsoft.com/office/drawing/2014/main" id="{A6571578-3521-4D23-915E-96FAFB2E7323}"/>
              </a:ext>
            </a:extLst>
          </p:cNvPr>
          <p:cNvSpPr>
            <a:spLocks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9611">
            <a:extLst>
              <a:ext uri="{FF2B5EF4-FFF2-40B4-BE49-F238E27FC236}">
                <a16:creationId xmlns:a16="http://schemas.microsoft.com/office/drawing/2014/main" id="{A42E77D0-D575-455F-B4A3-D3610E737899}"/>
              </a:ext>
            </a:extLst>
          </p:cNvPr>
          <p:cNvSpPr>
            <a:spLocks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9612">
            <a:extLst>
              <a:ext uri="{FF2B5EF4-FFF2-40B4-BE49-F238E27FC236}">
                <a16:creationId xmlns:a16="http://schemas.microsoft.com/office/drawing/2014/main" id="{287EEA6B-A2FD-400E-875D-66BE4FFA0537}"/>
              </a:ext>
            </a:extLst>
          </p:cNvPr>
          <p:cNvSpPr>
            <a:spLocks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9613">
            <a:extLst>
              <a:ext uri="{FF2B5EF4-FFF2-40B4-BE49-F238E27FC236}">
                <a16:creationId xmlns:a16="http://schemas.microsoft.com/office/drawing/2014/main" id="{D6E0C80C-3527-4ED9-9D66-C79DFB10985B}"/>
              </a:ext>
            </a:extLst>
          </p:cNvPr>
          <p:cNvSpPr>
            <a:spLocks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9614">
            <a:extLst>
              <a:ext uri="{FF2B5EF4-FFF2-40B4-BE49-F238E27FC236}">
                <a16:creationId xmlns:a16="http://schemas.microsoft.com/office/drawing/2014/main" id="{A3DC0AFD-D1A1-4A95-A102-0062DBAFE34D}"/>
              </a:ext>
            </a:extLst>
          </p:cNvPr>
          <p:cNvSpPr>
            <a:spLocks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9615">
            <a:extLst>
              <a:ext uri="{FF2B5EF4-FFF2-40B4-BE49-F238E27FC236}">
                <a16:creationId xmlns:a16="http://schemas.microsoft.com/office/drawing/2014/main" id="{9D905912-96DE-4705-84C3-0C2F15B9DC3C}"/>
              </a:ext>
            </a:extLst>
          </p:cNvPr>
          <p:cNvSpPr>
            <a:spLocks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9616">
            <a:extLst>
              <a:ext uri="{FF2B5EF4-FFF2-40B4-BE49-F238E27FC236}">
                <a16:creationId xmlns:a16="http://schemas.microsoft.com/office/drawing/2014/main" id="{410102EB-E5B2-46E2-AE08-C616F2B618F4}"/>
              </a:ext>
            </a:extLst>
          </p:cNvPr>
          <p:cNvSpPr>
            <a:spLocks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9617">
            <a:extLst>
              <a:ext uri="{FF2B5EF4-FFF2-40B4-BE49-F238E27FC236}">
                <a16:creationId xmlns:a16="http://schemas.microsoft.com/office/drawing/2014/main" id="{9BE339FB-67C2-493D-9517-280BAD9EF1F4}"/>
              </a:ext>
            </a:extLst>
          </p:cNvPr>
          <p:cNvSpPr>
            <a:spLocks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9618">
            <a:extLst>
              <a:ext uri="{FF2B5EF4-FFF2-40B4-BE49-F238E27FC236}">
                <a16:creationId xmlns:a16="http://schemas.microsoft.com/office/drawing/2014/main" id="{6B0B7276-7DA1-434E-B28C-01C84938E2C4}"/>
              </a:ext>
            </a:extLst>
          </p:cNvPr>
          <p:cNvSpPr>
            <a:spLocks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9619">
            <a:extLst>
              <a:ext uri="{FF2B5EF4-FFF2-40B4-BE49-F238E27FC236}">
                <a16:creationId xmlns:a16="http://schemas.microsoft.com/office/drawing/2014/main" id="{12121B49-C0D3-4184-AD2C-5922F3DF5F8B}"/>
              </a:ext>
            </a:extLst>
          </p:cNvPr>
          <p:cNvSpPr>
            <a:spLocks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9620">
            <a:extLst>
              <a:ext uri="{FF2B5EF4-FFF2-40B4-BE49-F238E27FC236}">
                <a16:creationId xmlns:a16="http://schemas.microsoft.com/office/drawing/2014/main" id="{0B118022-8D75-4E64-A3F3-7921E935CF8F}"/>
              </a:ext>
            </a:extLst>
          </p:cNvPr>
          <p:cNvSpPr>
            <a:spLocks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9621">
            <a:extLst>
              <a:ext uri="{FF2B5EF4-FFF2-40B4-BE49-F238E27FC236}">
                <a16:creationId xmlns:a16="http://schemas.microsoft.com/office/drawing/2014/main" id="{402E87BC-390D-4CEC-8493-29AD554B50BC}"/>
              </a:ext>
            </a:extLst>
          </p:cNvPr>
          <p:cNvSpPr>
            <a:spLocks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9622">
            <a:extLst>
              <a:ext uri="{FF2B5EF4-FFF2-40B4-BE49-F238E27FC236}">
                <a16:creationId xmlns:a16="http://schemas.microsoft.com/office/drawing/2014/main" id="{179387F2-C7D9-4801-A9B8-DDB14C94299F}"/>
              </a:ext>
            </a:extLst>
          </p:cNvPr>
          <p:cNvSpPr>
            <a:spLocks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9623">
            <a:extLst>
              <a:ext uri="{FF2B5EF4-FFF2-40B4-BE49-F238E27FC236}">
                <a16:creationId xmlns:a16="http://schemas.microsoft.com/office/drawing/2014/main" id="{45D28E0E-B50D-4EE4-B6F7-A61570BCDE4D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9624">
            <a:extLst>
              <a:ext uri="{FF2B5EF4-FFF2-40B4-BE49-F238E27FC236}">
                <a16:creationId xmlns:a16="http://schemas.microsoft.com/office/drawing/2014/main" id="{A6E6CEC4-E79F-4628-AFD1-A8E50D8B1EB6}"/>
              </a:ext>
            </a:extLst>
          </p:cNvPr>
          <p:cNvSpPr>
            <a:spLocks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9625">
            <a:extLst>
              <a:ext uri="{FF2B5EF4-FFF2-40B4-BE49-F238E27FC236}">
                <a16:creationId xmlns:a16="http://schemas.microsoft.com/office/drawing/2014/main" id="{3A9081E7-7302-4681-8247-21C900BAFF7A}"/>
              </a:ext>
            </a:extLst>
          </p:cNvPr>
          <p:cNvSpPr>
            <a:spLocks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9626">
            <a:extLst>
              <a:ext uri="{FF2B5EF4-FFF2-40B4-BE49-F238E27FC236}">
                <a16:creationId xmlns:a16="http://schemas.microsoft.com/office/drawing/2014/main" id="{13824551-00E1-4843-AEBE-72C800125769}"/>
              </a:ext>
            </a:extLst>
          </p:cNvPr>
          <p:cNvSpPr>
            <a:spLocks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9627">
            <a:extLst>
              <a:ext uri="{FF2B5EF4-FFF2-40B4-BE49-F238E27FC236}">
                <a16:creationId xmlns:a16="http://schemas.microsoft.com/office/drawing/2014/main" id="{586CA425-6015-46BF-A9AF-0B7927306E69}"/>
              </a:ext>
            </a:extLst>
          </p:cNvPr>
          <p:cNvSpPr>
            <a:spLocks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9628">
            <a:extLst>
              <a:ext uri="{FF2B5EF4-FFF2-40B4-BE49-F238E27FC236}">
                <a16:creationId xmlns:a16="http://schemas.microsoft.com/office/drawing/2014/main" id="{C16CB1FA-7B98-4083-B7B5-9F241E8EE0E4}"/>
              </a:ext>
            </a:extLst>
          </p:cNvPr>
          <p:cNvSpPr>
            <a:spLocks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9629">
            <a:extLst>
              <a:ext uri="{FF2B5EF4-FFF2-40B4-BE49-F238E27FC236}">
                <a16:creationId xmlns:a16="http://schemas.microsoft.com/office/drawing/2014/main" id="{5BDE6C3C-2EC2-48AE-B1A2-9CCF6B559E75}"/>
              </a:ext>
            </a:extLst>
          </p:cNvPr>
          <p:cNvSpPr>
            <a:spLocks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9630">
            <a:extLst>
              <a:ext uri="{FF2B5EF4-FFF2-40B4-BE49-F238E27FC236}">
                <a16:creationId xmlns:a16="http://schemas.microsoft.com/office/drawing/2014/main" id="{FC5B1C5B-00A1-4086-B666-3697ECB281E0}"/>
              </a:ext>
            </a:extLst>
          </p:cNvPr>
          <p:cNvSpPr>
            <a:spLocks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9631">
            <a:extLst>
              <a:ext uri="{FF2B5EF4-FFF2-40B4-BE49-F238E27FC236}">
                <a16:creationId xmlns:a16="http://schemas.microsoft.com/office/drawing/2014/main" id="{A2ADF3E5-5C44-4022-B7A6-3E0B9E99918E}"/>
              </a:ext>
            </a:extLst>
          </p:cNvPr>
          <p:cNvSpPr>
            <a:spLocks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9632">
            <a:extLst>
              <a:ext uri="{FF2B5EF4-FFF2-40B4-BE49-F238E27FC236}">
                <a16:creationId xmlns:a16="http://schemas.microsoft.com/office/drawing/2014/main" id="{7FF2CF2E-F8FD-4957-A99C-C59107F45F81}"/>
              </a:ext>
            </a:extLst>
          </p:cNvPr>
          <p:cNvSpPr>
            <a:spLocks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9633">
            <a:extLst>
              <a:ext uri="{FF2B5EF4-FFF2-40B4-BE49-F238E27FC236}">
                <a16:creationId xmlns:a16="http://schemas.microsoft.com/office/drawing/2014/main" id="{0EF756E4-2CE3-4411-A1E1-BA184EA1E487}"/>
              </a:ext>
            </a:extLst>
          </p:cNvPr>
          <p:cNvSpPr>
            <a:spLocks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9634">
            <a:extLst>
              <a:ext uri="{FF2B5EF4-FFF2-40B4-BE49-F238E27FC236}">
                <a16:creationId xmlns:a16="http://schemas.microsoft.com/office/drawing/2014/main" id="{A760C430-47FB-4E3A-A25A-18F97E18B4E4}"/>
              </a:ext>
            </a:extLst>
          </p:cNvPr>
          <p:cNvSpPr>
            <a:spLocks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9635">
            <a:extLst>
              <a:ext uri="{FF2B5EF4-FFF2-40B4-BE49-F238E27FC236}">
                <a16:creationId xmlns:a16="http://schemas.microsoft.com/office/drawing/2014/main" id="{140DA3FF-2306-4FEC-BDDA-F288AE1F7223}"/>
              </a:ext>
            </a:extLst>
          </p:cNvPr>
          <p:cNvSpPr>
            <a:spLocks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9636">
            <a:extLst>
              <a:ext uri="{FF2B5EF4-FFF2-40B4-BE49-F238E27FC236}">
                <a16:creationId xmlns:a16="http://schemas.microsoft.com/office/drawing/2014/main" id="{B1E28C98-D3B7-49E4-AB6B-D772074DE480}"/>
              </a:ext>
            </a:extLst>
          </p:cNvPr>
          <p:cNvSpPr>
            <a:spLocks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9637">
            <a:extLst>
              <a:ext uri="{FF2B5EF4-FFF2-40B4-BE49-F238E27FC236}">
                <a16:creationId xmlns:a16="http://schemas.microsoft.com/office/drawing/2014/main" id="{87234DC4-E9F9-42F5-A3B8-F0AF6C8E9DEC}"/>
              </a:ext>
            </a:extLst>
          </p:cNvPr>
          <p:cNvSpPr>
            <a:spLocks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9638">
            <a:extLst>
              <a:ext uri="{FF2B5EF4-FFF2-40B4-BE49-F238E27FC236}">
                <a16:creationId xmlns:a16="http://schemas.microsoft.com/office/drawing/2014/main" id="{3D71E213-4EB9-474C-9989-6975378D3A9D}"/>
              </a:ext>
            </a:extLst>
          </p:cNvPr>
          <p:cNvSpPr>
            <a:spLocks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9639">
            <a:extLst>
              <a:ext uri="{FF2B5EF4-FFF2-40B4-BE49-F238E27FC236}">
                <a16:creationId xmlns:a16="http://schemas.microsoft.com/office/drawing/2014/main" id="{221A76A6-C229-4518-A93E-9349F39D2DCD}"/>
              </a:ext>
            </a:extLst>
          </p:cNvPr>
          <p:cNvSpPr>
            <a:spLocks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9640">
            <a:extLst>
              <a:ext uri="{FF2B5EF4-FFF2-40B4-BE49-F238E27FC236}">
                <a16:creationId xmlns:a16="http://schemas.microsoft.com/office/drawing/2014/main" id="{E0707C08-595A-4FCD-B087-DFB73AADC0A1}"/>
              </a:ext>
            </a:extLst>
          </p:cNvPr>
          <p:cNvSpPr>
            <a:spLocks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9641">
            <a:extLst>
              <a:ext uri="{FF2B5EF4-FFF2-40B4-BE49-F238E27FC236}">
                <a16:creationId xmlns:a16="http://schemas.microsoft.com/office/drawing/2014/main" id="{5E3E3213-8FDF-4DD2-B343-845A147196F3}"/>
              </a:ext>
            </a:extLst>
          </p:cNvPr>
          <p:cNvSpPr>
            <a:spLocks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9642">
            <a:extLst>
              <a:ext uri="{FF2B5EF4-FFF2-40B4-BE49-F238E27FC236}">
                <a16:creationId xmlns:a16="http://schemas.microsoft.com/office/drawing/2014/main" id="{9D0F90BB-8691-4BF3-910C-355C2859E3E2}"/>
              </a:ext>
            </a:extLst>
          </p:cNvPr>
          <p:cNvSpPr>
            <a:spLocks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9643">
            <a:extLst>
              <a:ext uri="{FF2B5EF4-FFF2-40B4-BE49-F238E27FC236}">
                <a16:creationId xmlns:a16="http://schemas.microsoft.com/office/drawing/2014/main" id="{2C105FA4-D359-41AC-B193-308FC50FB4BE}"/>
              </a:ext>
            </a:extLst>
          </p:cNvPr>
          <p:cNvSpPr>
            <a:spLocks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9644">
            <a:extLst>
              <a:ext uri="{FF2B5EF4-FFF2-40B4-BE49-F238E27FC236}">
                <a16:creationId xmlns:a16="http://schemas.microsoft.com/office/drawing/2014/main" id="{1A468E26-D451-4B8C-842F-F385288CC729}"/>
              </a:ext>
            </a:extLst>
          </p:cNvPr>
          <p:cNvSpPr>
            <a:spLocks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9645">
            <a:extLst>
              <a:ext uri="{FF2B5EF4-FFF2-40B4-BE49-F238E27FC236}">
                <a16:creationId xmlns:a16="http://schemas.microsoft.com/office/drawing/2014/main" id="{A83C844B-B511-4684-B34D-CCCB6C30FE8D}"/>
              </a:ext>
            </a:extLst>
          </p:cNvPr>
          <p:cNvSpPr>
            <a:spLocks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9646">
            <a:extLst>
              <a:ext uri="{FF2B5EF4-FFF2-40B4-BE49-F238E27FC236}">
                <a16:creationId xmlns:a16="http://schemas.microsoft.com/office/drawing/2014/main" id="{4FFDF7BB-AB73-43ED-9329-215A4E37C389}"/>
              </a:ext>
            </a:extLst>
          </p:cNvPr>
          <p:cNvSpPr>
            <a:spLocks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9647">
            <a:extLst>
              <a:ext uri="{FF2B5EF4-FFF2-40B4-BE49-F238E27FC236}">
                <a16:creationId xmlns:a16="http://schemas.microsoft.com/office/drawing/2014/main" id="{FB4F81C0-2CDB-4F5C-9836-70AD08115E12}"/>
              </a:ext>
            </a:extLst>
          </p:cNvPr>
          <p:cNvSpPr>
            <a:spLocks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9648">
            <a:extLst>
              <a:ext uri="{FF2B5EF4-FFF2-40B4-BE49-F238E27FC236}">
                <a16:creationId xmlns:a16="http://schemas.microsoft.com/office/drawing/2014/main" id="{689E9295-374E-481C-84EE-42C46B8E3D1C}"/>
              </a:ext>
            </a:extLst>
          </p:cNvPr>
          <p:cNvSpPr>
            <a:spLocks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9649">
            <a:extLst>
              <a:ext uri="{FF2B5EF4-FFF2-40B4-BE49-F238E27FC236}">
                <a16:creationId xmlns:a16="http://schemas.microsoft.com/office/drawing/2014/main" id="{8B029F9F-EC3C-4D72-9FCE-FED77C46E731}"/>
              </a:ext>
            </a:extLst>
          </p:cNvPr>
          <p:cNvSpPr>
            <a:spLocks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9650">
            <a:extLst>
              <a:ext uri="{FF2B5EF4-FFF2-40B4-BE49-F238E27FC236}">
                <a16:creationId xmlns:a16="http://schemas.microsoft.com/office/drawing/2014/main" id="{3D0E8AE3-C744-4997-B28C-775EDD93D10E}"/>
              </a:ext>
            </a:extLst>
          </p:cNvPr>
          <p:cNvSpPr>
            <a:spLocks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9651">
            <a:extLst>
              <a:ext uri="{FF2B5EF4-FFF2-40B4-BE49-F238E27FC236}">
                <a16:creationId xmlns:a16="http://schemas.microsoft.com/office/drawing/2014/main" id="{243D8029-EF76-4804-9F25-EFD4BDA1C815}"/>
              </a:ext>
            </a:extLst>
          </p:cNvPr>
          <p:cNvSpPr>
            <a:spLocks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9652">
            <a:extLst>
              <a:ext uri="{FF2B5EF4-FFF2-40B4-BE49-F238E27FC236}">
                <a16:creationId xmlns:a16="http://schemas.microsoft.com/office/drawing/2014/main" id="{2B1E4DE9-7ADF-467F-9BD3-0797A6F1D7D6}"/>
              </a:ext>
            </a:extLst>
          </p:cNvPr>
          <p:cNvSpPr>
            <a:spLocks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9653">
            <a:extLst>
              <a:ext uri="{FF2B5EF4-FFF2-40B4-BE49-F238E27FC236}">
                <a16:creationId xmlns:a16="http://schemas.microsoft.com/office/drawing/2014/main" id="{5C59CA59-B220-4F6D-B826-F93F32FE6DDB}"/>
              </a:ext>
            </a:extLst>
          </p:cNvPr>
          <p:cNvSpPr>
            <a:spLocks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9654">
            <a:extLst>
              <a:ext uri="{FF2B5EF4-FFF2-40B4-BE49-F238E27FC236}">
                <a16:creationId xmlns:a16="http://schemas.microsoft.com/office/drawing/2014/main" id="{195B12E2-597C-41E1-A0D4-BCE4C79E7C51}"/>
              </a:ext>
            </a:extLst>
          </p:cNvPr>
          <p:cNvSpPr>
            <a:spLocks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9655">
            <a:extLst>
              <a:ext uri="{FF2B5EF4-FFF2-40B4-BE49-F238E27FC236}">
                <a16:creationId xmlns:a16="http://schemas.microsoft.com/office/drawing/2014/main" id="{AC45A4CF-FE30-491B-99E0-2EC05C010ED9}"/>
              </a:ext>
            </a:extLst>
          </p:cNvPr>
          <p:cNvSpPr>
            <a:spLocks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9656">
            <a:extLst>
              <a:ext uri="{FF2B5EF4-FFF2-40B4-BE49-F238E27FC236}">
                <a16:creationId xmlns:a16="http://schemas.microsoft.com/office/drawing/2014/main" id="{F07749D9-2730-44D1-9B67-F49873B67EF2}"/>
              </a:ext>
            </a:extLst>
          </p:cNvPr>
          <p:cNvSpPr>
            <a:spLocks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9657">
            <a:extLst>
              <a:ext uri="{FF2B5EF4-FFF2-40B4-BE49-F238E27FC236}">
                <a16:creationId xmlns:a16="http://schemas.microsoft.com/office/drawing/2014/main" id="{4B995E97-1645-4C41-BDC5-966383641552}"/>
              </a:ext>
            </a:extLst>
          </p:cNvPr>
          <p:cNvSpPr>
            <a:spLocks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9658">
            <a:extLst>
              <a:ext uri="{FF2B5EF4-FFF2-40B4-BE49-F238E27FC236}">
                <a16:creationId xmlns:a16="http://schemas.microsoft.com/office/drawing/2014/main" id="{0B7D58A9-8470-4CF4-BEC5-A6F135A12B80}"/>
              </a:ext>
            </a:extLst>
          </p:cNvPr>
          <p:cNvSpPr>
            <a:spLocks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9659">
            <a:extLst>
              <a:ext uri="{FF2B5EF4-FFF2-40B4-BE49-F238E27FC236}">
                <a16:creationId xmlns:a16="http://schemas.microsoft.com/office/drawing/2014/main" id="{2D7C9352-9139-4296-A132-0FC6DF307636}"/>
              </a:ext>
            </a:extLst>
          </p:cNvPr>
          <p:cNvSpPr>
            <a:spLocks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9660">
            <a:extLst>
              <a:ext uri="{FF2B5EF4-FFF2-40B4-BE49-F238E27FC236}">
                <a16:creationId xmlns:a16="http://schemas.microsoft.com/office/drawing/2014/main" id="{C4FE495B-DDC3-4247-91D7-DE478DE5CF2D}"/>
              </a:ext>
            </a:extLst>
          </p:cNvPr>
          <p:cNvSpPr>
            <a:spLocks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9661">
            <a:extLst>
              <a:ext uri="{FF2B5EF4-FFF2-40B4-BE49-F238E27FC236}">
                <a16:creationId xmlns:a16="http://schemas.microsoft.com/office/drawing/2014/main" id="{C3955239-04D4-42B3-89E4-58C2B1A8EFBA}"/>
              </a:ext>
            </a:extLst>
          </p:cNvPr>
          <p:cNvSpPr>
            <a:spLocks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9662">
            <a:extLst>
              <a:ext uri="{FF2B5EF4-FFF2-40B4-BE49-F238E27FC236}">
                <a16:creationId xmlns:a16="http://schemas.microsoft.com/office/drawing/2014/main" id="{240BFF4A-EA44-4A2F-A880-320D3B6D7443}"/>
              </a:ext>
            </a:extLst>
          </p:cNvPr>
          <p:cNvSpPr>
            <a:spLocks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9663">
            <a:extLst>
              <a:ext uri="{FF2B5EF4-FFF2-40B4-BE49-F238E27FC236}">
                <a16:creationId xmlns:a16="http://schemas.microsoft.com/office/drawing/2014/main" id="{1164F48B-BCE2-4F6C-9B82-C056D2BDF5B2}"/>
              </a:ext>
            </a:extLst>
          </p:cNvPr>
          <p:cNvSpPr>
            <a:spLocks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9664">
            <a:extLst>
              <a:ext uri="{FF2B5EF4-FFF2-40B4-BE49-F238E27FC236}">
                <a16:creationId xmlns:a16="http://schemas.microsoft.com/office/drawing/2014/main" id="{6463C2BC-FA29-47FA-9F0C-04A9EE5CFD71}"/>
              </a:ext>
            </a:extLst>
          </p:cNvPr>
          <p:cNvSpPr>
            <a:spLocks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9665">
            <a:extLst>
              <a:ext uri="{FF2B5EF4-FFF2-40B4-BE49-F238E27FC236}">
                <a16:creationId xmlns:a16="http://schemas.microsoft.com/office/drawing/2014/main" id="{402AE5B8-A43F-4257-9C7F-D94033BD7BAE}"/>
              </a:ext>
            </a:extLst>
          </p:cNvPr>
          <p:cNvSpPr>
            <a:spLocks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9666">
            <a:extLst>
              <a:ext uri="{FF2B5EF4-FFF2-40B4-BE49-F238E27FC236}">
                <a16:creationId xmlns:a16="http://schemas.microsoft.com/office/drawing/2014/main" id="{7C933B40-F367-4D78-B382-8D5C2FC68882}"/>
              </a:ext>
            </a:extLst>
          </p:cNvPr>
          <p:cNvSpPr>
            <a:spLocks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9667">
            <a:extLst>
              <a:ext uri="{FF2B5EF4-FFF2-40B4-BE49-F238E27FC236}">
                <a16:creationId xmlns:a16="http://schemas.microsoft.com/office/drawing/2014/main" id="{0D0AC324-7A5A-4CD2-82AC-40FA92FF459E}"/>
              </a:ext>
            </a:extLst>
          </p:cNvPr>
          <p:cNvSpPr>
            <a:spLocks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9668">
            <a:extLst>
              <a:ext uri="{FF2B5EF4-FFF2-40B4-BE49-F238E27FC236}">
                <a16:creationId xmlns:a16="http://schemas.microsoft.com/office/drawing/2014/main" id="{80AF435E-AE1B-416A-9A18-F3443993C005}"/>
              </a:ext>
            </a:extLst>
          </p:cNvPr>
          <p:cNvSpPr>
            <a:spLocks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9669">
            <a:extLst>
              <a:ext uri="{FF2B5EF4-FFF2-40B4-BE49-F238E27FC236}">
                <a16:creationId xmlns:a16="http://schemas.microsoft.com/office/drawing/2014/main" id="{00B96A26-1C39-4995-B0B3-697411E2157D}"/>
              </a:ext>
            </a:extLst>
          </p:cNvPr>
          <p:cNvSpPr>
            <a:spLocks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9670">
            <a:extLst>
              <a:ext uri="{FF2B5EF4-FFF2-40B4-BE49-F238E27FC236}">
                <a16:creationId xmlns:a16="http://schemas.microsoft.com/office/drawing/2014/main" id="{432A8C11-A938-429C-8A5E-292E0D12DA98}"/>
              </a:ext>
            </a:extLst>
          </p:cNvPr>
          <p:cNvSpPr>
            <a:spLocks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9671">
            <a:extLst>
              <a:ext uri="{FF2B5EF4-FFF2-40B4-BE49-F238E27FC236}">
                <a16:creationId xmlns:a16="http://schemas.microsoft.com/office/drawing/2014/main" id="{CC90BFF5-39AD-4696-BFE1-D48D70400DD2}"/>
              </a:ext>
            </a:extLst>
          </p:cNvPr>
          <p:cNvSpPr>
            <a:spLocks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9672">
            <a:extLst>
              <a:ext uri="{FF2B5EF4-FFF2-40B4-BE49-F238E27FC236}">
                <a16:creationId xmlns:a16="http://schemas.microsoft.com/office/drawing/2014/main" id="{78245B34-6843-4835-A97F-5D9BC634B592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9673">
            <a:extLst>
              <a:ext uri="{FF2B5EF4-FFF2-40B4-BE49-F238E27FC236}">
                <a16:creationId xmlns:a16="http://schemas.microsoft.com/office/drawing/2014/main" id="{4EA802DC-97F8-4581-80F0-27FCE944A112}"/>
              </a:ext>
            </a:extLst>
          </p:cNvPr>
          <p:cNvSpPr>
            <a:spLocks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9674">
            <a:extLst>
              <a:ext uri="{FF2B5EF4-FFF2-40B4-BE49-F238E27FC236}">
                <a16:creationId xmlns:a16="http://schemas.microsoft.com/office/drawing/2014/main" id="{15BCDA23-2284-40E2-8A49-D5E07D21AB0F}"/>
              </a:ext>
            </a:extLst>
          </p:cNvPr>
          <p:cNvSpPr>
            <a:spLocks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9675">
            <a:extLst>
              <a:ext uri="{FF2B5EF4-FFF2-40B4-BE49-F238E27FC236}">
                <a16:creationId xmlns:a16="http://schemas.microsoft.com/office/drawing/2014/main" id="{B96372DE-5D2F-4382-8A60-BA2B6DBB1679}"/>
              </a:ext>
            </a:extLst>
          </p:cNvPr>
          <p:cNvSpPr>
            <a:spLocks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9676">
            <a:extLst>
              <a:ext uri="{FF2B5EF4-FFF2-40B4-BE49-F238E27FC236}">
                <a16:creationId xmlns:a16="http://schemas.microsoft.com/office/drawing/2014/main" id="{487F2F0E-4E3D-45A1-8D75-07231F81D9BD}"/>
              </a:ext>
            </a:extLst>
          </p:cNvPr>
          <p:cNvSpPr>
            <a:spLocks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9677">
            <a:extLst>
              <a:ext uri="{FF2B5EF4-FFF2-40B4-BE49-F238E27FC236}">
                <a16:creationId xmlns:a16="http://schemas.microsoft.com/office/drawing/2014/main" id="{1BD44BFB-1231-46E9-90E8-F7E2F71F7425}"/>
              </a:ext>
            </a:extLst>
          </p:cNvPr>
          <p:cNvSpPr>
            <a:spLocks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9678">
            <a:extLst>
              <a:ext uri="{FF2B5EF4-FFF2-40B4-BE49-F238E27FC236}">
                <a16:creationId xmlns:a16="http://schemas.microsoft.com/office/drawing/2014/main" id="{3B92D28C-CD58-4880-BC36-FD8A0D8B0D2F}"/>
              </a:ext>
            </a:extLst>
          </p:cNvPr>
          <p:cNvSpPr>
            <a:spLocks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9679">
            <a:extLst>
              <a:ext uri="{FF2B5EF4-FFF2-40B4-BE49-F238E27FC236}">
                <a16:creationId xmlns:a16="http://schemas.microsoft.com/office/drawing/2014/main" id="{C6BA7C4B-02BD-425A-AAB8-46B77018D0A6}"/>
              </a:ext>
            </a:extLst>
          </p:cNvPr>
          <p:cNvSpPr>
            <a:spLocks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9680">
            <a:extLst>
              <a:ext uri="{FF2B5EF4-FFF2-40B4-BE49-F238E27FC236}">
                <a16:creationId xmlns:a16="http://schemas.microsoft.com/office/drawing/2014/main" id="{1215091B-ADBC-4745-9D1B-102C3C5CA6E0}"/>
              </a:ext>
            </a:extLst>
          </p:cNvPr>
          <p:cNvSpPr>
            <a:spLocks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9681">
            <a:extLst>
              <a:ext uri="{FF2B5EF4-FFF2-40B4-BE49-F238E27FC236}">
                <a16:creationId xmlns:a16="http://schemas.microsoft.com/office/drawing/2014/main" id="{2F2A0F61-AFE3-4C9B-87E0-BB119F46F8A8}"/>
              </a:ext>
            </a:extLst>
          </p:cNvPr>
          <p:cNvSpPr>
            <a:spLocks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9682">
            <a:extLst>
              <a:ext uri="{FF2B5EF4-FFF2-40B4-BE49-F238E27FC236}">
                <a16:creationId xmlns:a16="http://schemas.microsoft.com/office/drawing/2014/main" id="{5E445B9A-BBDF-47FA-8528-44DD57AECA55}"/>
              </a:ext>
            </a:extLst>
          </p:cNvPr>
          <p:cNvSpPr>
            <a:spLocks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9683">
            <a:extLst>
              <a:ext uri="{FF2B5EF4-FFF2-40B4-BE49-F238E27FC236}">
                <a16:creationId xmlns:a16="http://schemas.microsoft.com/office/drawing/2014/main" id="{26E72E9C-BAF3-4A8C-AAC2-9E07D4EBA613}"/>
              </a:ext>
            </a:extLst>
          </p:cNvPr>
          <p:cNvSpPr>
            <a:spLocks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9684">
            <a:extLst>
              <a:ext uri="{FF2B5EF4-FFF2-40B4-BE49-F238E27FC236}">
                <a16:creationId xmlns:a16="http://schemas.microsoft.com/office/drawing/2014/main" id="{DAB34757-1AEC-4D09-877A-86BB2E79282C}"/>
              </a:ext>
            </a:extLst>
          </p:cNvPr>
          <p:cNvSpPr>
            <a:spLocks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9685">
            <a:extLst>
              <a:ext uri="{FF2B5EF4-FFF2-40B4-BE49-F238E27FC236}">
                <a16:creationId xmlns:a16="http://schemas.microsoft.com/office/drawing/2014/main" id="{9C9B850F-DE2D-4053-8C96-C2001ABA524E}"/>
              </a:ext>
            </a:extLst>
          </p:cNvPr>
          <p:cNvSpPr>
            <a:spLocks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9686">
            <a:extLst>
              <a:ext uri="{FF2B5EF4-FFF2-40B4-BE49-F238E27FC236}">
                <a16:creationId xmlns:a16="http://schemas.microsoft.com/office/drawing/2014/main" id="{3415B540-B376-4FFD-8443-C3D431299578}"/>
              </a:ext>
            </a:extLst>
          </p:cNvPr>
          <p:cNvSpPr>
            <a:spLocks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9687">
            <a:extLst>
              <a:ext uri="{FF2B5EF4-FFF2-40B4-BE49-F238E27FC236}">
                <a16:creationId xmlns:a16="http://schemas.microsoft.com/office/drawing/2014/main" id="{4D8BCB18-7820-4140-957C-61C4BCED4ED9}"/>
              </a:ext>
            </a:extLst>
          </p:cNvPr>
          <p:cNvSpPr>
            <a:spLocks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9688">
            <a:extLst>
              <a:ext uri="{FF2B5EF4-FFF2-40B4-BE49-F238E27FC236}">
                <a16:creationId xmlns:a16="http://schemas.microsoft.com/office/drawing/2014/main" id="{4BAD5596-7F58-4EA9-863F-77458FCA003C}"/>
              </a:ext>
            </a:extLst>
          </p:cNvPr>
          <p:cNvSpPr>
            <a:spLocks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9689">
            <a:extLst>
              <a:ext uri="{FF2B5EF4-FFF2-40B4-BE49-F238E27FC236}">
                <a16:creationId xmlns:a16="http://schemas.microsoft.com/office/drawing/2014/main" id="{ADF7F444-7A35-44BC-82D5-8C2D8B946B0F}"/>
              </a:ext>
            </a:extLst>
          </p:cNvPr>
          <p:cNvSpPr>
            <a:spLocks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9690">
            <a:extLst>
              <a:ext uri="{FF2B5EF4-FFF2-40B4-BE49-F238E27FC236}">
                <a16:creationId xmlns:a16="http://schemas.microsoft.com/office/drawing/2014/main" id="{59CF6A45-3D38-450B-AA55-9BCD88A91F28}"/>
              </a:ext>
            </a:extLst>
          </p:cNvPr>
          <p:cNvSpPr>
            <a:spLocks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9691">
            <a:extLst>
              <a:ext uri="{FF2B5EF4-FFF2-40B4-BE49-F238E27FC236}">
                <a16:creationId xmlns:a16="http://schemas.microsoft.com/office/drawing/2014/main" id="{705C5ABB-5BCA-4396-80CA-84E73C0C010B}"/>
              </a:ext>
            </a:extLst>
          </p:cNvPr>
          <p:cNvSpPr>
            <a:spLocks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9692">
            <a:extLst>
              <a:ext uri="{FF2B5EF4-FFF2-40B4-BE49-F238E27FC236}">
                <a16:creationId xmlns:a16="http://schemas.microsoft.com/office/drawing/2014/main" id="{A6097631-ECE5-4CB4-B4BE-035FFE5EDDED}"/>
              </a:ext>
            </a:extLst>
          </p:cNvPr>
          <p:cNvSpPr>
            <a:spLocks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9693">
            <a:extLst>
              <a:ext uri="{FF2B5EF4-FFF2-40B4-BE49-F238E27FC236}">
                <a16:creationId xmlns:a16="http://schemas.microsoft.com/office/drawing/2014/main" id="{8A260A1C-C7C8-4512-AAC8-290B014A0518}"/>
              </a:ext>
            </a:extLst>
          </p:cNvPr>
          <p:cNvSpPr>
            <a:spLocks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9694">
            <a:extLst>
              <a:ext uri="{FF2B5EF4-FFF2-40B4-BE49-F238E27FC236}">
                <a16:creationId xmlns:a16="http://schemas.microsoft.com/office/drawing/2014/main" id="{5AB515F7-7713-44B5-BDEB-20FC80259624}"/>
              </a:ext>
            </a:extLst>
          </p:cNvPr>
          <p:cNvSpPr>
            <a:spLocks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9695">
            <a:extLst>
              <a:ext uri="{FF2B5EF4-FFF2-40B4-BE49-F238E27FC236}">
                <a16:creationId xmlns:a16="http://schemas.microsoft.com/office/drawing/2014/main" id="{FFFB66C5-B4A6-4CED-BA87-77547AEA406A}"/>
              </a:ext>
            </a:extLst>
          </p:cNvPr>
          <p:cNvSpPr>
            <a:spLocks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9696">
            <a:extLst>
              <a:ext uri="{FF2B5EF4-FFF2-40B4-BE49-F238E27FC236}">
                <a16:creationId xmlns:a16="http://schemas.microsoft.com/office/drawing/2014/main" id="{94EAD6C0-1061-46D4-AB5D-E1641C523667}"/>
              </a:ext>
            </a:extLst>
          </p:cNvPr>
          <p:cNvSpPr>
            <a:spLocks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9697">
            <a:extLst>
              <a:ext uri="{FF2B5EF4-FFF2-40B4-BE49-F238E27FC236}">
                <a16:creationId xmlns:a16="http://schemas.microsoft.com/office/drawing/2014/main" id="{5F60458C-F520-4E5A-9DD3-4862EFB20ED0}"/>
              </a:ext>
            </a:extLst>
          </p:cNvPr>
          <p:cNvSpPr>
            <a:spLocks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9698">
            <a:extLst>
              <a:ext uri="{FF2B5EF4-FFF2-40B4-BE49-F238E27FC236}">
                <a16:creationId xmlns:a16="http://schemas.microsoft.com/office/drawing/2014/main" id="{A4AF623D-D558-4333-AEDC-FF50DCB856E8}"/>
              </a:ext>
            </a:extLst>
          </p:cNvPr>
          <p:cNvSpPr>
            <a:spLocks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9699">
            <a:extLst>
              <a:ext uri="{FF2B5EF4-FFF2-40B4-BE49-F238E27FC236}">
                <a16:creationId xmlns:a16="http://schemas.microsoft.com/office/drawing/2014/main" id="{2B663A5A-CB71-461F-8B5C-5C5E8D7AF473}"/>
              </a:ext>
            </a:extLst>
          </p:cNvPr>
          <p:cNvSpPr>
            <a:spLocks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9700">
            <a:extLst>
              <a:ext uri="{FF2B5EF4-FFF2-40B4-BE49-F238E27FC236}">
                <a16:creationId xmlns:a16="http://schemas.microsoft.com/office/drawing/2014/main" id="{B2F5C3C4-F60A-4E49-A513-EA9D74F88E25}"/>
              </a:ext>
            </a:extLst>
          </p:cNvPr>
          <p:cNvSpPr>
            <a:spLocks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9701">
            <a:extLst>
              <a:ext uri="{FF2B5EF4-FFF2-40B4-BE49-F238E27FC236}">
                <a16:creationId xmlns:a16="http://schemas.microsoft.com/office/drawing/2014/main" id="{327E41C6-4F28-4F12-B15C-77544F34A1FF}"/>
              </a:ext>
            </a:extLst>
          </p:cNvPr>
          <p:cNvSpPr>
            <a:spLocks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9702">
            <a:extLst>
              <a:ext uri="{FF2B5EF4-FFF2-40B4-BE49-F238E27FC236}">
                <a16:creationId xmlns:a16="http://schemas.microsoft.com/office/drawing/2014/main" id="{84A7B0ED-9DFA-41ED-B17E-9A01B4F7B976}"/>
              </a:ext>
            </a:extLst>
          </p:cNvPr>
          <p:cNvSpPr>
            <a:spLocks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9703">
            <a:extLst>
              <a:ext uri="{FF2B5EF4-FFF2-40B4-BE49-F238E27FC236}">
                <a16:creationId xmlns:a16="http://schemas.microsoft.com/office/drawing/2014/main" id="{49CC9426-6CB1-4314-9F4A-8801E65A5475}"/>
              </a:ext>
            </a:extLst>
          </p:cNvPr>
          <p:cNvSpPr>
            <a:spLocks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9704">
            <a:extLst>
              <a:ext uri="{FF2B5EF4-FFF2-40B4-BE49-F238E27FC236}">
                <a16:creationId xmlns:a16="http://schemas.microsoft.com/office/drawing/2014/main" id="{173250F3-A181-47FD-8864-3BB833E56324}"/>
              </a:ext>
            </a:extLst>
          </p:cNvPr>
          <p:cNvSpPr>
            <a:spLocks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9705">
            <a:extLst>
              <a:ext uri="{FF2B5EF4-FFF2-40B4-BE49-F238E27FC236}">
                <a16:creationId xmlns:a16="http://schemas.microsoft.com/office/drawing/2014/main" id="{2AEFA3BF-BDC9-4EC4-9FD6-F1EF045B523E}"/>
              </a:ext>
            </a:extLst>
          </p:cNvPr>
          <p:cNvSpPr>
            <a:spLocks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9706">
            <a:extLst>
              <a:ext uri="{FF2B5EF4-FFF2-40B4-BE49-F238E27FC236}">
                <a16:creationId xmlns:a16="http://schemas.microsoft.com/office/drawing/2014/main" id="{DDC2B531-EBC4-4400-9895-44C9004674B0}"/>
              </a:ext>
            </a:extLst>
          </p:cNvPr>
          <p:cNvSpPr>
            <a:spLocks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9707">
            <a:extLst>
              <a:ext uri="{FF2B5EF4-FFF2-40B4-BE49-F238E27FC236}">
                <a16:creationId xmlns:a16="http://schemas.microsoft.com/office/drawing/2014/main" id="{E2EA1D7C-1AB2-4EC1-ACBD-7665AD7434A0}"/>
              </a:ext>
            </a:extLst>
          </p:cNvPr>
          <p:cNvSpPr>
            <a:spLocks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9708">
            <a:extLst>
              <a:ext uri="{FF2B5EF4-FFF2-40B4-BE49-F238E27FC236}">
                <a16:creationId xmlns:a16="http://schemas.microsoft.com/office/drawing/2014/main" id="{1903C27F-3F6A-456D-8E18-9EC40A20FA73}"/>
              </a:ext>
            </a:extLst>
          </p:cNvPr>
          <p:cNvSpPr>
            <a:spLocks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9709">
            <a:extLst>
              <a:ext uri="{FF2B5EF4-FFF2-40B4-BE49-F238E27FC236}">
                <a16:creationId xmlns:a16="http://schemas.microsoft.com/office/drawing/2014/main" id="{AC3D30C9-60AE-4E71-A273-B30F9853020F}"/>
              </a:ext>
            </a:extLst>
          </p:cNvPr>
          <p:cNvSpPr>
            <a:spLocks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9710">
            <a:extLst>
              <a:ext uri="{FF2B5EF4-FFF2-40B4-BE49-F238E27FC236}">
                <a16:creationId xmlns:a16="http://schemas.microsoft.com/office/drawing/2014/main" id="{C7C6BC15-F409-42F9-87D0-2AC2D1F067EA}"/>
              </a:ext>
            </a:extLst>
          </p:cNvPr>
          <p:cNvSpPr>
            <a:spLocks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9711">
            <a:extLst>
              <a:ext uri="{FF2B5EF4-FFF2-40B4-BE49-F238E27FC236}">
                <a16:creationId xmlns:a16="http://schemas.microsoft.com/office/drawing/2014/main" id="{A7641DD6-C81B-4519-BCD8-CEEDD7C5A168}"/>
              </a:ext>
            </a:extLst>
          </p:cNvPr>
          <p:cNvSpPr>
            <a:spLocks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9712">
            <a:extLst>
              <a:ext uri="{FF2B5EF4-FFF2-40B4-BE49-F238E27FC236}">
                <a16:creationId xmlns:a16="http://schemas.microsoft.com/office/drawing/2014/main" id="{3B33254F-BFF0-49C2-B911-519193E19359}"/>
              </a:ext>
            </a:extLst>
          </p:cNvPr>
          <p:cNvSpPr>
            <a:spLocks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9713">
            <a:extLst>
              <a:ext uri="{FF2B5EF4-FFF2-40B4-BE49-F238E27FC236}">
                <a16:creationId xmlns:a16="http://schemas.microsoft.com/office/drawing/2014/main" id="{7C07A4F1-0946-45E6-B06D-A3E26246344B}"/>
              </a:ext>
            </a:extLst>
          </p:cNvPr>
          <p:cNvSpPr>
            <a:spLocks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9714">
            <a:extLst>
              <a:ext uri="{FF2B5EF4-FFF2-40B4-BE49-F238E27FC236}">
                <a16:creationId xmlns:a16="http://schemas.microsoft.com/office/drawing/2014/main" id="{196AF4AB-6BC5-4DCA-9F51-28C2FE24BEFC}"/>
              </a:ext>
            </a:extLst>
          </p:cNvPr>
          <p:cNvSpPr>
            <a:spLocks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9715">
            <a:extLst>
              <a:ext uri="{FF2B5EF4-FFF2-40B4-BE49-F238E27FC236}">
                <a16:creationId xmlns:a16="http://schemas.microsoft.com/office/drawing/2014/main" id="{5C2CC189-1CA3-4E96-87EB-B370978827BF}"/>
              </a:ext>
            </a:extLst>
          </p:cNvPr>
          <p:cNvSpPr>
            <a:spLocks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9716">
            <a:extLst>
              <a:ext uri="{FF2B5EF4-FFF2-40B4-BE49-F238E27FC236}">
                <a16:creationId xmlns:a16="http://schemas.microsoft.com/office/drawing/2014/main" id="{71E8AF7C-EB5A-43E5-9969-45A78944EA91}"/>
              </a:ext>
            </a:extLst>
          </p:cNvPr>
          <p:cNvSpPr>
            <a:spLocks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9717">
            <a:extLst>
              <a:ext uri="{FF2B5EF4-FFF2-40B4-BE49-F238E27FC236}">
                <a16:creationId xmlns:a16="http://schemas.microsoft.com/office/drawing/2014/main" id="{5179D203-909A-409C-BD8B-A5F4DEDCB041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9718">
            <a:extLst>
              <a:ext uri="{FF2B5EF4-FFF2-40B4-BE49-F238E27FC236}">
                <a16:creationId xmlns:a16="http://schemas.microsoft.com/office/drawing/2014/main" id="{0ED9D77B-A2F6-4C80-B760-03044EDA0933}"/>
              </a:ext>
            </a:extLst>
          </p:cNvPr>
          <p:cNvSpPr>
            <a:spLocks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9719">
            <a:extLst>
              <a:ext uri="{FF2B5EF4-FFF2-40B4-BE49-F238E27FC236}">
                <a16:creationId xmlns:a16="http://schemas.microsoft.com/office/drawing/2014/main" id="{81836D95-E9DA-4CF7-9FAA-948C15969C10}"/>
              </a:ext>
            </a:extLst>
          </p:cNvPr>
          <p:cNvSpPr>
            <a:spLocks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9720">
            <a:extLst>
              <a:ext uri="{FF2B5EF4-FFF2-40B4-BE49-F238E27FC236}">
                <a16:creationId xmlns:a16="http://schemas.microsoft.com/office/drawing/2014/main" id="{146D3733-9776-4260-A0A2-62744D000FB0}"/>
              </a:ext>
            </a:extLst>
          </p:cNvPr>
          <p:cNvSpPr>
            <a:spLocks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9721">
            <a:extLst>
              <a:ext uri="{FF2B5EF4-FFF2-40B4-BE49-F238E27FC236}">
                <a16:creationId xmlns:a16="http://schemas.microsoft.com/office/drawing/2014/main" id="{F6ADDA41-11F7-4CC7-9167-05FE111C3961}"/>
              </a:ext>
            </a:extLst>
          </p:cNvPr>
          <p:cNvSpPr>
            <a:spLocks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9722">
            <a:extLst>
              <a:ext uri="{FF2B5EF4-FFF2-40B4-BE49-F238E27FC236}">
                <a16:creationId xmlns:a16="http://schemas.microsoft.com/office/drawing/2014/main" id="{2E3596CC-EF02-4D06-A60F-C34D6CFBFA39}"/>
              </a:ext>
            </a:extLst>
          </p:cNvPr>
          <p:cNvSpPr>
            <a:spLocks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9723">
            <a:extLst>
              <a:ext uri="{FF2B5EF4-FFF2-40B4-BE49-F238E27FC236}">
                <a16:creationId xmlns:a16="http://schemas.microsoft.com/office/drawing/2014/main" id="{03C32F95-CB25-40AA-A505-D1D5EAA22EF9}"/>
              </a:ext>
            </a:extLst>
          </p:cNvPr>
          <p:cNvSpPr>
            <a:spLocks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9724">
            <a:extLst>
              <a:ext uri="{FF2B5EF4-FFF2-40B4-BE49-F238E27FC236}">
                <a16:creationId xmlns:a16="http://schemas.microsoft.com/office/drawing/2014/main" id="{D272CFE9-D1EB-4647-8276-071EB326D4C0}"/>
              </a:ext>
            </a:extLst>
          </p:cNvPr>
          <p:cNvSpPr>
            <a:spLocks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9725">
            <a:extLst>
              <a:ext uri="{FF2B5EF4-FFF2-40B4-BE49-F238E27FC236}">
                <a16:creationId xmlns:a16="http://schemas.microsoft.com/office/drawing/2014/main" id="{B1FDC7F5-F1D8-4080-BA54-C655DDBD131F}"/>
              </a:ext>
            </a:extLst>
          </p:cNvPr>
          <p:cNvSpPr>
            <a:spLocks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9726">
            <a:extLst>
              <a:ext uri="{FF2B5EF4-FFF2-40B4-BE49-F238E27FC236}">
                <a16:creationId xmlns:a16="http://schemas.microsoft.com/office/drawing/2014/main" id="{6D9F9627-518E-4A91-B8F8-DC3092084051}"/>
              </a:ext>
            </a:extLst>
          </p:cNvPr>
          <p:cNvSpPr>
            <a:spLocks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9727">
            <a:extLst>
              <a:ext uri="{FF2B5EF4-FFF2-40B4-BE49-F238E27FC236}">
                <a16:creationId xmlns:a16="http://schemas.microsoft.com/office/drawing/2014/main" id="{CD3B4AC4-4CAC-44C0-B346-C78C18F51751}"/>
              </a:ext>
            </a:extLst>
          </p:cNvPr>
          <p:cNvSpPr>
            <a:spLocks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9728">
            <a:extLst>
              <a:ext uri="{FF2B5EF4-FFF2-40B4-BE49-F238E27FC236}">
                <a16:creationId xmlns:a16="http://schemas.microsoft.com/office/drawing/2014/main" id="{D8883D6C-19D5-4A74-A1EA-8CD2D1F009EB}"/>
              </a:ext>
            </a:extLst>
          </p:cNvPr>
          <p:cNvSpPr>
            <a:spLocks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9729">
            <a:extLst>
              <a:ext uri="{FF2B5EF4-FFF2-40B4-BE49-F238E27FC236}">
                <a16:creationId xmlns:a16="http://schemas.microsoft.com/office/drawing/2014/main" id="{797C4270-0503-445B-ADB8-78855E99B06B}"/>
              </a:ext>
            </a:extLst>
          </p:cNvPr>
          <p:cNvSpPr>
            <a:spLocks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9730">
            <a:extLst>
              <a:ext uri="{FF2B5EF4-FFF2-40B4-BE49-F238E27FC236}">
                <a16:creationId xmlns:a16="http://schemas.microsoft.com/office/drawing/2014/main" id="{DA05287E-7577-412A-A17E-3ECBD7B9DB6A}"/>
              </a:ext>
            </a:extLst>
          </p:cNvPr>
          <p:cNvSpPr>
            <a:spLocks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9731">
            <a:extLst>
              <a:ext uri="{FF2B5EF4-FFF2-40B4-BE49-F238E27FC236}">
                <a16:creationId xmlns:a16="http://schemas.microsoft.com/office/drawing/2014/main" id="{AD2D354D-A01C-47AB-A691-D9EDC06D278F}"/>
              </a:ext>
            </a:extLst>
          </p:cNvPr>
          <p:cNvSpPr>
            <a:spLocks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9732">
            <a:extLst>
              <a:ext uri="{FF2B5EF4-FFF2-40B4-BE49-F238E27FC236}">
                <a16:creationId xmlns:a16="http://schemas.microsoft.com/office/drawing/2014/main" id="{182F0BC0-0F09-476A-AF4F-234496E5F749}"/>
              </a:ext>
            </a:extLst>
          </p:cNvPr>
          <p:cNvSpPr>
            <a:spLocks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9733">
            <a:extLst>
              <a:ext uri="{FF2B5EF4-FFF2-40B4-BE49-F238E27FC236}">
                <a16:creationId xmlns:a16="http://schemas.microsoft.com/office/drawing/2014/main" id="{520B6BD4-2584-4EAA-91F6-52A79DCFE797}"/>
              </a:ext>
            </a:extLst>
          </p:cNvPr>
          <p:cNvSpPr>
            <a:spLocks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9734">
            <a:extLst>
              <a:ext uri="{FF2B5EF4-FFF2-40B4-BE49-F238E27FC236}">
                <a16:creationId xmlns:a16="http://schemas.microsoft.com/office/drawing/2014/main" id="{18613EC9-A2E5-4005-8917-3DB3841367D0}"/>
              </a:ext>
            </a:extLst>
          </p:cNvPr>
          <p:cNvSpPr>
            <a:spLocks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9735">
            <a:extLst>
              <a:ext uri="{FF2B5EF4-FFF2-40B4-BE49-F238E27FC236}">
                <a16:creationId xmlns:a16="http://schemas.microsoft.com/office/drawing/2014/main" id="{5EB49C45-F315-4041-BB37-D92726BD6DD1}"/>
              </a:ext>
            </a:extLst>
          </p:cNvPr>
          <p:cNvSpPr>
            <a:spLocks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9736">
            <a:extLst>
              <a:ext uri="{FF2B5EF4-FFF2-40B4-BE49-F238E27FC236}">
                <a16:creationId xmlns:a16="http://schemas.microsoft.com/office/drawing/2014/main" id="{3AC6F7E0-FA31-4BBE-808E-85329BE01F0D}"/>
              </a:ext>
            </a:extLst>
          </p:cNvPr>
          <p:cNvSpPr>
            <a:spLocks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9737">
            <a:extLst>
              <a:ext uri="{FF2B5EF4-FFF2-40B4-BE49-F238E27FC236}">
                <a16:creationId xmlns:a16="http://schemas.microsoft.com/office/drawing/2014/main" id="{3BADA9D7-919C-466A-B9A8-14E567F92AD0}"/>
              </a:ext>
            </a:extLst>
          </p:cNvPr>
          <p:cNvSpPr>
            <a:spLocks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9738">
            <a:extLst>
              <a:ext uri="{FF2B5EF4-FFF2-40B4-BE49-F238E27FC236}">
                <a16:creationId xmlns:a16="http://schemas.microsoft.com/office/drawing/2014/main" id="{A36EB907-C5DA-4232-97F4-55B6D35A4BB6}"/>
              </a:ext>
            </a:extLst>
          </p:cNvPr>
          <p:cNvSpPr>
            <a:spLocks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9739">
            <a:extLst>
              <a:ext uri="{FF2B5EF4-FFF2-40B4-BE49-F238E27FC236}">
                <a16:creationId xmlns:a16="http://schemas.microsoft.com/office/drawing/2014/main" id="{0C4F7DD9-163C-4B72-BBDE-6CB6FF877E51}"/>
              </a:ext>
            </a:extLst>
          </p:cNvPr>
          <p:cNvSpPr>
            <a:spLocks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9740">
            <a:extLst>
              <a:ext uri="{FF2B5EF4-FFF2-40B4-BE49-F238E27FC236}">
                <a16:creationId xmlns:a16="http://schemas.microsoft.com/office/drawing/2014/main" id="{C3E1AAA4-A608-4A30-947A-E41DA5525CEC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9741">
            <a:extLst>
              <a:ext uri="{FF2B5EF4-FFF2-40B4-BE49-F238E27FC236}">
                <a16:creationId xmlns:a16="http://schemas.microsoft.com/office/drawing/2014/main" id="{2FC27004-90A4-4249-8F55-855B95653D02}"/>
              </a:ext>
            </a:extLst>
          </p:cNvPr>
          <p:cNvSpPr>
            <a:spLocks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9742">
            <a:extLst>
              <a:ext uri="{FF2B5EF4-FFF2-40B4-BE49-F238E27FC236}">
                <a16:creationId xmlns:a16="http://schemas.microsoft.com/office/drawing/2014/main" id="{4C8654BF-3890-470A-BDBF-CFAA51A8D15B}"/>
              </a:ext>
            </a:extLst>
          </p:cNvPr>
          <p:cNvSpPr>
            <a:spLocks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9743">
            <a:extLst>
              <a:ext uri="{FF2B5EF4-FFF2-40B4-BE49-F238E27FC236}">
                <a16:creationId xmlns:a16="http://schemas.microsoft.com/office/drawing/2014/main" id="{E9EBAB65-996F-42F5-A11D-B6572E16B27F}"/>
              </a:ext>
            </a:extLst>
          </p:cNvPr>
          <p:cNvSpPr>
            <a:spLocks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9744">
            <a:extLst>
              <a:ext uri="{FF2B5EF4-FFF2-40B4-BE49-F238E27FC236}">
                <a16:creationId xmlns:a16="http://schemas.microsoft.com/office/drawing/2014/main" id="{07D425EB-F35E-4819-915B-B600B9AE0171}"/>
              </a:ext>
            </a:extLst>
          </p:cNvPr>
          <p:cNvSpPr>
            <a:spLocks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9745">
            <a:extLst>
              <a:ext uri="{FF2B5EF4-FFF2-40B4-BE49-F238E27FC236}">
                <a16:creationId xmlns:a16="http://schemas.microsoft.com/office/drawing/2014/main" id="{9674BFAF-80A8-407F-BD6A-1184998C590E}"/>
              </a:ext>
            </a:extLst>
          </p:cNvPr>
          <p:cNvSpPr>
            <a:spLocks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9746">
            <a:extLst>
              <a:ext uri="{FF2B5EF4-FFF2-40B4-BE49-F238E27FC236}">
                <a16:creationId xmlns:a16="http://schemas.microsoft.com/office/drawing/2014/main" id="{F25F4BB3-6A3B-433A-95FF-28982908FD5C}"/>
              </a:ext>
            </a:extLst>
          </p:cNvPr>
          <p:cNvSpPr>
            <a:spLocks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9747">
            <a:extLst>
              <a:ext uri="{FF2B5EF4-FFF2-40B4-BE49-F238E27FC236}">
                <a16:creationId xmlns:a16="http://schemas.microsoft.com/office/drawing/2014/main" id="{68D1FCC9-B706-4D61-955F-054C41ADF09D}"/>
              </a:ext>
            </a:extLst>
          </p:cNvPr>
          <p:cNvSpPr>
            <a:spLocks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9748">
            <a:extLst>
              <a:ext uri="{FF2B5EF4-FFF2-40B4-BE49-F238E27FC236}">
                <a16:creationId xmlns:a16="http://schemas.microsoft.com/office/drawing/2014/main" id="{E345AB8E-B49E-4546-907D-453BB0FAA08F}"/>
              </a:ext>
            </a:extLst>
          </p:cNvPr>
          <p:cNvSpPr>
            <a:spLocks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9749">
            <a:extLst>
              <a:ext uri="{FF2B5EF4-FFF2-40B4-BE49-F238E27FC236}">
                <a16:creationId xmlns:a16="http://schemas.microsoft.com/office/drawing/2014/main" id="{4A4FB95B-E128-45BC-A0A4-6E47A6CC2110}"/>
              </a:ext>
            </a:extLst>
          </p:cNvPr>
          <p:cNvSpPr>
            <a:spLocks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9750">
            <a:extLst>
              <a:ext uri="{FF2B5EF4-FFF2-40B4-BE49-F238E27FC236}">
                <a16:creationId xmlns:a16="http://schemas.microsoft.com/office/drawing/2014/main" id="{E9F1367B-9468-4A90-91F8-701A561AAE4D}"/>
              </a:ext>
            </a:extLst>
          </p:cNvPr>
          <p:cNvSpPr>
            <a:spLocks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9751">
            <a:extLst>
              <a:ext uri="{FF2B5EF4-FFF2-40B4-BE49-F238E27FC236}">
                <a16:creationId xmlns:a16="http://schemas.microsoft.com/office/drawing/2014/main" id="{8C2D0B52-00B0-4C21-AD30-7D4BEAAB332D}"/>
              </a:ext>
            </a:extLst>
          </p:cNvPr>
          <p:cNvSpPr>
            <a:spLocks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9752">
            <a:extLst>
              <a:ext uri="{FF2B5EF4-FFF2-40B4-BE49-F238E27FC236}">
                <a16:creationId xmlns:a16="http://schemas.microsoft.com/office/drawing/2014/main" id="{2DD03F0C-1762-46F9-92E0-0199C72B92FD}"/>
              </a:ext>
            </a:extLst>
          </p:cNvPr>
          <p:cNvSpPr>
            <a:spLocks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9753">
            <a:extLst>
              <a:ext uri="{FF2B5EF4-FFF2-40B4-BE49-F238E27FC236}">
                <a16:creationId xmlns:a16="http://schemas.microsoft.com/office/drawing/2014/main" id="{E969E949-B280-418C-AD53-B0683C70406F}"/>
              </a:ext>
            </a:extLst>
          </p:cNvPr>
          <p:cNvSpPr>
            <a:spLocks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9754">
            <a:extLst>
              <a:ext uri="{FF2B5EF4-FFF2-40B4-BE49-F238E27FC236}">
                <a16:creationId xmlns:a16="http://schemas.microsoft.com/office/drawing/2014/main" id="{7BEAACAA-3ACE-498D-833B-27014316C39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9755">
            <a:extLst>
              <a:ext uri="{FF2B5EF4-FFF2-40B4-BE49-F238E27FC236}">
                <a16:creationId xmlns:a16="http://schemas.microsoft.com/office/drawing/2014/main" id="{95FEF852-8FB8-4D89-8241-29B457110EED}"/>
              </a:ext>
            </a:extLst>
          </p:cNvPr>
          <p:cNvSpPr>
            <a:spLocks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9756">
            <a:extLst>
              <a:ext uri="{FF2B5EF4-FFF2-40B4-BE49-F238E27FC236}">
                <a16:creationId xmlns:a16="http://schemas.microsoft.com/office/drawing/2014/main" id="{44487D43-8AAF-4333-80CE-6B0CD1E3C7F8}"/>
              </a:ext>
            </a:extLst>
          </p:cNvPr>
          <p:cNvSpPr>
            <a:spLocks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9757">
            <a:extLst>
              <a:ext uri="{FF2B5EF4-FFF2-40B4-BE49-F238E27FC236}">
                <a16:creationId xmlns:a16="http://schemas.microsoft.com/office/drawing/2014/main" id="{28EA0F94-55A8-4FB4-9E2C-3167220A2355}"/>
              </a:ext>
            </a:extLst>
          </p:cNvPr>
          <p:cNvSpPr>
            <a:spLocks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9758">
            <a:extLst>
              <a:ext uri="{FF2B5EF4-FFF2-40B4-BE49-F238E27FC236}">
                <a16:creationId xmlns:a16="http://schemas.microsoft.com/office/drawing/2014/main" id="{83AFAB41-B5A1-461C-AAD8-F0EFA07E48DD}"/>
              </a:ext>
            </a:extLst>
          </p:cNvPr>
          <p:cNvSpPr>
            <a:spLocks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9759">
            <a:extLst>
              <a:ext uri="{FF2B5EF4-FFF2-40B4-BE49-F238E27FC236}">
                <a16:creationId xmlns:a16="http://schemas.microsoft.com/office/drawing/2014/main" id="{1D2B92D5-1532-44AA-A16D-328B2D34C076}"/>
              </a:ext>
            </a:extLst>
          </p:cNvPr>
          <p:cNvSpPr>
            <a:spLocks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9760">
            <a:extLst>
              <a:ext uri="{FF2B5EF4-FFF2-40B4-BE49-F238E27FC236}">
                <a16:creationId xmlns:a16="http://schemas.microsoft.com/office/drawing/2014/main" id="{E9DDFE20-5112-4C34-917D-C9B105672D89}"/>
              </a:ext>
            </a:extLst>
          </p:cNvPr>
          <p:cNvSpPr>
            <a:spLocks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9761">
            <a:extLst>
              <a:ext uri="{FF2B5EF4-FFF2-40B4-BE49-F238E27FC236}">
                <a16:creationId xmlns:a16="http://schemas.microsoft.com/office/drawing/2014/main" id="{1140139D-0447-406C-9D5B-FC8A0B40710C}"/>
              </a:ext>
            </a:extLst>
          </p:cNvPr>
          <p:cNvSpPr>
            <a:spLocks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9762">
            <a:extLst>
              <a:ext uri="{FF2B5EF4-FFF2-40B4-BE49-F238E27FC236}">
                <a16:creationId xmlns:a16="http://schemas.microsoft.com/office/drawing/2014/main" id="{BF84E54C-DAAD-4B2C-8402-C3A03B4397CB}"/>
              </a:ext>
            </a:extLst>
          </p:cNvPr>
          <p:cNvSpPr>
            <a:spLocks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9763">
            <a:extLst>
              <a:ext uri="{FF2B5EF4-FFF2-40B4-BE49-F238E27FC236}">
                <a16:creationId xmlns:a16="http://schemas.microsoft.com/office/drawing/2014/main" id="{995A2D56-AE14-4949-A870-8CA0C8F7377E}"/>
              </a:ext>
            </a:extLst>
          </p:cNvPr>
          <p:cNvSpPr>
            <a:spLocks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9764">
            <a:extLst>
              <a:ext uri="{FF2B5EF4-FFF2-40B4-BE49-F238E27FC236}">
                <a16:creationId xmlns:a16="http://schemas.microsoft.com/office/drawing/2014/main" id="{5A586E4C-B6DB-4D15-9F81-CA33447DC18A}"/>
              </a:ext>
            </a:extLst>
          </p:cNvPr>
          <p:cNvSpPr>
            <a:spLocks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9765">
            <a:extLst>
              <a:ext uri="{FF2B5EF4-FFF2-40B4-BE49-F238E27FC236}">
                <a16:creationId xmlns:a16="http://schemas.microsoft.com/office/drawing/2014/main" id="{0795817D-24C2-4C05-BE52-19E6950EFEA9}"/>
              </a:ext>
            </a:extLst>
          </p:cNvPr>
          <p:cNvSpPr>
            <a:spLocks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9766">
            <a:extLst>
              <a:ext uri="{FF2B5EF4-FFF2-40B4-BE49-F238E27FC236}">
                <a16:creationId xmlns:a16="http://schemas.microsoft.com/office/drawing/2014/main" id="{66CDF020-D395-4203-AA07-527E8EA1BB91}"/>
              </a:ext>
            </a:extLst>
          </p:cNvPr>
          <p:cNvSpPr>
            <a:spLocks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9767">
            <a:extLst>
              <a:ext uri="{FF2B5EF4-FFF2-40B4-BE49-F238E27FC236}">
                <a16:creationId xmlns:a16="http://schemas.microsoft.com/office/drawing/2014/main" id="{51049343-20BC-4604-BD9F-EE410A2E77A6}"/>
              </a:ext>
            </a:extLst>
          </p:cNvPr>
          <p:cNvSpPr>
            <a:spLocks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9768">
            <a:extLst>
              <a:ext uri="{FF2B5EF4-FFF2-40B4-BE49-F238E27FC236}">
                <a16:creationId xmlns:a16="http://schemas.microsoft.com/office/drawing/2014/main" id="{B7C9C02C-6251-4E2A-A4F2-21F9A0C723DC}"/>
              </a:ext>
            </a:extLst>
          </p:cNvPr>
          <p:cNvSpPr>
            <a:spLocks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9769">
            <a:extLst>
              <a:ext uri="{FF2B5EF4-FFF2-40B4-BE49-F238E27FC236}">
                <a16:creationId xmlns:a16="http://schemas.microsoft.com/office/drawing/2014/main" id="{9DC54544-A55E-4752-9B7D-7549C7590C00}"/>
              </a:ext>
            </a:extLst>
          </p:cNvPr>
          <p:cNvSpPr>
            <a:spLocks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9770">
            <a:extLst>
              <a:ext uri="{FF2B5EF4-FFF2-40B4-BE49-F238E27FC236}">
                <a16:creationId xmlns:a16="http://schemas.microsoft.com/office/drawing/2014/main" id="{5AE01257-9251-4223-BDE9-3A0DD2375D9D}"/>
              </a:ext>
            </a:extLst>
          </p:cNvPr>
          <p:cNvSpPr>
            <a:spLocks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9771">
            <a:extLst>
              <a:ext uri="{FF2B5EF4-FFF2-40B4-BE49-F238E27FC236}">
                <a16:creationId xmlns:a16="http://schemas.microsoft.com/office/drawing/2014/main" id="{B787E6AD-404C-46E8-9250-F5D50A7BDFF9}"/>
              </a:ext>
            </a:extLst>
          </p:cNvPr>
          <p:cNvSpPr>
            <a:spLocks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9772">
            <a:extLst>
              <a:ext uri="{FF2B5EF4-FFF2-40B4-BE49-F238E27FC236}">
                <a16:creationId xmlns:a16="http://schemas.microsoft.com/office/drawing/2014/main" id="{18635123-B2D3-4285-A2D5-630263CE8D9F}"/>
              </a:ext>
            </a:extLst>
          </p:cNvPr>
          <p:cNvSpPr>
            <a:spLocks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9773">
            <a:extLst>
              <a:ext uri="{FF2B5EF4-FFF2-40B4-BE49-F238E27FC236}">
                <a16:creationId xmlns:a16="http://schemas.microsoft.com/office/drawing/2014/main" id="{60C25E79-791F-4669-A906-314836AEBA49}"/>
              </a:ext>
            </a:extLst>
          </p:cNvPr>
          <p:cNvSpPr>
            <a:spLocks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9774">
            <a:extLst>
              <a:ext uri="{FF2B5EF4-FFF2-40B4-BE49-F238E27FC236}">
                <a16:creationId xmlns:a16="http://schemas.microsoft.com/office/drawing/2014/main" id="{179BC338-9920-4034-8DFA-B63E34F0BA4E}"/>
              </a:ext>
            </a:extLst>
          </p:cNvPr>
          <p:cNvSpPr>
            <a:spLocks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9775">
            <a:extLst>
              <a:ext uri="{FF2B5EF4-FFF2-40B4-BE49-F238E27FC236}">
                <a16:creationId xmlns:a16="http://schemas.microsoft.com/office/drawing/2014/main" id="{A8DB8034-BF88-4B1A-8E9F-B3F9CCA5F68A}"/>
              </a:ext>
            </a:extLst>
          </p:cNvPr>
          <p:cNvSpPr>
            <a:spLocks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9776">
            <a:extLst>
              <a:ext uri="{FF2B5EF4-FFF2-40B4-BE49-F238E27FC236}">
                <a16:creationId xmlns:a16="http://schemas.microsoft.com/office/drawing/2014/main" id="{1A876254-DAC1-4D0B-AA9C-7A38CAFB8D71}"/>
              </a:ext>
            </a:extLst>
          </p:cNvPr>
          <p:cNvSpPr>
            <a:spLocks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9777">
            <a:extLst>
              <a:ext uri="{FF2B5EF4-FFF2-40B4-BE49-F238E27FC236}">
                <a16:creationId xmlns:a16="http://schemas.microsoft.com/office/drawing/2014/main" id="{54993835-92D7-4986-9CE2-DA609CCD7647}"/>
              </a:ext>
            </a:extLst>
          </p:cNvPr>
          <p:cNvSpPr>
            <a:spLocks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9778">
            <a:extLst>
              <a:ext uri="{FF2B5EF4-FFF2-40B4-BE49-F238E27FC236}">
                <a16:creationId xmlns:a16="http://schemas.microsoft.com/office/drawing/2014/main" id="{884419D6-9D36-4A1B-95F4-EBA7BBCEF3DC}"/>
              </a:ext>
            </a:extLst>
          </p:cNvPr>
          <p:cNvSpPr>
            <a:spLocks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9779">
            <a:extLst>
              <a:ext uri="{FF2B5EF4-FFF2-40B4-BE49-F238E27FC236}">
                <a16:creationId xmlns:a16="http://schemas.microsoft.com/office/drawing/2014/main" id="{1125B355-87E4-400C-9C3F-03D3E4E8302B}"/>
              </a:ext>
            </a:extLst>
          </p:cNvPr>
          <p:cNvSpPr>
            <a:spLocks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9780">
            <a:extLst>
              <a:ext uri="{FF2B5EF4-FFF2-40B4-BE49-F238E27FC236}">
                <a16:creationId xmlns:a16="http://schemas.microsoft.com/office/drawing/2014/main" id="{0A3C9009-9540-484A-82F0-9AB96F4FF8CC}"/>
              </a:ext>
            </a:extLst>
          </p:cNvPr>
          <p:cNvSpPr>
            <a:spLocks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9781">
            <a:extLst>
              <a:ext uri="{FF2B5EF4-FFF2-40B4-BE49-F238E27FC236}">
                <a16:creationId xmlns:a16="http://schemas.microsoft.com/office/drawing/2014/main" id="{4866C403-A02E-429B-83A3-BB413EFC9796}"/>
              </a:ext>
            </a:extLst>
          </p:cNvPr>
          <p:cNvSpPr>
            <a:spLocks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9782">
            <a:extLst>
              <a:ext uri="{FF2B5EF4-FFF2-40B4-BE49-F238E27FC236}">
                <a16:creationId xmlns:a16="http://schemas.microsoft.com/office/drawing/2014/main" id="{CF3C6B2A-BD35-4566-8264-46C404542889}"/>
              </a:ext>
            </a:extLst>
          </p:cNvPr>
          <p:cNvSpPr>
            <a:spLocks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9783">
            <a:extLst>
              <a:ext uri="{FF2B5EF4-FFF2-40B4-BE49-F238E27FC236}">
                <a16:creationId xmlns:a16="http://schemas.microsoft.com/office/drawing/2014/main" id="{9A2FC38C-513D-48E3-B939-19AF35FAC027}"/>
              </a:ext>
            </a:extLst>
          </p:cNvPr>
          <p:cNvSpPr>
            <a:spLocks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9784">
            <a:extLst>
              <a:ext uri="{FF2B5EF4-FFF2-40B4-BE49-F238E27FC236}">
                <a16:creationId xmlns:a16="http://schemas.microsoft.com/office/drawing/2014/main" id="{D876D823-3091-4621-B93F-DED280281276}"/>
              </a:ext>
            </a:extLst>
          </p:cNvPr>
          <p:cNvSpPr>
            <a:spLocks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9785">
            <a:extLst>
              <a:ext uri="{FF2B5EF4-FFF2-40B4-BE49-F238E27FC236}">
                <a16:creationId xmlns:a16="http://schemas.microsoft.com/office/drawing/2014/main" id="{DEC2279F-DB43-4120-8454-2D9589B6D416}"/>
              </a:ext>
            </a:extLst>
          </p:cNvPr>
          <p:cNvSpPr>
            <a:spLocks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9786">
            <a:extLst>
              <a:ext uri="{FF2B5EF4-FFF2-40B4-BE49-F238E27FC236}">
                <a16:creationId xmlns:a16="http://schemas.microsoft.com/office/drawing/2014/main" id="{3D0C4B5D-D33E-4C22-A29F-D2C548F631B3}"/>
              </a:ext>
            </a:extLst>
          </p:cNvPr>
          <p:cNvSpPr>
            <a:spLocks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9787">
            <a:extLst>
              <a:ext uri="{FF2B5EF4-FFF2-40B4-BE49-F238E27FC236}">
                <a16:creationId xmlns:a16="http://schemas.microsoft.com/office/drawing/2014/main" id="{0294593F-9532-4EC0-9870-CBDAA0511D72}"/>
              </a:ext>
            </a:extLst>
          </p:cNvPr>
          <p:cNvSpPr>
            <a:spLocks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9788">
            <a:extLst>
              <a:ext uri="{FF2B5EF4-FFF2-40B4-BE49-F238E27FC236}">
                <a16:creationId xmlns:a16="http://schemas.microsoft.com/office/drawing/2014/main" id="{C44C5796-03AE-4458-9FBF-0D96D0FEC95C}"/>
              </a:ext>
            </a:extLst>
          </p:cNvPr>
          <p:cNvSpPr>
            <a:spLocks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9789">
            <a:extLst>
              <a:ext uri="{FF2B5EF4-FFF2-40B4-BE49-F238E27FC236}">
                <a16:creationId xmlns:a16="http://schemas.microsoft.com/office/drawing/2014/main" id="{8A501399-5BD9-4E05-9CB0-8DE3535090FC}"/>
              </a:ext>
            </a:extLst>
          </p:cNvPr>
          <p:cNvSpPr>
            <a:spLocks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9790">
            <a:extLst>
              <a:ext uri="{FF2B5EF4-FFF2-40B4-BE49-F238E27FC236}">
                <a16:creationId xmlns:a16="http://schemas.microsoft.com/office/drawing/2014/main" id="{D882C500-69AA-4FDB-8DBA-05E8915EBD4B}"/>
              </a:ext>
            </a:extLst>
          </p:cNvPr>
          <p:cNvSpPr>
            <a:spLocks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9791">
            <a:extLst>
              <a:ext uri="{FF2B5EF4-FFF2-40B4-BE49-F238E27FC236}">
                <a16:creationId xmlns:a16="http://schemas.microsoft.com/office/drawing/2014/main" id="{F99C00E2-4B4C-4E71-BB15-70C0838865B0}"/>
              </a:ext>
            </a:extLst>
          </p:cNvPr>
          <p:cNvSpPr>
            <a:spLocks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9792">
            <a:extLst>
              <a:ext uri="{FF2B5EF4-FFF2-40B4-BE49-F238E27FC236}">
                <a16:creationId xmlns:a16="http://schemas.microsoft.com/office/drawing/2014/main" id="{46F66F40-3DA8-4CF2-89B6-0FE945C618D7}"/>
              </a:ext>
            </a:extLst>
          </p:cNvPr>
          <p:cNvSpPr>
            <a:spLocks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9793">
            <a:extLst>
              <a:ext uri="{FF2B5EF4-FFF2-40B4-BE49-F238E27FC236}">
                <a16:creationId xmlns:a16="http://schemas.microsoft.com/office/drawing/2014/main" id="{EDEAE6F3-59D8-4944-A5A7-5904563A100E}"/>
              </a:ext>
            </a:extLst>
          </p:cNvPr>
          <p:cNvSpPr>
            <a:spLocks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9794">
            <a:extLst>
              <a:ext uri="{FF2B5EF4-FFF2-40B4-BE49-F238E27FC236}">
                <a16:creationId xmlns:a16="http://schemas.microsoft.com/office/drawing/2014/main" id="{140591FF-BABA-443B-91F3-0B32F4AF8536}"/>
              </a:ext>
            </a:extLst>
          </p:cNvPr>
          <p:cNvSpPr>
            <a:spLocks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9795">
            <a:extLst>
              <a:ext uri="{FF2B5EF4-FFF2-40B4-BE49-F238E27FC236}">
                <a16:creationId xmlns:a16="http://schemas.microsoft.com/office/drawing/2014/main" id="{45BDD908-9686-4DB8-84A9-4CEDBF3EFA5F}"/>
              </a:ext>
            </a:extLst>
          </p:cNvPr>
          <p:cNvSpPr>
            <a:spLocks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9796">
            <a:extLst>
              <a:ext uri="{FF2B5EF4-FFF2-40B4-BE49-F238E27FC236}">
                <a16:creationId xmlns:a16="http://schemas.microsoft.com/office/drawing/2014/main" id="{9B06401F-52DE-435C-A56E-71CE88AEF79F}"/>
              </a:ext>
            </a:extLst>
          </p:cNvPr>
          <p:cNvSpPr>
            <a:spLocks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9797">
            <a:extLst>
              <a:ext uri="{FF2B5EF4-FFF2-40B4-BE49-F238E27FC236}">
                <a16:creationId xmlns:a16="http://schemas.microsoft.com/office/drawing/2014/main" id="{404427D4-5EA9-4CF7-BB80-303B4A808F20}"/>
              </a:ext>
            </a:extLst>
          </p:cNvPr>
          <p:cNvSpPr>
            <a:spLocks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9798">
            <a:extLst>
              <a:ext uri="{FF2B5EF4-FFF2-40B4-BE49-F238E27FC236}">
                <a16:creationId xmlns:a16="http://schemas.microsoft.com/office/drawing/2014/main" id="{9D2B4C54-E0CA-42EF-9D1F-3393D7CB02B5}"/>
              </a:ext>
            </a:extLst>
          </p:cNvPr>
          <p:cNvSpPr>
            <a:spLocks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9799">
            <a:extLst>
              <a:ext uri="{FF2B5EF4-FFF2-40B4-BE49-F238E27FC236}">
                <a16:creationId xmlns:a16="http://schemas.microsoft.com/office/drawing/2014/main" id="{B3582C22-ACD7-4C26-A3CD-FF52DD3C60E5}"/>
              </a:ext>
            </a:extLst>
          </p:cNvPr>
          <p:cNvSpPr>
            <a:spLocks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9800">
            <a:extLst>
              <a:ext uri="{FF2B5EF4-FFF2-40B4-BE49-F238E27FC236}">
                <a16:creationId xmlns:a16="http://schemas.microsoft.com/office/drawing/2014/main" id="{96C7F573-191E-4B3B-A1D9-7E24DF1B1939}"/>
              </a:ext>
            </a:extLst>
          </p:cNvPr>
          <p:cNvSpPr>
            <a:spLocks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9801">
            <a:extLst>
              <a:ext uri="{FF2B5EF4-FFF2-40B4-BE49-F238E27FC236}">
                <a16:creationId xmlns:a16="http://schemas.microsoft.com/office/drawing/2014/main" id="{8ADD493D-60D8-4CB9-8D06-9ACEEF591B05}"/>
              </a:ext>
            </a:extLst>
          </p:cNvPr>
          <p:cNvSpPr>
            <a:spLocks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9802">
            <a:extLst>
              <a:ext uri="{FF2B5EF4-FFF2-40B4-BE49-F238E27FC236}">
                <a16:creationId xmlns:a16="http://schemas.microsoft.com/office/drawing/2014/main" id="{5EED2B30-8A76-4DB0-B6F7-34C91403B521}"/>
              </a:ext>
            </a:extLst>
          </p:cNvPr>
          <p:cNvSpPr>
            <a:spLocks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9803">
            <a:extLst>
              <a:ext uri="{FF2B5EF4-FFF2-40B4-BE49-F238E27FC236}">
                <a16:creationId xmlns:a16="http://schemas.microsoft.com/office/drawing/2014/main" id="{37172A6E-F109-41DC-B976-ED2E92D61B58}"/>
              </a:ext>
            </a:extLst>
          </p:cNvPr>
          <p:cNvSpPr>
            <a:spLocks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9804">
            <a:extLst>
              <a:ext uri="{FF2B5EF4-FFF2-40B4-BE49-F238E27FC236}">
                <a16:creationId xmlns:a16="http://schemas.microsoft.com/office/drawing/2014/main" id="{7CB20079-CF77-4C59-ADE8-7C0C4949B6CC}"/>
              </a:ext>
            </a:extLst>
          </p:cNvPr>
          <p:cNvSpPr>
            <a:spLocks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9805">
            <a:extLst>
              <a:ext uri="{FF2B5EF4-FFF2-40B4-BE49-F238E27FC236}">
                <a16:creationId xmlns:a16="http://schemas.microsoft.com/office/drawing/2014/main" id="{18075C38-DB45-4E6C-B9E5-181B8AC64B5B}"/>
              </a:ext>
            </a:extLst>
          </p:cNvPr>
          <p:cNvSpPr>
            <a:spLocks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9806">
            <a:extLst>
              <a:ext uri="{FF2B5EF4-FFF2-40B4-BE49-F238E27FC236}">
                <a16:creationId xmlns:a16="http://schemas.microsoft.com/office/drawing/2014/main" id="{6412715F-2A56-4434-B090-5889BA4D593E}"/>
              </a:ext>
            </a:extLst>
          </p:cNvPr>
          <p:cNvSpPr>
            <a:spLocks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9807">
            <a:extLst>
              <a:ext uri="{FF2B5EF4-FFF2-40B4-BE49-F238E27FC236}">
                <a16:creationId xmlns:a16="http://schemas.microsoft.com/office/drawing/2014/main" id="{7E78542E-AB89-4D21-B7AB-E3138B498136}"/>
              </a:ext>
            </a:extLst>
          </p:cNvPr>
          <p:cNvSpPr>
            <a:spLocks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9808">
            <a:extLst>
              <a:ext uri="{FF2B5EF4-FFF2-40B4-BE49-F238E27FC236}">
                <a16:creationId xmlns:a16="http://schemas.microsoft.com/office/drawing/2014/main" id="{251436C2-9847-412E-9A42-09AC08681D16}"/>
              </a:ext>
            </a:extLst>
          </p:cNvPr>
          <p:cNvSpPr>
            <a:spLocks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9809">
            <a:extLst>
              <a:ext uri="{FF2B5EF4-FFF2-40B4-BE49-F238E27FC236}">
                <a16:creationId xmlns:a16="http://schemas.microsoft.com/office/drawing/2014/main" id="{76D296F6-93A5-4A27-9D82-E871A6F528CC}"/>
              </a:ext>
            </a:extLst>
          </p:cNvPr>
          <p:cNvSpPr>
            <a:spLocks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9810">
            <a:extLst>
              <a:ext uri="{FF2B5EF4-FFF2-40B4-BE49-F238E27FC236}">
                <a16:creationId xmlns:a16="http://schemas.microsoft.com/office/drawing/2014/main" id="{8B6B22B7-13CC-43A4-BBCC-C8AAF6D91F4B}"/>
              </a:ext>
            </a:extLst>
          </p:cNvPr>
          <p:cNvSpPr>
            <a:spLocks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9811">
            <a:extLst>
              <a:ext uri="{FF2B5EF4-FFF2-40B4-BE49-F238E27FC236}">
                <a16:creationId xmlns:a16="http://schemas.microsoft.com/office/drawing/2014/main" id="{10329175-C202-42B5-B9FC-76E45774A48B}"/>
              </a:ext>
            </a:extLst>
          </p:cNvPr>
          <p:cNvSpPr>
            <a:spLocks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9812">
            <a:extLst>
              <a:ext uri="{FF2B5EF4-FFF2-40B4-BE49-F238E27FC236}">
                <a16:creationId xmlns:a16="http://schemas.microsoft.com/office/drawing/2014/main" id="{9BAE9B0B-3985-47F2-A8AF-0261CDC3D387}"/>
              </a:ext>
            </a:extLst>
          </p:cNvPr>
          <p:cNvSpPr>
            <a:spLocks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9813">
            <a:extLst>
              <a:ext uri="{FF2B5EF4-FFF2-40B4-BE49-F238E27FC236}">
                <a16:creationId xmlns:a16="http://schemas.microsoft.com/office/drawing/2014/main" id="{3FC71106-63E6-414A-B8C1-968D56202F45}"/>
              </a:ext>
            </a:extLst>
          </p:cNvPr>
          <p:cNvSpPr>
            <a:spLocks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9814">
            <a:extLst>
              <a:ext uri="{FF2B5EF4-FFF2-40B4-BE49-F238E27FC236}">
                <a16:creationId xmlns:a16="http://schemas.microsoft.com/office/drawing/2014/main" id="{EC030E52-314F-4180-8594-3139F7D3F1D5}"/>
              </a:ext>
            </a:extLst>
          </p:cNvPr>
          <p:cNvSpPr>
            <a:spLocks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9815">
            <a:extLst>
              <a:ext uri="{FF2B5EF4-FFF2-40B4-BE49-F238E27FC236}">
                <a16:creationId xmlns:a16="http://schemas.microsoft.com/office/drawing/2014/main" id="{C94C392E-BF27-47A5-9848-51F8CC70356A}"/>
              </a:ext>
            </a:extLst>
          </p:cNvPr>
          <p:cNvSpPr>
            <a:spLocks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9816">
            <a:extLst>
              <a:ext uri="{FF2B5EF4-FFF2-40B4-BE49-F238E27FC236}">
                <a16:creationId xmlns:a16="http://schemas.microsoft.com/office/drawing/2014/main" id="{D2A73044-C69F-4B06-AB59-75098A5D1F28}"/>
              </a:ext>
            </a:extLst>
          </p:cNvPr>
          <p:cNvSpPr>
            <a:spLocks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9817">
            <a:extLst>
              <a:ext uri="{FF2B5EF4-FFF2-40B4-BE49-F238E27FC236}">
                <a16:creationId xmlns:a16="http://schemas.microsoft.com/office/drawing/2014/main" id="{3240C53A-C5AF-4518-B05C-C0C3379813AB}"/>
              </a:ext>
            </a:extLst>
          </p:cNvPr>
          <p:cNvSpPr>
            <a:spLocks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9818">
            <a:extLst>
              <a:ext uri="{FF2B5EF4-FFF2-40B4-BE49-F238E27FC236}">
                <a16:creationId xmlns:a16="http://schemas.microsoft.com/office/drawing/2014/main" id="{A83F9689-8216-48FA-9298-EA7A265B0DE6}"/>
              </a:ext>
            </a:extLst>
          </p:cNvPr>
          <p:cNvSpPr>
            <a:spLocks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9819">
            <a:extLst>
              <a:ext uri="{FF2B5EF4-FFF2-40B4-BE49-F238E27FC236}">
                <a16:creationId xmlns:a16="http://schemas.microsoft.com/office/drawing/2014/main" id="{F3D05327-3C2F-443E-90F3-8DED95D39713}"/>
              </a:ext>
            </a:extLst>
          </p:cNvPr>
          <p:cNvSpPr>
            <a:spLocks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9820">
            <a:extLst>
              <a:ext uri="{FF2B5EF4-FFF2-40B4-BE49-F238E27FC236}">
                <a16:creationId xmlns:a16="http://schemas.microsoft.com/office/drawing/2014/main" id="{CBC334CE-C9EC-4F2D-A76E-189AA1A24B9D}"/>
              </a:ext>
            </a:extLst>
          </p:cNvPr>
          <p:cNvSpPr>
            <a:spLocks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9821">
            <a:extLst>
              <a:ext uri="{FF2B5EF4-FFF2-40B4-BE49-F238E27FC236}">
                <a16:creationId xmlns:a16="http://schemas.microsoft.com/office/drawing/2014/main" id="{93F2C1E4-8C7C-4DD7-A52C-EA44EACA4BDE}"/>
              </a:ext>
            </a:extLst>
          </p:cNvPr>
          <p:cNvSpPr>
            <a:spLocks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9822">
            <a:extLst>
              <a:ext uri="{FF2B5EF4-FFF2-40B4-BE49-F238E27FC236}">
                <a16:creationId xmlns:a16="http://schemas.microsoft.com/office/drawing/2014/main" id="{AD25A85F-BDA4-4993-A042-EFCB2C70F910}"/>
              </a:ext>
            </a:extLst>
          </p:cNvPr>
          <p:cNvSpPr>
            <a:spLocks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9823">
            <a:extLst>
              <a:ext uri="{FF2B5EF4-FFF2-40B4-BE49-F238E27FC236}">
                <a16:creationId xmlns:a16="http://schemas.microsoft.com/office/drawing/2014/main" id="{9FE99920-4D1D-4D76-B3BA-0CAF2C3F58B8}"/>
              </a:ext>
            </a:extLst>
          </p:cNvPr>
          <p:cNvSpPr>
            <a:spLocks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9824">
            <a:extLst>
              <a:ext uri="{FF2B5EF4-FFF2-40B4-BE49-F238E27FC236}">
                <a16:creationId xmlns:a16="http://schemas.microsoft.com/office/drawing/2014/main" id="{5FB020FE-6F8A-479A-A818-D141783F5C6E}"/>
              </a:ext>
            </a:extLst>
          </p:cNvPr>
          <p:cNvSpPr>
            <a:spLocks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9825">
            <a:extLst>
              <a:ext uri="{FF2B5EF4-FFF2-40B4-BE49-F238E27FC236}">
                <a16:creationId xmlns:a16="http://schemas.microsoft.com/office/drawing/2014/main" id="{4AA9659A-AB1F-4A05-BB01-43A76697E025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9826">
            <a:extLst>
              <a:ext uri="{FF2B5EF4-FFF2-40B4-BE49-F238E27FC236}">
                <a16:creationId xmlns:a16="http://schemas.microsoft.com/office/drawing/2014/main" id="{F62F3013-D506-4F05-AB12-0CA7DFAA8CEB}"/>
              </a:ext>
            </a:extLst>
          </p:cNvPr>
          <p:cNvSpPr>
            <a:spLocks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9827">
            <a:extLst>
              <a:ext uri="{FF2B5EF4-FFF2-40B4-BE49-F238E27FC236}">
                <a16:creationId xmlns:a16="http://schemas.microsoft.com/office/drawing/2014/main" id="{A9F2C9E3-4E98-4E36-A102-83E69A690C68}"/>
              </a:ext>
            </a:extLst>
          </p:cNvPr>
          <p:cNvSpPr>
            <a:spLocks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9828">
            <a:extLst>
              <a:ext uri="{FF2B5EF4-FFF2-40B4-BE49-F238E27FC236}">
                <a16:creationId xmlns:a16="http://schemas.microsoft.com/office/drawing/2014/main" id="{888AC28A-D89B-4A09-988B-0255BC81787B}"/>
              </a:ext>
            </a:extLst>
          </p:cNvPr>
          <p:cNvSpPr>
            <a:spLocks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9829">
            <a:extLst>
              <a:ext uri="{FF2B5EF4-FFF2-40B4-BE49-F238E27FC236}">
                <a16:creationId xmlns:a16="http://schemas.microsoft.com/office/drawing/2014/main" id="{ED945016-4BAE-4BDA-AFDB-A12B98DACD82}"/>
              </a:ext>
            </a:extLst>
          </p:cNvPr>
          <p:cNvSpPr>
            <a:spLocks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9830">
            <a:extLst>
              <a:ext uri="{FF2B5EF4-FFF2-40B4-BE49-F238E27FC236}">
                <a16:creationId xmlns:a16="http://schemas.microsoft.com/office/drawing/2014/main" id="{09074A86-DF3E-4ECD-BE04-9FE84B77559A}"/>
              </a:ext>
            </a:extLst>
          </p:cNvPr>
          <p:cNvSpPr>
            <a:spLocks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9831">
            <a:extLst>
              <a:ext uri="{FF2B5EF4-FFF2-40B4-BE49-F238E27FC236}">
                <a16:creationId xmlns:a16="http://schemas.microsoft.com/office/drawing/2014/main" id="{F75B5FE3-3B9F-47CB-8041-64BAEBE6F36C}"/>
              </a:ext>
            </a:extLst>
          </p:cNvPr>
          <p:cNvSpPr>
            <a:spLocks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9832">
            <a:extLst>
              <a:ext uri="{FF2B5EF4-FFF2-40B4-BE49-F238E27FC236}">
                <a16:creationId xmlns:a16="http://schemas.microsoft.com/office/drawing/2014/main" id="{5B0B4E5D-59E1-4F31-B5D6-E9B7F28E8CAE}"/>
              </a:ext>
            </a:extLst>
          </p:cNvPr>
          <p:cNvSpPr>
            <a:spLocks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9833">
            <a:extLst>
              <a:ext uri="{FF2B5EF4-FFF2-40B4-BE49-F238E27FC236}">
                <a16:creationId xmlns:a16="http://schemas.microsoft.com/office/drawing/2014/main" id="{2599C3C5-4E44-4BAF-8B6C-65D2A2C5B9EB}"/>
              </a:ext>
            </a:extLst>
          </p:cNvPr>
          <p:cNvSpPr>
            <a:spLocks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9834">
            <a:extLst>
              <a:ext uri="{FF2B5EF4-FFF2-40B4-BE49-F238E27FC236}">
                <a16:creationId xmlns:a16="http://schemas.microsoft.com/office/drawing/2014/main" id="{BA47EF9D-9AC1-45F6-93CB-C1B410EADF7D}"/>
              </a:ext>
            </a:extLst>
          </p:cNvPr>
          <p:cNvSpPr>
            <a:spLocks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9835">
            <a:extLst>
              <a:ext uri="{FF2B5EF4-FFF2-40B4-BE49-F238E27FC236}">
                <a16:creationId xmlns:a16="http://schemas.microsoft.com/office/drawing/2014/main" id="{DC7E5CA5-14D3-4839-856E-8FA92EDBFF3C}"/>
              </a:ext>
            </a:extLst>
          </p:cNvPr>
          <p:cNvSpPr>
            <a:spLocks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9836">
            <a:extLst>
              <a:ext uri="{FF2B5EF4-FFF2-40B4-BE49-F238E27FC236}">
                <a16:creationId xmlns:a16="http://schemas.microsoft.com/office/drawing/2014/main" id="{D5C643A7-2265-4B3A-9D10-C45563B63698}"/>
              </a:ext>
            </a:extLst>
          </p:cNvPr>
          <p:cNvSpPr>
            <a:spLocks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9837">
            <a:extLst>
              <a:ext uri="{FF2B5EF4-FFF2-40B4-BE49-F238E27FC236}">
                <a16:creationId xmlns:a16="http://schemas.microsoft.com/office/drawing/2014/main" id="{999F25F3-3682-4EFF-8A94-B4501293AE99}"/>
              </a:ext>
            </a:extLst>
          </p:cNvPr>
          <p:cNvSpPr>
            <a:spLocks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9838">
            <a:extLst>
              <a:ext uri="{FF2B5EF4-FFF2-40B4-BE49-F238E27FC236}">
                <a16:creationId xmlns:a16="http://schemas.microsoft.com/office/drawing/2014/main" id="{4C10B9C0-A90A-4735-A47D-F6DD40A1E3EC}"/>
              </a:ext>
            </a:extLst>
          </p:cNvPr>
          <p:cNvSpPr>
            <a:spLocks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9839">
            <a:extLst>
              <a:ext uri="{FF2B5EF4-FFF2-40B4-BE49-F238E27FC236}">
                <a16:creationId xmlns:a16="http://schemas.microsoft.com/office/drawing/2014/main" id="{8A80D41E-2A8C-45B9-9E07-9873828F6F3C}"/>
              </a:ext>
            </a:extLst>
          </p:cNvPr>
          <p:cNvSpPr>
            <a:spLocks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9840">
            <a:extLst>
              <a:ext uri="{FF2B5EF4-FFF2-40B4-BE49-F238E27FC236}">
                <a16:creationId xmlns:a16="http://schemas.microsoft.com/office/drawing/2014/main" id="{53DB0ED5-0A7D-4B26-9FE8-338F5F8A4480}"/>
              </a:ext>
            </a:extLst>
          </p:cNvPr>
          <p:cNvSpPr>
            <a:spLocks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9841">
            <a:extLst>
              <a:ext uri="{FF2B5EF4-FFF2-40B4-BE49-F238E27FC236}">
                <a16:creationId xmlns:a16="http://schemas.microsoft.com/office/drawing/2014/main" id="{5A0FFE6E-93A1-4DCD-B63E-F7C3D0434C86}"/>
              </a:ext>
            </a:extLst>
          </p:cNvPr>
          <p:cNvSpPr>
            <a:spLocks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9842">
            <a:extLst>
              <a:ext uri="{FF2B5EF4-FFF2-40B4-BE49-F238E27FC236}">
                <a16:creationId xmlns:a16="http://schemas.microsoft.com/office/drawing/2014/main" id="{57D16AED-3AB6-4021-AA62-A896915EA0C8}"/>
              </a:ext>
            </a:extLst>
          </p:cNvPr>
          <p:cNvSpPr>
            <a:spLocks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9843">
            <a:extLst>
              <a:ext uri="{FF2B5EF4-FFF2-40B4-BE49-F238E27FC236}">
                <a16:creationId xmlns:a16="http://schemas.microsoft.com/office/drawing/2014/main" id="{C7AA1ED0-2A66-4A34-A996-CE85FB590121}"/>
              </a:ext>
            </a:extLst>
          </p:cNvPr>
          <p:cNvSpPr>
            <a:spLocks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9844">
            <a:extLst>
              <a:ext uri="{FF2B5EF4-FFF2-40B4-BE49-F238E27FC236}">
                <a16:creationId xmlns:a16="http://schemas.microsoft.com/office/drawing/2014/main" id="{50618DC5-1C08-4B18-895C-009DBE1088B9}"/>
              </a:ext>
            </a:extLst>
          </p:cNvPr>
          <p:cNvSpPr>
            <a:spLocks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9845">
            <a:extLst>
              <a:ext uri="{FF2B5EF4-FFF2-40B4-BE49-F238E27FC236}">
                <a16:creationId xmlns:a16="http://schemas.microsoft.com/office/drawing/2014/main" id="{DC109FBA-36F8-4EB4-AE1E-9EDA33BCBD32}"/>
              </a:ext>
            </a:extLst>
          </p:cNvPr>
          <p:cNvSpPr>
            <a:spLocks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9846">
            <a:extLst>
              <a:ext uri="{FF2B5EF4-FFF2-40B4-BE49-F238E27FC236}">
                <a16:creationId xmlns:a16="http://schemas.microsoft.com/office/drawing/2014/main" id="{26BE9C21-0C36-4533-815F-E1EA15210421}"/>
              </a:ext>
            </a:extLst>
          </p:cNvPr>
          <p:cNvSpPr>
            <a:spLocks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9847">
            <a:extLst>
              <a:ext uri="{FF2B5EF4-FFF2-40B4-BE49-F238E27FC236}">
                <a16:creationId xmlns:a16="http://schemas.microsoft.com/office/drawing/2014/main" id="{AA29F420-A3B6-47C6-A54D-31C3252A06BA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9848">
            <a:extLst>
              <a:ext uri="{FF2B5EF4-FFF2-40B4-BE49-F238E27FC236}">
                <a16:creationId xmlns:a16="http://schemas.microsoft.com/office/drawing/2014/main" id="{561761BB-A500-4DBA-9D68-723A1AB56FA3}"/>
              </a:ext>
            </a:extLst>
          </p:cNvPr>
          <p:cNvSpPr>
            <a:spLocks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9849">
            <a:extLst>
              <a:ext uri="{FF2B5EF4-FFF2-40B4-BE49-F238E27FC236}">
                <a16:creationId xmlns:a16="http://schemas.microsoft.com/office/drawing/2014/main" id="{8AB6FF29-F35B-4B89-BFD3-F5F5813E863C}"/>
              </a:ext>
            </a:extLst>
          </p:cNvPr>
          <p:cNvSpPr>
            <a:spLocks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9850">
            <a:extLst>
              <a:ext uri="{FF2B5EF4-FFF2-40B4-BE49-F238E27FC236}">
                <a16:creationId xmlns:a16="http://schemas.microsoft.com/office/drawing/2014/main" id="{4AABFA7D-9FBE-4317-AEBD-64A58F74A435}"/>
              </a:ext>
            </a:extLst>
          </p:cNvPr>
          <p:cNvSpPr>
            <a:spLocks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9851">
            <a:extLst>
              <a:ext uri="{FF2B5EF4-FFF2-40B4-BE49-F238E27FC236}">
                <a16:creationId xmlns:a16="http://schemas.microsoft.com/office/drawing/2014/main" id="{3E0830E9-DFBE-4060-9AF0-8E99837AC7A2}"/>
              </a:ext>
            </a:extLst>
          </p:cNvPr>
          <p:cNvSpPr>
            <a:spLocks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9852">
            <a:extLst>
              <a:ext uri="{FF2B5EF4-FFF2-40B4-BE49-F238E27FC236}">
                <a16:creationId xmlns:a16="http://schemas.microsoft.com/office/drawing/2014/main" id="{D0D36963-8EA8-4E15-9785-A1AE186B5AFE}"/>
              </a:ext>
            </a:extLst>
          </p:cNvPr>
          <p:cNvSpPr>
            <a:spLocks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9853">
            <a:extLst>
              <a:ext uri="{FF2B5EF4-FFF2-40B4-BE49-F238E27FC236}">
                <a16:creationId xmlns:a16="http://schemas.microsoft.com/office/drawing/2014/main" id="{745ECA60-482B-4A6A-95D7-21D9F4F29E4D}"/>
              </a:ext>
            </a:extLst>
          </p:cNvPr>
          <p:cNvSpPr>
            <a:spLocks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9854">
            <a:extLst>
              <a:ext uri="{FF2B5EF4-FFF2-40B4-BE49-F238E27FC236}">
                <a16:creationId xmlns:a16="http://schemas.microsoft.com/office/drawing/2014/main" id="{D593DA2C-996B-4D2D-87E0-3A407479ED9D}"/>
              </a:ext>
            </a:extLst>
          </p:cNvPr>
          <p:cNvSpPr>
            <a:spLocks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9855">
            <a:extLst>
              <a:ext uri="{FF2B5EF4-FFF2-40B4-BE49-F238E27FC236}">
                <a16:creationId xmlns:a16="http://schemas.microsoft.com/office/drawing/2014/main" id="{4C0281D3-E9CB-44A1-98CF-4CBD7C1DACB5}"/>
              </a:ext>
            </a:extLst>
          </p:cNvPr>
          <p:cNvSpPr>
            <a:spLocks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9856">
            <a:extLst>
              <a:ext uri="{FF2B5EF4-FFF2-40B4-BE49-F238E27FC236}">
                <a16:creationId xmlns:a16="http://schemas.microsoft.com/office/drawing/2014/main" id="{49A035B6-76F1-4CD4-9D89-3041AD68681C}"/>
              </a:ext>
            </a:extLst>
          </p:cNvPr>
          <p:cNvSpPr>
            <a:spLocks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9857">
            <a:extLst>
              <a:ext uri="{FF2B5EF4-FFF2-40B4-BE49-F238E27FC236}">
                <a16:creationId xmlns:a16="http://schemas.microsoft.com/office/drawing/2014/main" id="{31CBE631-971E-4A00-8F18-74D41AB68864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9858">
            <a:extLst>
              <a:ext uri="{FF2B5EF4-FFF2-40B4-BE49-F238E27FC236}">
                <a16:creationId xmlns:a16="http://schemas.microsoft.com/office/drawing/2014/main" id="{54E5F49A-7378-4795-9F45-B1399C73CBC9}"/>
              </a:ext>
            </a:extLst>
          </p:cNvPr>
          <p:cNvSpPr>
            <a:spLocks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9859">
            <a:extLst>
              <a:ext uri="{FF2B5EF4-FFF2-40B4-BE49-F238E27FC236}">
                <a16:creationId xmlns:a16="http://schemas.microsoft.com/office/drawing/2014/main" id="{5EE0F1B6-F2BE-437D-8CB2-F7EC8D39CC44}"/>
              </a:ext>
            </a:extLst>
          </p:cNvPr>
          <p:cNvSpPr>
            <a:spLocks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9860">
            <a:extLst>
              <a:ext uri="{FF2B5EF4-FFF2-40B4-BE49-F238E27FC236}">
                <a16:creationId xmlns:a16="http://schemas.microsoft.com/office/drawing/2014/main" id="{02241044-4D9D-4780-B5D3-92D3892FA998}"/>
              </a:ext>
            </a:extLst>
          </p:cNvPr>
          <p:cNvSpPr>
            <a:spLocks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9861">
            <a:extLst>
              <a:ext uri="{FF2B5EF4-FFF2-40B4-BE49-F238E27FC236}">
                <a16:creationId xmlns:a16="http://schemas.microsoft.com/office/drawing/2014/main" id="{327A14BE-399B-4277-90DF-91A0607C262C}"/>
              </a:ext>
            </a:extLst>
          </p:cNvPr>
          <p:cNvSpPr>
            <a:spLocks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9862">
            <a:extLst>
              <a:ext uri="{FF2B5EF4-FFF2-40B4-BE49-F238E27FC236}">
                <a16:creationId xmlns:a16="http://schemas.microsoft.com/office/drawing/2014/main" id="{596ABEDB-675D-4775-83AC-9113BC04EDC1}"/>
              </a:ext>
            </a:extLst>
          </p:cNvPr>
          <p:cNvSpPr>
            <a:spLocks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9863">
            <a:extLst>
              <a:ext uri="{FF2B5EF4-FFF2-40B4-BE49-F238E27FC236}">
                <a16:creationId xmlns:a16="http://schemas.microsoft.com/office/drawing/2014/main" id="{A23FC18E-DCA6-4502-8386-3D46A85E9CD6}"/>
              </a:ext>
            </a:extLst>
          </p:cNvPr>
          <p:cNvSpPr>
            <a:spLocks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9864">
            <a:extLst>
              <a:ext uri="{FF2B5EF4-FFF2-40B4-BE49-F238E27FC236}">
                <a16:creationId xmlns:a16="http://schemas.microsoft.com/office/drawing/2014/main" id="{E160F58E-2D20-4743-992B-DAC2E6263CD2}"/>
              </a:ext>
            </a:extLst>
          </p:cNvPr>
          <p:cNvSpPr>
            <a:spLocks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9865">
            <a:extLst>
              <a:ext uri="{FF2B5EF4-FFF2-40B4-BE49-F238E27FC236}">
                <a16:creationId xmlns:a16="http://schemas.microsoft.com/office/drawing/2014/main" id="{96741090-961F-43D2-AD5D-377C347DA355}"/>
              </a:ext>
            </a:extLst>
          </p:cNvPr>
          <p:cNvSpPr>
            <a:spLocks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9866">
            <a:extLst>
              <a:ext uri="{FF2B5EF4-FFF2-40B4-BE49-F238E27FC236}">
                <a16:creationId xmlns:a16="http://schemas.microsoft.com/office/drawing/2014/main" id="{DB133B22-7569-4E2E-B87F-148B8D6E2907}"/>
              </a:ext>
            </a:extLst>
          </p:cNvPr>
          <p:cNvSpPr>
            <a:spLocks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9867">
            <a:extLst>
              <a:ext uri="{FF2B5EF4-FFF2-40B4-BE49-F238E27FC236}">
                <a16:creationId xmlns:a16="http://schemas.microsoft.com/office/drawing/2014/main" id="{4037D273-9182-4BA4-8BD6-22ABD1B4CE88}"/>
              </a:ext>
            </a:extLst>
          </p:cNvPr>
          <p:cNvSpPr>
            <a:spLocks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9868">
            <a:extLst>
              <a:ext uri="{FF2B5EF4-FFF2-40B4-BE49-F238E27FC236}">
                <a16:creationId xmlns:a16="http://schemas.microsoft.com/office/drawing/2014/main" id="{7AE72A55-6AF6-4D62-A53A-ACE32FB5445E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9869">
            <a:extLst>
              <a:ext uri="{FF2B5EF4-FFF2-40B4-BE49-F238E27FC236}">
                <a16:creationId xmlns:a16="http://schemas.microsoft.com/office/drawing/2014/main" id="{6C4E5A6D-C5AA-4029-8BC7-30B9546DC34D}"/>
              </a:ext>
            </a:extLst>
          </p:cNvPr>
          <p:cNvSpPr>
            <a:spLocks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9870">
            <a:extLst>
              <a:ext uri="{FF2B5EF4-FFF2-40B4-BE49-F238E27FC236}">
                <a16:creationId xmlns:a16="http://schemas.microsoft.com/office/drawing/2014/main" id="{7550F950-AC37-4E10-B67B-0ECD9EEDC765}"/>
              </a:ext>
            </a:extLst>
          </p:cNvPr>
          <p:cNvSpPr>
            <a:spLocks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9871">
            <a:extLst>
              <a:ext uri="{FF2B5EF4-FFF2-40B4-BE49-F238E27FC236}">
                <a16:creationId xmlns:a16="http://schemas.microsoft.com/office/drawing/2014/main" id="{BA383556-4A67-44EF-B26E-C57006206F58}"/>
              </a:ext>
            </a:extLst>
          </p:cNvPr>
          <p:cNvSpPr>
            <a:spLocks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9872">
            <a:extLst>
              <a:ext uri="{FF2B5EF4-FFF2-40B4-BE49-F238E27FC236}">
                <a16:creationId xmlns:a16="http://schemas.microsoft.com/office/drawing/2014/main" id="{F608D725-6A5E-44B6-8B6E-BC583FF7451F}"/>
              </a:ext>
            </a:extLst>
          </p:cNvPr>
          <p:cNvSpPr>
            <a:spLocks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9873">
            <a:extLst>
              <a:ext uri="{FF2B5EF4-FFF2-40B4-BE49-F238E27FC236}">
                <a16:creationId xmlns:a16="http://schemas.microsoft.com/office/drawing/2014/main" id="{CAF16BE4-3571-4BC7-AA20-70C214C4C7B9}"/>
              </a:ext>
            </a:extLst>
          </p:cNvPr>
          <p:cNvSpPr>
            <a:spLocks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9874">
            <a:extLst>
              <a:ext uri="{FF2B5EF4-FFF2-40B4-BE49-F238E27FC236}">
                <a16:creationId xmlns:a16="http://schemas.microsoft.com/office/drawing/2014/main" id="{43EE5FF8-5D15-4B36-BAC1-42345E55D5CE}"/>
              </a:ext>
            </a:extLst>
          </p:cNvPr>
          <p:cNvSpPr>
            <a:spLocks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9875">
            <a:extLst>
              <a:ext uri="{FF2B5EF4-FFF2-40B4-BE49-F238E27FC236}">
                <a16:creationId xmlns:a16="http://schemas.microsoft.com/office/drawing/2014/main" id="{58470BF2-64E0-42C4-A299-F92A60A579C9}"/>
              </a:ext>
            </a:extLst>
          </p:cNvPr>
          <p:cNvSpPr>
            <a:spLocks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9876">
            <a:extLst>
              <a:ext uri="{FF2B5EF4-FFF2-40B4-BE49-F238E27FC236}">
                <a16:creationId xmlns:a16="http://schemas.microsoft.com/office/drawing/2014/main" id="{8144CB32-E57D-4C7E-91D8-5A461A446F03}"/>
              </a:ext>
            </a:extLst>
          </p:cNvPr>
          <p:cNvSpPr>
            <a:spLocks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9877">
            <a:extLst>
              <a:ext uri="{FF2B5EF4-FFF2-40B4-BE49-F238E27FC236}">
                <a16:creationId xmlns:a16="http://schemas.microsoft.com/office/drawing/2014/main" id="{AA9116F4-B6B0-4FA0-B18B-FD0FE815013B}"/>
              </a:ext>
            </a:extLst>
          </p:cNvPr>
          <p:cNvSpPr>
            <a:spLocks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9878">
            <a:extLst>
              <a:ext uri="{FF2B5EF4-FFF2-40B4-BE49-F238E27FC236}">
                <a16:creationId xmlns:a16="http://schemas.microsoft.com/office/drawing/2014/main" id="{4E49AEA8-F276-4803-8A0A-DF111CA860DA}"/>
              </a:ext>
            </a:extLst>
          </p:cNvPr>
          <p:cNvSpPr>
            <a:spLocks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9879">
            <a:extLst>
              <a:ext uri="{FF2B5EF4-FFF2-40B4-BE49-F238E27FC236}">
                <a16:creationId xmlns:a16="http://schemas.microsoft.com/office/drawing/2014/main" id="{12E334C8-CFFC-4599-991C-570B011FD83C}"/>
              </a:ext>
            </a:extLst>
          </p:cNvPr>
          <p:cNvSpPr>
            <a:spLocks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9880">
            <a:extLst>
              <a:ext uri="{FF2B5EF4-FFF2-40B4-BE49-F238E27FC236}">
                <a16:creationId xmlns:a16="http://schemas.microsoft.com/office/drawing/2014/main" id="{9D97931B-4DCB-4F67-86AB-5B907AED69BE}"/>
              </a:ext>
            </a:extLst>
          </p:cNvPr>
          <p:cNvSpPr>
            <a:spLocks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9881">
            <a:extLst>
              <a:ext uri="{FF2B5EF4-FFF2-40B4-BE49-F238E27FC236}">
                <a16:creationId xmlns:a16="http://schemas.microsoft.com/office/drawing/2014/main" id="{2FBAF265-2FB7-4802-8AD3-C923092D7A4B}"/>
              </a:ext>
            </a:extLst>
          </p:cNvPr>
          <p:cNvSpPr>
            <a:spLocks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9882">
            <a:extLst>
              <a:ext uri="{FF2B5EF4-FFF2-40B4-BE49-F238E27FC236}">
                <a16:creationId xmlns:a16="http://schemas.microsoft.com/office/drawing/2014/main" id="{4DBB140D-B132-4099-AA3B-D8848F62E61F}"/>
              </a:ext>
            </a:extLst>
          </p:cNvPr>
          <p:cNvSpPr>
            <a:spLocks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9883">
            <a:extLst>
              <a:ext uri="{FF2B5EF4-FFF2-40B4-BE49-F238E27FC236}">
                <a16:creationId xmlns:a16="http://schemas.microsoft.com/office/drawing/2014/main" id="{518298D8-7C51-4EEE-BE13-65E17F25ADE0}"/>
              </a:ext>
            </a:extLst>
          </p:cNvPr>
          <p:cNvSpPr>
            <a:spLocks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9884">
            <a:extLst>
              <a:ext uri="{FF2B5EF4-FFF2-40B4-BE49-F238E27FC236}">
                <a16:creationId xmlns:a16="http://schemas.microsoft.com/office/drawing/2014/main" id="{555A94EC-A251-499C-9599-F7ADFBA43B10}"/>
              </a:ext>
            </a:extLst>
          </p:cNvPr>
          <p:cNvSpPr>
            <a:spLocks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9885">
            <a:extLst>
              <a:ext uri="{FF2B5EF4-FFF2-40B4-BE49-F238E27FC236}">
                <a16:creationId xmlns:a16="http://schemas.microsoft.com/office/drawing/2014/main" id="{30F66091-8936-412C-AC12-334AA7A24827}"/>
              </a:ext>
            </a:extLst>
          </p:cNvPr>
          <p:cNvSpPr>
            <a:spLocks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9886">
            <a:extLst>
              <a:ext uri="{FF2B5EF4-FFF2-40B4-BE49-F238E27FC236}">
                <a16:creationId xmlns:a16="http://schemas.microsoft.com/office/drawing/2014/main" id="{795BB907-4DF9-4C24-A1B7-3B017208719D}"/>
              </a:ext>
            </a:extLst>
          </p:cNvPr>
          <p:cNvSpPr>
            <a:spLocks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9887">
            <a:extLst>
              <a:ext uri="{FF2B5EF4-FFF2-40B4-BE49-F238E27FC236}">
                <a16:creationId xmlns:a16="http://schemas.microsoft.com/office/drawing/2014/main" id="{B06383D0-11D3-4083-A0C3-D1EB9C96ADF2}"/>
              </a:ext>
            </a:extLst>
          </p:cNvPr>
          <p:cNvSpPr>
            <a:spLocks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9888">
            <a:extLst>
              <a:ext uri="{FF2B5EF4-FFF2-40B4-BE49-F238E27FC236}">
                <a16:creationId xmlns:a16="http://schemas.microsoft.com/office/drawing/2014/main" id="{62D80A26-A9FB-49F4-83CA-0077A808E936}"/>
              </a:ext>
            </a:extLst>
          </p:cNvPr>
          <p:cNvSpPr>
            <a:spLocks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9889">
            <a:extLst>
              <a:ext uri="{FF2B5EF4-FFF2-40B4-BE49-F238E27FC236}">
                <a16:creationId xmlns:a16="http://schemas.microsoft.com/office/drawing/2014/main" id="{A4580E90-A69E-45A1-A120-EFAC101E9C89}"/>
              </a:ext>
            </a:extLst>
          </p:cNvPr>
          <p:cNvSpPr>
            <a:spLocks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9890">
            <a:extLst>
              <a:ext uri="{FF2B5EF4-FFF2-40B4-BE49-F238E27FC236}">
                <a16:creationId xmlns:a16="http://schemas.microsoft.com/office/drawing/2014/main" id="{6EAF3500-8745-4D8E-B33F-567AB4D0DF67}"/>
              </a:ext>
            </a:extLst>
          </p:cNvPr>
          <p:cNvSpPr>
            <a:spLocks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9891">
            <a:extLst>
              <a:ext uri="{FF2B5EF4-FFF2-40B4-BE49-F238E27FC236}">
                <a16:creationId xmlns:a16="http://schemas.microsoft.com/office/drawing/2014/main" id="{17DF82D1-B314-4528-8F10-7FDF64FB3493}"/>
              </a:ext>
            </a:extLst>
          </p:cNvPr>
          <p:cNvSpPr>
            <a:spLocks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9892">
            <a:extLst>
              <a:ext uri="{FF2B5EF4-FFF2-40B4-BE49-F238E27FC236}">
                <a16:creationId xmlns:a16="http://schemas.microsoft.com/office/drawing/2014/main" id="{7440FB6A-CE92-458D-A2A7-F9391FED9BF8}"/>
              </a:ext>
            </a:extLst>
          </p:cNvPr>
          <p:cNvSpPr>
            <a:spLocks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9893">
            <a:extLst>
              <a:ext uri="{FF2B5EF4-FFF2-40B4-BE49-F238E27FC236}">
                <a16:creationId xmlns:a16="http://schemas.microsoft.com/office/drawing/2014/main" id="{CBC31871-CF82-48B1-8CA4-A05C0BBBAB06}"/>
              </a:ext>
            </a:extLst>
          </p:cNvPr>
          <p:cNvSpPr>
            <a:spLocks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9894">
            <a:extLst>
              <a:ext uri="{FF2B5EF4-FFF2-40B4-BE49-F238E27FC236}">
                <a16:creationId xmlns:a16="http://schemas.microsoft.com/office/drawing/2014/main" id="{0E6CC059-72CD-40AA-81AA-02FA4011D9DC}"/>
              </a:ext>
            </a:extLst>
          </p:cNvPr>
          <p:cNvSpPr>
            <a:spLocks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9895">
            <a:extLst>
              <a:ext uri="{FF2B5EF4-FFF2-40B4-BE49-F238E27FC236}">
                <a16:creationId xmlns:a16="http://schemas.microsoft.com/office/drawing/2014/main" id="{C7C125E5-DCED-4FDE-893C-5A959EDD8955}"/>
              </a:ext>
            </a:extLst>
          </p:cNvPr>
          <p:cNvSpPr>
            <a:spLocks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9896">
            <a:extLst>
              <a:ext uri="{FF2B5EF4-FFF2-40B4-BE49-F238E27FC236}">
                <a16:creationId xmlns:a16="http://schemas.microsoft.com/office/drawing/2014/main" id="{478C542A-C639-4FB3-8388-0C034A77A7EC}"/>
              </a:ext>
            </a:extLst>
          </p:cNvPr>
          <p:cNvSpPr>
            <a:spLocks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9897">
            <a:extLst>
              <a:ext uri="{FF2B5EF4-FFF2-40B4-BE49-F238E27FC236}">
                <a16:creationId xmlns:a16="http://schemas.microsoft.com/office/drawing/2014/main" id="{0CC3A312-9444-4660-9E14-28857DB3A9CC}"/>
              </a:ext>
            </a:extLst>
          </p:cNvPr>
          <p:cNvSpPr>
            <a:spLocks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9898">
            <a:extLst>
              <a:ext uri="{FF2B5EF4-FFF2-40B4-BE49-F238E27FC236}">
                <a16:creationId xmlns:a16="http://schemas.microsoft.com/office/drawing/2014/main" id="{99FE8880-DF8C-4C94-8C68-5293F8FBB754}"/>
              </a:ext>
            </a:extLst>
          </p:cNvPr>
          <p:cNvSpPr>
            <a:spLocks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9899">
            <a:extLst>
              <a:ext uri="{FF2B5EF4-FFF2-40B4-BE49-F238E27FC236}">
                <a16:creationId xmlns:a16="http://schemas.microsoft.com/office/drawing/2014/main" id="{BC3DED72-A633-4907-8151-FDBD1139468D}"/>
              </a:ext>
            </a:extLst>
          </p:cNvPr>
          <p:cNvSpPr>
            <a:spLocks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9900">
            <a:extLst>
              <a:ext uri="{FF2B5EF4-FFF2-40B4-BE49-F238E27FC236}">
                <a16:creationId xmlns:a16="http://schemas.microsoft.com/office/drawing/2014/main" id="{8E8FD5F7-30B8-478F-B844-1F84F27F48A7}"/>
              </a:ext>
            </a:extLst>
          </p:cNvPr>
          <p:cNvSpPr>
            <a:spLocks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9901">
            <a:extLst>
              <a:ext uri="{FF2B5EF4-FFF2-40B4-BE49-F238E27FC236}">
                <a16:creationId xmlns:a16="http://schemas.microsoft.com/office/drawing/2014/main" id="{30AF0766-BE1E-4798-A39B-BE6206A3D8EF}"/>
              </a:ext>
            </a:extLst>
          </p:cNvPr>
          <p:cNvSpPr>
            <a:spLocks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9902">
            <a:extLst>
              <a:ext uri="{FF2B5EF4-FFF2-40B4-BE49-F238E27FC236}">
                <a16:creationId xmlns:a16="http://schemas.microsoft.com/office/drawing/2014/main" id="{D42122DD-C45A-4118-903E-1963C0C36418}"/>
              </a:ext>
            </a:extLst>
          </p:cNvPr>
          <p:cNvSpPr>
            <a:spLocks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9903">
            <a:extLst>
              <a:ext uri="{FF2B5EF4-FFF2-40B4-BE49-F238E27FC236}">
                <a16:creationId xmlns:a16="http://schemas.microsoft.com/office/drawing/2014/main" id="{A85E6F34-0AB7-4960-AA13-A9B2BBB4C9E9}"/>
              </a:ext>
            </a:extLst>
          </p:cNvPr>
          <p:cNvSpPr>
            <a:spLocks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9904">
            <a:extLst>
              <a:ext uri="{FF2B5EF4-FFF2-40B4-BE49-F238E27FC236}">
                <a16:creationId xmlns:a16="http://schemas.microsoft.com/office/drawing/2014/main" id="{66B56593-7D35-4C07-8632-FE541C44F6FD}"/>
              </a:ext>
            </a:extLst>
          </p:cNvPr>
          <p:cNvSpPr>
            <a:spLocks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9905">
            <a:extLst>
              <a:ext uri="{FF2B5EF4-FFF2-40B4-BE49-F238E27FC236}">
                <a16:creationId xmlns:a16="http://schemas.microsoft.com/office/drawing/2014/main" id="{EED419FA-637E-45D6-BE54-0836E39AE25D}"/>
              </a:ext>
            </a:extLst>
          </p:cNvPr>
          <p:cNvSpPr>
            <a:spLocks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9906">
            <a:extLst>
              <a:ext uri="{FF2B5EF4-FFF2-40B4-BE49-F238E27FC236}">
                <a16:creationId xmlns:a16="http://schemas.microsoft.com/office/drawing/2014/main" id="{723499FC-1C70-429F-BFEF-E942DD645ABE}"/>
              </a:ext>
            </a:extLst>
          </p:cNvPr>
          <p:cNvSpPr>
            <a:spLocks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9907">
            <a:extLst>
              <a:ext uri="{FF2B5EF4-FFF2-40B4-BE49-F238E27FC236}">
                <a16:creationId xmlns:a16="http://schemas.microsoft.com/office/drawing/2014/main" id="{E5739CD9-A980-4130-813E-D0CDF3A47088}"/>
              </a:ext>
            </a:extLst>
          </p:cNvPr>
          <p:cNvSpPr>
            <a:spLocks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9908">
            <a:extLst>
              <a:ext uri="{FF2B5EF4-FFF2-40B4-BE49-F238E27FC236}">
                <a16:creationId xmlns:a16="http://schemas.microsoft.com/office/drawing/2014/main" id="{9B6E7CC1-7AF5-4876-A644-E12CD6FB3A20}"/>
              </a:ext>
            </a:extLst>
          </p:cNvPr>
          <p:cNvSpPr>
            <a:spLocks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9909">
            <a:extLst>
              <a:ext uri="{FF2B5EF4-FFF2-40B4-BE49-F238E27FC236}">
                <a16:creationId xmlns:a16="http://schemas.microsoft.com/office/drawing/2014/main" id="{9180E861-0E4E-46FB-87BD-695B6FDD9B1E}"/>
              </a:ext>
            </a:extLst>
          </p:cNvPr>
          <p:cNvSpPr>
            <a:spLocks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9910">
            <a:extLst>
              <a:ext uri="{FF2B5EF4-FFF2-40B4-BE49-F238E27FC236}">
                <a16:creationId xmlns:a16="http://schemas.microsoft.com/office/drawing/2014/main" id="{78F864A8-0B4B-427C-BF79-168C0604169E}"/>
              </a:ext>
            </a:extLst>
          </p:cNvPr>
          <p:cNvSpPr>
            <a:spLocks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9911">
            <a:extLst>
              <a:ext uri="{FF2B5EF4-FFF2-40B4-BE49-F238E27FC236}">
                <a16:creationId xmlns:a16="http://schemas.microsoft.com/office/drawing/2014/main" id="{7D8C5E4A-CFE4-48C0-B413-4243EE45BE30}"/>
              </a:ext>
            </a:extLst>
          </p:cNvPr>
          <p:cNvSpPr>
            <a:spLocks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9912">
            <a:extLst>
              <a:ext uri="{FF2B5EF4-FFF2-40B4-BE49-F238E27FC236}">
                <a16:creationId xmlns:a16="http://schemas.microsoft.com/office/drawing/2014/main" id="{CD7C5D0A-FE86-41FE-91C2-67660B6756CB}"/>
              </a:ext>
            </a:extLst>
          </p:cNvPr>
          <p:cNvSpPr>
            <a:spLocks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9913">
            <a:extLst>
              <a:ext uri="{FF2B5EF4-FFF2-40B4-BE49-F238E27FC236}">
                <a16:creationId xmlns:a16="http://schemas.microsoft.com/office/drawing/2014/main" id="{7781FFE0-C294-491D-8E56-CE26C0BD7929}"/>
              </a:ext>
            </a:extLst>
          </p:cNvPr>
          <p:cNvSpPr>
            <a:spLocks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9914">
            <a:extLst>
              <a:ext uri="{FF2B5EF4-FFF2-40B4-BE49-F238E27FC236}">
                <a16:creationId xmlns:a16="http://schemas.microsoft.com/office/drawing/2014/main" id="{AFA31559-9702-4075-AB9F-A460B66D88C4}"/>
              </a:ext>
            </a:extLst>
          </p:cNvPr>
          <p:cNvSpPr>
            <a:spLocks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9915">
            <a:extLst>
              <a:ext uri="{FF2B5EF4-FFF2-40B4-BE49-F238E27FC236}">
                <a16:creationId xmlns:a16="http://schemas.microsoft.com/office/drawing/2014/main" id="{452A78AB-F789-4B5D-B09E-5F1017396A82}"/>
              </a:ext>
            </a:extLst>
          </p:cNvPr>
          <p:cNvSpPr>
            <a:spLocks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9916">
            <a:extLst>
              <a:ext uri="{FF2B5EF4-FFF2-40B4-BE49-F238E27FC236}">
                <a16:creationId xmlns:a16="http://schemas.microsoft.com/office/drawing/2014/main" id="{19680499-A86F-47E0-A92F-11C34EE5F06A}"/>
              </a:ext>
            </a:extLst>
          </p:cNvPr>
          <p:cNvSpPr>
            <a:spLocks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9917">
            <a:extLst>
              <a:ext uri="{FF2B5EF4-FFF2-40B4-BE49-F238E27FC236}">
                <a16:creationId xmlns:a16="http://schemas.microsoft.com/office/drawing/2014/main" id="{E671B900-2E56-4E06-8A3E-9707C486D07D}"/>
              </a:ext>
            </a:extLst>
          </p:cNvPr>
          <p:cNvSpPr>
            <a:spLocks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9918">
            <a:extLst>
              <a:ext uri="{FF2B5EF4-FFF2-40B4-BE49-F238E27FC236}">
                <a16:creationId xmlns:a16="http://schemas.microsoft.com/office/drawing/2014/main" id="{649A3788-E00B-46BE-8BAA-21FBF1D2D2D3}"/>
              </a:ext>
            </a:extLst>
          </p:cNvPr>
          <p:cNvSpPr>
            <a:spLocks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9919">
            <a:extLst>
              <a:ext uri="{FF2B5EF4-FFF2-40B4-BE49-F238E27FC236}">
                <a16:creationId xmlns:a16="http://schemas.microsoft.com/office/drawing/2014/main" id="{E474A300-177C-4A36-B058-3DA1D9F872B5}"/>
              </a:ext>
            </a:extLst>
          </p:cNvPr>
          <p:cNvSpPr>
            <a:spLocks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9920">
            <a:extLst>
              <a:ext uri="{FF2B5EF4-FFF2-40B4-BE49-F238E27FC236}">
                <a16:creationId xmlns:a16="http://schemas.microsoft.com/office/drawing/2014/main" id="{F809E4F4-A821-4322-B092-B62C692F9C9D}"/>
              </a:ext>
            </a:extLst>
          </p:cNvPr>
          <p:cNvSpPr>
            <a:spLocks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9921">
            <a:extLst>
              <a:ext uri="{FF2B5EF4-FFF2-40B4-BE49-F238E27FC236}">
                <a16:creationId xmlns:a16="http://schemas.microsoft.com/office/drawing/2014/main" id="{13990A2B-C7D2-4891-9747-C2B66C685947}"/>
              </a:ext>
            </a:extLst>
          </p:cNvPr>
          <p:cNvSpPr>
            <a:spLocks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9922">
            <a:extLst>
              <a:ext uri="{FF2B5EF4-FFF2-40B4-BE49-F238E27FC236}">
                <a16:creationId xmlns:a16="http://schemas.microsoft.com/office/drawing/2014/main" id="{B3BF7625-B764-4E22-B011-188730A00832}"/>
              </a:ext>
            </a:extLst>
          </p:cNvPr>
          <p:cNvSpPr>
            <a:spLocks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9923">
            <a:extLst>
              <a:ext uri="{FF2B5EF4-FFF2-40B4-BE49-F238E27FC236}">
                <a16:creationId xmlns:a16="http://schemas.microsoft.com/office/drawing/2014/main" id="{1C9D048B-D552-4930-B0B9-A0A44DDA8018}"/>
              </a:ext>
            </a:extLst>
          </p:cNvPr>
          <p:cNvSpPr>
            <a:spLocks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9924">
            <a:extLst>
              <a:ext uri="{FF2B5EF4-FFF2-40B4-BE49-F238E27FC236}">
                <a16:creationId xmlns:a16="http://schemas.microsoft.com/office/drawing/2014/main" id="{A322A0F2-A626-4DAE-A619-0BEED6EBB9C8}"/>
              </a:ext>
            </a:extLst>
          </p:cNvPr>
          <p:cNvSpPr>
            <a:spLocks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9925">
            <a:extLst>
              <a:ext uri="{FF2B5EF4-FFF2-40B4-BE49-F238E27FC236}">
                <a16:creationId xmlns:a16="http://schemas.microsoft.com/office/drawing/2014/main" id="{5EE559F4-C5A7-4D94-8B79-13D4DAA1AEF6}"/>
              </a:ext>
            </a:extLst>
          </p:cNvPr>
          <p:cNvSpPr>
            <a:spLocks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9926">
            <a:extLst>
              <a:ext uri="{FF2B5EF4-FFF2-40B4-BE49-F238E27FC236}">
                <a16:creationId xmlns:a16="http://schemas.microsoft.com/office/drawing/2014/main" id="{20EE2A92-A0C5-45B2-8BC9-45164CE5F769}"/>
              </a:ext>
            </a:extLst>
          </p:cNvPr>
          <p:cNvSpPr>
            <a:spLocks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9927">
            <a:extLst>
              <a:ext uri="{FF2B5EF4-FFF2-40B4-BE49-F238E27FC236}">
                <a16:creationId xmlns:a16="http://schemas.microsoft.com/office/drawing/2014/main" id="{FC7678C5-D543-4ACB-A3C2-266CD7364DBE}"/>
              </a:ext>
            </a:extLst>
          </p:cNvPr>
          <p:cNvSpPr>
            <a:spLocks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9928">
            <a:extLst>
              <a:ext uri="{FF2B5EF4-FFF2-40B4-BE49-F238E27FC236}">
                <a16:creationId xmlns:a16="http://schemas.microsoft.com/office/drawing/2014/main" id="{4ED7CA1B-F892-42E6-90C7-22F69B6427C8}"/>
              </a:ext>
            </a:extLst>
          </p:cNvPr>
          <p:cNvSpPr>
            <a:spLocks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9929">
            <a:extLst>
              <a:ext uri="{FF2B5EF4-FFF2-40B4-BE49-F238E27FC236}">
                <a16:creationId xmlns:a16="http://schemas.microsoft.com/office/drawing/2014/main" id="{C403B962-EAD9-4CB4-A29D-A0E5EEE5F2A9}"/>
              </a:ext>
            </a:extLst>
          </p:cNvPr>
          <p:cNvSpPr>
            <a:spLocks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9930">
            <a:extLst>
              <a:ext uri="{FF2B5EF4-FFF2-40B4-BE49-F238E27FC236}">
                <a16:creationId xmlns:a16="http://schemas.microsoft.com/office/drawing/2014/main" id="{D2304540-B072-4129-8B92-77FD58F05F70}"/>
              </a:ext>
            </a:extLst>
          </p:cNvPr>
          <p:cNvSpPr>
            <a:spLocks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9931">
            <a:extLst>
              <a:ext uri="{FF2B5EF4-FFF2-40B4-BE49-F238E27FC236}">
                <a16:creationId xmlns:a16="http://schemas.microsoft.com/office/drawing/2014/main" id="{E6D20388-25F0-4FA8-9C9A-FC037E1DB816}"/>
              </a:ext>
            </a:extLst>
          </p:cNvPr>
          <p:cNvSpPr>
            <a:spLocks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9932">
            <a:extLst>
              <a:ext uri="{FF2B5EF4-FFF2-40B4-BE49-F238E27FC236}">
                <a16:creationId xmlns:a16="http://schemas.microsoft.com/office/drawing/2014/main" id="{590369C2-B290-4FE7-A62B-8D80D8CB888C}"/>
              </a:ext>
            </a:extLst>
          </p:cNvPr>
          <p:cNvSpPr>
            <a:spLocks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9933">
            <a:extLst>
              <a:ext uri="{FF2B5EF4-FFF2-40B4-BE49-F238E27FC236}">
                <a16:creationId xmlns:a16="http://schemas.microsoft.com/office/drawing/2014/main" id="{E3B3448A-92B7-4F47-A350-B6DFC9752F30}"/>
              </a:ext>
            </a:extLst>
          </p:cNvPr>
          <p:cNvSpPr>
            <a:spLocks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9934">
            <a:extLst>
              <a:ext uri="{FF2B5EF4-FFF2-40B4-BE49-F238E27FC236}">
                <a16:creationId xmlns:a16="http://schemas.microsoft.com/office/drawing/2014/main" id="{06B15D83-60FA-465B-B3FE-D8C0ED121AD2}"/>
              </a:ext>
            </a:extLst>
          </p:cNvPr>
          <p:cNvSpPr>
            <a:spLocks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9935">
            <a:extLst>
              <a:ext uri="{FF2B5EF4-FFF2-40B4-BE49-F238E27FC236}">
                <a16:creationId xmlns:a16="http://schemas.microsoft.com/office/drawing/2014/main" id="{42DFB92C-021E-49F5-8F31-C764BE7D5E09}"/>
              </a:ext>
            </a:extLst>
          </p:cNvPr>
          <p:cNvSpPr>
            <a:spLocks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9936">
            <a:extLst>
              <a:ext uri="{FF2B5EF4-FFF2-40B4-BE49-F238E27FC236}">
                <a16:creationId xmlns:a16="http://schemas.microsoft.com/office/drawing/2014/main" id="{B0529855-027F-4C05-8E25-F1F18BFB5CE4}"/>
              </a:ext>
            </a:extLst>
          </p:cNvPr>
          <p:cNvSpPr>
            <a:spLocks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9937">
            <a:extLst>
              <a:ext uri="{FF2B5EF4-FFF2-40B4-BE49-F238E27FC236}">
                <a16:creationId xmlns:a16="http://schemas.microsoft.com/office/drawing/2014/main" id="{F8B456BB-14A0-4594-BE1B-315736DD59F1}"/>
              </a:ext>
            </a:extLst>
          </p:cNvPr>
          <p:cNvSpPr>
            <a:spLocks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9938">
            <a:extLst>
              <a:ext uri="{FF2B5EF4-FFF2-40B4-BE49-F238E27FC236}">
                <a16:creationId xmlns:a16="http://schemas.microsoft.com/office/drawing/2014/main" id="{FE91A6B5-6FA1-4DDA-B5F7-1E81046133C9}"/>
              </a:ext>
            </a:extLst>
          </p:cNvPr>
          <p:cNvSpPr>
            <a:spLocks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9939">
            <a:extLst>
              <a:ext uri="{FF2B5EF4-FFF2-40B4-BE49-F238E27FC236}">
                <a16:creationId xmlns:a16="http://schemas.microsoft.com/office/drawing/2014/main" id="{5E061034-1AA9-4CB0-B920-782F1B318AEC}"/>
              </a:ext>
            </a:extLst>
          </p:cNvPr>
          <p:cNvSpPr>
            <a:spLocks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9940">
            <a:extLst>
              <a:ext uri="{FF2B5EF4-FFF2-40B4-BE49-F238E27FC236}">
                <a16:creationId xmlns:a16="http://schemas.microsoft.com/office/drawing/2014/main" id="{0963AA31-D1F3-48E6-BB15-995AF57E326C}"/>
              </a:ext>
            </a:extLst>
          </p:cNvPr>
          <p:cNvSpPr>
            <a:spLocks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9941">
            <a:extLst>
              <a:ext uri="{FF2B5EF4-FFF2-40B4-BE49-F238E27FC236}">
                <a16:creationId xmlns:a16="http://schemas.microsoft.com/office/drawing/2014/main" id="{B36076B0-3B80-4C30-8ED9-6CC46EE37210}"/>
              </a:ext>
            </a:extLst>
          </p:cNvPr>
          <p:cNvSpPr>
            <a:spLocks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9942">
            <a:extLst>
              <a:ext uri="{FF2B5EF4-FFF2-40B4-BE49-F238E27FC236}">
                <a16:creationId xmlns:a16="http://schemas.microsoft.com/office/drawing/2014/main" id="{EEDFACE1-BAAE-4E31-A11C-A3E72526576E}"/>
              </a:ext>
            </a:extLst>
          </p:cNvPr>
          <p:cNvSpPr>
            <a:spLocks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9943">
            <a:extLst>
              <a:ext uri="{FF2B5EF4-FFF2-40B4-BE49-F238E27FC236}">
                <a16:creationId xmlns:a16="http://schemas.microsoft.com/office/drawing/2014/main" id="{A96E41FA-D8A7-400A-8D83-EA073628D2A9}"/>
              </a:ext>
            </a:extLst>
          </p:cNvPr>
          <p:cNvSpPr>
            <a:spLocks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9944">
            <a:extLst>
              <a:ext uri="{FF2B5EF4-FFF2-40B4-BE49-F238E27FC236}">
                <a16:creationId xmlns:a16="http://schemas.microsoft.com/office/drawing/2014/main" id="{431FC3FD-E4D5-4020-B439-D3E73F548EAC}"/>
              </a:ext>
            </a:extLst>
          </p:cNvPr>
          <p:cNvSpPr>
            <a:spLocks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9945">
            <a:extLst>
              <a:ext uri="{FF2B5EF4-FFF2-40B4-BE49-F238E27FC236}">
                <a16:creationId xmlns:a16="http://schemas.microsoft.com/office/drawing/2014/main" id="{06FF4314-5A93-43C0-9CC2-A7DBBD805B10}"/>
              </a:ext>
            </a:extLst>
          </p:cNvPr>
          <p:cNvSpPr>
            <a:spLocks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9946">
            <a:extLst>
              <a:ext uri="{FF2B5EF4-FFF2-40B4-BE49-F238E27FC236}">
                <a16:creationId xmlns:a16="http://schemas.microsoft.com/office/drawing/2014/main" id="{0E7C9052-7E40-4A07-8432-47FFDB019F59}"/>
              </a:ext>
            </a:extLst>
          </p:cNvPr>
          <p:cNvSpPr>
            <a:spLocks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9947">
            <a:extLst>
              <a:ext uri="{FF2B5EF4-FFF2-40B4-BE49-F238E27FC236}">
                <a16:creationId xmlns:a16="http://schemas.microsoft.com/office/drawing/2014/main" id="{55DBB49D-C70D-487F-BBBE-5D5583EAA255}"/>
              </a:ext>
            </a:extLst>
          </p:cNvPr>
          <p:cNvSpPr>
            <a:spLocks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9948">
            <a:extLst>
              <a:ext uri="{FF2B5EF4-FFF2-40B4-BE49-F238E27FC236}">
                <a16:creationId xmlns:a16="http://schemas.microsoft.com/office/drawing/2014/main" id="{C824F429-831C-43C5-AA71-7692857B65E6}"/>
              </a:ext>
            </a:extLst>
          </p:cNvPr>
          <p:cNvSpPr>
            <a:spLocks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9949">
            <a:extLst>
              <a:ext uri="{FF2B5EF4-FFF2-40B4-BE49-F238E27FC236}">
                <a16:creationId xmlns:a16="http://schemas.microsoft.com/office/drawing/2014/main" id="{1180646E-4001-4E5D-8352-1E9696FAF964}"/>
              </a:ext>
            </a:extLst>
          </p:cNvPr>
          <p:cNvSpPr>
            <a:spLocks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9950">
            <a:extLst>
              <a:ext uri="{FF2B5EF4-FFF2-40B4-BE49-F238E27FC236}">
                <a16:creationId xmlns:a16="http://schemas.microsoft.com/office/drawing/2014/main" id="{7A0B939F-C74C-4127-B46C-BB4B5FDA0669}"/>
              </a:ext>
            </a:extLst>
          </p:cNvPr>
          <p:cNvSpPr>
            <a:spLocks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9951">
            <a:extLst>
              <a:ext uri="{FF2B5EF4-FFF2-40B4-BE49-F238E27FC236}">
                <a16:creationId xmlns:a16="http://schemas.microsoft.com/office/drawing/2014/main" id="{2892891E-BF23-47F2-92E4-F532610A8605}"/>
              </a:ext>
            </a:extLst>
          </p:cNvPr>
          <p:cNvSpPr>
            <a:spLocks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9952">
            <a:extLst>
              <a:ext uri="{FF2B5EF4-FFF2-40B4-BE49-F238E27FC236}">
                <a16:creationId xmlns:a16="http://schemas.microsoft.com/office/drawing/2014/main" id="{64184D0F-19C1-4C11-95C9-21BD540F8E77}"/>
              </a:ext>
            </a:extLst>
          </p:cNvPr>
          <p:cNvSpPr>
            <a:spLocks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9953">
            <a:extLst>
              <a:ext uri="{FF2B5EF4-FFF2-40B4-BE49-F238E27FC236}">
                <a16:creationId xmlns:a16="http://schemas.microsoft.com/office/drawing/2014/main" id="{4B6AA2BC-35DC-4683-A4FB-7C0C8688507E}"/>
              </a:ext>
            </a:extLst>
          </p:cNvPr>
          <p:cNvSpPr>
            <a:spLocks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9954">
            <a:extLst>
              <a:ext uri="{FF2B5EF4-FFF2-40B4-BE49-F238E27FC236}">
                <a16:creationId xmlns:a16="http://schemas.microsoft.com/office/drawing/2014/main" id="{43A9E03C-6122-4609-B2EC-FDAD4CF626F8}"/>
              </a:ext>
            </a:extLst>
          </p:cNvPr>
          <p:cNvSpPr>
            <a:spLocks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9955">
            <a:extLst>
              <a:ext uri="{FF2B5EF4-FFF2-40B4-BE49-F238E27FC236}">
                <a16:creationId xmlns:a16="http://schemas.microsoft.com/office/drawing/2014/main" id="{35E9249A-7D56-4C2A-9D0C-D95279270513}"/>
              </a:ext>
            </a:extLst>
          </p:cNvPr>
          <p:cNvSpPr>
            <a:spLocks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9956">
            <a:extLst>
              <a:ext uri="{FF2B5EF4-FFF2-40B4-BE49-F238E27FC236}">
                <a16:creationId xmlns:a16="http://schemas.microsoft.com/office/drawing/2014/main" id="{CC3ED329-C21A-4391-A98A-C21FDF47B2CA}"/>
              </a:ext>
            </a:extLst>
          </p:cNvPr>
          <p:cNvSpPr>
            <a:spLocks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9957">
            <a:extLst>
              <a:ext uri="{FF2B5EF4-FFF2-40B4-BE49-F238E27FC236}">
                <a16:creationId xmlns:a16="http://schemas.microsoft.com/office/drawing/2014/main" id="{D357FD09-AC80-47F0-B256-A1857B1B056C}"/>
              </a:ext>
            </a:extLst>
          </p:cNvPr>
          <p:cNvSpPr>
            <a:spLocks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9958">
            <a:extLst>
              <a:ext uri="{FF2B5EF4-FFF2-40B4-BE49-F238E27FC236}">
                <a16:creationId xmlns:a16="http://schemas.microsoft.com/office/drawing/2014/main" id="{1ACB9D7B-62AE-4352-841B-40B60D0487EC}"/>
              </a:ext>
            </a:extLst>
          </p:cNvPr>
          <p:cNvSpPr>
            <a:spLocks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9959">
            <a:extLst>
              <a:ext uri="{FF2B5EF4-FFF2-40B4-BE49-F238E27FC236}">
                <a16:creationId xmlns:a16="http://schemas.microsoft.com/office/drawing/2014/main" id="{12FE22F7-21E8-4741-905F-6A882EB6DBD9}"/>
              </a:ext>
            </a:extLst>
          </p:cNvPr>
          <p:cNvSpPr>
            <a:spLocks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9960">
            <a:extLst>
              <a:ext uri="{FF2B5EF4-FFF2-40B4-BE49-F238E27FC236}">
                <a16:creationId xmlns:a16="http://schemas.microsoft.com/office/drawing/2014/main" id="{FA84CE8C-908A-4992-8834-847708EAA3AD}"/>
              </a:ext>
            </a:extLst>
          </p:cNvPr>
          <p:cNvSpPr>
            <a:spLocks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9961">
            <a:extLst>
              <a:ext uri="{FF2B5EF4-FFF2-40B4-BE49-F238E27FC236}">
                <a16:creationId xmlns:a16="http://schemas.microsoft.com/office/drawing/2014/main" id="{96F20DA0-7193-4872-AC84-0508931CA06A}"/>
              </a:ext>
            </a:extLst>
          </p:cNvPr>
          <p:cNvSpPr>
            <a:spLocks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9962">
            <a:extLst>
              <a:ext uri="{FF2B5EF4-FFF2-40B4-BE49-F238E27FC236}">
                <a16:creationId xmlns:a16="http://schemas.microsoft.com/office/drawing/2014/main" id="{F517A5C9-1820-4DAA-8198-8CECF19885C6}"/>
              </a:ext>
            </a:extLst>
          </p:cNvPr>
          <p:cNvSpPr>
            <a:spLocks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9963">
            <a:extLst>
              <a:ext uri="{FF2B5EF4-FFF2-40B4-BE49-F238E27FC236}">
                <a16:creationId xmlns:a16="http://schemas.microsoft.com/office/drawing/2014/main" id="{F74A775E-F78C-435C-B92F-0464AAC9D889}"/>
              </a:ext>
            </a:extLst>
          </p:cNvPr>
          <p:cNvSpPr>
            <a:spLocks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9964">
            <a:extLst>
              <a:ext uri="{FF2B5EF4-FFF2-40B4-BE49-F238E27FC236}">
                <a16:creationId xmlns:a16="http://schemas.microsoft.com/office/drawing/2014/main" id="{CBB75FCB-A92B-4823-BB99-53D534A0BE26}"/>
              </a:ext>
            </a:extLst>
          </p:cNvPr>
          <p:cNvSpPr>
            <a:spLocks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9965">
            <a:extLst>
              <a:ext uri="{FF2B5EF4-FFF2-40B4-BE49-F238E27FC236}">
                <a16:creationId xmlns:a16="http://schemas.microsoft.com/office/drawing/2014/main" id="{B13E0430-4BC9-4D88-A8FD-CFF11C1F7C27}"/>
              </a:ext>
            </a:extLst>
          </p:cNvPr>
          <p:cNvSpPr>
            <a:spLocks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9966">
            <a:extLst>
              <a:ext uri="{FF2B5EF4-FFF2-40B4-BE49-F238E27FC236}">
                <a16:creationId xmlns:a16="http://schemas.microsoft.com/office/drawing/2014/main" id="{2E6C3D12-B872-448A-93E4-D0EE33525783}"/>
              </a:ext>
            </a:extLst>
          </p:cNvPr>
          <p:cNvSpPr>
            <a:spLocks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9967">
            <a:extLst>
              <a:ext uri="{FF2B5EF4-FFF2-40B4-BE49-F238E27FC236}">
                <a16:creationId xmlns:a16="http://schemas.microsoft.com/office/drawing/2014/main" id="{2CFF3899-AE8B-4654-937D-87FA272B7DB4}"/>
              </a:ext>
            </a:extLst>
          </p:cNvPr>
          <p:cNvSpPr>
            <a:spLocks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9968">
            <a:extLst>
              <a:ext uri="{FF2B5EF4-FFF2-40B4-BE49-F238E27FC236}">
                <a16:creationId xmlns:a16="http://schemas.microsoft.com/office/drawing/2014/main" id="{79B9C2FC-14F2-4CCC-A032-A6B9CE8B7E80}"/>
              </a:ext>
            </a:extLst>
          </p:cNvPr>
          <p:cNvSpPr>
            <a:spLocks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9969">
            <a:extLst>
              <a:ext uri="{FF2B5EF4-FFF2-40B4-BE49-F238E27FC236}">
                <a16:creationId xmlns:a16="http://schemas.microsoft.com/office/drawing/2014/main" id="{0EAD7549-A01F-4357-9D32-D382C970C250}"/>
              </a:ext>
            </a:extLst>
          </p:cNvPr>
          <p:cNvSpPr>
            <a:spLocks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9970">
            <a:extLst>
              <a:ext uri="{FF2B5EF4-FFF2-40B4-BE49-F238E27FC236}">
                <a16:creationId xmlns:a16="http://schemas.microsoft.com/office/drawing/2014/main" id="{C5DD9AF5-EF83-4325-8B96-9E47730DAF8A}"/>
              </a:ext>
            </a:extLst>
          </p:cNvPr>
          <p:cNvSpPr>
            <a:spLocks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9971">
            <a:extLst>
              <a:ext uri="{FF2B5EF4-FFF2-40B4-BE49-F238E27FC236}">
                <a16:creationId xmlns:a16="http://schemas.microsoft.com/office/drawing/2014/main" id="{F1BFB5C1-F615-450C-B535-CA6F8858A3B2}"/>
              </a:ext>
            </a:extLst>
          </p:cNvPr>
          <p:cNvSpPr>
            <a:spLocks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9972">
            <a:extLst>
              <a:ext uri="{FF2B5EF4-FFF2-40B4-BE49-F238E27FC236}">
                <a16:creationId xmlns:a16="http://schemas.microsoft.com/office/drawing/2014/main" id="{685866C3-E0FD-4667-81E2-5308934D4264}"/>
              </a:ext>
            </a:extLst>
          </p:cNvPr>
          <p:cNvSpPr>
            <a:spLocks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9973">
            <a:extLst>
              <a:ext uri="{FF2B5EF4-FFF2-40B4-BE49-F238E27FC236}">
                <a16:creationId xmlns:a16="http://schemas.microsoft.com/office/drawing/2014/main" id="{AEC4F11E-5561-4502-8255-05B428E44763}"/>
              </a:ext>
            </a:extLst>
          </p:cNvPr>
          <p:cNvSpPr>
            <a:spLocks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9974">
            <a:extLst>
              <a:ext uri="{FF2B5EF4-FFF2-40B4-BE49-F238E27FC236}">
                <a16:creationId xmlns:a16="http://schemas.microsoft.com/office/drawing/2014/main" id="{A27898FE-1ACC-4FA9-A43E-AE335A582BBF}"/>
              </a:ext>
            </a:extLst>
          </p:cNvPr>
          <p:cNvSpPr>
            <a:spLocks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9975">
            <a:extLst>
              <a:ext uri="{FF2B5EF4-FFF2-40B4-BE49-F238E27FC236}">
                <a16:creationId xmlns:a16="http://schemas.microsoft.com/office/drawing/2014/main" id="{C3BD8AF0-BBB7-46B6-AED2-38EA8E71856C}"/>
              </a:ext>
            </a:extLst>
          </p:cNvPr>
          <p:cNvSpPr>
            <a:spLocks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9976">
            <a:extLst>
              <a:ext uri="{FF2B5EF4-FFF2-40B4-BE49-F238E27FC236}">
                <a16:creationId xmlns:a16="http://schemas.microsoft.com/office/drawing/2014/main" id="{32342B3A-82FD-4C66-ACA5-82E9483C44C1}"/>
              </a:ext>
            </a:extLst>
          </p:cNvPr>
          <p:cNvSpPr>
            <a:spLocks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9977">
            <a:extLst>
              <a:ext uri="{FF2B5EF4-FFF2-40B4-BE49-F238E27FC236}">
                <a16:creationId xmlns:a16="http://schemas.microsoft.com/office/drawing/2014/main" id="{3EF4EBA7-D939-4D28-A5BD-645AF2724F48}"/>
              </a:ext>
            </a:extLst>
          </p:cNvPr>
          <p:cNvSpPr>
            <a:spLocks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9978">
            <a:extLst>
              <a:ext uri="{FF2B5EF4-FFF2-40B4-BE49-F238E27FC236}">
                <a16:creationId xmlns:a16="http://schemas.microsoft.com/office/drawing/2014/main" id="{F0D1F710-166E-442B-BFB3-B69EFE0A4EAD}"/>
              </a:ext>
            </a:extLst>
          </p:cNvPr>
          <p:cNvSpPr>
            <a:spLocks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9979">
            <a:extLst>
              <a:ext uri="{FF2B5EF4-FFF2-40B4-BE49-F238E27FC236}">
                <a16:creationId xmlns:a16="http://schemas.microsoft.com/office/drawing/2014/main" id="{C935028D-0FFC-4036-A377-9F81A3CCA8ED}"/>
              </a:ext>
            </a:extLst>
          </p:cNvPr>
          <p:cNvSpPr>
            <a:spLocks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9980">
            <a:extLst>
              <a:ext uri="{FF2B5EF4-FFF2-40B4-BE49-F238E27FC236}">
                <a16:creationId xmlns:a16="http://schemas.microsoft.com/office/drawing/2014/main" id="{35704073-BA14-4A4B-AA9C-BF68A3D2FF11}"/>
              </a:ext>
            </a:extLst>
          </p:cNvPr>
          <p:cNvSpPr>
            <a:spLocks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9981">
            <a:extLst>
              <a:ext uri="{FF2B5EF4-FFF2-40B4-BE49-F238E27FC236}">
                <a16:creationId xmlns:a16="http://schemas.microsoft.com/office/drawing/2014/main" id="{742C5685-183E-4C5E-975A-FFC5093FA51A}"/>
              </a:ext>
            </a:extLst>
          </p:cNvPr>
          <p:cNvSpPr>
            <a:spLocks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9982">
            <a:extLst>
              <a:ext uri="{FF2B5EF4-FFF2-40B4-BE49-F238E27FC236}">
                <a16:creationId xmlns:a16="http://schemas.microsoft.com/office/drawing/2014/main" id="{5F3CB71F-083E-4211-85D0-52A9773753A7}"/>
              </a:ext>
            </a:extLst>
          </p:cNvPr>
          <p:cNvSpPr>
            <a:spLocks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9983">
            <a:extLst>
              <a:ext uri="{FF2B5EF4-FFF2-40B4-BE49-F238E27FC236}">
                <a16:creationId xmlns:a16="http://schemas.microsoft.com/office/drawing/2014/main" id="{0C974684-9064-49A1-8B35-31CA31E91305}"/>
              </a:ext>
            </a:extLst>
          </p:cNvPr>
          <p:cNvSpPr>
            <a:spLocks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9984">
            <a:extLst>
              <a:ext uri="{FF2B5EF4-FFF2-40B4-BE49-F238E27FC236}">
                <a16:creationId xmlns:a16="http://schemas.microsoft.com/office/drawing/2014/main" id="{11FD4FFD-2FC0-474F-8E8D-3F68A7672079}"/>
              </a:ext>
            </a:extLst>
          </p:cNvPr>
          <p:cNvSpPr>
            <a:spLocks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9985">
            <a:extLst>
              <a:ext uri="{FF2B5EF4-FFF2-40B4-BE49-F238E27FC236}">
                <a16:creationId xmlns:a16="http://schemas.microsoft.com/office/drawing/2014/main" id="{53E88BF4-7E43-400C-AB13-26EA86D90D04}"/>
              </a:ext>
            </a:extLst>
          </p:cNvPr>
          <p:cNvSpPr>
            <a:spLocks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9986">
            <a:extLst>
              <a:ext uri="{FF2B5EF4-FFF2-40B4-BE49-F238E27FC236}">
                <a16:creationId xmlns:a16="http://schemas.microsoft.com/office/drawing/2014/main" id="{8830D135-F3A1-46DD-9796-4656A58ACF23}"/>
              </a:ext>
            </a:extLst>
          </p:cNvPr>
          <p:cNvSpPr>
            <a:spLocks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9987">
            <a:extLst>
              <a:ext uri="{FF2B5EF4-FFF2-40B4-BE49-F238E27FC236}">
                <a16:creationId xmlns:a16="http://schemas.microsoft.com/office/drawing/2014/main" id="{72AF0DCB-C004-45A0-9C01-CD985949800A}"/>
              </a:ext>
            </a:extLst>
          </p:cNvPr>
          <p:cNvSpPr>
            <a:spLocks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9988">
            <a:extLst>
              <a:ext uri="{FF2B5EF4-FFF2-40B4-BE49-F238E27FC236}">
                <a16:creationId xmlns:a16="http://schemas.microsoft.com/office/drawing/2014/main" id="{B225860C-C9F8-4D21-9428-1DEE2C9DED35}"/>
              </a:ext>
            </a:extLst>
          </p:cNvPr>
          <p:cNvSpPr>
            <a:spLocks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9989">
            <a:extLst>
              <a:ext uri="{FF2B5EF4-FFF2-40B4-BE49-F238E27FC236}">
                <a16:creationId xmlns:a16="http://schemas.microsoft.com/office/drawing/2014/main" id="{23F32C22-E228-4465-BF91-2F217C523818}"/>
              </a:ext>
            </a:extLst>
          </p:cNvPr>
          <p:cNvSpPr>
            <a:spLocks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9990">
            <a:extLst>
              <a:ext uri="{FF2B5EF4-FFF2-40B4-BE49-F238E27FC236}">
                <a16:creationId xmlns:a16="http://schemas.microsoft.com/office/drawing/2014/main" id="{784E7093-DD84-46A4-9F49-E11B446159AE}"/>
              </a:ext>
            </a:extLst>
          </p:cNvPr>
          <p:cNvSpPr>
            <a:spLocks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9991">
            <a:extLst>
              <a:ext uri="{FF2B5EF4-FFF2-40B4-BE49-F238E27FC236}">
                <a16:creationId xmlns:a16="http://schemas.microsoft.com/office/drawing/2014/main" id="{E0CF6A25-81EE-4946-A8A7-55B3B7E3739A}"/>
              </a:ext>
            </a:extLst>
          </p:cNvPr>
          <p:cNvSpPr>
            <a:spLocks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9992">
            <a:extLst>
              <a:ext uri="{FF2B5EF4-FFF2-40B4-BE49-F238E27FC236}">
                <a16:creationId xmlns:a16="http://schemas.microsoft.com/office/drawing/2014/main" id="{B7EA33CD-942B-48F6-B75F-94EE672A1573}"/>
              </a:ext>
            </a:extLst>
          </p:cNvPr>
          <p:cNvSpPr>
            <a:spLocks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9993">
            <a:extLst>
              <a:ext uri="{FF2B5EF4-FFF2-40B4-BE49-F238E27FC236}">
                <a16:creationId xmlns:a16="http://schemas.microsoft.com/office/drawing/2014/main" id="{E4180811-9839-46A7-8944-D08555506206}"/>
              </a:ext>
            </a:extLst>
          </p:cNvPr>
          <p:cNvSpPr>
            <a:spLocks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9994">
            <a:extLst>
              <a:ext uri="{FF2B5EF4-FFF2-40B4-BE49-F238E27FC236}">
                <a16:creationId xmlns:a16="http://schemas.microsoft.com/office/drawing/2014/main" id="{7C5E00A8-F38A-4AB0-ACF8-3666111F04BD}"/>
              </a:ext>
            </a:extLst>
          </p:cNvPr>
          <p:cNvSpPr>
            <a:spLocks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9995">
            <a:extLst>
              <a:ext uri="{FF2B5EF4-FFF2-40B4-BE49-F238E27FC236}">
                <a16:creationId xmlns:a16="http://schemas.microsoft.com/office/drawing/2014/main" id="{DBBF915F-1BD6-4454-9D54-87671DE0EAB6}"/>
              </a:ext>
            </a:extLst>
          </p:cNvPr>
          <p:cNvSpPr>
            <a:spLocks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9996">
            <a:extLst>
              <a:ext uri="{FF2B5EF4-FFF2-40B4-BE49-F238E27FC236}">
                <a16:creationId xmlns:a16="http://schemas.microsoft.com/office/drawing/2014/main" id="{6DE4ECB1-8493-46E7-9E7A-C5934D669817}"/>
              </a:ext>
            </a:extLst>
          </p:cNvPr>
          <p:cNvSpPr>
            <a:spLocks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9997">
            <a:extLst>
              <a:ext uri="{FF2B5EF4-FFF2-40B4-BE49-F238E27FC236}">
                <a16:creationId xmlns:a16="http://schemas.microsoft.com/office/drawing/2014/main" id="{935E304F-1E51-45CA-BC1F-5A5CC6CD7DDF}"/>
              </a:ext>
            </a:extLst>
          </p:cNvPr>
          <p:cNvSpPr>
            <a:spLocks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9998">
            <a:extLst>
              <a:ext uri="{FF2B5EF4-FFF2-40B4-BE49-F238E27FC236}">
                <a16:creationId xmlns:a16="http://schemas.microsoft.com/office/drawing/2014/main" id="{F1AB1C65-97C1-4D5B-B209-4B7DC2CEED8B}"/>
              </a:ext>
            </a:extLst>
          </p:cNvPr>
          <p:cNvSpPr>
            <a:spLocks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9999">
            <a:extLst>
              <a:ext uri="{FF2B5EF4-FFF2-40B4-BE49-F238E27FC236}">
                <a16:creationId xmlns:a16="http://schemas.microsoft.com/office/drawing/2014/main" id="{50A872A7-167A-4595-B348-93BF1DDF0E32}"/>
              </a:ext>
            </a:extLst>
          </p:cNvPr>
          <p:cNvSpPr>
            <a:spLocks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10000">
            <a:extLst>
              <a:ext uri="{FF2B5EF4-FFF2-40B4-BE49-F238E27FC236}">
                <a16:creationId xmlns:a16="http://schemas.microsoft.com/office/drawing/2014/main" id="{59DEE11F-5BE4-40D1-9ECC-54711224DF5B}"/>
              </a:ext>
            </a:extLst>
          </p:cNvPr>
          <p:cNvSpPr>
            <a:spLocks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10001">
            <a:extLst>
              <a:ext uri="{FF2B5EF4-FFF2-40B4-BE49-F238E27FC236}">
                <a16:creationId xmlns:a16="http://schemas.microsoft.com/office/drawing/2014/main" id="{AB2DAFC7-49E6-48F2-947E-0F4C9BC1C70C}"/>
              </a:ext>
            </a:extLst>
          </p:cNvPr>
          <p:cNvSpPr>
            <a:spLocks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10002">
            <a:extLst>
              <a:ext uri="{FF2B5EF4-FFF2-40B4-BE49-F238E27FC236}">
                <a16:creationId xmlns:a16="http://schemas.microsoft.com/office/drawing/2014/main" id="{0903D50D-0A63-4632-801D-F5ADA65CE396}"/>
              </a:ext>
            </a:extLst>
          </p:cNvPr>
          <p:cNvSpPr>
            <a:spLocks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10003">
            <a:extLst>
              <a:ext uri="{FF2B5EF4-FFF2-40B4-BE49-F238E27FC236}">
                <a16:creationId xmlns:a16="http://schemas.microsoft.com/office/drawing/2014/main" id="{B61200F3-3592-49C9-A3AD-D5354D39D569}"/>
              </a:ext>
            </a:extLst>
          </p:cNvPr>
          <p:cNvSpPr>
            <a:spLocks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10004">
            <a:extLst>
              <a:ext uri="{FF2B5EF4-FFF2-40B4-BE49-F238E27FC236}">
                <a16:creationId xmlns:a16="http://schemas.microsoft.com/office/drawing/2014/main" id="{021B7799-8321-40C4-9938-67B928B78148}"/>
              </a:ext>
            </a:extLst>
          </p:cNvPr>
          <p:cNvSpPr>
            <a:spLocks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10005">
            <a:extLst>
              <a:ext uri="{FF2B5EF4-FFF2-40B4-BE49-F238E27FC236}">
                <a16:creationId xmlns:a16="http://schemas.microsoft.com/office/drawing/2014/main" id="{D308C6FB-C695-41AB-B060-7804D401DF78}"/>
              </a:ext>
            </a:extLst>
          </p:cNvPr>
          <p:cNvSpPr>
            <a:spLocks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10006">
            <a:extLst>
              <a:ext uri="{FF2B5EF4-FFF2-40B4-BE49-F238E27FC236}">
                <a16:creationId xmlns:a16="http://schemas.microsoft.com/office/drawing/2014/main" id="{76D7CEF9-67D8-44A0-86A2-E3BC3D998375}"/>
              </a:ext>
            </a:extLst>
          </p:cNvPr>
          <p:cNvSpPr>
            <a:spLocks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10007">
            <a:extLst>
              <a:ext uri="{FF2B5EF4-FFF2-40B4-BE49-F238E27FC236}">
                <a16:creationId xmlns:a16="http://schemas.microsoft.com/office/drawing/2014/main" id="{FCCBD229-C6F7-48A4-9828-BFDA5B317FFD}"/>
              </a:ext>
            </a:extLst>
          </p:cNvPr>
          <p:cNvSpPr>
            <a:spLocks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10008">
            <a:extLst>
              <a:ext uri="{FF2B5EF4-FFF2-40B4-BE49-F238E27FC236}">
                <a16:creationId xmlns:a16="http://schemas.microsoft.com/office/drawing/2014/main" id="{D0F66595-0145-4E7C-BFD9-084CF0FB1AA3}"/>
              </a:ext>
            </a:extLst>
          </p:cNvPr>
          <p:cNvSpPr>
            <a:spLocks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10009">
            <a:extLst>
              <a:ext uri="{FF2B5EF4-FFF2-40B4-BE49-F238E27FC236}">
                <a16:creationId xmlns:a16="http://schemas.microsoft.com/office/drawing/2014/main" id="{DDBA1636-9DD1-4399-9B5C-14A069567732}"/>
              </a:ext>
            </a:extLst>
          </p:cNvPr>
          <p:cNvSpPr>
            <a:spLocks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10010">
            <a:extLst>
              <a:ext uri="{FF2B5EF4-FFF2-40B4-BE49-F238E27FC236}">
                <a16:creationId xmlns:a16="http://schemas.microsoft.com/office/drawing/2014/main" id="{DD7D1CBD-20C2-490D-9124-89456321FAC6}"/>
              </a:ext>
            </a:extLst>
          </p:cNvPr>
          <p:cNvSpPr>
            <a:spLocks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10011">
            <a:extLst>
              <a:ext uri="{FF2B5EF4-FFF2-40B4-BE49-F238E27FC236}">
                <a16:creationId xmlns:a16="http://schemas.microsoft.com/office/drawing/2014/main" id="{BBF8047B-9313-4C4C-9589-AC8850B8DFF9}"/>
              </a:ext>
            </a:extLst>
          </p:cNvPr>
          <p:cNvSpPr>
            <a:spLocks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10012">
            <a:extLst>
              <a:ext uri="{FF2B5EF4-FFF2-40B4-BE49-F238E27FC236}">
                <a16:creationId xmlns:a16="http://schemas.microsoft.com/office/drawing/2014/main" id="{1F653AF6-0E89-4799-96D0-13D3537D735C}"/>
              </a:ext>
            </a:extLst>
          </p:cNvPr>
          <p:cNvSpPr>
            <a:spLocks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10013">
            <a:extLst>
              <a:ext uri="{FF2B5EF4-FFF2-40B4-BE49-F238E27FC236}">
                <a16:creationId xmlns:a16="http://schemas.microsoft.com/office/drawing/2014/main" id="{B201F2E5-1D18-4444-94B6-1B47360C5DF6}"/>
              </a:ext>
            </a:extLst>
          </p:cNvPr>
          <p:cNvSpPr>
            <a:spLocks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10014">
            <a:extLst>
              <a:ext uri="{FF2B5EF4-FFF2-40B4-BE49-F238E27FC236}">
                <a16:creationId xmlns:a16="http://schemas.microsoft.com/office/drawing/2014/main" id="{ED01F342-AFD7-4C8F-9477-1F4469E17E85}"/>
              </a:ext>
            </a:extLst>
          </p:cNvPr>
          <p:cNvSpPr>
            <a:spLocks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10015">
            <a:extLst>
              <a:ext uri="{FF2B5EF4-FFF2-40B4-BE49-F238E27FC236}">
                <a16:creationId xmlns:a16="http://schemas.microsoft.com/office/drawing/2014/main" id="{222F1085-D58E-4F57-AD0C-658BA100D226}"/>
              </a:ext>
            </a:extLst>
          </p:cNvPr>
          <p:cNvSpPr>
            <a:spLocks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10016">
            <a:extLst>
              <a:ext uri="{FF2B5EF4-FFF2-40B4-BE49-F238E27FC236}">
                <a16:creationId xmlns:a16="http://schemas.microsoft.com/office/drawing/2014/main" id="{0C1A7156-037F-42CD-90A5-0564F030A33D}"/>
              </a:ext>
            </a:extLst>
          </p:cNvPr>
          <p:cNvSpPr>
            <a:spLocks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10017">
            <a:extLst>
              <a:ext uri="{FF2B5EF4-FFF2-40B4-BE49-F238E27FC236}">
                <a16:creationId xmlns:a16="http://schemas.microsoft.com/office/drawing/2014/main" id="{0647034B-B29B-4C24-BDE0-F2DC78FFE3CD}"/>
              </a:ext>
            </a:extLst>
          </p:cNvPr>
          <p:cNvSpPr>
            <a:spLocks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10018">
            <a:extLst>
              <a:ext uri="{FF2B5EF4-FFF2-40B4-BE49-F238E27FC236}">
                <a16:creationId xmlns:a16="http://schemas.microsoft.com/office/drawing/2014/main" id="{618DC168-5D4D-4549-A2B6-D981AB576FB3}"/>
              </a:ext>
            </a:extLst>
          </p:cNvPr>
          <p:cNvSpPr>
            <a:spLocks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10019">
            <a:extLst>
              <a:ext uri="{FF2B5EF4-FFF2-40B4-BE49-F238E27FC236}">
                <a16:creationId xmlns:a16="http://schemas.microsoft.com/office/drawing/2014/main" id="{23599EF2-1B88-4E51-83CB-1E1D938DD548}"/>
              </a:ext>
            </a:extLst>
          </p:cNvPr>
          <p:cNvSpPr>
            <a:spLocks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10020">
            <a:extLst>
              <a:ext uri="{FF2B5EF4-FFF2-40B4-BE49-F238E27FC236}">
                <a16:creationId xmlns:a16="http://schemas.microsoft.com/office/drawing/2014/main" id="{0C51A02E-72D4-4DA3-86CE-8A1AD4E53FFC}"/>
              </a:ext>
            </a:extLst>
          </p:cNvPr>
          <p:cNvSpPr>
            <a:spLocks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10021">
            <a:extLst>
              <a:ext uri="{FF2B5EF4-FFF2-40B4-BE49-F238E27FC236}">
                <a16:creationId xmlns:a16="http://schemas.microsoft.com/office/drawing/2014/main" id="{C7B8FF35-CC32-44D4-A769-770F55D0899E}"/>
              </a:ext>
            </a:extLst>
          </p:cNvPr>
          <p:cNvSpPr>
            <a:spLocks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10022">
            <a:extLst>
              <a:ext uri="{FF2B5EF4-FFF2-40B4-BE49-F238E27FC236}">
                <a16:creationId xmlns:a16="http://schemas.microsoft.com/office/drawing/2014/main" id="{1E659665-EB8D-4294-8F3A-72ED4B1F41DA}"/>
              </a:ext>
            </a:extLst>
          </p:cNvPr>
          <p:cNvSpPr>
            <a:spLocks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10023">
            <a:extLst>
              <a:ext uri="{FF2B5EF4-FFF2-40B4-BE49-F238E27FC236}">
                <a16:creationId xmlns:a16="http://schemas.microsoft.com/office/drawing/2014/main" id="{446C6A7F-1863-4A35-91A7-2BF86E1F7BA7}"/>
              </a:ext>
            </a:extLst>
          </p:cNvPr>
          <p:cNvSpPr>
            <a:spLocks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10024">
            <a:extLst>
              <a:ext uri="{FF2B5EF4-FFF2-40B4-BE49-F238E27FC236}">
                <a16:creationId xmlns:a16="http://schemas.microsoft.com/office/drawing/2014/main" id="{ADB97610-BDE2-480C-B8E9-519F9AD81A19}"/>
              </a:ext>
            </a:extLst>
          </p:cNvPr>
          <p:cNvSpPr>
            <a:spLocks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10025">
            <a:extLst>
              <a:ext uri="{FF2B5EF4-FFF2-40B4-BE49-F238E27FC236}">
                <a16:creationId xmlns:a16="http://schemas.microsoft.com/office/drawing/2014/main" id="{1A191205-21BC-43CA-8178-A7A91A2D536A}"/>
              </a:ext>
            </a:extLst>
          </p:cNvPr>
          <p:cNvSpPr>
            <a:spLocks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10026">
            <a:extLst>
              <a:ext uri="{FF2B5EF4-FFF2-40B4-BE49-F238E27FC236}">
                <a16:creationId xmlns:a16="http://schemas.microsoft.com/office/drawing/2014/main" id="{9A72FF7F-9218-4A9D-8291-4FFAC8D094D3}"/>
              </a:ext>
            </a:extLst>
          </p:cNvPr>
          <p:cNvSpPr>
            <a:spLocks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10027">
            <a:extLst>
              <a:ext uri="{FF2B5EF4-FFF2-40B4-BE49-F238E27FC236}">
                <a16:creationId xmlns:a16="http://schemas.microsoft.com/office/drawing/2014/main" id="{7C03771E-7E6E-48A2-8980-96521FF81158}"/>
              </a:ext>
            </a:extLst>
          </p:cNvPr>
          <p:cNvSpPr>
            <a:spLocks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10028">
            <a:extLst>
              <a:ext uri="{FF2B5EF4-FFF2-40B4-BE49-F238E27FC236}">
                <a16:creationId xmlns:a16="http://schemas.microsoft.com/office/drawing/2014/main" id="{7BB80CCB-35E5-4D45-945C-448C25994562}"/>
              </a:ext>
            </a:extLst>
          </p:cNvPr>
          <p:cNvSpPr>
            <a:spLocks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10029">
            <a:extLst>
              <a:ext uri="{FF2B5EF4-FFF2-40B4-BE49-F238E27FC236}">
                <a16:creationId xmlns:a16="http://schemas.microsoft.com/office/drawing/2014/main" id="{58F98D1B-A8D0-419D-8ABB-55A367F826E8}"/>
              </a:ext>
            </a:extLst>
          </p:cNvPr>
          <p:cNvSpPr>
            <a:spLocks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10030">
            <a:extLst>
              <a:ext uri="{FF2B5EF4-FFF2-40B4-BE49-F238E27FC236}">
                <a16:creationId xmlns:a16="http://schemas.microsoft.com/office/drawing/2014/main" id="{DE8A7E7C-33EA-4B20-B842-DC87CF8EB282}"/>
              </a:ext>
            </a:extLst>
          </p:cNvPr>
          <p:cNvSpPr>
            <a:spLocks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10031">
            <a:extLst>
              <a:ext uri="{FF2B5EF4-FFF2-40B4-BE49-F238E27FC236}">
                <a16:creationId xmlns:a16="http://schemas.microsoft.com/office/drawing/2014/main" id="{FF7D20AC-6F0A-4BBE-843F-8E81A15833FC}"/>
              </a:ext>
            </a:extLst>
          </p:cNvPr>
          <p:cNvSpPr>
            <a:spLocks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10032">
            <a:extLst>
              <a:ext uri="{FF2B5EF4-FFF2-40B4-BE49-F238E27FC236}">
                <a16:creationId xmlns:a16="http://schemas.microsoft.com/office/drawing/2014/main" id="{D876B9DA-FD79-42B1-96A9-62531EFE8C67}"/>
              </a:ext>
            </a:extLst>
          </p:cNvPr>
          <p:cNvSpPr>
            <a:spLocks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10033">
            <a:extLst>
              <a:ext uri="{FF2B5EF4-FFF2-40B4-BE49-F238E27FC236}">
                <a16:creationId xmlns:a16="http://schemas.microsoft.com/office/drawing/2014/main" id="{9B4D6E41-4F3A-4264-A257-43FFED013E95}"/>
              </a:ext>
            </a:extLst>
          </p:cNvPr>
          <p:cNvSpPr>
            <a:spLocks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10034">
            <a:extLst>
              <a:ext uri="{FF2B5EF4-FFF2-40B4-BE49-F238E27FC236}">
                <a16:creationId xmlns:a16="http://schemas.microsoft.com/office/drawing/2014/main" id="{0C0175F8-D76E-46BC-AF70-57BDA5C5509A}"/>
              </a:ext>
            </a:extLst>
          </p:cNvPr>
          <p:cNvSpPr>
            <a:spLocks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10035">
            <a:extLst>
              <a:ext uri="{FF2B5EF4-FFF2-40B4-BE49-F238E27FC236}">
                <a16:creationId xmlns:a16="http://schemas.microsoft.com/office/drawing/2014/main" id="{87FC7FCC-EBCE-4652-9976-751C840AB4D4}"/>
              </a:ext>
            </a:extLst>
          </p:cNvPr>
          <p:cNvSpPr>
            <a:spLocks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10036">
            <a:extLst>
              <a:ext uri="{FF2B5EF4-FFF2-40B4-BE49-F238E27FC236}">
                <a16:creationId xmlns:a16="http://schemas.microsoft.com/office/drawing/2014/main" id="{21C98A96-5292-477D-A06A-AC2D1A634FC9}"/>
              </a:ext>
            </a:extLst>
          </p:cNvPr>
          <p:cNvSpPr>
            <a:spLocks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10037">
            <a:extLst>
              <a:ext uri="{FF2B5EF4-FFF2-40B4-BE49-F238E27FC236}">
                <a16:creationId xmlns:a16="http://schemas.microsoft.com/office/drawing/2014/main" id="{EB51250D-8449-46A4-8D6E-31172419DC1D}"/>
              </a:ext>
            </a:extLst>
          </p:cNvPr>
          <p:cNvSpPr>
            <a:spLocks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10038">
            <a:extLst>
              <a:ext uri="{FF2B5EF4-FFF2-40B4-BE49-F238E27FC236}">
                <a16:creationId xmlns:a16="http://schemas.microsoft.com/office/drawing/2014/main" id="{1F5D8E7B-1366-440E-ADB2-7FDF4A731703}"/>
              </a:ext>
            </a:extLst>
          </p:cNvPr>
          <p:cNvSpPr>
            <a:spLocks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10039">
            <a:extLst>
              <a:ext uri="{FF2B5EF4-FFF2-40B4-BE49-F238E27FC236}">
                <a16:creationId xmlns:a16="http://schemas.microsoft.com/office/drawing/2014/main" id="{666AE153-DC01-4CF4-9AA8-AAF01B1BB03C}"/>
              </a:ext>
            </a:extLst>
          </p:cNvPr>
          <p:cNvSpPr>
            <a:spLocks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10040">
            <a:extLst>
              <a:ext uri="{FF2B5EF4-FFF2-40B4-BE49-F238E27FC236}">
                <a16:creationId xmlns:a16="http://schemas.microsoft.com/office/drawing/2014/main" id="{B086E8CA-5D5D-4164-BD5F-7A0B79ED2DD3}"/>
              </a:ext>
            </a:extLst>
          </p:cNvPr>
          <p:cNvSpPr>
            <a:spLocks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10041">
            <a:extLst>
              <a:ext uri="{FF2B5EF4-FFF2-40B4-BE49-F238E27FC236}">
                <a16:creationId xmlns:a16="http://schemas.microsoft.com/office/drawing/2014/main" id="{44636E00-CDED-4338-92CC-A934DA3F10FD}"/>
              </a:ext>
            </a:extLst>
          </p:cNvPr>
          <p:cNvSpPr>
            <a:spLocks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10042">
            <a:extLst>
              <a:ext uri="{FF2B5EF4-FFF2-40B4-BE49-F238E27FC236}">
                <a16:creationId xmlns:a16="http://schemas.microsoft.com/office/drawing/2014/main" id="{4B0F6B34-A5F0-47BB-B245-D73158946A7C}"/>
              </a:ext>
            </a:extLst>
          </p:cNvPr>
          <p:cNvSpPr>
            <a:spLocks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10043">
            <a:extLst>
              <a:ext uri="{FF2B5EF4-FFF2-40B4-BE49-F238E27FC236}">
                <a16:creationId xmlns:a16="http://schemas.microsoft.com/office/drawing/2014/main" id="{D3090C3E-3272-4BEB-BF8D-C79EDB1F0507}"/>
              </a:ext>
            </a:extLst>
          </p:cNvPr>
          <p:cNvSpPr>
            <a:spLocks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10044">
            <a:extLst>
              <a:ext uri="{FF2B5EF4-FFF2-40B4-BE49-F238E27FC236}">
                <a16:creationId xmlns:a16="http://schemas.microsoft.com/office/drawing/2014/main" id="{7A4192FB-BB74-41D4-B073-B164BACE85D7}"/>
              </a:ext>
            </a:extLst>
          </p:cNvPr>
          <p:cNvSpPr>
            <a:spLocks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10045">
            <a:extLst>
              <a:ext uri="{FF2B5EF4-FFF2-40B4-BE49-F238E27FC236}">
                <a16:creationId xmlns:a16="http://schemas.microsoft.com/office/drawing/2014/main" id="{4BF4F7CF-C83B-4EA5-9E1B-4A6A7914D8D9}"/>
              </a:ext>
            </a:extLst>
          </p:cNvPr>
          <p:cNvSpPr>
            <a:spLocks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10046">
            <a:extLst>
              <a:ext uri="{FF2B5EF4-FFF2-40B4-BE49-F238E27FC236}">
                <a16:creationId xmlns:a16="http://schemas.microsoft.com/office/drawing/2014/main" id="{840A56E6-9A1A-4382-A3C3-A858276D06F7}"/>
              </a:ext>
            </a:extLst>
          </p:cNvPr>
          <p:cNvSpPr>
            <a:spLocks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10047">
            <a:extLst>
              <a:ext uri="{FF2B5EF4-FFF2-40B4-BE49-F238E27FC236}">
                <a16:creationId xmlns:a16="http://schemas.microsoft.com/office/drawing/2014/main" id="{20936585-75E1-47E3-B9C5-EF37EBBACFD5}"/>
              </a:ext>
            </a:extLst>
          </p:cNvPr>
          <p:cNvSpPr>
            <a:spLocks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10048">
            <a:extLst>
              <a:ext uri="{FF2B5EF4-FFF2-40B4-BE49-F238E27FC236}">
                <a16:creationId xmlns:a16="http://schemas.microsoft.com/office/drawing/2014/main" id="{F259E8FB-D857-4B9D-81A0-5735BBB93523}"/>
              </a:ext>
            </a:extLst>
          </p:cNvPr>
          <p:cNvSpPr>
            <a:spLocks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10049">
            <a:extLst>
              <a:ext uri="{FF2B5EF4-FFF2-40B4-BE49-F238E27FC236}">
                <a16:creationId xmlns:a16="http://schemas.microsoft.com/office/drawing/2014/main" id="{B86C14F1-6AFB-407A-9251-D4C705819263}"/>
              </a:ext>
            </a:extLst>
          </p:cNvPr>
          <p:cNvSpPr>
            <a:spLocks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10050">
            <a:extLst>
              <a:ext uri="{FF2B5EF4-FFF2-40B4-BE49-F238E27FC236}">
                <a16:creationId xmlns:a16="http://schemas.microsoft.com/office/drawing/2014/main" id="{387117E9-3845-4E1D-A315-8BAE6DDBEB76}"/>
              </a:ext>
            </a:extLst>
          </p:cNvPr>
          <p:cNvSpPr>
            <a:spLocks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10051">
            <a:extLst>
              <a:ext uri="{FF2B5EF4-FFF2-40B4-BE49-F238E27FC236}">
                <a16:creationId xmlns:a16="http://schemas.microsoft.com/office/drawing/2014/main" id="{2EE7877A-6C4F-4EDB-ABFC-8D7C19D2D3CF}"/>
              </a:ext>
            </a:extLst>
          </p:cNvPr>
          <p:cNvSpPr>
            <a:spLocks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10052">
            <a:extLst>
              <a:ext uri="{FF2B5EF4-FFF2-40B4-BE49-F238E27FC236}">
                <a16:creationId xmlns:a16="http://schemas.microsoft.com/office/drawing/2014/main" id="{AC228DBA-C76B-43F1-B3E6-E6916991E9FA}"/>
              </a:ext>
            </a:extLst>
          </p:cNvPr>
          <p:cNvSpPr>
            <a:spLocks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10053">
            <a:extLst>
              <a:ext uri="{FF2B5EF4-FFF2-40B4-BE49-F238E27FC236}">
                <a16:creationId xmlns:a16="http://schemas.microsoft.com/office/drawing/2014/main" id="{8EF476FE-3B18-41F3-8C13-1F1CE7FEF0BF}"/>
              </a:ext>
            </a:extLst>
          </p:cNvPr>
          <p:cNvSpPr>
            <a:spLocks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10054">
            <a:extLst>
              <a:ext uri="{FF2B5EF4-FFF2-40B4-BE49-F238E27FC236}">
                <a16:creationId xmlns:a16="http://schemas.microsoft.com/office/drawing/2014/main" id="{5FF7EF5E-762D-49B9-80C9-5A528BF32FA1}"/>
              </a:ext>
            </a:extLst>
          </p:cNvPr>
          <p:cNvSpPr>
            <a:spLocks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10055">
            <a:extLst>
              <a:ext uri="{FF2B5EF4-FFF2-40B4-BE49-F238E27FC236}">
                <a16:creationId xmlns:a16="http://schemas.microsoft.com/office/drawing/2014/main" id="{6CBE37D5-E441-4FF0-BA0C-89277B580561}"/>
              </a:ext>
            </a:extLst>
          </p:cNvPr>
          <p:cNvSpPr>
            <a:spLocks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10056">
            <a:extLst>
              <a:ext uri="{FF2B5EF4-FFF2-40B4-BE49-F238E27FC236}">
                <a16:creationId xmlns:a16="http://schemas.microsoft.com/office/drawing/2014/main" id="{0A6EB74A-98BC-43EC-BA9A-E1768316DC21}"/>
              </a:ext>
            </a:extLst>
          </p:cNvPr>
          <p:cNvSpPr>
            <a:spLocks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10057">
            <a:extLst>
              <a:ext uri="{FF2B5EF4-FFF2-40B4-BE49-F238E27FC236}">
                <a16:creationId xmlns:a16="http://schemas.microsoft.com/office/drawing/2014/main" id="{2DF8832A-B38B-4903-8BDC-486537D328F4}"/>
              </a:ext>
            </a:extLst>
          </p:cNvPr>
          <p:cNvSpPr>
            <a:spLocks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10058">
            <a:extLst>
              <a:ext uri="{FF2B5EF4-FFF2-40B4-BE49-F238E27FC236}">
                <a16:creationId xmlns:a16="http://schemas.microsoft.com/office/drawing/2014/main" id="{3D7C6AD9-3782-4B9B-9E66-8DEFDECE3425}"/>
              </a:ext>
            </a:extLst>
          </p:cNvPr>
          <p:cNvSpPr>
            <a:spLocks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10059">
            <a:extLst>
              <a:ext uri="{FF2B5EF4-FFF2-40B4-BE49-F238E27FC236}">
                <a16:creationId xmlns:a16="http://schemas.microsoft.com/office/drawing/2014/main" id="{507E0673-A266-4FAF-9F97-F75AF4A4E903}"/>
              </a:ext>
            </a:extLst>
          </p:cNvPr>
          <p:cNvSpPr>
            <a:spLocks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10060">
            <a:extLst>
              <a:ext uri="{FF2B5EF4-FFF2-40B4-BE49-F238E27FC236}">
                <a16:creationId xmlns:a16="http://schemas.microsoft.com/office/drawing/2014/main" id="{B060F217-8DC4-411D-A623-93B610A09008}"/>
              </a:ext>
            </a:extLst>
          </p:cNvPr>
          <p:cNvSpPr>
            <a:spLocks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10061">
            <a:extLst>
              <a:ext uri="{FF2B5EF4-FFF2-40B4-BE49-F238E27FC236}">
                <a16:creationId xmlns:a16="http://schemas.microsoft.com/office/drawing/2014/main" id="{E137CCC1-BD7E-419D-B447-97FCBFA8EC75}"/>
              </a:ext>
            </a:extLst>
          </p:cNvPr>
          <p:cNvSpPr>
            <a:spLocks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10062">
            <a:extLst>
              <a:ext uri="{FF2B5EF4-FFF2-40B4-BE49-F238E27FC236}">
                <a16:creationId xmlns:a16="http://schemas.microsoft.com/office/drawing/2014/main" id="{ABF5ADC5-3F6A-40A0-ADD8-D1FD44BF70FD}"/>
              </a:ext>
            </a:extLst>
          </p:cNvPr>
          <p:cNvSpPr>
            <a:spLocks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10063">
            <a:extLst>
              <a:ext uri="{FF2B5EF4-FFF2-40B4-BE49-F238E27FC236}">
                <a16:creationId xmlns:a16="http://schemas.microsoft.com/office/drawing/2014/main" id="{90C11A21-2818-41AC-8B51-1A63E6881DA2}"/>
              </a:ext>
            </a:extLst>
          </p:cNvPr>
          <p:cNvSpPr>
            <a:spLocks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10064">
            <a:extLst>
              <a:ext uri="{FF2B5EF4-FFF2-40B4-BE49-F238E27FC236}">
                <a16:creationId xmlns:a16="http://schemas.microsoft.com/office/drawing/2014/main" id="{2015627D-6061-4B89-AEA4-76F50F89978A}"/>
              </a:ext>
            </a:extLst>
          </p:cNvPr>
          <p:cNvSpPr>
            <a:spLocks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10065">
            <a:extLst>
              <a:ext uri="{FF2B5EF4-FFF2-40B4-BE49-F238E27FC236}">
                <a16:creationId xmlns:a16="http://schemas.microsoft.com/office/drawing/2014/main" id="{5457A5FD-5C74-451C-9725-55647C9D34B4}"/>
              </a:ext>
            </a:extLst>
          </p:cNvPr>
          <p:cNvSpPr>
            <a:spLocks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10066">
            <a:extLst>
              <a:ext uri="{FF2B5EF4-FFF2-40B4-BE49-F238E27FC236}">
                <a16:creationId xmlns:a16="http://schemas.microsoft.com/office/drawing/2014/main" id="{0F35FD82-63ED-46CA-9336-9E729A9D0867}"/>
              </a:ext>
            </a:extLst>
          </p:cNvPr>
          <p:cNvSpPr>
            <a:spLocks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10067">
            <a:extLst>
              <a:ext uri="{FF2B5EF4-FFF2-40B4-BE49-F238E27FC236}">
                <a16:creationId xmlns:a16="http://schemas.microsoft.com/office/drawing/2014/main" id="{5F904FAA-90F9-4547-9851-59726E912683}"/>
              </a:ext>
            </a:extLst>
          </p:cNvPr>
          <p:cNvSpPr>
            <a:spLocks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10068">
            <a:extLst>
              <a:ext uri="{FF2B5EF4-FFF2-40B4-BE49-F238E27FC236}">
                <a16:creationId xmlns:a16="http://schemas.microsoft.com/office/drawing/2014/main" id="{9228A070-9FA2-40E6-9BA3-FB3AA9D13502}"/>
              </a:ext>
            </a:extLst>
          </p:cNvPr>
          <p:cNvSpPr>
            <a:spLocks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10069">
            <a:extLst>
              <a:ext uri="{FF2B5EF4-FFF2-40B4-BE49-F238E27FC236}">
                <a16:creationId xmlns:a16="http://schemas.microsoft.com/office/drawing/2014/main" id="{418A0029-F88C-4100-ACC3-3D09465ADA30}"/>
              </a:ext>
            </a:extLst>
          </p:cNvPr>
          <p:cNvSpPr>
            <a:spLocks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10070">
            <a:extLst>
              <a:ext uri="{FF2B5EF4-FFF2-40B4-BE49-F238E27FC236}">
                <a16:creationId xmlns:a16="http://schemas.microsoft.com/office/drawing/2014/main" id="{91459119-928F-4817-806A-71CD039BAE47}"/>
              </a:ext>
            </a:extLst>
          </p:cNvPr>
          <p:cNvSpPr>
            <a:spLocks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10071">
            <a:extLst>
              <a:ext uri="{FF2B5EF4-FFF2-40B4-BE49-F238E27FC236}">
                <a16:creationId xmlns:a16="http://schemas.microsoft.com/office/drawing/2014/main" id="{FCA0A031-D176-4C13-A570-588BD2263543}"/>
              </a:ext>
            </a:extLst>
          </p:cNvPr>
          <p:cNvSpPr>
            <a:spLocks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10072">
            <a:extLst>
              <a:ext uri="{FF2B5EF4-FFF2-40B4-BE49-F238E27FC236}">
                <a16:creationId xmlns:a16="http://schemas.microsoft.com/office/drawing/2014/main" id="{5D2B13D6-95CB-48E8-8FC1-01AB7C3737A5}"/>
              </a:ext>
            </a:extLst>
          </p:cNvPr>
          <p:cNvSpPr>
            <a:spLocks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10073">
            <a:extLst>
              <a:ext uri="{FF2B5EF4-FFF2-40B4-BE49-F238E27FC236}">
                <a16:creationId xmlns:a16="http://schemas.microsoft.com/office/drawing/2014/main" id="{C8B84A8D-31CC-40BE-9758-F8807485B04A}"/>
              </a:ext>
            </a:extLst>
          </p:cNvPr>
          <p:cNvSpPr>
            <a:spLocks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10074">
            <a:extLst>
              <a:ext uri="{FF2B5EF4-FFF2-40B4-BE49-F238E27FC236}">
                <a16:creationId xmlns:a16="http://schemas.microsoft.com/office/drawing/2014/main" id="{1E57E9E9-3B06-468B-9812-1426D9224C2B}"/>
              </a:ext>
            </a:extLst>
          </p:cNvPr>
          <p:cNvSpPr>
            <a:spLocks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10075">
            <a:extLst>
              <a:ext uri="{FF2B5EF4-FFF2-40B4-BE49-F238E27FC236}">
                <a16:creationId xmlns:a16="http://schemas.microsoft.com/office/drawing/2014/main" id="{BB868929-A05C-4015-B224-580C71A6D876}"/>
              </a:ext>
            </a:extLst>
          </p:cNvPr>
          <p:cNvSpPr>
            <a:spLocks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10076">
            <a:extLst>
              <a:ext uri="{FF2B5EF4-FFF2-40B4-BE49-F238E27FC236}">
                <a16:creationId xmlns:a16="http://schemas.microsoft.com/office/drawing/2014/main" id="{55E5CF18-FBAD-4F44-9A67-7383C231D01D}"/>
              </a:ext>
            </a:extLst>
          </p:cNvPr>
          <p:cNvSpPr>
            <a:spLocks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10077">
            <a:extLst>
              <a:ext uri="{FF2B5EF4-FFF2-40B4-BE49-F238E27FC236}">
                <a16:creationId xmlns:a16="http://schemas.microsoft.com/office/drawing/2014/main" id="{EAF37836-40B8-47A9-924A-2E5D31CC1478}"/>
              </a:ext>
            </a:extLst>
          </p:cNvPr>
          <p:cNvSpPr>
            <a:spLocks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10078">
            <a:extLst>
              <a:ext uri="{FF2B5EF4-FFF2-40B4-BE49-F238E27FC236}">
                <a16:creationId xmlns:a16="http://schemas.microsoft.com/office/drawing/2014/main" id="{45CD5921-84DC-4E68-9395-C89E6818DC9F}"/>
              </a:ext>
            </a:extLst>
          </p:cNvPr>
          <p:cNvSpPr>
            <a:spLocks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10079">
            <a:extLst>
              <a:ext uri="{FF2B5EF4-FFF2-40B4-BE49-F238E27FC236}">
                <a16:creationId xmlns:a16="http://schemas.microsoft.com/office/drawing/2014/main" id="{53D75A5E-8E1E-4D5A-921B-8359762F7C0E}"/>
              </a:ext>
            </a:extLst>
          </p:cNvPr>
          <p:cNvSpPr>
            <a:spLocks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10080">
            <a:extLst>
              <a:ext uri="{FF2B5EF4-FFF2-40B4-BE49-F238E27FC236}">
                <a16:creationId xmlns:a16="http://schemas.microsoft.com/office/drawing/2014/main" id="{685F0DB1-6288-4183-B36A-0239F63EBA6C}"/>
              </a:ext>
            </a:extLst>
          </p:cNvPr>
          <p:cNvSpPr>
            <a:spLocks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10081">
            <a:extLst>
              <a:ext uri="{FF2B5EF4-FFF2-40B4-BE49-F238E27FC236}">
                <a16:creationId xmlns:a16="http://schemas.microsoft.com/office/drawing/2014/main" id="{679CBAB4-A892-42E7-8C09-3BEA06F8FE06}"/>
              </a:ext>
            </a:extLst>
          </p:cNvPr>
          <p:cNvSpPr>
            <a:spLocks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10082">
            <a:extLst>
              <a:ext uri="{FF2B5EF4-FFF2-40B4-BE49-F238E27FC236}">
                <a16:creationId xmlns:a16="http://schemas.microsoft.com/office/drawing/2014/main" id="{CA661BBB-00D0-41FB-8D88-332E04766427}"/>
              </a:ext>
            </a:extLst>
          </p:cNvPr>
          <p:cNvSpPr>
            <a:spLocks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10083">
            <a:extLst>
              <a:ext uri="{FF2B5EF4-FFF2-40B4-BE49-F238E27FC236}">
                <a16:creationId xmlns:a16="http://schemas.microsoft.com/office/drawing/2014/main" id="{907DE1BD-0FC9-4BAE-83CC-C15CFF2E0BCF}"/>
              </a:ext>
            </a:extLst>
          </p:cNvPr>
          <p:cNvSpPr>
            <a:spLocks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10084">
            <a:extLst>
              <a:ext uri="{FF2B5EF4-FFF2-40B4-BE49-F238E27FC236}">
                <a16:creationId xmlns:a16="http://schemas.microsoft.com/office/drawing/2014/main" id="{A81D5B36-D3ED-4ABD-8FD8-3C9C267C9AE3}"/>
              </a:ext>
            </a:extLst>
          </p:cNvPr>
          <p:cNvSpPr>
            <a:spLocks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10085">
            <a:extLst>
              <a:ext uri="{FF2B5EF4-FFF2-40B4-BE49-F238E27FC236}">
                <a16:creationId xmlns:a16="http://schemas.microsoft.com/office/drawing/2014/main" id="{4AFDFD2B-27A4-4D38-A582-8CD374DB04B4}"/>
              </a:ext>
            </a:extLst>
          </p:cNvPr>
          <p:cNvSpPr>
            <a:spLocks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10086">
            <a:extLst>
              <a:ext uri="{FF2B5EF4-FFF2-40B4-BE49-F238E27FC236}">
                <a16:creationId xmlns:a16="http://schemas.microsoft.com/office/drawing/2014/main" id="{2F7523E5-7169-45B5-ACE8-5D9768E6324A}"/>
              </a:ext>
            </a:extLst>
          </p:cNvPr>
          <p:cNvSpPr>
            <a:spLocks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10087">
            <a:extLst>
              <a:ext uri="{FF2B5EF4-FFF2-40B4-BE49-F238E27FC236}">
                <a16:creationId xmlns:a16="http://schemas.microsoft.com/office/drawing/2014/main" id="{D370177F-C60B-4ECC-9BD1-19C9A765CA01}"/>
              </a:ext>
            </a:extLst>
          </p:cNvPr>
          <p:cNvSpPr>
            <a:spLocks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10088">
            <a:extLst>
              <a:ext uri="{FF2B5EF4-FFF2-40B4-BE49-F238E27FC236}">
                <a16:creationId xmlns:a16="http://schemas.microsoft.com/office/drawing/2014/main" id="{B3A677CA-D45F-46D5-B346-F60D488D9654}"/>
              </a:ext>
            </a:extLst>
          </p:cNvPr>
          <p:cNvSpPr>
            <a:spLocks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10089">
            <a:extLst>
              <a:ext uri="{FF2B5EF4-FFF2-40B4-BE49-F238E27FC236}">
                <a16:creationId xmlns:a16="http://schemas.microsoft.com/office/drawing/2014/main" id="{60CC19A2-91FB-4D00-8D02-14C23059EAEA}"/>
              </a:ext>
            </a:extLst>
          </p:cNvPr>
          <p:cNvSpPr>
            <a:spLocks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10090">
            <a:extLst>
              <a:ext uri="{FF2B5EF4-FFF2-40B4-BE49-F238E27FC236}">
                <a16:creationId xmlns:a16="http://schemas.microsoft.com/office/drawing/2014/main" id="{53847B62-F886-4146-99C1-2ACE7BFE3A77}"/>
              </a:ext>
            </a:extLst>
          </p:cNvPr>
          <p:cNvSpPr>
            <a:spLocks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10091">
            <a:extLst>
              <a:ext uri="{FF2B5EF4-FFF2-40B4-BE49-F238E27FC236}">
                <a16:creationId xmlns:a16="http://schemas.microsoft.com/office/drawing/2014/main" id="{068C478D-4D17-4C53-A5F5-30EEFAE6DB00}"/>
              </a:ext>
            </a:extLst>
          </p:cNvPr>
          <p:cNvSpPr>
            <a:spLocks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10092">
            <a:extLst>
              <a:ext uri="{FF2B5EF4-FFF2-40B4-BE49-F238E27FC236}">
                <a16:creationId xmlns:a16="http://schemas.microsoft.com/office/drawing/2014/main" id="{134193A6-6D62-416B-A1E7-30E290B64023}"/>
              </a:ext>
            </a:extLst>
          </p:cNvPr>
          <p:cNvSpPr>
            <a:spLocks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10093">
            <a:extLst>
              <a:ext uri="{FF2B5EF4-FFF2-40B4-BE49-F238E27FC236}">
                <a16:creationId xmlns:a16="http://schemas.microsoft.com/office/drawing/2014/main" id="{AF821375-A2BA-4F41-A78A-898C5DB36F31}"/>
              </a:ext>
            </a:extLst>
          </p:cNvPr>
          <p:cNvSpPr>
            <a:spLocks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10094">
            <a:extLst>
              <a:ext uri="{FF2B5EF4-FFF2-40B4-BE49-F238E27FC236}">
                <a16:creationId xmlns:a16="http://schemas.microsoft.com/office/drawing/2014/main" id="{893100D4-FE7B-415E-B53F-9CFB839C3763}"/>
              </a:ext>
            </a:extLst>
          </p:cNvPr>
          <p:cNvSpPr>
            <a:spLocks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10095">
            <a:extLst>
              <a:ext uri="{FF2B5EF4-FFF2-40B4-BE49-F238E27FC236}">
                <a16:creationId xmlns:a16="http://schemas.microsoft.com/office/drawing/2014/main" id="{0515B011-B592-4270-AD2A-9AC084333F38}"/>
              </a:ext>
            </a:extLst>
          </p:cNvPr>
          <p:cNvSpPr>
            <a:spLocks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10096">
            <a:extLst>
              <a:ext uri="{FF2B5EF4-FFF2-40B4-BE49-F238E27FC236}">
                <a16:creationId xmlns:a16="http://schemas.microsoft.com/office/drawing/2014/main" id="{27B48E80-B673-4B06-A3FC-E17BB55F780D}"/>
              </a:ext>
            </a:extLst>
          </p:cNvPr>
          <p:cNvSpPr>
            <a:spLocks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10097">
            <a:extLst>
              <a:ext uri="{FF2B5EF4-FFF2-40B4-BE49-F238E27FC236}">
                <a16:creationId xmlns:a16="http://schemas.microsoft.com/office/drawing/2014/main" id="{320907B9-DBB0-4893-AE68-AB6FD1EDF6A3}"/>
              </a:ext>
            </a:extLst>
          </p:cNvPr>
          <p:cNvSpPr>
            <a:spLocks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10098">
            <a:extLst>
              <a:ext uri="{FF2B5EF4-FFF2-40B4-BE49-F238E27FC236}">
                <a16:creationId xmlns:a16="http://schemas.microsoft.com/office/drawing/2014/main" id="{0024F8C8-0A5F-48D7-9E50-78AC1698EA55}"/>
              </a:ext>
            </a:extLst>
          </p:cNvPr>
          <p:cNvSpPr>
            <a:spLocks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10099">
            <a:extLst>
              <a:ext uri="{FF2B5EF4-FFF2-40B4-BE49-F238E27FC236}">
                <a16:creationId xmlns:a16="http://schemas.microsoft.com/office/drawing/2014/main" id="{95A8505A-4322-4FDE-936E-047C36E2A5EC}"/>
              </a:ext>
            </a:extLst>
          </p:cNvPr>
          <p:cNvSpPr>
            <a:spLocks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10100">
            <a:extLst>
              <a:ext uri="{FF2B5EF4-FFF2-40B4-BE49-F238E27FC236}">
                <a16:creationId xmlns:a16="http://schemas.microsoft.com/office/drawing/2014/main" id="{AB6BDEF6-4F30-4D6A-8A8B-058F9381588B}"/>
              </a:ext>
            </a:extLst>
          </p:cNvPr>
          <p:cNvSpPr>
            <a:spLocks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10101">
            <a:extLst>
              <a:ext uri="{FF2B5EF4-FFF2-40B4-BE49-F238E27FC236}">
                <a16:creationId xmlns:a16="http://schemas.microsoft.com/office/drawing/2014/main" id="{0950F5F6-3406-4A7B-95E3-1C4AFEE0B677}"/>
              </a:ext>
            </a:extLst>
          </p:cNvPr>
          <p:cNvSpPr>
            <a:spLocks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10102">
            <a:extLst>
              <a:ext uri="{FF2B5EF4-FFF2-40B4-BE49-F238E27FC236}">
                <a16:creationId xmlns:a16="http://schemas.microsoft.com/office/drawing/2014/main" id="{8691060C-4C5E-4CB6-B619-8DF22A8B4FD6}"/>
              </a:ext>
            </a:extLst>
          </p:cNvPr>
          <p:cNvSpPr>
            <a:spLocks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10103">
            <a:extLst>
              <a:ext uri="{FF2B5EF4-FFF2-40B4-BE49-F238E27FC236}">
                <a16:creationId xmlns:a16="http://schemas.microsoft.com/office/drawing/2014/main" id="{7CBCA9DC-401C-426A-8A14-D8C71765E321}"/>
              </a:ext>
            </a:extLst>
          </p:cNvPr>
          <p:cNvSpPr>
            <a:spLocks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10104">
            <a:extLst>
              <a:ext uri="{FF2B5EF4-FFF2-40B4-BE49-F238E27FC236}">
                <a16:creationId xmlns:a16="http://schemas.microsoft.com/office/drawing/2014/main" id="{92CB8093-C7EC-4079-9854-324409E29AAF}"/>
              </a:ext>
            </a:extLst>
          </p:cNvPr>
          <p:cNvSpPr>
            <a:spLocks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10105">
            <a:extLst>
              <a:ext uri="{FF2B5EF4-FFF2-40B4-BE49-F238E27FC236}">
                <a16:creationId xmlns:a16="http://schemas.microsoft.com/office/drawing/2014/main" id="{AFD6F8ED-3B84-4B15-B4A3-D57399E4D0A2}"/>
              </a:ext>
            </a:extLst>
          </p:cNvPr>
          <p:cNvSpPr>
            <a:spLocks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10106">
            <a:extLst>
              <a:ext uri="{FF2B5EF4-FFF2-40B4-BE49-F238E27FC236}">
                <a16:creationId xmlns:a16="http://schemas.microsoft.com/office/drawing/2014/main" id="{282D81BB-6D95-46C6-927D-6355F2F69455}"/>
              </a:ext>
            </a:extLst>
          </p:cNvPr>
          <p:cNvSpPr>
            <a:spLocks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10107">
            <a:extLst>
              <a:ext uri="{FF2B5EF4-FFF2-40B4-BE49-F238E27FC236}">
                <a16:creationId xmlns:a16="http://schemas.microsoft.com/office/drawing/2014/main" id="{2D36437F-8418-463D-8326-5BED0D086132}"/>
              </a:ext>
            </a:extLst>
          </p:cNvPr>
          <p:cNvSpPr>
            <a:spLocks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10108">
            <a:extLst>
              <a:ext uri="{FF2B5EF4-FFF2-40B4-BE49-F238E27FC236}">
                <a16:creationId xmlns:a16="http://schemas.microsoft.com/office/drawing/2014/main" id="{C398165F-1441-42AE-A887-D31497092C1E}"/>
              </a:ext>
            </a:extLst>
          </p:cNvPr>
          <p:cNvSpPr>
            <a:spLocks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10109">
            <a:extLst>
              <a:ext uri="{FF2B5EF4-FFF2-40B4-BE49-F238E27FC236}">
                <a16:creationId xmlns:a16="http://schemas.microsoft.com/office/drawing/2014/main" id="{2FAFC589-C8D1-4130-8664-2BD3E503111B}"/>
              </a:ext>
            </a:extLst>
          </p:cNvPr>
          <p:cNvSpPr>
            <a:spLocks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10110">
            <a:extLst>
              <a:ext uri="{FF2B5EF4-FFF2-40B4-BE49-F238E27FC236}">
                <a16:creationId xmlns:a16="http://schemas.microsoft.com/office/drawing/2014/main" id="{DEF84B82-48A7-449C-B459-B9FA6501315C}"/>
              </a:ext>
            </a:extLst>
          </p:cNvPr>
          <p:cNvSpPr>
            <a:spLocks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10111">
            <a:extLst>
              <a:ext uri="{FF2B5EF4-FFF2-40B4-BE49-F238E27FC236}">
                <a16:creationId xmlns:a16="http://schemas.microsoft.com/office/drawing/2014/main" id="{06FFEA4D-3CA6-45F3-AD4B-39C9882EF108}"/>
              </a:ext>
            </a:extLst>
          </p:cNvPr>
          <p:cNvSpPr>
            <a:spLocks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10112">
            <a:extLst>
              <a:ext uri="{FF2B5EF4-FFF2-40B4-BE49-F238E27FC236}">
                <a16:creationId xmlns:a16="http://schemas.microsoft.com/office/drawing/2014/main" id="{508BBA06-CBC9-4F20-8697-2EEA9595971B}"/>
              </a:ext>
            </a:extLst>
          </p:cNvPr>
          <p:cNvSpPr>
            <a:spLocks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10113">
            <a:extLst>
              <a:ext uri="{FF2B5EF4-FFF2-40B4-BE49-F238E27FC236}">
                <a16:creationId xmlns:a16="http://schemas.microsoft.com/office/drawing/2014/main" id="{CEF6C6E8-3EC8-4E2F-8EAE-B94437DD45CE}"/>
              </a:ext>
            </a:extLst>
          </p:cNvPr>
          <p:cNvSpPr>
            <a:spLocks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10114">
            <a:extLst>
              <a:ext uri="{FF2B5EF4-FFF2-40B4-BE49-F238E27FC236}">
                <a16:creationId xmlns:a16="http://schemas.microsoft.com/office/drawing/2014/main" id="{88912009-D826-4746-A2F5-59F6686BDE3F}"/>
              </a:ext>
            </a:extLst>
          </p:cNvPr>
          <p:cNvSpPr>
            <a:spLocks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10115">
            <a:extLst>
              <a:ext uri="{FF2B5EF4-FFF2-40B4-BE49-F238E27FC236}">
                <a16:creationId xmlns:a16="http://schemas.microsoft.com/office/drawing/2014/main" id="{C6388557-0FDA-42CB-AAA5-AAD6C6CBEB8E}"/>
              </a:ext>
            </a:extLst>
          </p:cNvPr>
          <p:cNvSpPr>
            <a:spLocks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10116">
            <a:extLst>
              <a:ext uri="{FF2B5EF4-FFF2-40B4-BE49-F238E27FC236}">
                <a16:creationId xmlns:a16="http://schemas.microsoft.com/office/drawing/2014/main" id="{BF962878-8FC8-4357-A6D7-59C50D65477B}"/>
              </a:ext>
            </a:extLst>
          </p:cNvPr>
          <p:cNvSpPr>
            <a:spLocks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10117">
            <a:extLst>
              <a:ext uri="{FF2B5EF4-FFF2-40B4-BE49-F238E27FC236}">
                <a16:creationId xmlns:a16="http://schemas.microsoft.com/office/drawing/2014/main" id="{D97C878F-14DC-497C-8104-394C340E85D4}"/>
              </a:ext>
            </a:extLst>
          </p:cNvPr>
          <p:cNvSpPr>
            <a:spLocks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10118">
            <a:extLst>
              <a:ext uri="{FF2B5EF4-FFF2-40B4-BE49-F238E27FC236}">
                <a16:creationId xmlns:a16="http://schemas.microsoft.com/office/drawing/2014/main" id="{A5BA47B3-C7DB-4CCB-A3B6-54F805904246}"/>
              </a:ext>
            </a:extLst>
          </p:cNvPr>
          <p:cNvSpPr>
            <a:spLocks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10119">
            <a:extLst>
              <a:ext uri="{FF2B5EF4-FFF2-40B4-BE49-F238E27FC236}">
                <a16:creationId xmlns:a16="http://schemas.microsoft.com/office/drawing/2014/main" id="{3390600B-9670-4791-A700-2A6953169408}"/>
              </a:ext>
            </a:extLst>
          </p:cNvPr>
          <p:cNvSpPr>
            <a:spLocks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10120">
            <a:extLst>
              <a:ext uri="{FF2B5EF4-FFF2-40B4-BE49-F238E27FC236}">
                <a16:creationId xmlns:a16="http://schemas.microsoft.com/office/drawing/2014/main" id="{0E4ECF7D-AA7F-401A-9BAA-E2D29FEC4B0E}"/>
              </a:ext>
            </a:extLst>
          </p:cNvPr>
          <p:cNvSpPr>
            <a:spLocks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10121">
            <a:extLst>
              <a:ext uri="{FF2B5EF4-FFF2-40B4-BE49-F238E27FC236}">
                <a16:creationId xmlns:a16="http://schemas.microsoft.com/office/drawing/2014/main" id="{DFEEA394-4181-4C98-A16F-00D1C4ED276B}"/>
              </a:ext>
            </a:extLst>
          </p:cNvPr>
          <p:cNvSpPr>
            <a:spLocks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10122">
            <a:extLst>
              <a:ext uri="{FF2B5EF4-FFF2-40B4-BE49-F238E27FC236}">
                <a16:creationId xmlns:a16="http://schemas.microsoft.com/office/drawing/2014/main" id="{FD372889-EA19-4C75-87CF-FEB46879D772}"/>
              </a:ext>
            </a:extLst>
          </p:cNvPr>
          <p:cNvSpPr>
            <a:spLocks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10123">
            <a:extLst>
              <a:ext uri="{FF2B5EF4-FFF2-40B4-BE49-F238E27FC236}">
                <a16:creationId xmlns:a16="http://schemas.microsoft.com/office/drawing/2014/main" id="{C941B689-948B-4452-A0F1-75C3C4E287D1}"/>
              </a:ext>
            </a:extLst>
          </p:cNvPr>
          <p:cNvSpPr>
            <a:spLocks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10124">
            <a:extLst>
              <a:ext uri="{FF2B5EF4-FFF2-40B4-BE49-F238E27FC236}">
                <a16:creationId xmlns:a16="http://schemas.microsoft.com/office/drawing/2014/main" id="{A99102D6-1C30-4962-B950-DF4C24A9DC41}"/>
              </a:ext>
            </a:extLst>
          </p:cNvPr>
          <p:cNvSpPr>
            <a:spLocks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10125">
            <a:extLst>
              <a:ext uri="{FF2B5EF4-FFF2-40B4-BE49-F238E27FC236}">
                <a16:creationId xmlns:a16="http://schemas.microsoft.com/office/drawing/2014/main" id="{106FDEDA-CA52-42A8-92C8-5A22D87D669B}"/>
              </a:ext>
            </a:extLst>
          </p:cNvPr>
          <p:cNvSpPr>
            <a:spLocks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10126">
            <a:extLst>
              <a:ext uri="{FF2B5EF4-FFF2-40B4-BE49-F238E27FC236}">
                <a16:creationId xmlns:a16="http://schemas.microsoft.com/office/drawing/2014/main" id="{74D49DB8-24FA-4DE8-A4B0-48753D8218E4}"/>
              </a:ext>
            </a:extLst>
          </p:cNvPr>
          <p:cNvSpPr>
            <a:spLocks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10127">
            <a:extLst>
              <a:ext uri="{FF2B5EF4-FFF2-40B4-BE49-F238E27FC236}">
                <a16:creationId xmlns:a16="http://schemas.microsoft.com/office/drawing/2014/main" id="{94E0F752-9E96-4DE8-A830-44ED800F574C}"/>
              </a:ext>
            </a:extLst>
          </p:cNvPr>
          <p:cNvSpPr>
            <a:spLocks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10128">
            <a:extLst>
              <a:ext uri="{FF2B5EF4-FFF2-40B4-BE49-F238E27FC236}">
                <a16:creationId xmlns:a16="http://schemas.microsoft.com/office/drawing/2014/main" id="{5439CF1B-A62C-4556-9032-6F9EDCAAAD64}"/>
              </a:ext>
            </a:extLst>
          </p:cNvPr>
          <p:cNvSpPr>
            <a:spLocks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10129">
            <a:extLst>
              <a:ext uri="{FF2B5EF4-FFF2-40B4-BE49-F238E27FC236}">
                <a16:creationId xmlns:a16="http://schemas.microsoft.com/office/drawing/2014/main" id="{823B9377-4138-4807-85D6-BA9BCFE93162}"/>
              </a:ext>
            </a:extLst>
          </p:cNvPr>
          <p:cNvSpPr>
            <a:spLocks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10130">
            <a:extLst>
              <a:ext uri="{FF2B5EF4-FFF2-40B4-BE49-F238E27FC236}">
                <a16:creationId xmlns:a16="http://schemas.microsoft.com/office/drawing/2014/main" id="{0122C927-0C95-4573-9223-E75FB0EF0546}"/>
              </a:ext>
            </a:extLst>
          </p:cNvPr>
          <p:cNvSpPr>
            <a:spLocks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10131">
            <a:extLst>
              <a:ext uri="{FF2B5EF4-FFF2-40B4-BE49-F238E27FC236}">
                <a16:creationId xmlns:a16="http://schemas.microsoft.com/office/drawing/2014/main" id="{349368CD-A3B0-434E-B3F1-4FD11E66D02E}"/>
              </a:ext>
            </a:extLst>
          </p:cNvPr>
          <p:cNvSpPr>
            <a:spLocks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10132">
            <a:extLst>
              <a:ext uri="{FF2B5EF4-FFF2-40B4-BE49-F238E27FC236}">
                <a16:creationId xmlns:a16="http://schemas.microsoft.com/office/drawing/2014/main" id="{E9FF9B48-E0AF-4A72-82DF-019BEEF1BA94}"/>
              </a:ext>
            </a:extLst>
          </p:cNvPr>
          <p:cNvSpPr>
            <a:spLocks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10133">
            <a:extLst>
              <a:ext uri="{FF2B5EF4-FFF2-40B4-BE49-F238E27FC236}">
                <a16:creationId xmlns:a16="http://schemas.microsoft.com/office/drawing/2014/main" id="{C1CF09DD-06E1-435A-AD3F-7F69563F1468}"/>
              </a:ext>
            </a:extLst>
          </p:cNvPr>
          <p:cNvSpPr>
            <a:spLocks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10134">
            <a:extLst>
              <a:ext uri="{FF2B5EF4-FFF2-40B4-BE49-F238E27FC236}">
                <a16:creationId xmlns:a16="http://schemas.microsoft.com/office/drawing/2014/main" id="{463E1459-2C5F-4D8E-A5C2-30EAC2B3A815}"/>
              </a:ext>
            </a:extLst>
          </p:cNvPr>
          <p:cNvSpPr>
            <a:spLocks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10135">
            <a:extLst>
              <a:ext uri="{FF2B5EF4-FFF2-40B4-BE49-F238E27FC236}">
                <a16:creationId xmlns:a16="http://schemas.microsoft.com/office/drawing/2014/main" id="{82951D7B-A95A-4107-9787-6FCB896404AB}"/>
              </a:ext>
            </a:extLst>
          </p:cNvPr>
          <p:cNvSpPr>
            <a:spLocks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10136">
            <a:extLst>
              <a:ext uri="{FF2B5EF4-FFF2-40B4-BE49-F238E27FC236}">
                <a16:creationId xmlns:a16="http://schemas.microsoft.com/office/drawing/2014/main" id="{75819CCB-96CD-4AD1-BB4A-2AA7D1A4C241}"/>
              </a:ext>
            </a:extLst>
          </p:cNvPr>
          <p:cNvSpPr>
            <a:spLocks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10137">
            <a:extLst>
              <a:ext uri="{FF2B5EF4-FFF2-40B4-BE49-F238E27FC236}">
                <a16:creationId xmlns:a16="http://schemas.microsoft.com/office/drawing/2014/main" id="{6F3A8B3F-65F8-47E7-AC73-D82EC21A6DDF}"/>
              </a:ext>
            </a:extLst>
          </p:cNvPr>
          <p:cNvSpPr>
            <a:spLocks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10138">
            <a:extLst>
              <a:ext uri="{FF2B5EF4-FFF2-40B4-BE49-F238E27FC236}">
                <a16:creationId xmlns:a16="http://schemas.microsoft.com/office/drawing/2014/main" id="{EFAFFF59-68D8-4EEC-A495-C050C4056635}"/>
              </a:ext>
            </a:extLst>
          </p:cNvPr>
          <p:cNvSpPr>
            <a:spLocks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10139">
            <a:extLst>
              <a:ext uri="{FF2B5EF4-FFF2-40B4-BE49-F238E27FC236}">
                <a16:creationId xmlns:a16="http://schemas.microsoft.com/office/drawing/2014/main" id="{6CD835A7-8258-442B-BDFE-EBEE228C2C80}"/>
              </a:ext>
            </a:extLst>
          </p:cNvPr>
          <p:cNvSpPr>
            <a:spLocks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10140">
            <a:extLst>
              <a:ext uri="{FF2B5EF4-FFF2-40B4-BE49-F238E27FC236}">
                <a16:creationId xmlns:a16="http://schemas.microsoft.com/office/drawing/2014/main" id="{453D7DA7-1BB4-47E9-BE46-AE7EB8E4E5A9}"/>
              </a:ext>
            </a:extLst>
          </p:cNvPr>
          <p:cNvSpPr>
            <a:spLocks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10141">
            <a:extLst>
              <a:ext uri="{FF2B5EF4-FFF2-40B4-BE49-F238E27FC236}">
                <a16:creationId xmlns:a16="http://schemas.microsoft.com/office/drawing/2014/main" id="{B36EC062-D99B-4849-8DBC-97E88881D9EE}"/>
              </a:ext>
            </a:extLst>
          </p:cNvPr>
          <p:cNvSpPr>
            <a:spLocks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10142">
            <a:extLst>
              <a:ext uri="{FF2B5EF4-FFF2-40B4-BE49-F238E27FC236}">
                <a16:creationId xmlns:a16="http://schemas.microsoft.com/office/drawing/2014/main" id="{0D896786-E0BB-4702-B10B-E48EFF13ACF7}"/>
              </a:ext>
            </a:extLst>
          </p:cNvPr>
          <p:cNvSpPr>
            <a:spLocks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10143">
            <a:extLst>
              <a:ext uri="{FF2B5EF4-FFF2-40B4-BE49-F238E27FC236}">
                <a16:creationId xmlns:a16="http://schemas.microsoft.com/office/drawing/2014/main" id="{0DC22001-5613-42E3-9BAB-0E723C3B4D9F}"/>
              </a:ext>
            </a:extLst>
          </p:cNvPr>
          <p:cNvSpPr>
            <a:spLocks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10144">
            <a:extLst>
              <a:ext uri="{FF2B5EF4-FFF2-40B4-BE49-F238E27FC236}">
                <a16:creationId xmlns:a16="http://schemas.microsoft.com/office/drawing/2014/main" id="{15454BAB-5208-4DD3-BFC4-8BF0AF0234C6}"/>
              </a:ext>
            </a:extLst>
          </p:cNvPr>
          <p:cNvSpPr>
            <a:spLocks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10145">
            <a:extLst>
              <a:ext uri="{FF2B5EF4-FFF2-40B4-BE49-F238E27FC236}">
                <a16:creationId xmlns:a16="http://schemas.microsoft.com/office/drawing/2014/main" id="{47CE9567-CDC1-42AC-B7CE-30A1D599516A}"/>
              </a:ext>
            </a:extLst>
          </p:cNvPr>
          <p:cNvSpPr>
            <a:spLocks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10146">
            <a:extLst>
              <a:ext uri="{FF2B5EF4-FFF2-40B4-BE49-F238E27FC236}">
                <a16:creationId xmlns:a16="http://schemas.microsoft.com/office/drawing/2014/main" id="{76677346-A3A0-4FAE-B81F-6E4F1A2D5FB4}"/>
              </a:ext>
            </a:extLst>
          </p:cNvPr>
          <p:cNvSpPr>
            <a:spLocks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10147">
            <a:extLst>
              <a:ext uri="{FF2B5EF4-FFF2-40B4-BE49-F238E27FC236}">
                <a16:creationId xmlns:a16="http://schemas.microsoft.com/office/drawing/2014/main" id="{A2AA8220-CD0B-4DE8-AA7C-A5A925203588}"/>
              </a:ext>
            </a:extLst>
          </p:cNvPr>
          <p:cNvSpPr>
            <a:spLocks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10148">
            <a:extLst>
              <a:ext uri="{FF2B5EF4-FFF2-40B4-BE49-F238E27FC236}">
                <a16:creationId xmlns:a16="http://schemas.microsoft.com/office/drawing/2014/main" id="{CF57C5B0-E015-4E30-8CA8-A4251C782087}"/>
              </a:ext>
            </a:extLst>
          </p:cNvPr>
          <p:cNvSpPr>
            <a:spLocks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10149">
            <a:extLst>
              <a:ext uri="{FF2B5EF4-FFF2-40B4-BE49-F238E27FC236}">
                <a16:creationId xmlns:a16="http://schemas.microsoft.com/office/drawing/2014/main" id="{64221CCC-C462-451F-A257-B1704CB797E9}"/>
              </a:ext>
            </a:extLst>
          </p:cNvPr>
          <p:cNvSpPr>
            <a:spLocks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10150">
            <a:extLst>
              <a:ext uri="{FF2B5EF4-FFF2-40B4-BE49-F238E27FC236}">
                <a16:creationId xmlns:a16="http://schemas.microsoft.com/office/drawing/2014/main" id="{AB919508-D43E-41C8-AAAB-28EA7955D72C}"/>
              </a:ext>
            </a:extLst>
          </p:cNvPr>
          <p:cNvSpPr>
            <a:spLocks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10151">
            <a:extLst>
              <a:ext uri="{FF2B5EF4-FFF2-40B4-BE49-F238E27FC236}">
                <a16:creationId xmlns:a16="http://schemas.microsoft.com/office/drawing/2014/main" id="{64B5C1CE-DB0D-459F-B32E-B1A7ED622A77}"/>
              </a:ext>
            </a:extLst>
          </p:cNvPr>
          <p:cNvSpPr>
            <a:spLocks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10152">
            <a:extLst>
              <a:ext uri="{FF2B5EF4-FFF2-40B4-BE49-F238E27FC236}">
                <a16:creationId xmlns:a16="http://schemas.microsoft.com/office/drawing/2014/main" id="{C5875F25-548C-4206-9B35-4E88B2EA1735}"/>
              </a:ext>
            </a:extLst>
          </p:cNvPr>
          <p:cNvSpPr>
            <a:spLocks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10153">
            <a:extLst>
              <a:ext uri="{FF2B5EF4-FFF2-40B4-BE49-F238E27FC236}">
                <a16:creationId xmlns:a16="http://schemas.microsoft.com/office/drawing/2014/main" id="{1A93A24F-ACE9-4B4B-909E-4257ED2EE372}"/>
              </a:ext>
            </a:extLst>
          </p:cNvPr>
          <p:cNvSpPr>
            <a:spLocks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10154">
            <a:extLst>
              <a:ext uri="{FF2B5EF4-FFF2-40B4-BE49-F238E27FC236}">
                <a16:creationId xmlns:a16="http://schemas.microsoft.com/office/drawing/2014/main" id="{9234203A-670C-4289-8211-D3D099E68C37}"/>
              </a:ext>
            </a:extLst>
          </p:cNvPr>
          <p:cNvSpPr>
            <a:spLocks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10155">
            <a:extLst>
              <a:ext uri="{FF2B5EF4-FFF2-40B4-BE49-F238E27FC236}">
                <a16:creationId xmlns:a16="http://schemas.microsoft.com/office/drawing/2014/main" id="{2C0A04A7-EE40-46EE-BF9B-DD1824D13D5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10156">
            <a:extLst>
              <a:ext uri="{FF2B5EF4-FFF2-40B4-BE49-F238E27FC236}">
                <a16:creationId xmlns:a16="http://schemas.microsoft.com/office/drawing/2014/main" id="{1C9BFB21-8785-4125-B662-241759986285}"/>
              </a:ext>
            </a:extLst>
          </p:cNvPr>
          <p:cNvSpPr>
            <a:spLocks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10157">
            <a:extLst>
              <a:ext uri="{FF2B5EF4-FFF2-40B4-BE49-F238E27FC236}">
                <a16:creationId xmlns:a16="http://schemas.microsoft.com/office/drawing/2014/main" id="{BA634473-80E9-452A-B43E-53F74C63C44F}"/>
              </a:ext>
            </a:extLst>
          </p:cNvPr>
          <p:cNvSpPr>
            <a:spLocks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10158">
            <a:extLst>
              <a:ext uri="{FF2B5EF4-FFF2-40B4-BE49-F238E27FC236}">
                <a16:creationId xmlns:a16="http://schemas.microsoft.com/office/drawing/2014/main" id="{8048A8CD-6E8F-450C-96B4-C2197AA1F605}"/>
              </a:ext>
            </a:extLst>
          </p:cNvPr>
          <p:cNvSpPr>
            <a:spLocks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10159">
            <a:extLst>
              <a:ext uri="{FF2B5EF4-FFF2-40B4-BE49-F238E27FC236}">
                <a16:creationId xmlns:a16="http://schemas.microsoft.com/office/drawing/2014/main" id="{B75F35E6-74A9-411C-91CE-3EC159F10955}"/>
              </a:ext>
            </a:extLst>
          </p:cNvPr>
          <p:cNvSpPr>
            <a:spLocks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10160">
            <a:extLst>
              <a:ext uri="{FF2B5EF4-FFF2-40B4-BE49-F238E27FC236}">
                <a16:creationId xmlns:a16="http://schemas.microsoft.com/office/drawing/2014/main" id="{DBA8778B-62EB-4A2C-8183-A98A0337C661}"/>
              </a:ext>
            </a:extLst>
          </p:cNvPr>
          <p:cNvSpPr>
            <a:spLocks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10161">
            <a:extLst>
              <a:ext uri="{FF2B5EF4-FFF2-40B4-BE49-F238E27FC236}">
                <a16:creationId xmlns:a16="http://schemas.microsoft.com/office/drawing/2014/main" id="{63048544-DCE7-4710-BDA0-50154307EC1F}"/>
              </a:ext>
            </a:extLst>
          </p:cNvPr>
          <p:cNvSpPr>
            <a:spLocks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10162">
            <a:extLst>
              <a:ext uri="{FF2B5EF4-FFF2-40B4-BE49-F238E27FC236}">
                <a16:creationId xmlns:a16="http://schemas.microsoft.com/office/drawing/2014/main" id="{3CA0D67B-777F-4049-9F26-60C78C91E19F}"/>
              </a:ext>
            </a:extLst>
          </p:cNvPr>
          <p:cNvSpPr>
            <a:spLocks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10163">
            <a:extLst>
              <a:ext uri="{FF2B5EF4-FFF2-40B4-BE49-F238E27FC236}">
                <a16:creationId xmlns:a16="http://schemas.microsoft.com/office/drawing/2014/main" id="{211A13CB-4A34-40FD-9460-B6E32D2CFABC}"/>
              </a:ext>
            </a:extLst>
          </p:cNvPr>
          <p:cNvSpPr>
            <a:spLocks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10164">
            <a:extLst>
              <a:ext uri="{FF2B5EF4-FFF2-40B4-BE49-F238E27FC236}">
                <a16:creationId xmlns:a16="http://schemas.microsoft.com/office/drawing/2014/main" id="{D9FD4B7F-B394-4836-A08B-B2609B81FADB}"/>
              </a:ext>
            </a:extLst>
          </p:cNvPr>
          <p:cNvSpPr>
            <a:spLocks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10165">
            <a:extLst>
              <a:ext uri="{FF2B5EF4-FFF2-40B4-BE49-F238E27FC236}">
                <a16:creationId xmlns:a16="http://schemas.microsoft.com/office/drawing/2014/main" id="{E246D096-859C-463C-8278-1531023C8EE8}"/>
              </a:ext>
            </a:extLst>
          </p:cNvPr>
          <p:cNvSpPr>
            <a:spLocks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10166">
            <a:extLst>
              <a:ext uri="{FF2B5EF4-FFF2-40B4-BE49-F238E27FC236}">
                <a16:creationId xmlns:a16="http://schemas.microsoft.com/office/drawing/2014/main" id="{49146E47-CFDA-4C9C-B548-522E32384577}"/>
              </a:ext>
            </a:extLst>
          </p:cNvPr>
          <p:cNvSpPr>
            <a:spLocks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10167">
            <a:extLst>
              <a:ext uri="{FF2B5EF4-FFF2-40B4-BE49-F238E27FC236}">
                <a16:creationId xmlns:a16="http://schemas.microsoft.com/office/drawing/2014/main" id="{F936C65A-D0B2-44F0-B69F-1CC5ECCB1417}"/>
              </a:ext>
            </a:extLst>
          </p:cNvPr>
          <p:cNvSpPr>
            <a:spLocks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10168">
            <a:extLst>
              <a:ext uri="{FF2B5EF4-FFF2-40B4-BE49-F238E27FC236}">
                <a16:creationId xmlns:a16="http://schemas.microsoft.com/office/drawing/2014/main" id="{8AE52921-0E38-46E2-B412-862A03B7A7A3}"/>
              </a:ext>
            </a:extLst>
          </p:cNvPr>
          <p:cNvSpPr>
            <a:spLocks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10169">
            <a:extLst>
              <a:ext uri="{FF2B5EF4-FFF2-40B4-BE49-F238E27FC236}">
                <a16:creationId xmlns:a16="http://schemas.microsoft.com/office/drawing/2014/main" id="{4287F1E3-0151-4BFF-A176-8988D30F2A85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10170">
            <a:extLst>
              <a:ext uri="{FF2B5EF4-FFF2-40B4-BE49-F238E27FC236}">
                <a16:creationId xmlns:a16="http://schemas.microsoft.com/office/drawing/2014/main" id="{CA6DB028-499E-4120-A5E8-FAF3D57BC13A}"/>
              </a:ext>
            </a:extLst>
          </p:cNvPr>
          <p:cNvSpPr>
            <a:spLocks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0" y="1762082"/>
                </a:lnTo>
                <a:lnTo>
                  <a:pt x="3696" y="1747274"/>
                </a:lnTo>
                <a:lnTo>
                  <a:pt x="8080" y="1732467"/>
                </a:lnTo>
                <a:lnTo>
                  <a:pt x="13805" y="1717659"/>
                </a:lnTo>
                <a:lnTo>
                  <a:pt x="20509" y="1702852"/>
                </a:lnTo>
                <a:lnTo>
                  <a:pt x="27800" y="1688045"/>
                </a:lnTo>
                <a:lnTo>
                  <a:pt x="35288" y="1673237"/>
                </a:lnTo>
                <a:lnTo>
                  <a:pt x="42616" y="1658430"/>
                </a:lnTo>
                <a:lnTo>
                  <a:pt x="49492" y="1643622"/>
                </a:lnTo>
                <a:lnTo>
                  <a:pt x="55698" y="1628815"/>
                </a:lnTo>
                <a:lnTo>
                  <a:pt x="61096" y="1614007"/>
                </a:lnTo>
                <a:lnTo>
                  <a:pt x="65628" y="1599200"/>
                </a:lnTo>
                <a:lnTo>
                  <a:pt x="69301" y="1584393"/>
                </a:lnTo>
                <a:lnTo>
                  <a:pt x="72172" y="1569585"/>
                </a:lnTo>
                <a:lnTo>
                  <a:pt x="74335" y="1554778"/>
                </a:lnTo>
                <a:lnTo>
                  <a:pt x="75903" y="1539970"/>
                </a:lnTo>
                <a:lnTo>
                  <a:pt x="76991" y="1525163"/>
                </a:lnTo>
                <a:lnTo>
                  <a:pt x="77711" y="1510356"/>
                </a:lnTo>
                <a:lnTo>
                  <a:pt x="78163" y="1495548"/>
                </a:lnTo>
                <a:lnTo>
                  <a:pt x="78428" y="1480741"/>
                </a:lnTo>
                <a:lnTo>
                  <a:pt x="78570" y="1465933"/>
                </a:lnTo>
                <a:lnTo>
                  <a:pt x="78634" y="1451126"/>
                </a:lnTo>
                <a:lnTo>
                  <a:pt x="78651" y="1436319"/>
                </a:lnTo>
                <a:lnTo>
                  <a:pt x="78639" y="1421511"/>
                </a:lnTo>
                <a:lnTo>
                  <a:pt x="78605" y="1406704"/>
                </a:lnTo>
                <a:lnTo>
                  <a:pt x="78554" y="1391896"/>
                </a:lnTo>
                <a:lnTo>
                  <a:pt x="78483" y="1377089"/>
                </a:lnTo>
                <a:lnTo>
                  <a:pt x="78391" y="1362282"/>
                </a:lnTo>
                <a:lnTo>
                  <a:pt x="78277" y="1347474"/>
                </a:lnTo>
                <a:lnTo>
                  <a:pt x="78139" y="1332667"/>
                </a:lnTo>
                <a:lnTo>
                  <a:pt x="77979" y="1317859"/>
                </a:lnTo>
                <a:lnTo>
                  <a:pt x="77799" y="1303052"/>
                </a:lnTo>
                <a:lnTo>
                  <a:pt x="77601" y="1288245"/>
                </a:lnTo>
                <a:lnTo>
                  <a:pt x="77391" y="1273437"/>
                </a:lnTo>
                <a:lnTo>
                  <a:pt x="77170" y="1258630"/>
                </a:lnTo>
                <a:lnTo>
                  <a:pt x="76942" y="1243822"/>
                </a:lnTo>
                <a:lnTo>
                  <a:pt x="76708" y="1229015"/>
                </a:lnTo>
                <a:lnTo>
                  <a:pt x="76471" y="1214207"/>
                </a:lnTo>
                <a:lnTo>
                  <a:pt x="76228" y="1199400"/>
                </a:lnTo>
                <a:lnTo>
                  <a:pt x="75978" y="1184593"/>
                </a:lnTo>
                <a:lnTo>
                  <a:pt x="75714" y="1169785"/>
                </a:lnTo>
                <a:lnTo>
                  <a:pt x="75428" y="1154978"/>
                </a:lnTo>
                <a:lnTo>
                  <a:pt x="75110" y="1140170"/>
                </a:lnTo>
                <a:lnTo>
                  <a:pt x="74745" y="1125363"/>
                </a:lnTo>
                <a:lnTo>
                  <a:pt x="74318" y="1110556"/>
                </a:lnTo>
                <a:lnTo>
                  <a:pt x="73812" y="1095748"/>
                </a:lnTo>
                <a:lnTo>
                  <a:pt x="73210" y="1080941"/>
                </a:lnTo>
                <a:lnTo>
                  <a:pt x="72497" y="1066133"/>
                </a:lnTo>
                <a:lnTo>
                  <a:pt x="71666" y="1051326"/>
                </a:lnTo>
                <a:lnTo>
                  <a:pt x="70717" y="1036519"/>
                </a:lnTo>
                <a:lnTo>
                  <a:pt x="69661" y="1021711"/>
                </a:lnTo>
                <a:lnTo>
                  <a:pt x="68526" y="1006904"/>
                </a:lnTo>
                <a:lnTo>
                  <a:pt x="67354" y="992096"/>
                </a:lnTo>
                <a:lnTo>
                  <a:pt x="66201" y="977289"/>
                </a:lnTo>
                <a:lnTo>
                  <a:pt x="65139" y="962482"/>
                </a:lnTo>
                <a:lnTo>
                  <a:pt x="64245" y="947674"/>
                </a:lnTo>
                <a:lnTo>
                  <a:pt x="63597" y="932867"/>
                </a:lnTo>
                <a:lnTo>
                  <a:pt x="63268" y="918059"/>
                </a:lnTo>
                <a:lnTo>
                  <a:pt x="63314" y="903252"/>
                </a:lnTo>
                <a:lnTo>
                  <a:pt x="63771" y="888444"/>
                </a:lnTo>
                <a:lnTo>
                  <a:pt x="64646" y="873637"/>
                </a:lnTo>
                <a:lnTo>
                  <a:pt x="65918" y="858830"/>
                </a:lnTo>
                <a:lnTo>
                  <a:pt x="67538" y="844022"/>
                </a:lnTo>
                <a:lnTo>
                  <a:pt x="69435" y="829215"/>
                </a:lnTo>
                <a:lnTo>
                  <a:pt x="71522" y="814407"/>
                </a:lnTo>
                <a:lnTo>
                  <a:pt x="73704" y="799600"/>
                </a:lnTo>
                <a:lnTo>
                  <a:pt x="75890" y="784793"/>
                </a:lnTo>
                <a:lnTo>
                  <a:pt x="77996" y="769985"/>
                </a:lnTo>
                <a:lnTo>
                  <a:pt x="79954" y="755178"/>
                </a:lnTo>
                <a:lnTo>
                  <a:pt x="81715" y="740370"/>
                </a:lnTo>
                <a:lnTo>
                  <a:pt x="83250" y="725563"/>
                </a:lnTo>
                <a:lnTo>
                  <a:pt x="84548" y="710756"/>
                </a:lnTo>
                <a:lnTo>
                  <a:pt x="85615" y="695948"/>
                </a:lnTo>
                <a:lnTo>
                  <a:pt x="86466" y="681141"/>
                </a:lnTo>
                <a:lnTo>
                  <a:pt x="87128" y="666333"/>
                </a:lnTo>
                <a:lnTo>
                  <a:pt x="87628" y="651526"/>
                </a:lnTo>
                <a:lnTo>
                  <a:pt x="87997" y="636719"/>
                </a:lnTo>
                <a:lnTo>
                  <a:pt x="88261" y="621911"/>
                </a:lnTo>
                <a:lnTo>
                  <a:pt x="88446" y="607104"/>
                </a:lnTo>
                <a:lnTo>
                  <a:pt x="88571" y="592296"/>
                </a:lnTo>
                <a:lnTo>
                  <a:pt x="88655" y="577489"/>
                </a:lnTo>
                <a:lnTo>
                  <a:pt x="88709" y="562682"/>
                </a:lnTo>
                <a:lnTo>
                  <a:pt x="88743" y="547874"/>
                </a:lnTo>
                <a:lnTo>
                  <a:pt x="88764" y="533067"/>
                </a:lnTo>
                <a:lnTo>
                  <a:pt x="88777" y="518259"/>
                </a:lnTo>
                <a:lnTo>
                  <a:pt x="88784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9" y="488644"/>
                </a:lnTo>
                <a:lnTo>
                  <a:pt x="88803" y="503452"/>
                </a:lnTo>
                <a:lnTo>
                  <a:pt x="88810" y="518259"/>
                </a:lnTo>
                <a:lnTo>
                  <a:pt x="88823" y="533067"/>
                </a:lnTo>
                <a:lnTo>
                  <a:pt x="88844" y="547874"/>
                </a:lnTo>
                <a:lnTo>
                  <a:pt x="88878" y="562682"/>
                </a:lnTo>
                <a:lnTo>
                  <a:pt x="88932" y="577489"/>
                </a:lnTo>
                <a:lnTo>
                  <a:pt x="89016" y="592296"/>
                </a:lnTo>
                <a:lnTo>
                  <a:pt x="89142" y="607104"/>
                </a:lnTo>
                <a:lnTo>
                  <a:pt x="89326" y="621911"/>
                </a:lnTo>
                <a:lnTo>
                  <a:pt x="89590" y="636719"/>
                </a:lnTo>
                <a:lnTo>
                  <a:pt x="89959" y="651526"/>
                </a:lnTo>
                <a:lnTo>
                  <a:pt x="90459" y="666333"/>
                </a:lnTo>
                <a:lnTo>
                  <a:pt x="91121" y="681141"/>
                </a:lnTo>
                <a:lnTo>
                  <a:pt x="91972" y="695948"/>
                </a:lnTo>
                <a:lnTo>
                  <a:pt x="93039" y="710756"/>
                </a:lnTo>
                <a:lnTo>
                  <a:pt x="94337" y="725563"/>
                </a:lnTo>
                <a:lnTo>
                  <a:pt x="95872" y="740370"/>
                </a:lnTo>
                <a:lnTo>
                  <a:pt x="97633" y="755178"/>
                </a:lnTo>
                <a:lnTo>
                  <a:pt x="99591" y="769985"/>
                </a:lnTo>
                <a:lnTo>
                  <a:pt x="101697" y="784793"/>
                </a:lnTo>
                <a:lnTo>
                  <a:pt x="103883" y="799600"/>
                </a:lnTo>
                <a:lnTo>
                  <a:pt x="106065" y="814407"/>
                </a:lnTo>
                <a:lnTo>
                  <a:pt x="108152" y="829215"/>
                </a:lnTo>
                <a:lnTo>
                  <a:pt x="110049" y="844022"/>
                </a:lnTo>
                <a:lnTo>
                  <a:pt x="111669" y="858830"/>
                </a:lnTo>
                <a:lnTo>
                  <a:pt x="112941" y="873637"/>
                </a:lnTo>
                <a:lnTo>
                  <a:pt x="113816" y="888444"/>
                </a:lnTo>
                <a:lnTo>
                  <a:pt x="114273" y="903252"/>
                </a:lnTo>
                <a:lnTo>
                  <a:pt x="114319" y="918059"/>
                </a:lnTo>
                <a:lnTo>
                  <a:pt x="113990" y="932867"/>
                </a:lnTo>
                <a:lnTo>
                  <a:pt x="113343" y="947674"/>
                </a:lnTo>
                <a:lnTo>
                  <a:pt x="112448" y="962482"/>
                </a:lnTo>
                <a:lnTo>
                  <a:pt x="111386" y="977289"/>
                </a:lnTo>
                <a:lnTo>
                  <a:pt x="110233" y="992096"/>
                </a:lnTo>
                <a:lnTo>
                  <a:pt x="109061" y="1006904"/>
                </a:lnTo>
                <a:lnTo>
                  <a:pt x="107926" y="1021711"/>
                </a:lnTo>
                <a:lnTo>
                  <a:pt x="106870" y="1036519"/>
                </a:lnTo>
                <a:lnTo>
                  <a:pt x="105921" y="1051326"/>
                </a:lnTo>
                <a:lnTo>
                  <a:pt x="105090" y="1066133"/>
                </a:lnTo>
                <a:lnTo>
                  <a:pt x="104377" y="1080941"/>
                </a:lnTo>
                <a:lnTo>
                  <a:pt x="103775" y="1095748"/>
                </a:lnTo>
                <a:lnTo>
                  <a:pt x="103269" y="1110556"/>
                </a:lnTo>
                <a:lnTo>
                  <a:pt x="102842" y="1125363"/>
                </a:lnTo>
                <a:lnTo>
                  <a:pt x="102477" y="1140170"/>
                </a:lnTo>
                <a:lnTo>
                  <a:pt x="102159" y="1154978"/>
                </a:lnTo>
                <a:lnTo>
                  <a:pt x="101873" y="1169785"/>
                </a:lnTo>
                <a:lnTo>
                  <a:pt x="101609" y="1184593"/>
                </a:lnTo>
                <a:lnTo>
                  <a:pt x="101359" y="1199400"/>
                </a:lnTo>
                <a:lnTo>
                  <a:pt x="101116" y="1214207"/>
                </a:lnTo>
                <a:lnTo>
                  <a:pt x="100879" y="1229015"/>
                </a:lnTo>
                <a:lnTo>
                  <a:pt x="100646" y="1243822"/>
                </a:lnTo>
                <a:lnTo>
                  <a:pt x="100418" y="1258630"/>
                </a:lnTo>
                <a:lnTo>
                  <a:pt x="100197" y="1273437"/>
                </a:lnTo>
                <a:lnTo>
                  <a:pt x="99986" y="1288245"/>
                </a:lnTo>
                <a:lnTo>
                  <a:pt x="99789" y="1303052"/>
                </a:lnTo>
                <a:lnTo>
                  <a:pt x="99608" y="1317859"/>
                </a:lnTo>
                <a:lnTo>
                  <a:pt x="99448" y="1332667"/>
                </a:lnTo>
                <a:lnTo>
                  <a:pt x="99310" y="1347474"/>
                </a:lnTo>
                <a:lnTo>
                  <a:pt x="99196" y="1362282"/>
                </a:lnTo>
                <a:lnTo>
                  <a:pt x="99104" y="1377089"/>
                </a:lnTo>
                <a:lnTo>
                  <a:pt x="99033" y="1391896"/>
                </a:lnTo>
                <a:lnTo>
                  <a:pt x="98982" y="1406704"/>
                </a:lnTo>
                <a:lnTo>
                  <a:pt x="98948" y="1421511"/>
                </a:lnTo>
                <a:lnTo>
                  <a:pt x="98936" y="1436319"/>
                </a:lnTo>
                <a:lnTo>
                  <a:pt x="98953" y="1451126"/>
                </a:lnTo>
                <a:lnTo>
                  <a:pt x="99017" y="1465933"/>
                </a:lnTo>
                <a:lnTo>
                  <a:pt x="99159" y="1480741"/>
                </a:lnTo>
                <a:lnTo>
                  <a:pt x="99424" y="1495548"/>
                </a:lnTo>
                <a:lnTo>
                  <a:pt x="99876" y="1510356"/>
                </a:lnTo>
                <a:lnTo>
                  <a:pt x="100596" y="1525163"/>
                </a:lnTo>
                <a:lnTo>
                  <a:pt x="101685" y="1539970"/>
                </a:lnTo>
                <a:lnTo>
                  <a:pt x="103252" y="1554778"/>
                </a:lnTo>
                <a:lnTo>
                  <a:pt x="105415" y="1569585"/>
                </a:lnTo>
                <a:lnTo>
                  <a:pt x="108286" y="1584393"/>
                </a:lnTo>
                <a:lnTo>
                  <a:pt x="111959" y="1599200"/>
                </a:lnTo>
                <a:lnTo>
                  <a:pt x="116491" y="1614007"/>
                </a:lnTo>
                <a:lnTo>
                  <a:pt x="121890" y="1628815"/>
                </a:lnTo>
                <a:lnTo>
                  <a:pt x="128095" y="1643622"/>
                </a:lnTo>
                <a:lnTo>
                  <a:pt x="134971" y="1658430"/>
                </a:lnTo>
                <a:lnTo>
                  <a:pt x="142300" y="1673237"/>
                </a:lnTo>
                <a:lnTo>
                  <a:pt x="149787" y="1688045"/>
                </a:lnTo>
                <a:lnTo>
                  <a:pt x="157078" y="1702852"/>
                </a:lnTo>
                <a:lnTo>
                  <a:pt x="163783" y="1717659"/>
                </a:lnTo>
                <a:lnTo>
                  <a:pt x="169507" y="1732467"/>
                </a:lnTo>
                <a:lnTo>
                  <a:pt x="173891" y="1747274"/>
                </a:lnTo>
                <a:lnTo>
                  <a:pt x="176647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10171">
            <a:extLst>
              <a:ext uri="{FF2B5EF4-FFF2-40B4-BE49-F238E27FC236}">
                <a16:creationId xmlns:a16="http://schemas.microsoft.com/office/drawing/2014/main" id="{E5994C81-346D-461C-B16E-32D7C7446815}"/>
              </a:ext>
            </a:extLst>
          </p:cNvPr>
          <p:cNvSpPr>
            <a:spLocks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03" y="1762082"/>
                </a:lnTo>
                <a:lnTo>
                  <a:pt x="3548" y="1747274"/>
                </a:lnTo>
                <a:lnTo>
                  <a:pt x="7755" y="1732467"/>
                </a:lnTo>
                <a:lnTo>
                  <a:pt x="13246" y="1717659"/>
                </a:lnTo>
                <a:lnTo>
                  <a:pt x="19673" y="1702852"/>
                </a:lnTo>
                <a:lnTo>
                  <a:pt x="26659" y="1688045"/>
                </a:lnTo>
                <a:lnTo>
                  <a:pt x="33830" y="1673237"/>
                </a:lnTo>
                <a:lnTo>
                  <a:pt x="40848" y="1658430"/>
                </a:lnTo>
                <a:lnTo>
                  <a:pt x="47436" y="1643622"/>
                </a:lnTo>
                <a:lnTo>
                  <a:pt x="53391" y="1628815"/>
                </a:lnTo>
                <a:lnTo>
                  <a:pt x="58590" y="1614007"/>
                </a:lnTo>
                <a:lnTo>
                  <a:pt x="62983" y="1599200"/>
                </a:lnTo>
                <a:lnTo>
                  <a:pt x="66586" y="1584393"/>
                </a:lnTo>
                <a:lnTo>
                  <a:pt x="69459" y="1569585"/>
                </a:lnTo>
                <a:lnTo>
                  <a:pt x="71697" y="1554778"/>
                </a:lnTo>
                <a:lnTo>
                  <a:pt x="73407" y="1539970"/>
                </a:lnTo>
                <a:lnTo>
                  <a:pt x="74700" y="1525163"/>
                </a:lnTo>
                <a:lnTo>
                  <a:pt x="75678" y="1510356"/>
                </a:lnTo>
                <a:lnTo>
                  <a:pt x="76428" y="1495548"/>
                </a:lnTo>
                <a:lnTo>
                  <a:pt x="77020" y="1480741"/>
                </a:lnTo>
                <a:lnTo>
                  <a:pt x="77505" y="1465933"/>
                </a:lnTo>
                <a:lnTo>
                  <a:pt x="77916" y="1451126"/>
                </a:lnTo>
                <a:lnTo>
                  <a:pt x="78277" y="1436319"/>
                </a:lnTo>
                <a:lnTo>
                  <a:pt x="78597" y="1421511"/>
                </a:lnTo>
                <a:lnTo>
                  <a:pt x="78881" y="1406704"/>
                </a:lnTo>
                <a:lnTo>
                  <a:pt x="79132" y="1391896"/>
                </a:lnTo>
                <a:lnTo>
                  <a:pt x="79350" y="1377089"/>
                </a:lnTo>
                <a:lnTo>
                  <a:pt x="79537" y="1362282"/>
                </a:lnTo>
                <a:lnTo>
                  <a:pt x="79697" y="1347474"/>
                </a:lnTo>
                <a:lnTo>
                  <a:pt x="79834" y="1332667"/>
                </a:lnTo>
                <a:lnTo>
                  <a:pt x="79954" y="1317859"/>
                </a:lnTo>
                <a:lnTo>
                  <a:pt x="80064" y="1303052"/>
                </a:lnTo>
                <a:lnTo>
                  <a:pt x="80168" y="1288245"/>
                </a:lnTo>
                <a:lnTo>
                  <a:pt x="80271" y="1273437"/>
                </a:lnTo>
                <a:lnTo>
                  <a:pt x="80378" y="1258630"/>
                </a:lnTo>
                <a:lnTo>
                  <a:pt x="80490" y="1243822"/>
                </a:lnTo>
                <a:lnTo>
                  <a:pt x="80611" y="1229015"/>
                </a:lnTo>
                <a:lnTo>
                  <a:pt x="80743" y="1214207"/>
                </a:lnTo>
                <a:lnTo>
                  <a:pt x="80889" y="1199400"/>
                </a:lnTo>
                <a:lnTo>
                  <a:pt x="81050" y="1184593"/>
                </a:lnTo>
                <a:lnTo>
                  <a:pt x="81229" y="1169785"/>
                </a:lnTo>
                <a:lnTo>
                  <a:pt x="81427" y="1154978"/>
                </a:lnTo>
                <a:lnTo>
                  <a:pt x="81642" y="1140170"/>
                </a:lnTo>
                <a:lnTo>
                  <a:pt x="81869" y="1125363"/>
                </a:lnTo>
                <a:lnTo>
                  <a:pt x="82100" y="1110556"/>
                </a:lnTo>
                <a:lnTo>
                  <a:pt x="82322" y="1095748"/>
                </a:lnTo>
                <a:lnTo>
                  <a:pt x="82519" y="1080941"/>
                </a:lnTo>
                <a:lnTo>
                  <a:pt x="82673" y="1066133"/>
                </a:lnTo>
                <a:lnTo>
                  <a:pt x="82768" y="1051326"/>
                </a:lnTo>
                <a:lnTo>
                  <a:pt x="82787" y="1036519"/>
                </a:lnTo>
                <a:lnTo>
                  <a:pt x="82721" y="1021711"/>
                </a:lnTo>
                <a:lnTo>
                  <a:pt x="82566" y="1006904"/>
                </a:lnTo>
                <a:lnTo>
                  <a:pt x="82326" y="992096"/>
                </a:lnTo>
                <a:lnTo>
                  <a:pt x="82014" y="977289"/>
                </a:lnTo>
                <a:lnTo>
                  <a:pt x="81651" y="962482"/>
                </a:lnTo>
                <a:lnTo>
                  <a:pt x="81262" y="947674"/>
                </a:lnTo>
                <a:lnTo>
                  <a:pt x="80877" y="932867"/>
                </a:lnTo>
                <a:lnTo>
                  <a:pt x="80522" y="918059"/>
                </a:lnTo>
                <a:lnTo>
                  <a:pt x="80224" y="903252"/>
                </a:lnTo>
                <a:lnTo>
                  <a:pt x="79999" y="888444"/>
                </a:lnTo>
                <a:lnTo>
                  <a:pt x="79856" y="873637"/>
                </a:lnTo>
                <a:lnTo>
                  <a:pt x="79797" y="858830"/>
                </a:lnTo>
                <a:lnTo>
                  <a:pt x="79812" y="844022"/>
                </a:lnTo>
                <a:lnTo>
                  <a:pt x="79885" y="829215"/>
                </a:lnTo>
                <a:lnTo>
                  <a:pt x="79998" y="814407"/>
                </a:lnTo>
                <a:lnTo>
                  <a:pt x="80128" y="799600"/>
                </a:lnTo>
                <a:lnTo>
                  <a:pt x="80254" y="784793"/>
                </a:lnTo>
                <a:lnTo>
                  <a:pt x="80358" y="769985"/>
                </a:lnTo>
                <a:lnTo>
                  <a:pt x="80428" y="755178"/>
                </a:lnTo>
                <a:lnTo>
                  <a:pt x="80456" y="740370"/>
                </a:lnTo>
                <a:lnTo>
                  <a:pt x="80439" y="725563"/>
                </a:lnTo>
                <a:lnTo>
                  <a:pt x="80382" y="710756"/>
                </a:lnTo>
                <a:lnTo>
                  <a:pt x="80291" y="695948"/>
                </a:lnTo>
                <a:lnTo>
                  <a:pt x="80177" y="681141"/>
                </a:lnTo>
                <a:lnTo>
                  <a:pt x="80052" y="666333"/>
                </a:lnTo>
                <a:lnTo>
                  <a:pt x="79927" y="651526"/>
                </a:lnTo>
                <a:lnTo>
                  <a:pt x="79812" y="636719"/>
                </a:lnTo>
                <a:lnTo>
                  <a:pt x="79714" y="621911"/>
                </a:lnTo>
                <a:lnTo>
                  <a:pt x="79637" y="607104"/>
                </a:lnTo>
                <a:lnTo>
                  <a:pt x="79581" y="592296"/>
                </a:lnTo>
                <a:lnTo>
                  <a:pt x="79540" y="577489"/>
                </a:lnTo>
                <a:lnTo>
                  <a:pt x="79508" y="562682"/>
                </a:lnTo>
                <a:lnTo>
                  <a:pt x="79474" y="547874"/>
                </a:lnTo>
                <a:lnTo>
                  <a:pt x="79429" y="533067"/>
                </a:lnTo>
                <a:lnTo>
                  <a:pt x="79362" y="518259"/>
                </a:lnTo>
                <a:lnTo>
                  <a:pt x="79268" y="503452"/>
                </a:lnTo>
                <a:lnTo>
                  <a:pt x="79144" y="488644"/>
                </a:lnTo>
                <a:lnTo>
                  <a:pt x="78992" y="473837"/>
                </a:lnTo>
                <a:lnTo>
                  <a:pt x="78819" y="459030"/>
                </a:lnTo>
                <a:lnTo>
                  <a:pt x="78633" y="444222"/>
                </a:lnTo>
                <a:lnTo>
                  <a:pt x="78450" y="429415"/>
                </a:lnTo>
                <a:lnTo>
                  <a:pt x="78281" y="414607"/>
                </a:lnTo>
                <a:lnTo>
                  <a:pt x="78141" y="399800"/>
                </a:lnTo>
                <a:lnTo>
                  <a:pt x="78041" y="384993"/>
                </a:lnTo>
                <a:lnTo>
                  <a:pt x="77989" y="370185"/>
                </a:lnTo>
                <a:lnTo>
                  <a:pt x="77986" y="355378"/>
                </a:lnTo>
                <a:lnTo>
                  <a:pt x="78029" y="340570"/>
                </a:lnTo>
                <a:lnTo>
                  <a:pt x="78106" y="325763"/>
                </a:lnTo>
                <a:lnTo>
                  <a:pt x="78194" y="310956"/>
                </a:lnTo>
                <a:lnTo>
                  <a:pt x="78262" y="296148"/>
                </a:lnTo>
                <a:lnTo>
                  <a:pt x="78264" y="281341"/>
                </a:lnTo>
                <a:lnTo>
                  <a:pt x="78139" y="266533"/>
                </a:lnTo>
                <a:lnTo>
                  <a:pt x="77813" y="251726"/>
                </a:lnTo>
                <a:lnTo>
                  <a:pt x="77198" y="236919"/>
                </a:lnTo>
                <a:lnTo>
                  <a:pt x="76195" y="222111"/>
                </a:lnTo>
                <a:lnTo>
                  <a:pt x="74697" y="207304"/>
                </a:lnTo>
                <a:lnTo>
                  <a:pt x="72604" y="192496"/>
                </a:lnTo>
                <a:lnTo>
                  <a:pt x="69829" y="177689"/>
                </a:lnTo>
                <a:lnTo>
                  <a:pt x="66312" y="162881"/>
                </a:lnTo>
                <a:lnTo>
                  <a:pt x="62040" y="148074"/>
                </a:lnTo>
                <a:lnTo>
                  <a:pt x="57054" y="133267"/>
                </a:lnTo>
                <a:lnTo>
                  <a:pt x="51463" y="118459"/>
                </a:lnTo>
                <a:lnTo>
                  <a:pt x="45448" y="103652"/>
                </a:lnTo>
                <a:lnTo>
                  <a:pt x="39258" y="88844"/>
                </a:lnTo>
                <a:lnTo>
                  <a:pt x="33195" y="74037"/>
                </a:lnTo>
                <a:lnTo>
                  <a:pt x="27595" y="59230"/>
                </a:lnTo>
                <a:lnTo>
                  <a:pt x="22797" y="44422"/>
                </a:lnTo>
                <a:lnTo>
                  <a:pt x="19114" y="29615"/>
                </a:lnTo>
                <a:lnTo>
                  <a:pt x="16795" y="14807"/>
                </a:lnTo>
                <a:lnTo>
                  <a:pt x="16003" y="0"/>
                </a:lnTo>
                <a:lnTo>
                  <a:pt x="161584" y="0"/>
                </a:lnTo>
                <a:lnTo>
                  <a:pt x="161584" y="0"/>
                </a:lnTo>
                <a:lnTo>
                  <a:pt x="160792" y="14807"/>
                </a:lnTo>
                <a:lnTo>
                  <a:pt x="158473" y="29615"/>
                </a:lnTo>
                <a:lnTo>
                  <a:pt x="154790" y="44422"/>
                </a:lnTo>
                <a:lnTo>
                  <a:pt x="149993" y="59230"/>
                </a:lnTo>
                <a:lnTo>
                  <a:pt x="144392" y="74037"/>
                </a:lnTo>
                <a:lnTo>
                  <a:pt x="138329" y="88844"/>
                </a:lnTo>
                <a:lnTo>
                  <a:pt x="132139" y="103652"/>
                </a:lnTo>
                <a:lnTo>
                  <a:pt x="126124" y="118459"/>
                </a:lnTo>
                <a:lnTo>
                  <a:pt x="120534" y="133267"/>
                </a:lnTo>
                <a:lnTo>
                  <a:pt x="115547" y="148074"/>
                </a:lnTo>
                <a:lnTo>
                  <a:pt x="111275" y="162881"/>
                </a:lnTo>
                <a:lnTo>
                  <a:pt x="107758" y="177689"/>
                </a:lnTo>
                <a:lnTo>
                  <a:pt x="104983" y="192496"/>
                </a:lnTo>
                <a:lnTo>
                  <a:pt x="102890" y="207304"/>
                </a:lnTo>
                <a:lnTo>
                  <a:pt x="101392" y="222111"/>
                </a:lnTo>
                <a:lnTo>
                  <a:pt x="100389" y="236919"/>
                </a:lnTo>
                <a:lnTo>
                  <a:pt x="99774" y="251726"/>
                </a:lnTo>
                <a:lnTo>
                  <a:pt x="99448" y="266533"/>
                </a:lnTo>
                <a:lnTo>
                  <a:pt x="99324" y="281341"/>
                </a:lnTo>
                <a:lnTo>
                  <a:pt x="99325" y="296148"/>
                </a:lnTo>
                <a:lnTo>
                  <a:pt x="99393" y="310956"/>
                </a:lnTo>
                <a:lnTo>
                  <a:pt x="99481" y="325763"/>
                </a:lnTo>
                <a:lnTo>
                  <a:pt x="99558" y="340570"/>
                </a:lnTo>
                <a:lnTo>
                  <a:pt x="99601" y="355378"/>
                </a:lnTo>
                <a:lnTo>
                  <a:pt x="99598" y="370185"/>
                </a:lnTo>
                <a:lnTo>
                  <a:pt x="99546" y="384993"/>
                </a:lnTo>
                <a:lnTo>
                  <a:pt x="99446" y="399800"/>
                </a:lnTo>
                <a:lnTo>
                  <a:pt x="99306" y="414607"/>
                </a:lnTo>
                <a:lnTo>
                  <a:pt x="99138" y="429415"/>
                </a:lnTo>
                <a:lnTo>
                  <a:pt x="98954" y="444222"/>
                </a:lnTo>
                <a:lnTo>
                  <a:pt x="98769" y="459030"/>
                </a:lnTo>
                <a:lnTo>
                  <a:pt x="98595" y="473837"/>
                </a:lnTo>
                <a:lnTo>
                  <a:pt x="98443" y="488644"/>
                </a:lnTo>
                <a:lnTo>
                  <a:pt x="98319" y="503452"/>
                </a:lnTo>
                <a:lnTo>
                  <a:pt x="98225" y="518259"/>
                </a:lnTo>
                <a:lnTo>
                  <a:pt x="98158" y="533067"/>
                </a:lnTo>
                <a:lnTo>
                  <a:pt x="98113" y="547874"/>
                </a:lnTo>
                <a:lnTo>
                  <a:pt x="98079" y="562682"/>
                </a:lnTo>
                <a:lnTo>
                  <a:pt x="98047" y="577489"/>
                </a:lnTo>
                <a:lnTo>
                  <a:pt x="98007" y="592296"/>
                </a:lnTo>
                <a:lnTo>
                  <a:pt x="97950" y="607104"/>
                </a:lnTo>
                <a:lnTo>
                  <a:pt x="97873" y="621911"/>
                </a:lnTo>
                <a:lnTo>
                  <a:pt x="97775" y="636719"/>
                </a:lnTo>
                <a:lnTo>
                  <a:pt x="97660" y="651526"/>
                </a:lnTo>
                <a:lnTo>
                  <a:pt x="97535" y="666333"/>
                </a:lnTo>
                <a:lnTo>
                  <a:pt x="97410" y="681141"/>
                </a:lnTo>
                <a:lnTo>
                  <a:pt x="97296" y="695948"/>
                </a:lnTo>
                <a:lnTo>
                  <a:pt x="97205" y="710756"/>
                </a:lnTo>
                <a:lnTo>
                  <a:pt x="97148" y="725563"/>
                </a:lnTo>
                <a:lnTo>
                  <a:pt x="97132" y="740370"/>
                </a:lnTo>
                <a:lnTo>
                  <a:pt x="97159" y="755178"/>
                </a:lnTo>
                <a:lnTo>
                  <a:pt x="97229" y="769985"/>
                </a:lnTo>
                <a:lnTo>
                  <a:pt x="97333" y="784793"/>
                </a:lnTo>
                <a:lnTo>
                  <a:pt x="97459" y="799600"/>
                </a:lnTo>
                <a:lnTo>
                  <a:pt x="97589" y="814407"/>
                </a:lnTo>
                <a:lnTo>
                  <a:pt x="97702" y="829215"/>
                </a:lnTo>
                <a:lnTo>
                  <a:pt x="97776" y="844022"/>
                </a:lnTo>
                <a:lnTo>
                  <a:pt x="97790" y="858830"/>
                </a:lnTo>
                <a:lnTo>
                  <a:pt x="97731" y="873637"/>
                </a:lnTo>
                <a:lnTo>
                  <a:pt x="97589" y="888444"/>
                </a:lnTo>
                <a:lnTo>
                  <a:pt x="97363" y="903252"/>
                </a:lnTo>
                <a:lnTo>
                  <a:pt x="97065" y="918059"/>
                </a:lnTo>
                <a:lnTo>
                  <a:pt x="96711" y="932867"/>
                </a:lnTo>
                <a:lnTo>
                  <a:pt x="96325" y="947674"/>
                </a:lnTo>
                <a:lnTo>
                  <a:pt x="95936" y="962482"/>
                </a:lnTo>
                <a:lnTo>
                  <a:pt x="95573" y="977289"/>
                </a:lnTo>
                <a:lnTo>
                  <a:pt x="95261" y="992096"/>
                </a:lnTo>
                <a:lnTo>
                  <a:pt x="95021" y="1006904"/>
                </a:lnTo>
                <a:lnTo>
                  <a:pt x="94866" y="1021711"/>
                </a:lnTo>
                <a:lnTo>
                  <a:pt x="94800" y="1036519"/>
                </a:lnTo>
                <a:lnTo>
                  <a:pt x="94819" y="1051326"/>
                </a:lnTo>
                <a:lnTo>
                  <a:pt x="94914" y="1066133"/>
                </a:lnTo>
                <a:lnTo>
                  <a:pt x="95068" y="1080941"/>
                </a:lnTo>
                <a:lnTo>
                  <a:pt x="95265" y="1095748"/>
                </a:lnTo>
                <a:lnTo>
                  <a:pt x="95487" y="1110556"/>
                </a:lnTo>
                <a:lnTo>
                  <a:pt x="95718" y="1125363"/>
                </a:lnTo>
                <a:lnTo>
                  <a:pt x="95945" y="1140170"/>
                </a:lnTo>
                <a:lnTo>
                  <a:pt x="96160" y="1154978"/>
                </a:lnTo>
                <a:lnTo>
                  <a:pt x="96358" y="1169785"/>
                </a:lnTo>
                <a:lnTo>
                  <a:pt x="96537" y="1184593"/>
                </a:lnTo>
                <a:lnTo>
                  <a:pt x="96699" y="1199400"/>
                </a:lnTo>
                <a:lnTo>
                  <a:pt x="96844" y="1214207"/>
                </a:lnTo>
                <a:lnTo>
                  <a:pt x="96976" y="1229015"/>
                </a:lnTo>
                <a:lnTo>
                  <a:pt x="97097" y="1243822"/>
                </a:lnTo>
                <a:lnTo>
                  <a:pt x="97209" y="1258630"/>
                </a:lnTo>
                <a:lnTo>
                  <a:pt x="97316" y="1273437"/>
                </a:lnTo>
                <a:lnTo>
                  <a:pt x="97419" y="1288245"/>
                </a:lnTo>
                <a:lnTo>
                  <a:pt x="97524" y="1303052"/>
                </a:lnTo>
                <a:lnTo>
                  <a:pt x="97633" y="1317859"/>
                </a:lnTo>
                <a:lnTo>
                  <a:pt x="97753" y="1332667"/>
                </a:lnTo>
                <a:lnTo>
                  <a:pt x="97890" y="1347474"/>
                </a:lnTo>
                <a:lnTo>
                  <a:pt x="98050" y="1362282"/>
                </a:lnTo>
                <a:lnTo>
                  <a:pt x="98237" y="1377089"/>
                </a:lnTo>
                <a:lnTo>
                  <a:pt x="98455" y="1391896"/>
                </a:lnTo>
                <a:lnTo>
                  <a:pt x="98706" y="1406704"/>
                </a:lnTo>
                <a:lnTo>
                  <a:pt x="98990" y="1421511"/>
                </a:lnTo>
                <a:lnTo>
                  <a:pt x="99310" y="1436319"/>
                </a:lnTo>
                <a:lnTo>
                  <a:pt x="99671" y="1451126"/>
                </a:lnTo>
                <a:lnTo>
                  <a:pt x="100083" y="1465933"/>
                </a:lnTo>
                <a:lnTo>
                  <a:pt x="100567" y="1480741"/>
                </a:lnTo>
                <a:lnTo>
                  <a:pt x="101159" y="1495548"/>
                </a:lnTo>
                <a:lnTo>
                  <a:pt x="101909" y="1510356"/>
                </a:lnTo>
                <a:lnTo>
                  <a:pt x="102887" y="1525163"/>
                </a:lnTo>
                <a:lnTo>
                  <a:pt x="104180" y="1539970"/>
                </a:lnTo>
                <a:lnTo>
                  <a:pt x="105890" y="1554778"/>
                </a:lnTo>
                <a:lnTo>
                  <a:pt x="108128" y="1569585"/>
                </a:lnTo>
                <a:lnTo>
                  <a:pt x="111001" y="1584393"/>
                </a:lnTo>
                <a:lnTo>
                  <a:pt x="114604" y="1599200"/>
                </a:lnTo>
                <a:lnTo>
                  <a:pt x="118998" y="1614007"/>
                </a:lnTo>
                <a:lnTo>
                  <a:pt x="124196" y="1628815"/>
                </a:lnTo>
                <a:lnTo>
                  <a:pt x="130151" y="1643622"/>
                </a:lnTo>
                <a:lnTo>
                  <a:pt x="136739" y="1658430"/>
                </a:lnTo>
                <a:lnTo>
                  <a:pt x="143757" y="1673237"/>
                </a:lnTo>
                <a:lnTo>
                  <a:pt x="150928" y="1688045"/>
                </a:lnTo>
                <a:lnTo>
                  <a:pt x="157914" y="1702852"/>
                </a:lnTo>
                <a:lnTo>
                  <a:pt x="164342" y="1717659"/>
                </a:lnTo>
                <a:lnTo>
                  <a:pt x="169832" y="1732467"/>
                </a:lnTo>
                <a:lnTo>
                  <a:pt x="174039" y="1747274"/>
                </a:lnTo>
                <a:lnTo>
                  <a:pt x="17668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10172">
            <a:extLst>
              <a:ext uri="{FF2B5EF4-FFF2-40B4-BE49-F238E27FC236}">
                <a16:creationId xmlns:a16="http://schemas.microsoft.com/office/drawing/2014/main" id="{B3BB0439-4B31-45B7-9050-EC2C28E09E00}"/>
              </a:ext>
            </a:extLst>
          </p:cNvPr>
          <p:cNvSpPr>
            <a:spLocks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51353" y="1776889"/>
                </a:moveTo>
                <a:lnTo>
                  <a:pt x="26235" y="1776889"/>
                </a:lnTo>
                <a:lnTo>
                  <a:pt x="26858" y="1762082"/>
                </a:lnTo>
                <a:lnTo>
                  <a:pt x="28685" y="1747274"/>
                </a:lnTo>
                <a:lnTo>
                  <a:pt x="31592" y="1732467"/>
                </a:lnTo>
                <a:lnTo>
                  <a:pt x="35386" y="1717659"/>
                </a:lnTo>
                <a:lnTo>
                  <a:pt x="39831" y="1702852"/>
                </a:lnTo>
                <a:lnTo>
                  <a:pt x="44665" y="1688045"/>
                </a:lnTo>
                <a:lnTo>
                  <a:pt x="49634" y="1673237"/>
                </a:lnTo>
                <a:lnTo>
                  <a:pt x="54506" y="1658430"/>
                </a:lnTo>
                <a:lnTo>
                  <a:pt x="59091" y="1643622"/>
                </a:lnTo>
                <a:lnTo>
                  <a:pt x="63250" y="1628815"/>
                </a:lnTo>
                <a:lnTo>
                  <a:pt x="66901" y="1614007"/>
                </a:lnTo>
                <a:lnTo>
                  <a:pt x="70009" y="1599200"/>
                </a:lnTo>
                <a:lnTo>
                  <a:pt x="72585" y="1584393"/>
                </a:lnTo>
                <a:lnTo>
                  <a:pt x="74669" y="1569585"/>
                </a:lnTo>
                <a:lnTo>
                  <a:pt x="76325" y="1554778"/>
                </a:lnTo>
                <a:lnTo>
                  <a:pt x="77625" y="1539970"/>
                </a:lnTo>
                <a:lnTo>
                  <a:pt x="78640" y="1525163"/>
                </a:lnTo>
                <a:lnTo>
                  <a:pt x="79438" y="1510356"/>
                </a:lnTo>
                <a:lnTo>
                  <a:pt x="80075" y="1495548"/>
                </a:lnTo>
                <a:lnTo>
                  <a:pt x="80596" y="1480741"/>
                </a:lnTo>
                <a:lnTo>
                  <a:pt x="81030" y="1465933"/>
                </a:lnTo>
                <a:lnTo>
                  <a:pt x="81399" y="1451126"/>
                </a:lnTo>
                <a:lnTo>
                  <a:pt x="81714" y="1436319"/>
                </a:lnTo>
                <a:lnTo>
                  <a:pt x="81978" y="1421511"/>
                </a:lnTo>
                <a:lnTo>
                  <a:pt x="82192" y="1406704"/>
                </a:lnTo>
                <a:lnTo>
                  <a:pt x="82354" y="1391896"/>
                </a:lnTo>
                <a:lnTo>
                  <a:pt x="82461" y="1377089"/>
                </a:lnTo>
                <a:lnTo>
                  <a:pt x="82515" y="1362282"/>
                </a:lnTo>
                <a:lnTo>
                  <a:pt x="82516" y="1347474"/>
                </a:lnTo>
                <a:lnTo>
                  <a:pt x="82468" y="1332667"/>
                </a:lnTo>
                <a:lnTo>
                  <a:pt x="82379" y="1317859"/>
                </a:lnTo>
                <a:lnTo>
                  <a:pt x="82257" y="1303052"/>
                </a:lnTo>
                <a:lnTo>
                  <a:pt x="82112" y="1288245"/>
                </a:lnTo>
                <a:lnTo>
                  <a:pt x="81957" y="1273437"/>
                </a:lnTo>
                <a:lnTo>
                  <a:pt x="81803" y="1258630"/>
                </a:lnTo>
                <a:lnTo>
                  <a:pt x="81663" y="1243822"/>
                </a:lnTo>
                <a:lnTo>
                  <a:pt x="81548" y="1229015"/>
                </a:lnTo>
                <a:lnTo>
                  <a:pt x="81470" y="1214207"/>
                </a:lnTo>
                <a:lnTo>
                  <a:pt x="81439" y="1199400"/>
                </a:lnTo>
                <a:lnTo>
                  <a:pt x="81460" y="1184593"/>
                </a:lnTo>
                <a:lnTo>
                  <a:pt x="81537" y="1169785"/>
                </a:lnTo>
                <a:lnTo>
                  <a:pt x="81671" y="1154978"/>
                </a:lnTo>
                <a:lnTo>
                  <a:pt x="81857" y="1140170"/>
                </a:lnTo>
                <a:lnTo>
                  <a:pt x="82085" y="1125363"/>
                </a:lnTo>
                <a:lnTo>
                  <a:pt x="82342" y="1110556"/>
                </a:lnTo>
                <a:lnTo>
                  <a:pt x="82609" y="1095748"/>
                </a:lnTo>
                <a:lnTo>
                  <a:pt x="82866" y="1080941"/>
                </a:lnTo>
                <a:lnTo>
                  <a:pt x="83091" y="1066133"/>
                </a:lnTo>
                <a:lnTo>
                  <a:pt x="83265" y="1051326"/>
                </a:lnTo>
                <a:lnTo>
                  <a:pt x="83371" y="1036519"/>
                </a:lnTo>
                <a:lnTo>
                  <a:pt x="83396" y="1021711"/>
                </a:lnTo>
                <a:lnTo>
                  <a:pt x="83337" y="1006904"/>
                </a:lnTo>
                <a:lnTo>
                  <a:pt x="83198" y="992096"/>
                </a:lnTo>
                <a:lnTo>
                  <a:pt x="82992" y="977289"/>
                </a:lnTo>
                <a:lnTo>
                  <a:pt x="82737" y="962482"/>
                </a:lnTo>
                <a:lnTo>
                  <a:pt x="82457" y="947674"/>
                </a:lnTo>
                <a:lnTo>
                  <a:pt x="82181" y="932867"/>
                </a:lnTo>
                <a:lnTo>
                  <a:pt x="81936" y="918059"/>
                </a:lnTo>
                <a:lnTo>
                  <a:pt x="81744" y="903252"/>
                </a:lnTo>
                <a:lnTo>
                  <a:pt x="81624" y="888444"/>
                </a:lnTo>
                <a:lnTo>
                  <a:pt x="81586" y="873637"/>
                </a:lnTo>
                <a:lnTo>
                  <a:pt x="81632" y="858830"/>
                </a:lnTo>
                <a:lnTo>
                  <a:pt x="81755" y="844022"/>
                </a:lnTo>
                <a:lnTo>
                  <a:pt x="81942" y="829215"/>
                </a:lnTo>
                <a:lnTo>
                  <a:pt x="82174" y="814407"/>
                </a:lnTo>
                <a:lnTo>
                  <a:pt x="82432" y="799600"/>
                </a:lnTo>
                <a:lnTo>
                  <a:pt x="82693" y="784793"/>
                </a:lnTo>
                <a:lnTo>
                  <a:pt x="82938" y="769985"/>
                </a:lnTo>
                <a:lnTo>
                  <a:pt x="83152" y="755178"/>
                </a:lnTo>
                <a:lnTo>
                  <a:pt x="83324" y="740370"/>
                </a:lnTo>
                <a:lnTo>
                  <a:pt x="83446" y="725563"/>
                </a:lnTo>
                <a:lnTo>
                  <a:pt x="83518" y="710756"/>
                </a:lnTo>
                <a:lnTo>
                  <a:pt x="83542" y="695948"/>
                </a:lnTo>
                <a:lnTo>
                  <a:pt x="83524" y="681141"/>
                </a:lnTo>
                <a:lnTo>
                  <a:pt x="83473" y="666333"/>
                </a:lnTo>
                <a:lnTo>
                  <a:pt x="83400" y="651526"/>
                </a:lnTo>
                <a:lnTo>
                  <a:pt x="83314" y="636719"/>
                </a:lnTo>
                <a:lnTo>
                  <a:pt x="83226" y="621911"/>
                </a:lnTo>
                <a:lnTo>
                  <a:pt x="83144" y="607104"/>
                </a:lnTo>
                <a:lnTo>
                  <a:pt x="83075" y="592296"/>
                </a:lnTo>
                <a:lnTo>
                  <a:pt x="83023" y="577489"/>
                </a:lnTo>
                <a:lnTo>
                  <a:pt x="82992" y="562682"/>
                </a:lnTo>
                <a:lnTo>
                  <a:pt x="82984" y="547874"/>
                </a:lnTo>
                <a:lnTo>
                  <a:pt x="83001" y="533067"/>
                </a:lnTo>
                <a:lnTo>
                  <a:pt x="83043" y="518259"/>
                </a:lnTo>
                <a:lnTo>
                  <a:pt x="83110" y="503452"/>
                </a:lnTo>
                <a:lnTo>
                  <a:pt x="83204" y="488644"/>
                </a:lnTo>
                <a:lnTo>
                  <a:pt x="83324" y="473837"/>
                </a:lnTo>
                <a:lnTo>
                  <a:pt x="83469" y="459030"/>
                </a:lnTo>
                <a:lnTo>
                  <a:pt x="83633" y="444222"/>
                </a:lnTo>
                <a:lnTo>
                  <a:pt x="83812" y="429415"/>
                </a:lnTo>
                <a:lnTo>
                  <a:pt x="83995" y="414607"/>
                </a:lnTo>
                <a:lnTo>
                  <a:pt x="84170" y="399800"/>
                </a:lnTo>
                <a:lnTo>
                  <a:pt x="84321" y="384993"/>
                </a:lnTo>
                <a:lnTo>
                  <a:pt x="84431" y="370185"/>
                </a:lnTo>
                <a:lnTo>
                  <a:pt x="84481" y="355378"/>
                </a:lnTo>
                <a:lnTo>
                  <a:pt x="84451" y="340570"/>
                </a:lnTo>
                <a:lnTo>
                  <a:pt x="84319" y="325763"/>
                </a:lnTo>
                <a:lnTo>
                  <a:pt x="84060" y="310956"/>
                </a:lnTo>
                <a:lnTo>
                  <a:pt x="83644" y="296148"/>
                </a:lnTo>
                <a:lnTo>
                  <a:pt x="83032" y="281341"/>
                </a:lnTo>
                <a:lnTo>
                  <a:pt x="82176" y="266533"/>
                </a:lnTo>
                <a:lnTo>
                  <a:pt x="81012" y="251726"/>
                </a:lnTo>
                <a:lnTo>
                  <a:pt x="79465" y="236919"/>
                </a:lnTo>
                <a:lnTo>
                  <a:pt x="77442" y="222111"/>
                </a:lnTo>
                <a:lnTo>
                  <a:pt x="74846" y="207304"/>
                </a:lnTo>
                <a:lnTo>
                  <a:pt x="71577" y="192496"/>
                </a:lnTo>
                <a:lnTo>
                  <a:pt x="67551" y="177689"/>
                </a:lnTo>
                <a:lnTo>
                  <a:pt x="62710" y="162881"/>
                </a:lnTo>
                <a:lnTo>
                  <a:pt x="57045" y="148074"/>
                </a:lnTo>
                <a:lnTo>
                  <a:pt x="50608" y="133267"/>
                </a:lnTo>
                <a:lnTo>
                  <a:pt x="43529" y="118459"/>
                </a:lnTo>
                <a:lnTo>
                  <a:pt x="36017" y="103652"/>
                </a:lnTo>
                <a:lnTo>
                  <a:pt x="28364" y="88844"/>
                </a:lnTo>
                <a:lnTo>
                  <a:pt x="20921" y="74037"/>
                </a:lnTo>
                <a:lnTo>
                  <a:pt x="14081" y="59230"/>
                </a:lnTo>
                <a:lnTo>
                  <a:pt x="8242" y="44422"/>
                </a:lnTo>
                <a:lnTo>
                  <a:pt x="3770" y="29615"/>
                </a:lnTo>
                <a:lnTo>
                  <a:pt x="959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8" y="14807"/>
                </a:lnTo>
                <a:lnTo>
                  <a:pt x="173817" y="29615"/>
                </a:lnTo>
                <a:lnTo>
                  <a:pt x="169345" y="44422"/>
                </a:lnTo>
                <a:lnTo>
                  <a:pt x="163506" y="59230"/>
                </a:lnTo>
                <a:lnTo>
                  <a:pt x="156667" y="74037"/>
                </a:lnTo>
                <a:lnTo>
                  <a:pt x="149224" y="88844"/>
                </a:lnTo>
                <a:lnTo>
                  <a:pt x="141570" y="103652"/>
                </a:lnTo>
                <a:lnTo>
                  <a:pt x="134059" y="118459"/>
                </a:lnTo>
                <a:lnTo>
                  <a:pt x="126979" y="133267"/>
                </a:lnTo>
                <a:lnTo>
                  <a:pt x="120542" y="148074"/>
                </a:lnTo>
                <a:lnTo>
                  <a:pt x="114877" y="162881"/>
                </a:lnTo>
                <a:lnTo>
                  <a:pt x="110036" y="177689"/>
                </a:lnTo>
                <a:lnTo>
                  <a:pt x="106010" y="192496"/>
                </a:lnTo>
                <a:lnTo>
                  <a:pt x="102741" y="207304"/>
                </a:lnTo>
                <a:lnTo>
                  <a:pt x="100145" y="222111"/>
                </a:lnTo>
                <a:lnTo>
                  <a:pt x="98122" y="236919"/>
                </a:lnTo>
                <a:lnTo>
                  <a:pt x="96575" y="251726"/>
                </a:lnTo>
                <a:lnTo>
                  <a:pt x="95412" y="266533"/>
                </a:lnTo>
                <a:lnTo>
                  <a:pt x="94555" y="281341"/>
                </a:lnTo>
                <a:lnTo>
                  <a:pt x="93944" y="296148"/>
                </a:lnTo>
                <a:lnTo>
                  <a:pt x="93527" y="310956"/>
                </a:lnTo>
                <a:lnTo>
                  <a:pt x="93268" y="325763"/>
                </a:lnTo>
                <a:lnTo>
                  <a:pt x="93136" y="340570"/>
                </a:lnTo>
                <a:lnTo>
                  <a:pt x="93106" y="355378"/>
                </a:lnTo>
                <a:lnTo>
                  <a:pt x="93156" y="370185"/>
                </a:lnTo>
                <a:lnTo>
                  <a:pt x="93266" y="384993"/>
                </a:lnTo>
                <a:lnTo>
                  <a:pt x="93417" y="399800"/>
                </a:lnTo>
                <a:lnTo>
                  <a:pt x="93592" y="414607"/>
                </a:lnTo>
                <a:lnTo>
                  <a:pt x="93775" y="429415"/>
                </a:lnTo>
                <a:lnTo>
                  <a:pt x="93954" y="444222"/>
                </a:lnTo>
                <a:lnTo>
                  <a:pt x="94119" y="459030"/>
                </a:lnTo>
                <a:lnTo>
                  <a:pt x="94263" y="473837"/>
                </a:lnTo>
                <a:lnTo>
                  <a:pt x="94383" y="488644"/>
                </a:lnTo>
                <a:lnTo>
                  <a:pt x="94477" y="503452"/>
                </a:lnTo>
                <a:lnTo>
                  <a:pt x="94545" y="518259"/>
                </a:lnTo>
                <a:lnTo>
                  <a:pt x="94586" y="533067"/>
                </a:lnTo>
                <a:lnTo>
                  <a:pt x="94603" y="547874"/>
                </a:lnTo>
                <a:lnTo>
                  <a:pt x="94595" y="562682"/>
                </a:lnTo>
                <a:lnTo>
                  <a:pt x="94564" y="577489"/>
                </a:lnTo>
                <a:lnTo>
                  <a:pt x="94513" y="592296"/>
                </a:lnTo>
                <a:lnTo>
                  <a:pt x="94443" y="607104"/>
                </a:lnTo>
                <a:lnTo>
                  <a:pt x="94361" y="621911"/>
                </a:lnTo>
                <a:lnTo>
                  <a:pt x="94273" y="636719"/>
                </a:lnTo>
                <a:lnTo>
                  <a:pt x="94187" y="651526"/>
                </a:lnTo>
                <a:lnTo>
                  <a:pt x="94114" y="666333"/>
                </a:lnTo>
                <a:lnTo>
                  <a:pt x="94063" y="681141"/>
                </a:lnTo>
                <a:lnTo>
                  <a:pt x="94045" y="695948"/>
                </a:lnTo>
                <a:lnTo>
                  <a:pt x="94069" y="710756"/>
                </a:lnTo>
                <a:lnTo>
                  <a:pt x="94141" y="725563"/>
                </a:lnTo>
                <a:lnTo>
                  <a:pt x="94263" y="740370"/>
                </a:lnTo>
                <a:lnTo>
                  <a:pt x="94435" y="755178"/>
                </a:lnTo>
                <a:lnTo>
                  <a:pt x="94649" y="769985"/>
                </a:lnTo>
                <a:lnTo>
                  <a:pt x="94895" y="784793"/>
                </a:lnTo>
                <a:lnTo>
                  <a:pt x="95156" y="799600"/>
                </a:lnTo>
                <a:lnTo>
                  <a:pt x="95413" y="814407"/>
                </a:lnTo>
                <a:lnTo>
                  <a:pt x="95646" y="829215"/>
                </a:lnTo>
                <a:lnTo>
                  <a:pt x="95832" y="844022"/>
                </a:lnTo>
                <a:lnTo>
                  <a:pt x="95955" y="858830"/>
                </a:lnTo>
                <a:lnTo>
                  <a:pt x="96001" y="873637"/>
                </a:lnTo>
                <a:lnTo>
                  <a:pt x="95963" y="888444"/>
                </a:lnTo>
                <a:lnTo>
                  <a:pt x="95843" y="903252"/>
                </a:lnTo>
                <a:lnTo>
                  <a:pt x="95651" y="918059"/>
                </a:lnTo>
                <a:lnTo>
                  <a:pt x="95406" y="932867"/>
                </a:lnTo>
                <a:lnTo>
                  <a:pt x="95130" y="947674"/>
                </a:lnTo>
                <a:lnTo>
                  <a:pt x="94851" y="962482"/>
                </a:lnTo>
                <a:lnTo>
                  <a:pt x="94595" y="977289"/>
                </a:lnTo>
                <a:lnTo>
                  <a:pt x="94389" y="992096"/>
                </a:lnTo>
                <a:lnTo>
                  <a:pt x="94250" y="1006904"/>
                </a:lnTo>
                <a:lnTo>
                  <a:pt x="94191" y="1021711"/>
                </a:lnTo>
                <a:lnTo>
                  <a:pt x="94217" y="1036519"/>
                </a:lnTo>
                <a:lnTo>
                  <a:pt x="94322" y="1051326"/>
                </a:lnTo>
                <a:lnTo>
                  <a:pt x="94496" y="1066133"/>
                </a:lnTo>
                <a:lnTo>
                  <a:pt x="94721" y="1080941"/>
                </a:lnTo>
                <a:lnTo>
                  <a:pt x="94978" y="1095748"/>
                </a:lnTo>
                <a:lnTo>
                  <a:pt x="95245" y="1110556"/>
                </a:lnTo>
                <a:lnTo>
                  <a:pt x="95502" y="1125363"/>
                </a:lnTo>
                <a:lnTo>
                  <a:pt x="95730" y="1140170"/>
                </a:lnTo>
                <a:lnTo>
                  <a:pt x="95916" y="1154978"/>
                </a:lnTo>
                <a:lnTo>
                  <a:pt x="96050" y="1169785"/>
                </a:lnTo>
                <a:lnTo>
                  <a:pt x="96127" y="1184593"/>
                </a:lnTo>
                <a:lnTo>
                  <a:pt x="96149" y="1199400"/>
                </a:lnTo>
                <a:lnTo>
                  <a:pt x="96117" y="1214207"/>
                </a:lnTo>
                <a:lnTo>
                  <a:pt x="96039" y="1229015"/>
                </a:lnTo>
                <a:lnTo>
                  <a:pt x="95925" y="1243822"/>
                </a:lnTo>
                <a:lnTo>
                  <a:pt x="95784" y="1258630"/>
                </a:lnTo>
                <a:lnTo>
                  <a:pt x="95631" y="1273437"/>
                </a:lnTo>
                <a:lnTo>
                  <a:pt x="95475" y="1288245"/>
                </a:lnTo>
                <a:lnTo>
                  <a:pt x="95331" y="1303052"/>
                </a:lnTo>
                <a:lnTo>
                  <a:pt x="95208" y="1317859"/>
                </a:lnTo>
                <a:lnTo>
                  <a:pt x="95119" y="1332667"/>
                </a:lnTo>
                <a:lnTo>
                  <a:pt x="95072" y="1347474"/>
                </a:lnTo>
                <a:lnTo>
                  <a:pt x="95072" y="1362282"/>
                </a:lnTo>
                <a:lnTo>
                  <a:pt x="95126" y="1377089"/>
                </a:lnTo>
                <a:lnTo>
                  <a:pt x="95234" y="1391896"/>
                </a:lnTo>
                <a:lnTo>
                  <a:pt x="95395" y="1406704"/>
                </a:lnTo>
                <a:lnTo>
                  <a:pt x="95609" y="1421511"/>
                </a:lnTo>
                <a:lnTo>
                  <a:pt x="95873" y="1436319"/>
                </a:lnTo>
                <a:lnTo>
                  <a:pt x="96188" y="1451126"/>
                </a:lnTo>
                <a:lnTo>
                  <a:pt x="96557" y="1465933"/>
                </a:lnTo>
                <a:lnTo>
                  <a:pt x="96991" y="1480741"/>
                </a:lnTo>
                <a:lnTo>
                  <a:pt x="97512" y="1495548"/>
                </a:lnTo>
                <a:lnTo>
                  <a:pt x="98149" y="1510356"/>
                </a:lnTo>
                <a:lnTo>
                  <a:pt x="98947" y="1525163"/>
                </a:lnTo>
                <a:lnTo>
                  <a:pt x="99963" y="1539970"/>
                </a:lnTo>
                <a:lnTo>
                  <a:pt x="101262" y="1554778"/>
                </a:lnTo>
                <a:lnTo>
                  <a:pt x="102918" y="1569585"/>
                </a:lnTo>
                <a:lnTo>
                  <a:pt x="105002" y="1584393"/>
                </a:lnTo>
                <a:lnTo>
                  <a:pt x="107578" y="1599200"/>
                </a:lnTo>
                <a:lnTo>
                  <a:pt x="110686" y="1614007"/>
                </a:lnTo>
                <a:lnTo>
                  <a:pt x="114337" y="1628815"/>
                </a:lnTo>
                <a:lnTo>
                  <a:pt x="118497" y="1643622"/>
                </a:lnTo>
                <a:lnTo>
                  <a:pt x="123081" y="1658430"/>
                </a:lnTo>
                <a:lnTo>
                  <a:pt x="127953" y="1673237"/>
                </a:lnTo>
                <a:lnTo>
                  <a:pt x="132922" y="1688045"/>
                </a:lnTo>
                <a:lnTo>
                  <a:pt x="137757" y="1702852"/>
                </a:lnTo>
                <a:lnTo>
                  <a:pt x="142201" y="1717659"/>
                </a:lnTo>
                <a:lnTo>
                  <a:pt x="145995" y="1732467"/>
                </a:lnTo>
                <a:lnTo>
                  <a:pt x="148902" y="1747274"/>
                </a:lnTo>
                <a:lnTo>
                  <a:pt x="150729" y="1762082"/>
                </a:lnTo>
                <a:lnTo>
                  <a:pt x="151353" y="1776889"/>
                </a:lnTo>
                <a:lnTo>
                  <a:pt x="151353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10173">
            <a:extLst>
              <a:ext uri="{FF2B5EF4-FFF2-40B4-BE49-F238E27FC236}">
                <a16:creationId xmlns:a16="http://schemas.microsoft.com/office/drawing/2014/main" id="{66782D93-74C6-486C-AADA-36907B4AF079}"/>
              </a:ext>
            </a:extLst>
          </p:cNvPr>
          <p:cNvSpPr>
            <a:spLocks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8907" y="1776889"/>
                </a:moveTo>
                <a:lnTo>
                  <a:pt x="28680" y="1776889"/>
                </a:lnTo>
                <a:lnTo>
                  <a:pt x="29276" y="1762082"/>
                </a:lnTo>
                <a:lnTo>
                  <a:pt x="31021" y="1747274"/>
                </a:lnTo>
                <a:lnTo>
                  <a:pt x="33797" y="1732467"/>
                </a:lnTo>
                <a:lnTo>
                  <a:pt x="37421" y="1717659"/>
                </a:lnTo>
                <a:lnTo>
                  <a:pt x="41666" y="1702852"/>
                </a:lnTo>
                <a:lnTo>
                  <a:pt x="46282" y="1688045"/>
                </a:lnTo>
                <a:lnTo>
                  <a:pt x="51026" y="1673237"/>
                </a:lnTo>
                <a:lnTo>
                  <a:pt x="55676" y="1658430"/>
                </a:lnTo>
                <a:lnTo>
                  <a:pt x="60049" y="1643622"/>
                </a:lnTo>
                <a:lnTo>
                  <a:pt x="64016" y="1628815"/>
                </a:lnTo>
                <a:lnTo>
                  <a:pt x="67493" y="1614007"/>
                </a:lnTo>
                <a:lnTo>
                  <a:pt x="70450" y="1599200"/>
                </a:lnTo>
                <a:lnTo>
                  <a:pt x="72894" y="1584393"/>
                </a:lnTo>
                <a:lnTo>
                  <a:pt x="74865" y="1569585"/>
                </a:lnTo>
                <a:lnTo>
                  <a:pt x="76420" y="1554778"/>
                </a:lnTo>
                <a:lnTo>
                  <a:pt x="77628" y="1539970"/>
                </a:lnTo>
                <a:lnTo>
                  <a:pt x="78556" y="1525163"/>
                </a:lnTo>
                <a:lnTo>
                  <a:pt x="79267" y="1510356"/>
                </a:lnTo>
                <a:lnTo>
                  <a:pt x="79814" y="1495548"/>
                </a:lnTo>
                <a:lnTo>
                  <a:pt x="80237" y="1480741"/>
                </a:lnTo>
                <a:lnTo>
                  <a:pt x="80569" y="1465933"/>
                </a:lnTo>
                <a:lnTo>
                  <a:pt x="80828" y="1451126"/>
                </a:lnTo>
                <a:lnTo>
                  <a:pt x="81030" y="1436319"/>
                </a:lnTo>
                <a:lnTo>
                  <a:pt x="81180" y="1421511"/>
                </a:lnTo>
                <a:lnTo>
                  <a:pt x="81284" y="1406704"/>
                </a:lnTo>
                <a:lnTo>
                  <a:pt x="81346" y="1391896"/>
                </a:lnTo>
                <a:lnTo>
                  <a:pt x="81369" y="1377089"/>
                </a:lnTo>
                <a:lnTo>
                  <a:pt x="81357" y="1362282"/>
                </a:lnTo>
                <a:lnTo>
                  <a:pt x="81317" y="1347474"/>
                </a:lnTo>
                <a:lnTo>
                  <a:pt x="81256" y="1332667"/>
                </a:lnTo>
                <a:lnTo>
                  <a:pt x="81180" y="1317859"/>
                </a:lnTo>
                <a:lnTo>
                  <a:pt x="81099" y="1303052"/>
                </a:lnTo>
                <a:lnTo>
                  <a:pt x="81019" y="1288245"/>
                </a:lnTo>
                <a:lnTo>
                  <a:pt x="80948" y="1273437"/>
                </a:lnTo>
                <a:lnTo>
                  <a:pt x="80893" y="1258630"/>
                </a:lnTo>
                <a:lnTo>
                  <a:pt x="80861" y="1243822"/>
                </a:lnTo>
                <a:lnTo>
                  <a:pt x="80858" y="1229015"/>
                </a:lnTo>
                <a:lnTo>
                  <a:pt x="80890" y="1214207"/>
                </a:lnTo>
                <a:lnTo>
                  <a:pt x="80962" y="1199400"/>
                </a:lnTo>
                <a:lnTo>
                  <a:pt x="81076" y="1184593"/>
                </a:lnTo>
                <a:lnTo>
                  <a:pt x="81237" y="1169785"/>
                </a:lnTo>
                <a:lnTo>
                  <a:pt x="81441" y="1154978"/>
                </a:lnTo>
                <a:lnTo>
                  <a:pt x="81685" y="1140170"/>
                </a:lnTo>
                <a:lnTo>
                  <a:pt x="81959" y="1125363"/>
                </a:lnTo>
                <a:lnTo>
                  <a:pt x="82252" y="1110556"/>
                </a:lnTo>
                <a:lnTo>
                  <a:pt x="82546" y="1095748"/>
                </a:lnTo>
                <a:lnTo>
                  <a:pt x="82824" y="1080941"/>
                </a:lnTo>
                <a:lnTo>
                  <a:pt x="83064" y="1066133"/>
                </a:lnTo>
                <a:lnTo>
                  <a:pt x="83248" y="1051326"/>
                </a:lnTo>
                <a:lnTo>
                  <a:pt x="83360" y="1036519"/>
                </a:lnTo>
                <a:lnTo>
                  <a:pt x="83390" y="1021711"/>
                </a:lnTo>
                <a:lnTo>
                  <a:pt x="83334" y="1006904"/>
                </a:lnTo>
                <a:lnTo>
                  <a:pt x="83197" y="992096"/>
                </a:lnTo>
                <a:lnTo>
                  <a:pt x="82992" y="977289"/>
                </a:lnTo>
                <a:lnTo>
                  <a:pt x="82738" y="962482"/>
                </a:lnTo>
                <a:lnTo>
                  <a:pt x="82460" y="947674"/>
                </a:lnTo>
                <a:lnTo>
                  <a:pt x="82186" y="932867"/>
                </a:lnTo>
                <a:lnTo>
                  <a:pt x="81942" y="918059"/>
                </a:lnTo>
                <a:lnTo>
                  <a:pt x="81754" y="903252"/>
                </a:lnTo>
                <a:lnTo>
                  <a:pt x="81639" y="888444"/>
                </a:lnTo>
                <a:lnTo>
                  <a:pt x="81608" y="873637"/>
                </a:lnTo>
                <a:lnTo>
                  <a:pt x="81663" y="858830"/>
                </a:lnTo>
                <a:lnTo>
                  <a:pt x="81801" y="844022"/>
                </a:lnTo>
                <a:lnTo>
                  <a:pt x="82008" y="829215"/>
                </a:lnTo>
                <a:lnTo>
                  <a:pt x="82268" y="814407"/>
                </a:lnTo>
                <a:lnTo>
                  <a:pt x="82561" y="799600"/>
                </a:lnTo>
                <a:lnTo>
                  <a:pt x="82869" y="784793"/>
                </a:lnTo>
                <a:lnTo>
                  <a:pt x="83172" y="769985"/>
                </a:lnTo>
                <a:lnTo>
                  <a:pt x="83457" y="755178"/>
                </a:lnTo>
                <a:lnTo>
                  <a:pt x="83711" y="740370"/>
                </a:lnTo>
                <a:lnTo>
                  <a:pt x="83927" y="725563"/>
                </a:lnTo>
                <a:lnTo>
                  <a:pt x="84102" y="710756"/>
                </a:lnTo>
                <a:lnTo>
                  <a:pt x="84235" y="695948"/>
                </a:lnTo>
                <a:lnTo>
                  <a:pt x="84328" y="681141"/>
                </a:lnTo>
                <a:lnTo>
                  <a:pt x="84385" y="666333"/>
                </a:lnTo>
                <a:lnTo>
                  <a:pt x="84410" y="651526"/>
                </a:lnTo>
                <a:lnTo>
                  <a:pt x="84408" y="636719"/>
                </a:lnTo>
                <a:lnTo>
                  <a:pt x="84383" y="621911"/>
                </a:lnTo>
                <a:lnTo>
                  <a:pt x="84338" y="607104"/>
                </a:lnTo>
                <a:lnTo>
                  <a:pt x="84278" y="592296"/>
                </a:lnTo>
                <a:lnTo>
                  <a:pt x="84205" y="577489"/>
                </a:lnTo>
                <a:lnTo>
                  <a:pt x="84124" y="562682"/>
                </a:lnTo>
                <a:lnTo>
                  <a:pt x="84037" y="547874"/>
                </a:lnTo>
                <a:lnTo>
                  <a:pt x="83949" y="533067"/>
                </a:lnTo>
                <a:lnTo>
                  <a:pt x="83864" y="518259"/>
                </a:lnTo>
                <a:lnTo>
                  <a:pt x="83787" y="503452"/>
                </a:lnTo>
                <a:lnTo>
                  <a:pt x="83723" y="488644"/>
                </a:lnTo>
                <a:lnTo>
                  <a:pt x="83676" y="473837"/>
                </a:lnTo>
                <a:lnTo>
                  <a:pt x="83646" y="459030"/>
                </a:lnTo>
                <a:lnTo>
                  <a:pt x="83635" y="444222"/>
                </a:lnTo>
                <a:lnTo>
                  <a:pt x="83637" y="429415"/>
                </a:lnTo>
                <a:lnTo>
                  <a:pt x="83647" y="414607"/>
                </a:lnTo>
                <a:lnTo>
                  <a:pt x="83654" y="399800"/>
                </a:lnTo>
                <a:lnTo>
                  <a:pt x="83647" y="384993"/>
                </a:lnTo>
                <a:lnTo>
                  <a:pt x="83613" y="370185"/>
                </a:lnTo>
                <a:lnTo>
                  <a:pt x="83536" y="355378"/>
                </a:lnTo>
                <a:lnTo>
                  <a:pt x="83402" y="340570"/>
                </a:lnTo>
                <a:lnTo>
                  <a:pt x="83190" y="325763"/>
                </a:lnTo>
                <a:lnTo>
                  <a:pt x="82880" y="310956"/>
                </a:lnTo>
                <a:lnTo>
                  <a:pt x="82443" y="296148"/>
                </a:lnTo>
                <a:lnTo>
                  <a:pt x="81841" y="281341"/>
                </a:lnTo>
                <a:lnTo>
                  <a:pt x="81023" y="266533"/>
                </a:lnTo>
                <a:lnTo>
                  <a:pt x="79922" y="251726"/>
                </a:lnTo>
                <a:lnTo>
                  <a:pt x="78458" y="236919"/>
                </a:lnTo>
                <a:lnTo>
                  <a:pt x="76535" y="222111"/>
                </a:lnTo>
                <a:lnTo>
                  <a:pt x="74047" y="207304"/>
                </a:lnTo>
                <a:lnTo>
                  <a:pt x="70891" y="192496"/>
                </a:lnTo>
                <a:lnTo>
                  <a:pt x="66975" y="177689"/>
                </a:lnTo>
                <a:lnTo>
                  <a:pt x="62238" y="162881"/>
                </a:lnTo>
                <a:lnTo>
                  <a:pt x="56668" y="148074"/>
                </a:lnTo>
                <a:lnTo>
                  <a:pt x="50316" y="133267"/>
                </a:lnTo>
                <a:lnTo>
                  <a:pt x="43309" y="118459"/>
                </a:lnTo>
                <a:lnTo>
                  <a:pt x="35857" y="103652"/>
                </a:lnTo>
                <a:lnTo>
                  <a:pt x="28252" y="88844"/>
                </a:lnTo>
                <a:lnTo>
                  <a:pt x="20847" y="74037"/>
                </a:lnTo>
                <a:lnTo>
                  <a:pt x="14036" y="59230"/>
                </a:lnTo>
                <a:lnTo>
                  <a:pt x="8218" y="44422"/>
                </a:lnTo>
                <a:lnTo>
                  <a:pt x="3760" y="29615"/>
                </a:lnTo>
                <a:lnTo>
                  <a:pt x="95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1" y="14807"/>
                </a:lnTo>
                <a:lnTo>
                  <a:pt x="173827" y="29615"/>
                </a:lnTo>
                <a:lnTo>
                  <a:pt x="169369" y="44422"/>
                </a:lnTo>
                <a:lnTo>
                  <a:pt x="163552" y="59230"/>
                </a:lnTo>
                <a:lnTo>
                  <a:pt x="156740" y="74037"/>
                </a:lnTo>
                <a:lnTo>
                  <a:pt x="149335" y="88844"/>
                </a:lnTo>
                <a:lnTo>
                  <a:pt x="141730" y="103652"/>
                </a:lnTo>
                <a:lnTo>
                  <a:pt x="134279" y="118459"/>
                </a:lnTo>
                <a:lnTo>
                  <a:pt x="127271" y="133267"/>
                </a:lnTo>
                <a:lnTo>
                  <a:pt x="120919" y="148074"/>
                </a:lnTo>
                <a:lnTo>
                  <a:pt x="115349" y="162881"/>
                </a:lnTo>
                <a:lnTo>
                  <a:pt x="110613" y="177689"/>
                </a:lnTo>
                <a:lnTo>
                  <a:pt x="106697" y="192496"/>
                </a:lnTo>
                <a:lnTo>
                  <a:pt x="103540" y="207304"/>
                </a:lnTo>
                <a:lnTo>
                  <a:pt x="101052" y="222111"/>
                </a:lnTo>
                <a:lnTo>
                  <a:pt x="99129" y="236919"/>
                </a:lnTo>
                <a:lnTo>
                  <a:pt x="97665" y="251726"/>
                </a:lnTo>
                <a:lnTo>
                  <a:pt x="96565" y="266533"/>
                </a:lnTo>
                <a:lnTo>
                  <a:pt x="95746" y="281341"/>
                </a:lnTo>
                <a:lnTo>
                  <a:pt x="95144" y="296148"/>
                </a:lnTo>
                <a:lnTo>
                  <a:pt x="94707" y="310956"/>
                </a:lnTo>
                <a:lnTo>
                  <a:pt x="94397" y="325763"/>
                </a:lnTo>
                <a:lnTo>
                  <a:pt x="94186" y="340570"/>
                </a:lnTo>
                <a:lnTo>
                  <a:pt x="94051" y="355378"/>
                </a:lnTo>
                <a:lnTo>
                  <a:pt x="93974" y="370185"/>
                </a:lnTo>
                <a:lnTo>
                  <a:pt x="93940" y="384993"/>
                </a:lnTo>
                <a:lnTo>
                  <a:pt x="93933" y="399800"/>
                </a:lnTo>
                <a:lnTo>
                  <a:pt x="93940" y="414607"/>
                </a:lnTo>
                <a:lnTo>
                  <a:pt x="93950" y="429415"/>
                </a:lnTo>
                <a:lnTo>
                  <a:pt x="93952" y="444222"/>
                </a:lnTo>
                <a:lnTo>
                  <a:pt x="93941" y="459030"/>
                </a:lnTo>
                <a:lnTo>
                  <a:pt x="93912" y="473837"/>
                </a:lnTo>
                <a:lnTo>
                  <a:pt x="93864" y="488644"/>
                </a:lnTo>
                <a:lnTo>
                  <a:pt x="93800" y="503452"/>
                </a:lnTo>
                <a:lnTo>
                  <a:pt x="93724" y="518259"/>
                </a:lnTo>
                <a:lnTo>
                  <a:pt x="93639" y="533067"/>
                </a:lnTo>
                <a:lnTo>
                  <a:pt x="93550" y="547874"/>
                </a:lnTo>
                <a:lnTo>
                  <a:pt x="93463" y="562682"/>
                </a:lnTo>
                <a:lnTo>
                  <a:pt x="93382" y="577489"/>
                </a:lnTo>
                <a:lnTo>
                  <a:pt x="93309" y="592296"/>
                </a:lnTo>
                <a:lnTo>
                  <a:pt x="93249" y="607104"/>
                </a:lnTo>
                <a:lnTo>
                  <a:pt x="93205" y="621911"/>
                </a:lnTo>
                <a:lnTo>
                  <a:pt x="93179" y="636719"/>
                </a:lnTo>
                <a:lnTo>
                  <a:pt x="93177" y="651526"/>
                </a:lnTo>
                <a:lnTo>
                  <a:pt x="93202" y="666333"/>
                </a:lnTo>
                <a:lnTo>
                  <a:pt x="93259" y="681141"/>
                </a:lnTo>
                <a:lnTo>
                  <a:pt x="93352" y="695948"/>
                </a:lnTo>
                <a:lnTo>
                  <a:pt x="93486" y="710756"/>
                </a:lnTo>
                <a:lnTo>
                  <a:pt x="93660" y="725563"/>
                </a:lnTo>
                <a:lnTo>
                  <a:pt x="93877" y="740370"/>
                </a:lnTo>
                <a:lnTo>
                  <a:pt x="94131" y="755178"/>
                </a:lnTo>
                <a:lnTo>
                  <a:pt x="94415" y="769985"/>
                </a:lnTo>
                <a:lnTo>
                  <a:pt x="94718" y="784793"/>
                </a:lnTo>
                <a:lnTo>
                  <a:pt x="95026" y="799600"/>
                </a:lnTo>
                <a:lnTo>
                  <a:pt x="95319" y="814407"/>
                </a:lnTo>
                <a:lnTo>
                  <a:pt x="95579" y="829215"/>
                </a:lnTo>
                <a:lnTo>
                  <a:pt x="95786" y="844022"/>
                </a:lnTo>
                <a:lnTo>
                  <a:pt x="95924" y="858830"/>
                </a:lnTo>
                <a:lnTo>
                  <a:pt x="95980" y="873637"/>
                </a:lnTo>
                <a:lnTo>
                  <a:pt x="95949" y="888444"/>
                </a:lnTo>
                <a:lnTo>
                  <a:pt x="95833" y="903252"/>
                </a:lnTo>
                <a:lnTo>
                  <a:pt x="95645" y="918059"/>
                </a:lnTo>
                <a:lnTo>
                  <a:pt x="95401" y="932867"/>
                </a:lnTo>
                <a:lnTo>
                  <a:pt x="95127" y="947674"/>
                </a:lnTo>
                <a:lnTo>
                  <a:pt x="94849" y="962482"/>
                </a:lnTo>
                <a:lnTo>
                  <a:pt x="94595" y="977289"/>
                </a:lnTo>
                <a:lnTo>
                  <a:pt x="94390" y="992096"/>
                </a:lnTo>
                <a:lnTo>
                  <a:pt x="94253" y="1006904"/>
                </a:lnTo>
                <a:lnTo>
                  <a:pt x="94197" y="1021711"/>
                </a:lnTo>
                <a:lnTo>
                  <a:pt x="94227" y="1036519"/>
                </a:lnTo>
                <a:lnTo>
                  <a:pt x="94340" y="1051326"/>
                </a:lnTo>
                <a:lnTo>
                  <a:pt x="94524" y="1066133"/>
                </a:lnTo>
                <a:lnTo>
                  <a:pt x="94764" y="1080941"/>
                </a:lnTo>
                <a:lnTo>
                  <a:pt x="95041" y="1095748"/>
                </a:lnTo>
                <a:lnTo>
                  <a:pt x="95335" y="1110556"/>
                </a:lnTo>
                <a:lnTo>
                  <a:pt x="95628" y="1125363"/>
                </a:lnTo>
                <a:lnTo>
                  <a:pt x="95903" y="1140170"/>
                </a:lnTo>
                <a:lnTo>
                  <a:pt x="96146" y="1154978"/>
                </a:lnTo>
                <a:lnTo>
                  <a:pt x="96351" y="1169785"/>
                </a:lnTo>
                <a:lnTo>
                  <a:pt x="96511" y="1184593"/>
                </a:lnTo>
                <a:lnTo>
                  <a:pt x="96626" y="1199400"/>
                </a:lnTo>
                <a:lnTo>
                  <a:pt x="96697" y="1214207"/>
                </a:lnTo>
                <a:lnTo>
                  <a:pt x="96729" y="1229015"/>
                </a:lnTo>
                <a:lnTo>
                  <a:pt x="96726" y="1243822"/>
                </a:lnTo>
                <a:lnTo>
                  <a:pt x="96694" y="1258630"/>
                </a:lnTo>
                <a:lnTo>
                  <a:pt x="96639" y="1273437"/>
                </a:lnTo>
                <a:lnTo>
                  <a:pt x="96568" y="1288245"/>
                </a:lnTo>
                <a:lnTo>
                  <a:pt x="96488" y="1303052"/>
                </a:lnTo>
                <a:lnTo>
                  <a:pt x="96407" y="1317859"/>
                </a:lnTo>
                <a:lnTo>
                  <a:pt x="96331" y="1332667"/>
                </a:lnTo>
                <a:lnTo>
                  <a:pt x="96270" y="1347474"/>
                </a:lnTo>
                <a:lnTo>
                  <a:pt x="96230" y="1362282"/>
                </a:lnTo>
                <a:lnTo>
                  <a:pt x="96218" y="1377089"/>
                </a:lnTo>
                <a:lnTo>
                  <a:pt x="96241" y="1391896"/>
                </a:lnTo>
                <a:lnTo>
                  <a:pt x="96303" y="1406704"/>
                </a:lnTo>
                <a:lnTo>
                  <a:pt x="96407" y="1421511"/>
                </a:lnTo>
                <a:lnTo>
                  <a:pt x="96557" y="1436319"/>
                </a:lnTo>
                <a:lnTo>
                  <a:pt x="96759" y="1451126"/>
                </a:lnTo>
                <a:lnTo>
                  <a:pt x="97018" y="1465933"/>
                </a:lnTo>
                <a:lnTo>
                  <a:pt x="97350" y="1480741"/>
                </a:lnTo>
                <a:lnTo>
                  <a:pt x="97774" y="1495548"/>
                </a:lnTo>
                <a:lnTo>
                  <a:pt x="98320" y="1510356"/>
                </a:lnTo>
                <a:lnTo>
                  <a:pt x="99031" y="1525163"/>
                </a:lnTo>
                <a:lnTo>
                  <a:pt x="99959" y="1539970"/>
                </a:lnTo>
                <a:lnTo>
                  <a:pt x="101167" y="1554778"/>
                </a:lnTo>
                <a:lnTo>
                  <a:pt x="102722" y="1569585"/>
                </a:lnTo>
                <a:lnTo>
                  <a:pt x="104693" y="1584393"/>
                </a:lnTo>
                <a:lnTo>
                  <a:pt x="107137" y="1599200"/>
                </a:lnTo>
                <a:lnTo>
                  <a:pt x="110094" y="1614007"/>
                </a:lnTo>
                <a:lnTo>
                  <a:pt x="113572" y="1628815"/>
                </a:lnTo>
                <a:lnTo>
                  <a:pt x="117538" y="1643622"/>
                </a:lnTo>
                <a:lnTo>
                  <a:pt x="121912" y="1658430"/>
                </a:lnTo>
                <a:lnTo>
                  <a:pt x="126561" y="1673237"/>
                </a:lnTo>
                <a:lnTo>
                  <a:pt x="131305" y="1688045"/>
                </a:lnTo>
                <a:lnTo>
                  <a:pt x="135921" y="1702852"/>
                </a:lnTo>
                <a:lnTo>
                  <a:pt x="140166" y="1717659"/>
                </a:lnTo>
                <a:lnTo>
                  <a:pt x="143790" y="1732467"/>
                </a:lnTo>
                <a:lnTo>
                  <a:pt x="146566" y="1747274"/>
                </a:lnTo>
                <a:lnTo>
                  <a:pt x="148312" y="1762082"/>
                </a:lnTo>
                <a:lnTo>
                  <a:pt x="148907" y="1776889"/>
                </a:lnTo>
                <a:lnTo>
                  <a:pt x="14890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10174">
            <a:extLst>
              <a:ext uri="{FF2B5EF4-FFF2-40B4-BE49-F238E27FC236}">
                <a16:creationId xmlns:a16="http://schemas.microsoft.com/office/drawing/2014/main" id="{98E8A04A-4A51-43C1-B17F-999250DFAEB5}"/>
              </a:ext>
            </a:extLst>
          </p:cNvPr>
          <p:cNvSpPr>
            <a:spLocks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10175">
            <a:extLst>
              <a:ext uri="{FF2B5EF4-FFF2-40B4-BE49-F238E27FC236}">
                <a16:creationId xmlns:a16="http://schemas.microsoft.com/office/drawing/2014/main" id="{FC137225-92AB-45F0-A309-2D9177C3A2D5}"/>
              </a:ext>
            </a:extLst>
          </p:cNvPr>
          <p:cNvSpPr>
            <a:spLocks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10176">
            <a:extLst>
              <a:ext uri="{FF2B5EF4-FFF2-40B4-BE49-F238E27FC236}">
                <a16:creationId xmlns:a16="http://schemas.microsoft.com/office/drawing/2014/main" id="{479A8C56-017C-4236-A562-E159C1CD4C18}"/>
              </a:ext>
            </a:extLst>
          </p:cNvPr>
          <p:cNvSpPr>
            <a:spLocks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10177">
            <a:extLst>
              <a:ext uri="{FF2B5EF4-FFF2-40B4-BE49-F238E27FC236}">
                <a16:creationId xmlns:a16="http://schemas.microsoft.com/office/drawing/2014/main" id="{809DC15C-E4FD-49E2-B391-9F62647BF40E}"/>
              </a:ext>
            </a:extLst>
          </p:cNvPr>
          <p:cNvSpPr>
            <a:spLocks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10178">
            <a:extLst>
              <a:ext uri="{FF2B5EF4-FFF2-40B4-BE49-F238E27FC236}">
                <a16:creationId xmlns:a16="http://schemas.microsoft.com/office/drawing/2014/main" id="{9AF28DB0-8899-44E4-AE86-BC541B51F432}"/>
              </a:ext>
            </a:extLst>
          </p:cNvPr>
          <p:cNvSpPr>
            <a:spLocks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10179">
            <a:extLst>
              <a:ext uri="{FF2B5EF4-FFF2-40B4-BE49-F238E27FC236}">
                <a16:creationId xmlns:a16="http://schemas.microsoft.com/office/drawing/2014/main" id="{10D67FF1-8826-44BB-AB8C-B8F6A15B7E9F}"/>
              </a:ext>
            </a:extLst>
          </p:cNvPr>
          <p:cNvSpPr>
            <a:spLocks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10180">
            <a:extLst>
              <a:ext uri="{FF2B5EF4-FFF2-40B4-BE49-F238E27FC236}">
                <a16:creationId xmlns:a16="http://schemas.microsoft.com/office/drawing/2014/main" id="{0E9AF612-7E65-4070-BBD2-CCD3BDE25AD5}"/>
              </a:ext>
            </a:extLst>
          </p:cNvPr>
          <p:cNvSpPr>
            <a:spLocks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10181">
            <a:extLst>
              <a:ext uri="{FF2B5EF4-FFF2-40B4-BE49-F238E27FC236}">
                <a16:creationId xmlns:a16="http://schemas.microsoft.com/office/drawing/2014/main" id="{6B3B630B-D513-4FC6-B180-EC4F67D2E53D}"/>
              </a:ext>
            </a:extLst>
          </p:cNvPr>
          <p:cNvSpPr>
            <a:spLocks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10182">
            <a:extLst>
              <a:ext uri="{FF2B5EF4-FFF2-40B4-BE49-F238E27FC236}">
                <a16:creationId xmlns:a16="http://schemas.microsoft.com/office/drawing/2014/main" id="{796EF84D-59B7-4153-902A-C842C2AF1622}"/>
              </a:ext>
            </a:extLst>
          </p:cNvPr>
          <p:cNvSpPr>
            <a:spLocks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10183">
            <a:extLst>
              <a:ext uri="{FF2B5EF4-FFF2-40B4-BE49-F238E27FC236}">
                <a16:creationId xmlns:a16="http://schemas.microsoft.com/office/drawing/2014/main" id="{81D21D18-9ACF-4905-9599-E0DC1DC314C1}"/>
              </a:ext>
            </a:extLst>
          </p:cNvPr>
          <p:cNvSpPr>
            <a:spLocks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10184">
            <a:extLst>
              <a:ext uri="{FF2B5EF4-FFF2-40B4-BE49-F238E27FC236}">
                <a16:creationId xmlns:a16="http://schemas.microsoft.com/office/drawing/2014/main" id="{98F2F60A-6DFB-411B-801C-8CB2CDB6681A}"/>
              </a:ext>
            </a:extLst>
          </p:cNvPr>
          <p:cNvSpPr>
            <a:spLocks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10185">
            <a:extLst>
              <a:ext uri="{FF2B5EF4-FFF2-40B4-BE49-F238E27FC236}">
                <a16:creationId xmlns:a16="http://schemas.microsoft.com/office/drawing/2014/main" id="{CE9BC8B8-CBA7-41CC-890C-489E74DF9EF1}"/>
              </a:ext>
            </a:extLst>
          </p:cNvPr>
          <p:cNvSpPr>
            <a:spLocks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10186">
            <a:extLst>
              <a:ext uri="{FF2B5EF4-FFF2-40B4-BE49-F238E27FC236}">
                <a16:creationId xmlns:a16="http://schemas.microsoft.com/office/drawing/2014/main" id="{6FC2AD3D-14E2-448A-828D-C19B66CE83E1}"/>
              </a:ext>
            </a:extLst>
          </p:cNvPr>
          <p:cNvSpPr>
            <a:spLocks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10187">
            <a:extLst>
              <a:ext uri="{FF2B5EF4-FFF2-40B4-BE49-F238E27FC236}">
                <a16:creationId xmlns:a16="http://schemas.microsoft.com/office/drawing/2014/main" id="{55EBA53B-7D11-4627-9864-9CCD3614EBA7}"/>
              </a:ext>
            </a:extLst>
          </p:cNvPr>
          <p:cNvSpPr>
            <a:spLocks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10188">
            <a:extLst>
              <a:ext uri="{FF2B5EF4-FFF2-40B4-BE49-F238E27FC236}">
                <a16:creationId xmlns:a16="http://schemas.microsoft.com/office/drawing/2014/main" id="{810E7D65-52B7-4509-BDB3-0A829351EEAB}"/>
              </a:ext>
            </a:extLst>
          </p:cNvPr>
          <p:cNvSpPr>
            <a:spLocks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10189">
            <a:extLst>
              <a:ext uri="{FF2B5EF4-FFF2-40B4-BE49-F238E27FC236}">
                <a16:creationId xmlns:a16="http://schemas.microsoft.com/office/drawing/2014/main" id="{01A8DCEA-A9BE-4F9F-9470-A1083A4F8B1B}"/>
              </a:ext>
            </a:extLst>
          </p:cNvPr>
          <p:cNvSpPr>
            <a:spLocks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10190">
            <a:extLst>
              <a:ext uri="{FF2B5EF4-FFF2-40B4-BE49-F238E27FC236}">
                <a16:creationId xmlns:a16="http://schemas.microsoft.com/office/drawing/2014/main" id="{A5202BD8-63FC-470C-977D-58678A256509}"/>
              </a:ext>
            </a:extLst>
          </p:cNvPr>
          <p:cNvSpPr>
            <a:spLocks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10191">
            <a:extLst>
              <a:ext uri="{FF2B5EF4-FFF2-40B4-BE49-F238E27FC236}">
                <a16:creationId xmlns:a16="http://schemas.microsoft.com/office/drawing/2014/main" id="{1FCD2F3C-E8E2-4A5A-9AFD-8DBD2AE9EA75}"/>
              </a:ext>
            </a:extLst>
          </p:cNvPr>
          <p:cNvSpPr>
            <a:spLocks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10192">
            <a:extLst>
              <a:ext uri="{FF2B5EF4-FFF2-40B4-BE49-F238E27FC236}">
                <a16:creationId xmlns:a16="http://schemas.microsoft.com/office/drawing/2014/main" id="{FBF75149-D089-4539-A4A3-F8D0CEEC8323}"/>
              </a:ext>
            </a:extLst>
          </p:cNvPr>
          <p:cNvSpPr>
            <a:spLocks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10193">
            <a:extLst>
              <a:ext uri="{FF2B5EF4-FFF2-40B4-BE49-F238E27FC236}">
                <a16:creationId xmlns:a16="http://schemas.microsoft.com/office/drawing/2014/main" id="{9BA42FDB-9FE7-47F7-A238-BFF99DD9CD9F}"/>
              </a:ext>
            </a:extLst>
          </p:cNvPr>
          <p:cNvSpPr>
            <a:spLocks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10194">
            <a:extLst>
              <a:ext uri="{FF2B5EF4-FFF2-40B4-BE49-F238E27FC236}">
                <a16:creationId xmlns:a16="http://schemas.microsoft.com/office/drawing/2014/main" id="{24C17BA7-FF50-4BE5-BE6C-6AC7EFEBB737}"/>
              </a:ext>
            </a:extLst>
          </p:cNvPr>
          <p:cNvSpPr>
            <a:spLocks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10195">
            <a:extLst>
              <a:ext uri="{FF2B5EF4-FFF2-40B4-BE49-F238E27FC236}">
                <a16:creationId xmlns:a16="http://schemas.microsoft.com/office/drawing/2014/main" id="{5ECFBBC3-2E99-4D82-84AB-E9516EE2770D}"/>
              </a:ext>
            </a:extLst>
          </p:cNvPr>
          <p:cNvSpPr>
            <a:spLocks/>
          </p:cNvSpPr>
          <p:nvPr/>
        </p:nvSpPr>
        <p:spPr>
          <a:xfrm>
            <a:off x="73273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10196">
            <a:extLst>
              <a:ext uri="{FF2B5EF4-FFF2-40B4-BE49-F238E27FC236}">
                <a16:creationId xmlns:a16="http://schemas.microsoft.com/office/drawing/2014/main" id="{2C5A6C39-C4BE-4F57-8398-C2C1DEA7F3EE}"/>
              </a:ext>
            </a:extLst>
          </p:cNvPr>
          <p:cNvSpPr>
            <a:spLocks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10197">
            <a:extLst>
              <a:ext uri="{FF2B5EF4-FFF2-40B4-BE49-F238E27FC236}">
                <a16:creationId xmlns:a16="http://schemas.microsoft.com/office/drawing/2014/main" id="{BFC0209C-6744-41AE-90E5-1E51DF20D40A}"/>
              </a:ext>
            </a:extLst>
          </p:cNvPr>
          <p:cNvSpPr>
            <a:spLocks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10198">
            <a:extLst>
              <a:ext uri="{FF2B5EF4-FFF2-40B4-BE49-F238E27FC236}">
                <a16:creationId xmlns:a16="http://schemas.microsoft.com/office/drawing/2014/main" id="{DD9EE594-513F-403B-A22B-9F9F061D4885}"/>
              </a:ext>
            </a:extLst>
          </p:cNvPr>
          <p:cNvSpPr>
            <a:spLocks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10199">
            <a:extLst>
              <a:ext uri="{FF2B5EF4-FFF2-40B4-BE49-F238E27FC236}">
                <a16:creationId xmlns:a16="http://schemas.microsoft.com/office/drawing/2014/main" id="{8F38E6ED-A12E-473E-A6FA-1B51C6C5673B}"/>
              </a:ext>
            </a:extLst>
          </p:cNvPr>
          <p:cNvSpPr>
            <a:spLocks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10200">
            <a:extLst>
              <a:ext uri="{FF2B5EF4-FFF2-40B4-BE49-F238E27FC236}">
                <a16:creationId xmlns:a16="http://schemas.microsoft.com/office/drawing/2014/main" id="{3C2A0C0C-894B-4088-859C-36D7E80C4C50}"/>
              </a:ext>
            </a:extLst>
          </p:cNvPr>
          <p:cNvSpPr>
            <a:spLocks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10201">
            <a:extLst>
              <a:ext uri="{FF2B5EF4-FFF2-40B4-BE49-F238E27FC236}">
                <a16:creationId xmlns:a16="http://schemas.microsoft.com/office/drawing/2014/main" id="{F23FFD3F-F71D-4209-BD13-8724C08B4941}"/>
              </a:ext>
            </a:extLst>
          </p:cNvPr>
          <p:cNvSpPr>
            <a:spLocks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10202">
            <a:extLst>
              <a:ext uri="{FF2B5EF4-FFF2-40B4-BE49-F238E27FC236}">
                <a16:creationId xmlns:a16="http://schemas.microsoft.com/office/drawing/2014/main" id="{2048705C-924E-4ED1-AD39-E79C8CF5C5D5}"/>
              </a:ext>
            </a:extLst>
          </p:cNvPr>
          <p:cNvSpPr>
            <a:spLocks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10203">
            <a:extLst>
              <a:ext uri="{FF2B5EF4-FFF2-40B4-BE49-F238E27FC236}">
                <a16:creationId xmlns:a16="http://schemas.microsoft.com/office/drawing/2014/main" id="{3FB438D8-0D79-44B6-A794-E1F713734D22}"/>
              </a:ext>
            </a:extLst>
          </p:cNvPr>
          <p:cNvSpPr>
            <a:spLocks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10204">
            <a:extLst>
              <a:ext uri="{FF2B5EF4-FFF2-40B4-BE49-F238E27FC236}">
                <a16:creationId xmlns:a16="http://schemas.microsoft.com/office/drawing/2014/main" id="{D53705D9-2BA7-400C-95FA-3736084A719F}"/>
              </a:ext>
            </a:extLst>
          </p:cNvPr>
          <p:cNvSpPr>
            <a:spLocks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10205">
            <a:extLst>
              <a:ext uri="{FF2B5EF4-FFF2-40B4-BE49-F238E27FC236}">
                <a16:creationId xmlns:a16="http://schemas.microsoft.com/office/drawing/2014/main" id="{CB9B9A1E-FB92-4EFD-9EA6-FD2AC16A1DDF}"/>
              </a:ext>
            </a:extLst>
          </p:cNvPr>
          <p:cNvSpPr>
            <a:spLocks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10206">
            <a:extLst>
              <a:ext uri="{FF2B5EF4-FFF2-40B4-BE49-F238E27FC236}">
                <a16:creationId xmlns:a16="http://schemas.microsoft.com/office/drawing/2014/main" id="{301C8573-C84E-4B5F-8C40-099D69A1E7B1}"/>
              </a:ext>
            </a:extLst>
          </p:cNvPr>
          <p:cNvSpPr>
            <a:spLocks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10207">
            <a:extLst>
              <a:ext uri="{FF2B5EF4-FFF2-40B4-BE49-F238E27FC236}">
                <a16:creationId xmlns:a16="http://schemas.microsoft.com/office/drawing/2014/main" id="{6D23B35A-0C97-4006-AC81-516D3DCB1546}"/>
              </a:ext>
            </a:extLst>
          </p:cNvPr>
          <p:cNvSpPr>
            <a:spLocks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10208">
            <a:extLst>
              <a:ext uri="{FF2B5EF4-FFF2-40B4-BE49-F238E27FC236}">
                <a16:creationId xmlns:a16="http://schemas.microsoft.com/office/drawing/2014/main" id="{D48E88BD-EFC0-4E9A-9B2F-37CA4852AFA5}"/>
              </a:ext>
            </a:extLst>
          </p:cNvPr>
          <p:cNvSpPr>
            <a:spLocks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10209">
            <a:extLst>
              <a:ext uri="{FF2B5EF4-FFF2-40B4-BE49-F238E27FC236}">
                <a16:creationId xmlns:a16="http://schemas.microsoft.com/office/drawing/2014/main" id="{725B3D93-518E-4674-8CC4-2A6C7B94331E}"/>
              </a:ext>
            </a:extLst>
          </p:cNvPr>
          <p:cNvSpPr>
            <a:spLocks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10210">
            <a:extLst>
              <a:ext uri="{FF2B5EF4-FFF2-40B4-BE49-F238E27FC236}">
                <a16:creationId xmlns:a16="http://schemas.microsoft.com/office/drawing/2014/main" id="{8D375A4D-8459-4845-8064-88F2874835DE}"/>
              </a:ext>
            </a:extLst>
          </p:cNvPr>
          <p:cNvSpPr>
            <a:spLocks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10211">
            <a:extLst>
              <a:ext uri="{FF2B5EF4-FFF2-40B4-BE49-F238E27FC236}">
                <a16:creationId xmlns:a16="http://schemas.microsoft.com/office/drawing/2014/main" id="{9EF362F9-A984-4C1A-8C33-6517D3220A2E}"/>
              </a:ext>
            </a:extLst>
          </p:cNvPr>
          <p:cNvSpPr>
            <a:spLocks/>
          </p:cNvSpPr>
          <p:nvPr/>
        </p:nvSpPr>
        <p:spPr>
          <a:xfrm>
            <a:off x="733751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10212">
            <a:extLst>
              <a:ext uri="{FF2B5EF4-FFF2-40B4-BE49-F238E27FC236}">
                <a16:creationId xmlns:a16="http://schemas.microsoft.com/office/drawing/2014/main" id="{79C09CFD-A539-47F7-8136-56D52994F7B3}"/>
              </a:ext>
            </a:extLst>
          </p:cNvPr>
          <p:cNvSpPr>
            <a:spLocks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10213">
            <a:extLst>
              <a:ext uri="{FF2B5EF4-FFF2-40B4-BE49-F238E27FC236}">
                <a16:creationId xmlns:a16="http://schemas.microsoft.com/office/drawing/2014/main" id="{979058E4-9077-4C28-BC66-A3262FE01666}"/>
              </a:ext>
            </a:extLst>
          </p:cNvPr>
          <p:cNvSpPr>
            <a:spLocks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10214">
            <a:extLst>
              <a:ext uri="{FF2B5EF4-FFF2-40B4-BE49-F238E27FC236}">
                <a16:creationId xmlns:a16="http://schemas.microsoft.com/office/drawing/2014/main" id="{57C58739-0F04-40CF-B938-A4625826F6C7}"/>
              </a:ext>
            </a:extLst>
          </p:cNvPr>
          <p:cNvSpPr>
            <a:spLocks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10215">
            <a:extLst>
              <a:ext uri="{FF2B5EF4-FFF2-40B4-BE49-F238E27FC236}">
                <a16:creationId xmlns:a16="http://schemas.microsoft.com/office/drawing/2014/main" id="{06713850-FAE7-4939-8809-DA549E4A2886}"/>
              </a:ext>
            </a:extLst>
          </p:cNvPr>
          <p:cNvSpPr>
            <a:spLocks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10216">
            <a:extLst>
              <a:ext uri="{FF2B5EF4-FFF2-40B4-BE49-F238E27FC236}">
                <a16:creationId xmlns:a16="http://schemas.microsoft.com/office/drawing/2014/main" id="{9F25CA26-EEFD-4238-8160-996702E3E3F9}"/>
              </a:ext>
            </a:extLst>
          </p:cNvPr>
          <p:cNvSpPr>
            <a:spLocks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10217">
            <a:extLst>
              <a:ext uri="{FF2B5EF4-FFF2-40B4-BE49-F238E27FC236}">
                <a16:creationId xmlns:a16="http://schemas.microsoft.com/office/drawing/2014/main" id="{19E189A4-B646-4242-9E76-4E583550EA92}"/>
              </a:ext>
            </a:extLst>
          </p:cNvPr>
          <p:cNvSpPr>
            <a:spLocks/>
          </p:cNvSpPr>
          <p:nvPr/>
        </p:nvSpPr>
        <p:spPr>
          <a:xfrm>
            <a:off x="73109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10218">
            <a:extLst>
              <a:ext uri="{FF2B5EF4-FFF2-40B4-BE49-F238E27FC236}">
                <a16:creationId xmlns:a16="http://schemas.microsoft.com/office/drawing/2014/main" id="{40036E27-FDED-468E-8DAE-865C83F6FE25}"/>
              </a:ext>
            </a:extLst>
          </p:cNvPr>
          <p:cNvSpPr>
            <a:spLocks/>
          </p:cNvSpPr>
          <p:nvPr/>
        </p:nvSpPr>
        <p:spPr>
          <a:xfrm>
            <a:off x="725373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10219">
            <a:extLst>
              <a:ext uri="{FF2B5EF4-FFF2-40B4-BE49-F238E27FC236}">
                <a16:creationId xmlns:a16="http://schemas.microsoft.com/office/drawing/2014/main" id="{32E4F97A-7F1A-4B08-B2FD-B925DAD9EC6C}"/>
              </a:ext>
            </a:extLst>
          </p:cNvPr>
          <p:cNvSpPr>
            <a:spLocks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10220">
            <a:extLst>
              <a:ext uri="{FF2B5EF4-FFF2-40B4-BE49-F238E27FC236}">
                <a16:creationId xmlns:a16="http://schemas.microsoft.com/office/drawing/2014/main" id="{4C70AD13-0BCE-4EE1-BE89-1A58680D6855}"/>
              </a:ext>
            </a:extLst>
          </p:cNvPr>
          <p:cNvSpPr>
            <a:spLocks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10221">
            <a:extLst>
              <a:ext uri="{FF2B5EF4-FFF2-40B4-BE49-F238E27FC236}">
                <a16:creationId xmlns:a16="http://schemas.microsoft.com/office/drawing/2014/main" id="{0B2A5D64-404A-491A-9B0D-B7EFD24EB1DC}"/>
              </a:ext>
            </a:extLst>
          </p:cNvPr>
          <p:cNvSpPr>
            <a:spLocks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10222">
            <a:extLst>
              <a:ext uri="{FF2B5EF4-FFF2-40B4-BE49-F238E27FC236}">
                <a16:creationId xmlns:a16="http://schemas.microsoft.com/office/drawing/2014/main" id="{86EC2A36-90F6-4E73-A579-019D4F497897}"/>
              </a:ext>
            </a:extLst>
          </p:cNvPr>
          <p:cNvSpPr>
            <a:spLocks/>
          </p:cNvSpPr>
          <p:nvPr/>
        </p:nvSpPr>
        <p:spPr>
          <a:xfrm>
            <a:off x="7308976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10223">
            <a:extLst>
              <a:ext uri="{FF2B5EF4-FFF2-40B4-BE49-F238E27FC236}">
                <a16:creationId xmlns:a16="http://schemas.microsoft.com/office/drawing/2014/main" id="{C0786C88-828F-4C4E-B4B6-6F11E4BCAE5A}"/>
              </a:ext>
            </a:extLst>
          </p:cNvPr>
          <p:cNvSpPr>
            <a:spLocks/>
          </p:cNvSpPr>
          <p:nvPr/>
        </p:nvSpPr>
        <p:spPr>
          <a:xfrm>
            <a:off x="7243437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10224">
            <a:extLst>
              <a:ext uri="{FF2B5EF4-FFF2-40B4-BE49-F238E27FC236}">
                <a16:creationId xmlns:a16="http://schemas.microsoft.com/office/drawing/2014/main" id="{C5C99003-3949-4BCA-BAB2-F00D35D798E7}"/>
              </a:ext>
            </a:extLst>
          </p:cNvPr>
          <p:cNvSpPr>
            <a:spLocks/>
          </p:cNvSpPr>
          <p:nvPr/>
        </p:nvSpPr>
        <p:spPr>
          <a:xfrm>
            <a:off x="7253600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10225">
            <a:extLst>
              <a:ext uri="{FF2B5EF4-FFF2-40B4-BE49-F238E27FC236}">
                <a16:creationId xmlns:a16="http://schemas.microsoft.com/office/drawing/2014/main" id="{B2670277-CD03-4776-B891-DA303C47950A}"/>
              </a:ext>
            </a:extLst>
          </p:cNvPr>
          <p:cNvSpPr>
            <a:spLocks/>
          </p:cNvSpPr>
          <p:nvPr/>
        </p:nvSpPr>
        <p:spPr>
          <a:xfrm>
            <a:off x="73345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10226">
            <a:extLst>
              <a:ext uri="{FF2B5EF4-FFF2-40B4-BE49-F238E27FC236}">
                <a16:creationId xmlns:a16="http://schemas.microsoft.com/office/drawing/2014/main" id="{0A27B327-A6E2-4118-B20C-97C4A5CC25B5}"/>
              </a:ext>
            </a:extLst>
          </p:cNvPr>
          <p:cNvSpPr>
            <a:spLocks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10227">
            <a:extLst>
              <a:ext uri="{FF2B5EF4-FFF2-40B4-BE49-F238E27FC236}">
                <a16:creationId xmlns:a16="http://schemas.microsoft.com/office/drawing/2014/main" id="{C16E558D-4878-4300-A222-05EB407E3945}"/>
              </a:ext>
            </a:extLst>
          </p:cNvPr>
          <p:cNvSpPr>
            <a:spLocks/>
          </p:cNvSpPr>
          <p:nvPr/>
        </p:nvSpPr>
        <p:spPr>
          <a:xfrm>
            <a:off x="7327218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10228">
            <a:extLst>
              <a:ext uri="{FF2B5EF4-FFF2-40B4-BE49-F238E27FC236}">
                <a16:creationId xmlns:a16="http://schemas.microsoft.com/office/drawing/2014/main" id="{0A01AEA5-0A0F-4C97-A4A4-9EF9920D7766}"/>
              </a:ext>
            </a:extLst>
          </p:cNvPr>
          <p:cNvSpPr>
            <a:spLocks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10229">
            <a:extLst>
              <a:ext uri="{FF2B5EF4-FFF2-40B4-BE49-F238E27FC236}">
                <a16:creationId xmlns:a16="http://schemas.microsoft.com/office/drawing/2014/main" id="{27D62D46-F697-455C-950A-0BEA5D9C0CE7}"/>
              </a:ext>
            </a:extLst>
          </p:cNvPr>
          <p:cNvSpPr>
            <a:spLocks/>
          </p:cNvSpPr>
          <p:nvPr/>
        </p:nvSpPr>
        <p:spPr>
          <a:xfrm>
            <a:off x="733164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10230">
            <a:extLst>
              <a:ext uri="{FF2B5EF4-FFF2-40B4-BE49-F238E27FC236}">
                <a16:creationId xmlns:a16="http://schemas.microsoft.com/office/drawing/2014/main" id="{4846F1ED-A1E6-4B22-9668-B6B184AF32C6}"/>
              </a:ext>
            </a:extLst>
          </p:cNvPr>
          <p:cNvSpPr>
            <a:spLocks/>
          </p:cNvSpPr>
          <p:nvPr/>
        </p:nvSpPr>
        <p:spPr>
          <a:xfrm>
            <a:off x="725672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10231">
            <a:extLst>
              <a:ext uri="{FF2B5EF4-FFF2-40B4-BE49-F238E27FC236}">
                <a16:creationId xmlns:a16="http://schemas.microsoft.com/office/drawing/2014/main" id="{AC4E47C9-C676-461A-B6C3-2B952B130C1E}"/>
              </a:ext>
            </a:extLst>
          </p:cNvPr>
          <p:cNvSpPr>
            <a:spLocks/>
          </p:cNvSpPr>
          <p:nvPr/>
        </p:nvSpPr>
        <p:spPr>
          <a:xfrm>
            <a:off x="723705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10232">
            <a:extLst>
              <a:ext uri="{FF2B5EF4-FFF2-40B4-BE49-F238E27FC236}">
                <a16:creationId xmlns:a16="http://schemas.microsoft.com/office/drawing/2014/main" id="{04590174-8D23-4610-811A-1DD075AF27EA}"/>
              </a:ext>
            </a:extLst>
          </p:cNvPr>
          <p:cNvSpPr>
            <a:spLocks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10233">
            <a:extLst>
              <a:ext uri="{FF2B5EF4-FFF2-40B4-BE49-F238E27FC236}">
                <a16:creationId xmlns:a16="http://schemas.microsoft.com/office/drawing/2014/main" id="{3A7980D0-86ED-4FB8-9A59-8375D9BCE119}"/>
              </a:ext>
            </a:extLst>
          </p:cNvPr>
          <p:cNvSpPr>
            <a:spLocks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10234">
            <a:extLst>
              <a:ext uri="{FF2B5EF4-FFF2-40B4-BE49-F238E27FC236}">
                <a16:creationId xmlns:a16="http://schemas.microsoft.com/office/drawing/2014/main" id="{B741A912-DEF8-445D-A320-3629D59150A4}"/>
              </a:ext>
            </a:extLst>
          </p:cNvPr>
          <p:cNvSpPr>
            <a:spLocks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10235">
            <a:extLst>
              <a:ext uri="{FF2B5EF4-FFF2-40B4-BE49-F238E27FC236}">
                <a16:creationId xmlns:a16="http://schemas.microsoft.com/office/drawing/2014/main" id="{F3D7CF2D-0717-40A5-8154-35141D8AEA3B}"/>
              </a:ext>
            </a:extLst>
          </p:cNvPr>
          <p:cNvSpPr>
            <a:spLocks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10236">
            <a:extLst>
              <a:ext uri="{FF2B5EF4-FFF2-40B4-BE49-F238E27FC236}">
                <a16:creationId xmlns:a16="http://schemas.microsoft.com/office/drawing/2014/main" id="{E8362BE3-3525-4E0C-AE8B-B1822DA7263A}"/>
              </a:ext>
            </a:extLst>
          </p:cNvPr>
          <p:cNvSpPr>
            <a:spLocks/>
          </p:cNvSpPr>
          <p:nvPr/>
        </p:nvSpPr>
        <p:spPr>
          <a:xfrm>
            <a:off x="72321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10237">
            <a:extLst>
              <a:ext uri="{FF2B5EF4-FFF2-40B4-BE49-F238E27FC236}">
                <a16:creationId xmlns:a16="http://schemas.microsoft.com/office/drawing/2014/main" id="{99EAC928-FA4C-4697-8A9D-188F4127DC72}"/>
              </a:ext>
            </a:extLst>
          </p:cNvPr>
          <p:cNvSpPr>
            <a:spLocks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10238">
            <a:extLst>
              <a:ext uri="{FF2B5EF4-FFF2-40B4-BE49-F238E27FC236}">
                <a16:creationId xmlns:a16="http://schemas.microsoft.com/office/drawing/2014/main" id="{C7185C2A-BEC9-4063-80E1-0D4731966AFA}"/>
              </a:ext>
            </a:extLst>
          </p:cNvPr>
          <p:cNvSpPr>
            <a:spLocks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10239">
            <a:extLst>
              <a:ext uri="{FF2B5EF4-FFF2-40B4-BE49-F238E27FC236}">
                <a16:creationId xmlns:a16="http://schemas.microsoft.com/office/drawing/2014/main" id="{C905FAA5-C180-494B-A1A8-98993CD902B0}"/>
              </a:ext>
            </a:extLst>
          </p:cNvPr>
          <p:cNvSpPr>
            <a:spLocks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10240">
            <a:extLst>
              <a:ext uri="{FF2B5EF4-FFF2-40B4-BE49-F238E27FC236}">
                <a16:creationId xmlns:a16="http://schemas.microsoft.com/office/drawing/2014/main" id="{6B8ED456-7478-418E-A196-8AA1140514CC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10241">
            <a:extLst>
              <a:ext uri="{FF2B5EF4-FFF2-40B4-BE49-F238E27FC236}">
                <a16:creationId xmlns:a16="http://schemas.microsoft.com/office/drawing/2014/main" id="{20086072-E525-416D-A1DC-AA32A948F93F}"/>
              </a:ext>
            </a:extLst>
          </p:cNvPr>
          <p:cNvSpPr>
            <a:spLocks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10242">
            <a:extLst>
              <a:ext uri="{FF2B5EF4-FFF2-40B4-BE49-F238E27FC236}">
                <a16:creationId xmlns:a16="http://schemas.microsoft.com/office/drawing/2014/main" id="{CDA69D85-FAEB-44D3-B33B-A6D6CE44600B}"/>
              </a:ext>
            </a:extLst>
          </p:cNvPr>
          <p:cNvSpPr>
            <a:spLocks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10243">
            <a:extLst>
              <a:ext uri="{FF2B5EF4-FFF2-40B4-BE49-F238E27FC236}">
                <a16:creationId xmlns:a16="http://schemas.microsoft.com/office/drawing/2014/main" id="{0D5DD68D-9174-44CA-B29F-75944D75CAA9}"/>
              </a:ext>
            </a:extLst>
          </p:cNvPr>
          <p:cNvSpPr>
            <a:spLocks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10244">
            <a:extLst>
              <a:ext uri="{FF2B5EF4-FFF2-40B4-BE49-F238E27FC236}">
                <a16:creationId xmlns:a16="http://schemas.microsoft.com/office/drawing/2014/main" id="{356B5DB9-0B31-4325-90FB-027B57B4299E}"/>
              </a:ext>
            </a:extLst>
          </p:cNvPr>
          <p:cNvSpPr>
            <a:spLocks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10245">
            <a:extLst>
              <a:ext uri="{FF2B5EF4-FFF2-40B4-BE49-F238E27FC236}">
                <a16:creationId xmlns:a16="http://schemas.microsoft.com/office/drawing/2014/main" id="{1859003D-F9CB-4167-88F0-1958D6F7C118}"/>
              </a:ext>
            </a:extLst>
          </p:cNvPr>
          <p:cNvSpPr>
            <a:spLocks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10246">
            <a:extLst>
              <a:ext uri="{FF2B5EF4-FFF2-40B4-BE49-F238E27FC236}">
                <a16:creationId xmlns:a16="http://schemas.microsoft.com/office/drawing/2014/main" id="{3CE03805-D2C5-454C-9D44-8EBCBB0983C9}"/>
              </a:ext>
            </a:extLst>
          </p:cNvPr>
          <p:cNvSpPr>
            <a:spLocks/>
          </p:cNvSpPr>
          <p:nvPr/>
        </p:nvSpPr>
        <p:spPr>
          <a:xfrm>
            <a:off x="731914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10247">
            <a:extLst>
              <a:ext uri="{FF2B5EF4-FFF2-40B4-BE49-F238E27FC236}">
                <a16:creationId xmlns:a16="http://schemas.microsoft.com/office/drawing/2014/main" id="{03D09C15-A64C-4172-90A7-CEE3A684D219}"/>
              </a:ext>
            </a:extLst>
          </p:cNvPr>
          <p:cNvSpPr>
            <a:spLocks/>
          </p:cNvSpPr>
          <p:nvPr/>
        </p:nvSpPr>
        <p:spPr>
          <a:xfrm>
            <a:off x="730024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10248">
            <a:extLst>
              <a:ext uri="{FF2B5EF4-FFF2-40B4-BE49-F238E27FC236}">
                <a16:creationId xmlns:a16="http://schemas.microsoft.com/office/drawing/2014/main" id="{25CED4B4-5354-4047-9D34-B37E8D97B8FF}"/>
              </a:ext>
            </a:extLst>
          </p:cNvPr>
          <p:cNvSpPr>
            <a:spLocks/>
          </p:cNvSpPr>
          <p:nvPr/>
        </p:nvSpPr>
        <p:spPr>
          <a:xfrm>
            <a:off x="73384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10249">
            <a:extLst>
              <a:ext uri="{FF2B5EF4-FFF2-40B4-BE49-F238E27FC236}">
                <a16:creationId xmlns:a16="http://schemas.microsoft.com/office/drawing/2014/main" id="{246F8685-AEF5-4A7E-995E-4DA64EFACEB7}"/>
              </a:ext>
            </a:extLst>
          </p:cNvPr>
          <p:cNvSpPr>
            <a:spLocks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10250">
            <a:extLst>
              <a:ext uri="{FF2B5EF4-FFF2-40B4-BE49-F238E27FC236}">
                <a16:creationId xmlns:a16="http://schemas.microsoft.com/office/drawing/2014/main" id="{ECFB0E4A-8446-4C5F-A3CE-D70FA73F87F6}"/>
              </a:ext>
            </a:extLst>
          </p:cNvPr>
          <p:cNvSpPr>
            <a:spLocks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10251">
            <a:extLst>
              <a:ext uri="{FF2B5EF4-FFF2-40B4-BE49-F238E27FC236}">
                <a16:creationId xmlns:a16="http://schemas.microsoft.com/office/drawing/2014/main" id="{C1562705-D776-46B7-92CF-35D1A74299C8}"/>
              </a:ext>
            </a:extLst>
          </p:cNvPr>
          <p:cNvSpPr>
            <a:spLocks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10252">
            <a:extLst>
              <a:ext uri="{FF2B5EF4-FFF2-40B4-BE49-F238E27FC236}">
                <a16:creationId xmlns:a16="http://schemas.microsoft.com/office/drawing/2014/main" id="{43CFD7A2-E064-441F-BB2F-3508A25E3980}"/>
              </a:ext>
            </a:extLst>
          </p:cNvPr>
          <p:cNvSpPr>
            <a:spLocks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10253">
            <a:extLst>
              <a:ext uri="{FF2B5EF4-FFF2-40B4-BE49-F238E27FC236}">
                <a16:creationId xmlns:a16="http://schemas.microsoft.com/office/drawing/2014/main" id="{F3160C80-2363-4F2C-ACBA-8434CDE75149}"/>
              </a:ext>
            </a:extLst>
          </p:cNvPr>
          <p:cNvSpPr>
            <a:spLocks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10254">
            <a:extLst>
              <a:ext uri="{FF2B5EF4-FFF2-40B4-BE49-F238E27FC236}">
                <a16:creationId xmlns:a16="http://schemas.microsoft.com/office/drawing/2014/main" id="{E712882B-11E9-4F49-AD15-1374A2EE2A6F}"/>
              </a:ext>
            </a:extLst>
          </p:cNvPr>
          <p:cNvSpPr>
            <a:spLocks/>
          </p:cNvSpPr>
          <p:nvPr/>
        </p:nvSpPr>
        <p:spPr>
          <a:xfrm>
            <a:off x="726780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10255">
            <a:extLst>
              <a:ext uri="{FF2B5EF4-FFF2-40B4-BE49-F238E27FC236}">
                <a16:creationId xmlns:a16="http://schemas.microsoft.com/office/drawing/2014/main" id="{DB9ED24E-E92D-44B2-BE78-8137E4D6D0FD}"/>
              </a:ext>
            </a:extLst>
          </p:cNvPr>
          <p:cNvSpPr>
            <a:spLocks/>
          </p:cNvSpPr>
          <p:nvPr/>
        </p:nvSpPr>
        <p:spPr>
          <a:xfrm>
            <a:off x="7324091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10256">
            <a:extLst>
              <a:ext uri="{FF2B5EF4-FFF2-40B4-BE49-F238E27FC236}">
                <a16:creationId xmlns:a16="http://schemas.microsoft.com/office/drawing/2014/main" id="{817787EA-B07C-44E7-8DD5-0E7713598A79}"/>
              </a:ext>
            </a:extLst>
          </p:cNvPr>
          <p:cNvSpPr>
            <a:spLocks/>
          </p:cNvSpPr>
          <p:nvPr/>
        </p:nvSpPr>
        <p:spPr>
          <a:xfrm>
            <a:off x="723184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10257">
            <a:extLst>
              <a:ext uri="{FF2B5EF4-FFF2-40B4-BE49-F238E27FC236}">
                <a16:creationId xmlns:a16="http://schemas.microsoft.com/office/drawing/2014/main" id="{94532EE9-C272-4F7A-A24A-BD7BB3EEE2CA}"/>
              </a:ext>
            </a:extLst>
          </p:cNvPr>
          <p:cNvSpPr>
            <a:spLocks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10258">
            <a:extLst>
              <a:ext uri="{FF2B5EF4-FFF2-40B4-BE49-F238E27FC236}">
                <a16:creationId xmlns:a16="http://schemas.microsoft.com/office/drawing/2014/main" id="{0063AB85-3B43-46AD-AC27-294D764BEE48}"/>
              </a:ext>
            </a:extLst>
          </p:cNvPr>
          <p:cNvSpPr>
            <a:spLocks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10259">
            <a:extLst>
              <a:ext uri="{FF2B5EF4-FFF2-40B4-BE49-F238E27FC236}">
                <a16:creationId xmlns:a16="http://schemas.microsoft.com/office/drawing/2014/main" id="{A06EB06F-D4B6-4408-90D5-9DC167EA646D}"/>
              </a:ext>
            </a:extLst>
          </p:cNvPr>
          <p:cNvSpPr>
            <a:spLocks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10260">
            <a:extLst>
              <a:ext uri="{FF2B5EF4-FFF2-40B4-BE49-F238E27FC236}">
                <a16:creationId xmlns:a16="http://schemas.microsoft.com/office/drawing/2014/main" id="{BF71FF3C-8611-4241-8CA1-595A15E526B5}"/>
              </a:ext>
            </a:extLst>
          </p:cNvPr>
          <p:cNvSpPr>
            <a:spLocks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10261">
            <a:extLst>
              <a:ext uri="{FF2B5EF4-FFF2-40B4-BE49-F238E27FC236}">
                <a16:creationId xmlns:a16="http://schemas.microsoft.com/office/drawing/2014/main" id="{62895175-78A1-4D18-BA5E-571B24219F62}"/>
              </a:ext>
            </a:extLst>
          </p:cNvPr>
          <p:cNvSpPr>
            <a:spLocks/>
          </p:cNvSpPr>
          <p:nvPr/>
        </p:nvSpPr>
        <p:spPr>
          <a:xfrm>
            <a:off x="731353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10262">
            <a:extLst>
              <a:ext uri="{FF2B5EF4-FFF2-40B4-BE49-F238E27FC236}">
                <a16:creationId xmlns:a16="http://schemas.microsoft.com/office/drawing/2014/main" id="{7264A5B3-2AC0-4BC1-89A6-664DBD1FFD79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10263">
            <a:extLst>
              <a:ext uri="{FF2B5EF4-FFF2-40B4-BE49-F238E27FC236}">
                <a16:creationId xmlns:a16="http://schemas.microsoft.com/office/drawing/2014/main" id="{D8216158-A436-4A94-B058-8A9FBA90E288}"/>
              </a:ext>
            </a:extLst>
          </p:cNvPr>
          <p:cNvSpPr>
            <a:spLocks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10264">
            <a:extLst>
              <a:ext uri="{FF2B5EF4-FFF2-40B4-BE49-F238E27FC236}">
                <a16:creationId xmlns:a16="http://schemas.microsoft.com/office/drawing/2014/main" id="{A7F2FD57-1674-4CB3-B9B8-078558B9368B}"/>
              </a:ext>
            </a:extLst>
          </p:cNvPr>
          <p:cNvSpPr>
            <a:spLocks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10265">
            <a:extLst>
              <a:ext uri="{FF2B5EF4-FFF2-40B4-BE49-F238E27FC236}">
                <a16:creationId xmlns:a16="http://schemas.microsoft.com/office/drawing/2014/main" id="{2197DC8A-D6FF-46CF-86DB-D01F58C6E882}"/>
              </a:ext>
            </a:extLst>
          </p:cNvPr>
          <p:cNvSpPr>
            <a:spLocks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10266">
            <a:extLst>
              <a:ext uri="{FF2B5EF4-FFF2-40B4-BE49-F238E27FC236}">
                <a16:creationId xmlns:a16="http://schemas.microsoft.com/office/drawing/2014/main" id="{9BA9C9D9-B848-4288-BB80-18165DE5B810}"/>
              </a:ext>
            </a:extLst>
          </p:cNvPr>
          <p:cNvSpPr>
            <a:spLocks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10267">
            <a:extLst>
              <a:ext uri="{FF2B5EF4-FFF2-40B4-BE49-F238E27FC236}">
                <a16:creationId xmlns:a16="http://schemas.microsoft.com/office/drawing/2014/main" id="{58793F5C-5D9A-496A-9EDF-E0AF4A0874BD}"/>
              </a:ext>
            </a:extLst>
          </p:cNvPr>
          <p:cNvSpPr>
            <a:spLocks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10268">
            <a:extLst>
              <a:ext uri="{FF2B5EF4-FFF2-40B4-BE49-F238E27FC236}">
                <a16:creationId xmlns:a16="http://schemas.microsoft.com/office/drawing/2014/main" id="{FAB462B4-92FB-403B-AE4C-D2406E332CF9}"/>
              </a:ext>
            </a:extLst>
          </p:cNvPr>
          <p:cNvSpPr>
            <a:spLocks/>
          </p:cNvSpPr>
          <p:nvPr/>
        </p:nvSpPr>
        <p:spPr>
          <a:xfrm>
            <a:off x="7306110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10269">
            <a:extLst>
              <a:ext uri="{FF2B5EF4-FFF2-40B4-BE49-F238E27FC236}">
                <a16:creationId xmlns:a16="http://schemas.microsoft.com/office/drawing/2014/main" id="{2AD98117-B056-463A-A8FF-8531B90C91AC}"/>
              </a:ext>
            </a:extLst>
          </p:cNvPr>
          <p:cNvSpPr>
            <a:spLocks/>
          </p:cNvSpPr>
          <p:nvPr/>
        </p:nvSpPr>
        <p:spPr>
          <a:xfrm>
            <a:off x="7323309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10270">
            <a:extLst>
              <a:ext uri="{FF2B5EF4-FFF2-40B4-BE49-F238E27FC236}">
                <a16:creationId xmlns:a16="http://schemas.microsoft.com/office/drawing/2014/main" id="{37A4EBE3-8839-4FE3-8F69-308733E621AB}"/>
              </a:ext>
            </a:extLst>
          </p:cNvPr>
          <p:cNvSpPr>
            <a:spLocks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10271">
            <a:extLst>
              <a:ext uri="{FF2B5EF4-FFF2-40B4-BE49-F238E27FC236}">
                <a16:creationId xmlns:a16="http://schemas.microsoft.com/office/drawing/2014/main" id="{FCB4300B-BB3C-4F49-A670-8DC0467416C4}"/>
              </a:ext>
            </a:extLst>
          </p:cNvPr>
          <p:cNvSpPr>
            <a:spLocks/>
          </p:cNvSpPr>
          <p:nvPr/>
        </p:nvSpPr>
        <p:spPr>
          <a:xfrm>
            <a:off x="723079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10272">
            <a:extLst>
              <a:ext uri="{FF2B5EF4-FFF2-40B4-BE49-F238E27FC236}">
                <a16:creationId xmlns:a16="http://schemas.microsoft.com/office/drawing/2014/main" id="{5FE37B3E-1265-478B-AA9D-74E70AE5083E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10273">
            <a:extLst>
              <a:ext uri="{FF2B5EF4-FFF2-40B4-BE49-F238E27FC236}">
                <a16:creationId xmlns:a16="http://schemas.microsoft.com/office/drawing/2014/main" id="{0FF291DE-A4B3-48D0-BC0E-6013F6B93484}"/>
              </a:ext>
            </a:extLst>
          </p:cNvPr>
          <p:cNvSpPr>
            <a:spLocks/>
          </p:cNvSpPr>
          <p:nvPr/>
        </p:nvSpPr>
        <p:spPr>
          <a:xfrm>
            <a:off x="7339466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10274">
            <a:extLst>
              <a:ext uri="{FF2B5EF4-FFF2-40B4-BE49-F238E27FC236}">
                <a16:creationId xmlns:a16="http://schemas.microsoft.com/office/drawing/2014/main" id="{F711D52C-FBAF-4683-A014-7165D42D3586}"/>
              </a:ext>
            </a:extLst>
          </p:cNvPr>
          <p:cNvSpPr>
            <a:spLocks/>
          </p:cNvSpPr>
          <p:nvPr/>
        </p:nvSpPr>
        <p:spPr>
          <a:xfrm>
            <a:off x="73450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10275">
            <a:extLst>
              <a:ext uri="{FF2B5EF4-FFF2-40B4-BE49-F238E27FC236}">
                <a16:creationId xmlns:a16="http://schemas.microsoft.com/office/drawing/2014/main" id="{5995F078-EAEA-485A-9B65-1187B152AC36}"/>
              </a:ext>
            </a:extLst>
          </p:cNvPr>
          <p:cNvSpPr>
            <a:spLocks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10276">
            <a:extLst>
              <a:ext uri="{FF2B5EF4-FFF2-40B4-BE49-F238E27FC236}">
                <a16:creationId xmlns:a16="http://schemas.microsoft.com/office/drawing/2014/main" id="{35BD2347-18A1-401F-A30A-378A7DE00A18}"/>
              </a:ext>
            </a:extLst>
          </p:cNvPr>
          <p:cNvSpPr>
            <a:spLocks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10277">
            <a:extLst>
              <a:ext uri="{FF2B5EF4-FFF2-40B4-BE49-F238E27FC236}">
                <a16:creationId xmlns:a16="http://schemas.microsoft.com/office/drawing/2014/main" id="{DD7DA5C2-EA1C-4A90-8C93-9A0CA38DD510}"/>
              </a:ext>
            </a:extLst>
          </p:cNvPr>
          <p:cNvSpPr>
            <a:spLocks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10278">
            <a:extLst>
              <a:ext uri="{FF2B5EF4-FFF2-40B4-BE49-F238E27FC236}">
                <a16:creationId xmlns:a16="http://schemas.microsoft.com/office/drawing/2014/main" id="{D27EDF53-7A5D-4570-B69D-10D478AB7481}"/>
              </a:ext>
            </a:extLst>
          </p:cNvPr>
          <p:cNvSpPr>
            <a:spLocks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10279">
            <a:extLst>
              <a:ext uri="{FF2B5EF4-FFF2-40B4-BE49-F238E27FC236}">
                <a16:creationId xmlns:a16="http://schemas.microsoft.com/office/drawing/2014/main" id="{FB71B2EE-32E1-4060-809A-8F17EE86BFB3}"/>
              </a:ext>
            </a:extLst>
          </p:cNvPr>
          <p:cNvSpPr>
            <a:spLocks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10280">
            <a:extLst>
              <a:ext uri="{FF2B5EF4-FFF2-40B4-BE49-F238E27FC236}">
                <a16:creationId xmlns:a16="http://schemas.microsoft.com/office/drawing/2014/main" id="{7C088AA1-AAE6-45E5-AE6D-F0B310E9EF0F}"/>
              </a:ext>
            </a:extLst>
          </p:cNvPr>
          <p:cNvSpPr>
            <a:spLocks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10281">
            <a:extLst>
              <a:ext uri="{FF2B5EF4-FFF2-40B4-BE49-F238E27FC236}">
                <a16:creationId xmlns:a16="http://schemas.microsoft.com/office/drawing/2014/main" id="{28AF6214-49C5-49ED-93AD-BD580AAE5A22}"/>
              </a:ext>
            </a:extLst>
          </p:cNvPr>
          <p:cNvSpPr>
            <a:spLocks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10282">
            <a:extLst>
              <a:ext uri="{FF2B5EF4-FFF2-40B4-BE49-F238E27FC236}">
                <a16:creationId xmlns:a16="http://schemas.microsoft.com/office/drawing/2014/main" id="{3DF86EB7-F00A-4F73-9D54-0A094C40A987}"/>
              </a:ext>
            </a:extLst>
          </p:cNvPr>
          <p:cNvSpPr>
            <a:spLocks/>
          </p:cNvSpPr>
          <p:nvPr/>
        </p:nvSpPr>
        <p:spPr>
          <a:xfrm>
            <a:off x="7237313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10283">
            <a:extLst>
              <a:ext uri="{FF2B5EF4-FFF2-40B4-BE49-F238E27FC236}">
                <a16:creationId xmlns:a16="http://schemas.microsoft.com/office/drawing/2014/main" id="{617EA6D8-E62C-4292-BD89-7134262E0B98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10284">
            <a:extLst>
              <a:ext uri="{FF2B5EF4-FFF2-40B4-BE49-F238E27FC236}">
                <a16:creationId xmlns:a16="http://schemas.microsoft.com/office/drawing/2014/main" id="{F74EB4F3-01D0-4CD9-9922-D8F7CB43AE3B}"/>
              </a:ext>
            </a:extLst>
          </p:cNvPr>
          <p:cNvSpPr>
            <a:spLocks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10285">
            <a:extLst>
              <a:ext uri="{FF2B5EF4-FFF2-40B4-BE49-F238E27FC236}">
                <a16:creationId xmlns:a16="http://schemas.microsoft.com/office/drawing/2014/main" id="{D4EC990D-52F7-4192-AC01-9C1555A00054}"/>
              </a:ext>
            </a:extLst>
          </p:cNvPr>
          <p:cNvSpPr>
            <a:spLocks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10286">
            <a:extLst>
              <a:ext uri="{FF2B5EF4-FFF2-40B4-BE49-F238E27FC236}">
                <a16:creationId xmlns:a16="http://schemas.microsoft.com/office/drawing/2014/main" id="{B8A0EF63-3814-4E5B-BB9D-787930F8F949}"/>
              </a:ext>
            </a:extLst>
          </p:cNvPr>
          <p:cNvSpPr>
            <a:spLocks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10287">
            <a:extLst>
              <a:ext uri="{FF2B5EF4-FFF2-40B4-BE49-F238E27FC236}">
                <a16:creationId xmlns:a16="http://schemas.microsoft.com/office/drawing/2014/main" id="{A721215B-E500-4096-AB79-A43C09876C1D}"/>
              </a:ext>
            </a:extLst>
          </p:cNvPr>
          <p:cNvSpPr>
            <a:spLocks/>
          </p:cNvSpPr>
          <p:nvPr/>
        </p:nvSpPr>
        <p:spPr>
          <a:xfrm>
            <a:off x="7220245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10288">
            <a:extLst>
              <a:ext uri="{FF2B5EF4-FFF2-40B4-BE49-F238E27FC236}">
                <a16:creationId xmlns:a16="http://schemas.microsoft.com/office/drawing/2014/main" id="{43BEB16A-4174-4EF3-AE00-6E94C32A0EF1}"/>
              </a:ext>
            </a:extLst>
          </p:cNvPr>
          <p:cNvSpPr>
            <a:spLocks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10289">
            <a:extLst>
              <a:ext uri="{FF2B5EF4-FFF2-40B4-BE49-F238E27FC236}">
                <a16:creationId xmlns:a16="http://schemas.microsoft.com/office/drawing/2014/main" id="{E811248C-AA7F-4765-B06C-BAFA2B4635EA}"/>
              </a:ext>
            </a:extLst>
          </p:cNvPr>
          <p:cNvSpPr>
            <a:spLocks/>
          </p:cNvSpPr>
          <p:nvPr/>
        </p:nvSpPr>
        <p:spPr>
          <a:xfrm>
            <a:off x="7668862" y="53612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10290">
            <a:extLst>
              <a:ext uri="{FF2B5EF4-FFF2-40B4-BE49-F238E27FC236}">
                <a16:creationId xmlns:a16="http://schemas.microsoft.com/office/drawing/2014/main" id="{EBF29DA6-BF57-48B7-AC71-FFADE9B1DB7A}"/>
              </a:ext>
            </a:extLst>
          </p:cNvPr>
          <p:cNvSpPr>
            <a:spLocks/>
          </p:cNvSpPr>
          <p:nvPr/>
        </p:nvSpPr>
        <p:spPr>
          <a:xfrm>
            <a:off x="75581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10291">
            <a:extLst>
              <a:ext uri="{FF2B5EF4-FFF2-40B4-BE49-F238E27FC236}">
                <a16:creationId xmlns:a16="http://schemas.microsoft.com/office/drawing/2014/main" id="{329DE977-74E1-4BE9-8552-97ED38916D7C}"/>
              </a:ext>
            </a:extLst>
          </p:cNvPr>
          <p:cNvSpPr>
            <a:spLocks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10292">
            <a:extLst>
              <a:ext uri="{FF2B5EF4-FFF2-40B4-BE49-F238E27FC236}">
                <a16:creationId xmlns:a16="http://schemas.microsoft.com/office/drawing/2014/main" id="{70D28CF3-6E6F-4E76-A6FD-67282DC59185}"/>
              </a:ext>
            </a:extLst>
          </p:cNvPr>
          <p:cNvSpPr>
            <a:spLocks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10293">
            <a:extLst>
              <a:ext uri="{FF2B5EF4-FFF2-40B4-BE49-F238E27FC236}">
                <a16:creationId xmlns:a16="http://schemas.microsoft.com/office/drawing/2014/main" id="{FB802870-74E4-4C24-8D3F-A9522C25D1CA}"/>
              </a:ext>
            </a:extLst>
          </p:cNvPr>
          <p:cNvSpPr>
            <a:spLocks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10294">
            <a:extLst>
              <a:ext uri="{FF2B5EF4-FFF2-40B4-BE49-F238E27FC236}">
                <a16:creationId xmlns:a16="http://schemas.microsoft.com/office/drawing/2014/main" id="{7C4EFD63-E842-416E-ACE3-D7DE6ED14395}"/>
              </a:ext>
            </a:extLst>
          </p:cNvPr>
          <p:cNvSpPr>
            <a:spLocks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10295">
            <a:extLst>
              <a:ext uri="{FF2B5EF4-FFF2-40B4-BE49-F238E27FC236}">
                <a16:creationId xmlns:a16="http://schemas.microsoft.com/office/drawing/2014/main" id="{47028EE4-9278-425E-A5F7-882A6BDE6C22}"/>
              </a:ext>
            </a:extLst>
          </p:cNvPr>
          <p:cNvSpPr>
            <a:spLocks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10296">
            <a:extLst>
              <a:ext uri="{FF2B5EF4-FFF2-40B4-BE49-F238E27FC236}">
                <a16:creationId xmlns:a16="http://schemas.microsoft.com/office/drawing/2014/main" id="{9A24A0CC-E7E5-4257-BFD3-EA4906FE362D}"/>
              </a:ext>
            </a:extLst>
          </p:cNvPr>
          <p:cNvSpPr>
            <a:spLocks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10297">
            <a:extLst>
              <a:ext uri="{FF2B5EF4-FFF2-40B4-BE49-F238E27FC236}">
                <a16:creationId xmlns:a16="http://schemas.microsoft.com/office/drawing/2014/main" id="{B48A389E-0856-4FE8-8252-4E9441FE596E}"/>
              </a:ext>
            </a:extLst>
          </p:cNvPr>
          <p:cNvSpPr>
            <a:spLocks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10298">
            <a:extLst>
              <a:ext uri="{FF2B5EF4-FFF2-40B4-BE49-F238E27FC236}">
                <a16:creationId xmlns:a16="http://schemas.microsoft.com/office/drawing/2014/main" id="{C0D0D9C9-C340-4682-A07B-1742E5DC47F0}"/>
              </a:ext>
            </a:extLst>
          </p:cNvPr>
          <p:cNvSpPr>
            <a:spLocks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10299">
            <a:extLst>
              <a:ext uri="{FF2B5EF4-FFF2-40B4-BE49-F238E27FC236}">
                <a16:creationId xmlns:a16="http://schemas.microsoft.com/office/drawing/2014/main" id="{90D5652B-D978-4592-B21E-A596BBC6C75E}"/>
              </a:ext>
            </a:extLst>
          </p:cNvPr>
          <p:cNvSpPr>
            <a:spLocks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10300">
            <a:extLst>
              <a:ext uri="{FF2B5EF4-FFF2-40B4-BE49-F238E27FC236}">
                <a16:creationId xmlns:a16="http://schemas.microsoft.com/office/drawing/2014/main" id="{E0A8B6FD-423C-4702-9F59-082B627D91E0}"/>
              </a:ext>
            </a:extLst>
          </p:cNvPr>
          <p:cNvSpPr>
            <a:spLocks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10301">
            <a:extLst>
              <a:ext uri="{FF2B5EF4-FFF2-40B4-BE49-F238E27FC236}">
                <a16:creationId xmlns:a16="http://schemas.microsoft.com/office/drawing/2014/main" id="{1C856D38-D21B-4869-B322-21688D0EB13B}"/>
              </a:ext>
            </a:extLst>
          </p:cNvPr>
          <p:cNvSpPr>
            <a:spLocks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10302">
            <a:extLst>
              <a:ext uri="{FF2B5EF4-FFF2-40B4-BE49-F238E27FC236}">
                <a16:creationId xmlns:a16="http://schemas.microsoft.com/office/drawing/2014/main" id="{77A77D6E-185D-4F53-98B5-456BB09E3F11}"/>
              </a:ext>
            </a:extLst>
          </p:cNvPr>
          <p:cNvSpPr>
            <a:spLocks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10303">
            <a:extLst>
              <a:ext uri="{FF2B5EF4-FFF2-40B4-BE49-F238E27FC236}">
                <a16:creationId xmlns:a16="http://schemas.microsoft.com/office/drawing/2014/main" id="{A8A4FBFB-3EED-4668-875C-5AAE54E812C1}"/>
              </a:ext>
            </a:extLst>
          </p:cNvPr>
          <p:cNvSpPr>
            <a:spLocks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10304">
            <a:extLst>
              <a:ext uri="{FF2B5EF4-FFF2-40B4-BE49-F238E27FC236}">
                <a16:creationId xmlns:a16="http://schemas.microsoft.com/office/drawing/2014/main" id="{0E5D3921-F65F-4468-A176-1D2E095FE397}"/>
              </a:ext>
            </a:extLst>
          </p:cNvPr>
          <p:cNvSpPr>
            <a:spLocks/>
          </p:cNvSpPr>
          <p:nvPr/>
        </p:nvSpPr>
        <p:spPr>
          <a:xfrm>
            <a:off x="75620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10305">
            <a:extLst>
              <a:ext uri="{FF2B5EF4-FFF2-40B4-BE49-F238E27FC236}">
                <a16:creationId xmlns:a16="http://schemas.microsoft.com/office/drawing/2014/main" id="{59720265-6895-4DCB-A90D-3A8A2713E713}"/>
              </a:ext>
            </a:extLst>
          </p:cNvPr>
          <p:cNvSpPr>
            <a:spLocks/>
          </p:cNvSpPr>
          <p:nvPr/>
        </p:nvSpPr>
        <p:spPr>
          <a:xfrm>
            <a:off x="76790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10306">
            <a:extLst>
              <a:ext uri="{FF2B5EF4-FFF2-40B4-BE49-F238E27FC236}">
                <a16:creationId xmlns:a16="http://schemas.microsoft.com/office/drawing/2014/main" id="{ED1091C9-5651-47D9-8974-53C4FD3541EB}"/>
              </a:ext>
            </a:extLst>
          </p:cNvPr>
          <p:cNvSpPr>
            <a:spLocks/>
          </p:cNvSpPr>
          <p:nvPr/>
        </p:nvSpPr>
        <p:spPr>
          <a:xfrm>
            <a:off x="75638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10307">
            <a:extLst>
              <a:ext uri="{FF2B5EF4-FFF2-40B4-BE49-F238E27FC236}">
                <a16:creationId xmlns:a16="http://schemas.microsoft.com/office/drawing/2014/main" id="{8080AB57-6DA9-42E7-95D0-137D3C46F34C}"/>
              </a:ext>
            </a:extLst>
          </p:cNvPr>
          <p:cNvSpPr>
            <a:spLocks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10308">
            <a:extLst>
              <a:ext uri="{FF2B5EF4-FFF2-40B4-BE49-F238E27FC236}">
                <a16:creationId xmlns:a16="http://schemas.microsoft.com/office/drawing/2014/main" id="{CEBB1860-DBD4-4C13-A90C-50A8E4B909D2}"/>
              </a:ext>
            </a:extLst>
          </p:cNvPr>
          <p:cNvSpPr>
            <a:spLocks/>
          </p:cNvSpPr>
          <p:nvPr/>
        </p:nvSpPr>
        <p:spPr>
          <a:xfrm>
            <a:off x="7607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10309">
            <a:extLst>
              <a:ext uri="{FF2B5EF4-FFF2-40B4-BE49-F238E27FC236}">
                <a16:creationId xmlns:a16="http://schemas.microsoft.com/office/drawing/2014/main" id="{73CB3C32-8C33-412A-92F0-720DCD96AA16}"/>
              </a:ext>
            </a:extLst>
          </p:cNvPr>
          <p:cNvSpPr>
            <a:spLocks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10310">
            <a:extLst>
              <a:ext uri="{FF2B5EF4-FFF2-40B4-BE49-F238E27FC236}">
                <a16:creationId xmlns:a16="http://schemas.microsoft.com/office/drawing/2014/main" id="{4A014D07-204A-42DA-978B-31E8D64171F7}"/>
              </a:ext>
            </a:extLst>
          </p:cNvPr>
          <p:cNvSpPr>
            <a:spLocks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10311">
            <a:extLst>
              <a:ext uri="{FF2B5EF4-FFF2-40B4-BE49-F238E27FC236}">
                <a16:creationId xmlns:a16="http://schemas.microsoft.com/office/drawing/2014/main" id="{518B6454-BCDE-4A8B-983C-C052E47F570E}"/>
              </a:ext>
            </a:extLst>
          </p:cNvPr>
          <p:cNvSpPr>
            <a:spLocks/>
          </p:cNvSpPr>
          <p:nvPr/>
        </p:nvSpPr>
        <p:spPr>
          <a:xfrm>
            <a:off x="76524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10312">
            <a:extLst>
              <a:ext uri="{FF2B5EF4-FFF2-40B4-BE49-F238E27FC236}">
                <a16:creationId xmlns:a16="http://schemas.microsoft.com/office/drawing/2014/main" id="{5ABAEE8F-C0D1-46A0-96C2-9537D59C0111}"/>
              </a:ext>
            </a:extLst>
          </p:cNvPr>
          <p:cNvSpPr>
            <a:spLocks/>
          </p:cNvSpPr>
          <p:nvPr/>
        </p:nvSpPr>
        <p:spPr>
          <a:xfrm>
            <a:off x="7595245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10313">
            <a:extLst>
              <a:ext uri="{FF2B5EF4-FFF2-40B4-BE49-F238E27FC236}">
                <a16:creationId xmlns:a16="http://schemas.microsoft.com/office/drawing/2014/main" id="{C87CC153-D432-4254-B296-83D104DF1B63}"/>
              </a:ext>
            </a:extLst>
          </p:cNvPr>
          <p:cNvSpPr>
            <a:spLocks/>
          </p:cNvSpPr>
          <p:nvPr/>
        </p:nvSpPr>
        <p:spPr>
          <a:xfrm>
            <a:off x="767707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10314">
            <a:extLst>
              <a:ext uri="{FF2B5EF4-FFF2-40B4-BE49-F238E27FC236}">
                <a16:creationId xmlns:a16="http://schemas.microsoft.com/office/drawing/2014/main" id="{6428D880-2493-43CA-9A05-9AED7090B247}"/>
              </a:ext>
            </a:extLst>
          </p:cNvPr>
          <p:cNvSpPr>
            <a:spLocks/>
          </p:cNvSpPr>
          <p:nvPr/>
        </p:nvSpPr>
        <p:spPr>
          <a:xfrm>
            <a:off x="7652705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10315">
            <a:extLst>
              <a:ext uri="{FF2B5EF4-FFF2-40B4-BE49-F238E27FC236}">
                <a16:creationId xmlns:a16="http://schemas.microsoft.com/office/drawing/2014/main" id="{752E812B-0DD6-4A94-8CAC-896F17A028DC}"/>
              </a:ext>
            </a:extLst>
          </p:cNvPr>
          <p:cNvSpPr>
            <a:spLocks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10316">
            <a:extLst>
              <a:ext uri="{FF2B5EF4-FFF2-40B4-BE49-F238E27FC236}">
                <a16:creationId xmlns:a16="http://schemas.microsoft.com/office/drawing/2014/main" id="{B8669A9C-A3BD-45FA-9961-91BD9855199F}"/>
              </a:ext>
            </a:extLst>
          </p:cNvPr>
          <p:cNvSpPr>
            <a:spLocks/>
          </p:cNvSpPr>
          <p:nvPr/>
        </p:nvSpPr>
        <p:spPr>
          <a:xfrm>
            <a:off x="7650490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10317">
            <a:extLst>
              <a:ext uri="{FF2B5EF4-FFF2-40B4-BE49-F238E27FC236}">
                <a16:creationId xmlns:a16="http://schemas.microsoft.com/office/drawing/2014/main" id="{342B2AE3-48CF-40F2-873E-8AC2D3DFD749}"/>
              </a:ext>
            </a:extLst>
          </p:cNvPr>
          <p:cNvSpPr>
            <a:spLocks/>
          </p:cNvSpPr>
          <p:nvPr/>
        </p:nvSpPr>
        <p:spPr>
          <a:xfrm>
            <a:off x="7584951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10318">
            <a:extLst>
              <a:ext uri="{FF2B5EF4-FFF2-40B4-BE49-F238E27FC236}">
                <a16:creationId xmlns:a16="http://schemas.microsoft.com/office/drawing/2014/main" id="{5AB4F39A-09C3-4370-8E94-6E2980697A87}"/>
              </a:ext>
            </a:extLst>
          </p:cNvPr>
          <p:cNvSpPr>
            <a:spLocks/>
          </p:cNvSpPr>
          <p:nvPr/>
        </p:nvSpPr>
        <p:spPr>
          <a:xfrm>
            <a:off x="75951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10319">
            <a:extLst>
              <a:ext uri="{FF2B5EF4-FFF2-40B4-BE49-F238E27FC236}">
                <a16:creationId xmlns:a16="http://schemas.microsoft.com/office/drawing/2014/main" id="{CCA544C7-E5CD-4C2E-9ED8-D2C651A329D7}"/>
              </a:ext>
            </a:extLst>
          </p:cNvPr>
          <p:cNvSpPr>
            <a:spLocks/>
          </p:cNvSpPr>
          <p:nvPr/>
        </p:nvSpPr>
        <p:spPr>
          <a:xfrm>
            <a:off x="76760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10320">
            <a:extLst>
              <a:ext uri="{FF2B5EF4-FFF2-40B4-BE49-F238E27FC236}">
                <a16:creationId xmlns:a16="http://schemas.microsoft.com/office/drawing/2014/main" id="{29CEBC2D-B1C6-4BFB-BDED-BE47BD97038B}"/>
              </a:ext>
            </a:extLst>
          </p:cNvPr>
          <p:cNvSpPr>
            <a:spLocks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10321">
            <a:extLst>
              <a:ext uri="{FF2B5EF4-FFF2-40B4-BE49-F238E27FC236}">
                <a16:creationId xmlns:a16="http://schemas.microsoft.com/office/drawing/2014/main" id="{EAC843CC-7A51-4BB7-B33A-4114A97DAFBE}"/>
              </a:ext>
            </a:extLst>
          </p:cNvPr>
          <p:cNvSpPr>
            <a:spLocks/>
          </p:cNvSpPr>
          <p:nvPr/>
        </p:nvSpPr>
        <p:spPr>
          <a:xfrm>
            <a:off x="7668732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10322">
            <a:extLst>
              <a:ext uri="{FF2B5EF4-FFF2-40B4-BE49-F238E27FC236}">
                <a16:creationId xmlns:a16="http://schemas.microsoft.com/office/drawing/2014/main" id="{BD1306BD-F55A-40B4-A22A-5E5CDD58571A}"/>
              </a:ext>
            </a:extLst>
          </p:cNvPr>
          <p:cNvSpPr>
            <a:spLocks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10323">
            <a:extLst>
              <a:ext uri="{FF2B5EF4-FFF2-40B4-BE49-F238E27FC236}">
                <a16:creationId xmlns:a16="http://schemas.microsoft.com/office/drawing/2014/main" id="{B55AD3EA-642D-4B47-846D-8854F88B0D61}"/>
              </a:ext>
            </a:extLst>
          </p:cNvPr>
          <p:cNvSpPr>
            <a:spLocks/>
          </p:cNvSpPr>
          <p:nvPr/>
        </p:nvSpPr>
        <p:spPr>
          <a:xfrm>
            <a:off x="767316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10324">
            <a:extLst>
              <a:ext uri="{FF2B5EF4-FFF2-40B4-BE49-F238E27FC236}">
                <a16:creationId xmlns:a16="http://schemas.microsoft.com/office/drawing/2014/main" id="{C22E6992-B222-4119-84FF-777E533F3205}"/>
              </a:ext>
            </a:extLst>
          </p:cNvPr>
          <p:cNvSpPr>
            <a:spLocks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10325">
            <a:extLst>
              <a:ext uri="{FF2B5EF4-FFF2-40B4-BE49-F238E27FC236}">
                <a16:creationId xmlns:a16="http://schemas.microsoft.com/office/drawing/2014/main" id="{8DB4DC8B-7C20-4C05-A806-8C10F0F72215}"/>
              </a:ext>
            </a:extLst>
          </p:cNvPr>
          <p:cNvSpPr>
            <a:spLocks/>
          </p:cNvSpPr>
          <p:nvPr/>
        </p:nvSpPr>
        <p:spPr>
          <a:xfrm>
            <a:off x="7578567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10326">
            <a:extLst>
              <a:ext uri="{FF2B5EF4-FFF2-40B4-BE49-F238E27FC236}">
                <a16:creationId xmlns:a16="http://schemas.microsoft.com/office/drawing/2014/main" id="{DE26C1F7-7454-4B91-9DC0-631F006BCD55}"/>
              </a:ext>
            </a:extLst>
          </p:cNvPr>
          <p:cNvSpPr>
            <a:spLocks/>
          </p:cNvSpPr>
          <p:nvPr/>
        </p:nvSpPr>
        <p:spPr>
          <a:xfrm>
            <a:off x="76543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10327">
            <a:extLst>
              <a:ext uri="{FF2B5EF4-FFF2-40B4-BE49-F238E27FC236}">
                <a16:creationId xmlns:a16="http://schemas.microsoft.com/office/drawing/2014/main" id="{0FD31064-C6A4-42A2-9F65-4AA5C0D4EDAB}"/>
              </a:ext>
            </a:extLst>
          </p:cNvPr>
          <p:cNvSpPr>
            <a:spLocks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10328">
            <a:extLst>
              <a:ext uri="{FF2B5EF4-FFF2-40B4-BE49-F238E27FC236}">
                <a16:creationId xmlns:a16="http://schemas.microsoft.com/office/drawing/2014/main" id="{722126B0-48E6-4430-89C7-FFDAC3692765}"/>
              </a:ext>
            </a:extLst>
          </p:cNvPr>
          <p:cNvSpPr>
            <a:spLocks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10329">
            <a:extLst>
              <a:ext uri="{FF2B5EF4-FFF2-40B4-BE49-F238E27FC236}">
                <a16:creationId xmlns:a16="http://schemas.microsoft.com/office/drawing/2014/main" id="{1BB516EE-4BE2-49FF-9B88-FC64C0EB2E83}"/>
              </a:ext>
            </a:extLst>
          </p:cNvPr>
          <p:cNvSpPr>
            <a:spLocks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10330">
            <a:extLst>
              <a:ext uri="{FF2B5EF4-FFF2-40B4-BE49-F238E27FC236}">
                <a16:creationId xmlns:a16="http://schemas.microsoft.com/office/drawing/2014/main" id="{22D26D18-AE4F-456B-B400-3BA5F8138AC7}"/>
              </a:ext>
            </a:extLst>
          </p:cNvPr>
          <p:cNvSpPr>
            <a:spLocks/>
          </p:cNvSpPr>
          <p:nvPr/>
        </p:nvSpPr>
        <p:spPr>
          <a:xfrm>
            <a:off x="75736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10331">
            <a:extLst>
              <a:ext uri="{FF2B5EF4-FFF2-40B4-BE49-F238E27FC236}">
                <a16:creationId xmlns:a16="http://schemas.microsoft.com/office/drawing/2014/main" id="{E1D590D2-8BDA-4FC1-95B8-FB0364512A39}"/>
              </a:ext>
            </a:extLst>
          </p:cNvPr>
          <p:cNvSpPr>
            <a:spLocks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10332">
            <a:extLst>
              <a:ext uri="{FF2B5EF4-FFF2-40B4-BE49-F238E27FC236}">
                <a16:creationId xmlns:a16="http://schemas.microsoft.com/office/drawing/2014/main" id="{281D6932-215B-47DB-BD2C-4950F4C1FF0B}"/>
              </a:ext>
            </a:extLst>
          </p:cNvPr>
          <p:cNvSpPr>
            <a:spLocks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10333">
            <a:extLst>
              <a:ext uri="{FF2B5EF4-FFF2-40B4-BE49-F238E27FC236}">
                <a16:creationId xmlns:a16="http://schemas.microsoft.com/office/drawing/2014/main" id="{7BD68BC1-E8E8-4203-A7C7-AF1B1D0C9F72}"/>
              </a:ext>
            </a:extLst>
          </p:cNvPr>
          <p:cNvSpPr>
            <a:spLocks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10334">
            <a:extLst>
              <a:ext uri="{FF2B5EF4-FFF2-40B4-BE49-F238E27FC236}">
                <a16:creationId xmlns:a16="http://schemas.microsoft.com/office/drawing/2014/main" id="{086CF9F9-8FCF-4837-AA28-B8A2986CE33C}"/>
              </a:ext>
            </a:extLst>
          </p:cNvPr>
          <p:cNvSpPr>
            <a:spLocks/>
          </p:cNvSpPr>
          <p:nvPr/>
        </p:nvSpPr>
        <p:spPr>
          <a:xfrm>
            <a:off x="75935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10335">
            <a:extLst>
              <a:ext uri="{FF2B5EF4-FFF2-40B4-BE49-F238E27FC236}">
                <a16:creationId xmlns:a16="http://schemas.microsoft.com/office/drawing/2014/main" id="{32B557A8-F8E4-4B55-99A7-A1FFD601A40C}"/>
              </a:ext>
            </a:extLst>
          </p:cNvPr>
          <p:cNvSpPr>
            <a:spLocks/>
          </p:cNvSpPr>
          <p:nvPr/>
        </p:nvSpPr>
        <p:spPr>
          <a:xfrm>
            <a:off x="7686322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10336">
            <a:extLst>
              <a:ext uri="{FF2B5EF4-FFF2-40B4-BE49-F238E27FC236}">
                <a16:creationId xmlns:a16="http://schemas.microsoft.com/office/drawing/2014/main" id="{8DA68B4A-15FC-4CAF-9FA4-C3CD69E7FB7F}"/>
              </a:ext>
            </a:extLst>
          </p:cNvPr>
          <p:cNvSpPr>
            <a:spLocks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10337">
            <a:extLst>
              <a:ext uri="{FF2B5EF4-FFF2-40B4-BE49-F238E27FC236}">
                <a16:creationId xmlns:a16="http://schemas.microsoft.com/office/drawing/2014/main" id="{F3A7ED5F-418A-41CB-925F-0E525E94B91A}"/>
              </a:ext>
            </a:extLst>
          </p:cNvPr>
          <p:cNvSpPr>
            <a:spLocks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10338">
            <a:extLst>
              <a:ext uri="{FF2B5EF4-FFF2-40B4-BE49-F238E27FC236}">
                <a16:creationId xmlns:a16="http://schemas.microsoft.com/office/drawing/2014/main" id="{E90CB19B-F982-46E8-B867-10396A5FD9E0}"/>
              </a:ext>
            </a:extLst>
          </p:cNvPr>
          <p:cNvSpPr>
            <a:spLocks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10339">
            <a:extLst>
              <a:ext uri="{FF2B5EF4-FFF2-40B4-BE49-F238E27FC236}">
                <a16:creationId xmlns:a16="http://schemas.microsoft.com/office/drawing/2014/main" id="{F5CC5CB0-B621-4D1D-9205-BA975BBB1198}"/>
              </a:ext>
            </a:extLst>
          </p:cNvPr>
          <p:cNvSpPr>
            <a:spLocks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10340">
            <a:extLst>
              <a:ext uri="{FF2B5EF4-FFF2-40B4-BE49-F238E27FC236}">
                <a16:creationId xmlns:a16="http://schemas.microsoft.com/office/drawing/2014/main" id="{8943D0D3-BEF6-433F-809F-6DC0C1368016}"/>
              </a:ext>
            </a:extLst>
          </p:cNvPr>
          <p:cNvSpPr>
            <a:spLocks/>
          </p:cNvSpPr>
          <p:nvPr/>
        </p:nvSpPr>
        <p:spPr>
          <a:xfrm>
            <a:off x="766065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10341">
            <a:extLst>
              <a:ext uri="{FF2B5EF4-FFF2-40B4-BE49-F238E27FC236}">
                <a16:creationId xmlns:a16="http://schemas.microsoft.com/office/drawing/2014/main" id="{8ED9FC58-BB31-41E6-976F-41D19089EAB5}"/>
              </a:ext>
            </a:extLst>
          </p:cNvPr>
          <p:cNvSpPr>
            <a:spLocks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10342">
            <a:extLst>
              <a:ext uri="{FF2B5EF4-FFF2-40B4-BE49-F238E27FC236}">
                <a16:creationId xmlns:a16="http://schemas.microsoft.com/office/drawing/2014/main" id="{FD6CCBBB-D071-4AC4-861D-4965BFB5BE4F}"/>
              </a:ext>
            </a:extLst>
          </p:cNvPr>
          <p:cNvSpPr>
            <a:spLocks/>
          </p:cNvSpPr>
          <p:nvPr/>
        </p:nvSpPr>
        <p:spPr>
          <a:xfrm>
            <a:off x="7679937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10343">
            <a:extLst>
              <a:ext uri="{FF2B5EF4-FFF2-40B4-BE49-F238E27FC236}">
                <a16:creationId xmlns:a16="http://schemas.microsoft.com/office/drawing/2014/main" id="{EC014C9B-0914-46C7-8672-E77A8913159E}"/>
              </a:ext>
            </a:extLst>
          </p:cNvPr>
          <p:cNvSpPr>
            <a:spLocks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10344">
            <a:extLst>
              <a:ext uri="{FF2B5EF4-FFF2-40B4-BE49-F238E27FC236}">
                <a16:creationId xmlns:a16="http://schemas.microsoft.com/office/drawing/2014/main" id="{047B134D-782B-4DB9-88F5-63C0E789FD9A}"/>
              </a:ext>
            </a:extLst>
          </p:cNvPr>
          <p:cNvSpPr>
            <a:spLocks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10345">
            <a:extLst>
              <a:ext uri="{FF2B5EF4-FFF2-40B4-BE49-F238E27FC236}">
                <a16:creationId xmlns:a16="http://schemas.microsoft.com/office/drawing/2014/main" id="{552081F2-3693-48B6-85A3-1AF63B9C6352}"/>
              </a:ext>
            </a:extLst>
          </p:cNvPr>
          <p:cNvSpPr>
            <a:spLocks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10346">
            <a:extLst>
              <a:ext uri="{FF2B5EF4-FFF2-40B4-BE49-F238E27FC236}">
                <a16:creationId xmlns:a16="http://schemas.microsoft.com/office/drawing/2014/main" id="{AB971BB1-8B45-462B-9B7F-55E0F120E7B0}"/>
              </a:ext>
            </a:extLst>
          </p:cNvPr>
          <p:cNvSpPr>
            <a:spLocks/>
          </p:cNvSpPr>
          <p:nvPr/>
        </p:nvSpPr>
        <p:spPr>
          <a:xfrm>
            <a:off x="7596547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10347">
            <a:extLst>
              <a:ext uri="{FF2B5EF4-FFF2-40B4-BE49-F238E27FC236}">
                <a16:creationId xmlns:a16="http://schemas.microsoft.com/office/drawing/2014/main" id="{29B068E0-62AF-4D0B-9884-16F821CFE252}"/>
              </a:ext>
            </a:extLst>
          </p:cNvPr>
          <p:cNvSpPr>
            <a:spLocks/>
          </p:cNvSpPr>
          <p:nvPr/>
        </p:nvSpPr>
        <p:spPr>
          <a:xfrm>
            <a:off x="76257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10348">
            <a:extLst>
              <a:ext uri="{FF2B5EF4-FFF2-40B4-BE49-F238E27FC236}">
                <a16:creationId xmlns:a16="http://schemas.microsoft.com/office/drawing/2014/main" id="{71C221A6-847A-42B0-9E22-833495BA1C22}"/>
              </a:ext>
            </a:extLst>
          </p:cNvPr>
          <p:cNvSpPr>
            <a:spLocks/>
          </p:cNvSpPr>
          <p:nvPr/>
        </p:nvSpPr>
        <p:spPr>
          <a:xfrm>
            <a:off x="760931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10349">
            <a:extLst>
              <a:ext uri="{FF2B5EF4-FFF2-40B4-BE49-F238E27FC236}">
                <a16:creationId xmlns:a16="http://schemas.microsoft.com/office/drawing/2014/main" id="{9AFBB201-DEE5-475D-90A4-A98F92BD4C9F}"/>
              </a:ext>
            </a:extLst>
          </p:cNvPr>
          <p:cNvSpPr>
            <a:spLocks/>
          </p:cNvSpPr>
          <p:nvPr/>
        </p:nvSpPr>
        <p:spPr>
          <a:xfrm>
            <a:off x="766560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10350">
            <a:extLst>
              <a:ext uri="{FF2B5EF4-FFF2-40B4-BE49-F238E27FC236}">
                <a16:creationId xmlns:a16="http://schemas.microsoft.com/office/drawing/2014/main" id="{C376E0A7-B1DE-469D-A113-A01A35D15810}"/>
              </a:ext>
            </a:extLst>
          </p:cNvPr>
          <p:cNvSpPr>
            <a:spLocks/>
          </p:cNvSpPr>
          <p:nvPr/>
        </p:nvSpPr>
        <p:spPr>
          <a:xfrm>
            <a:off x="7573355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10351">
            <a:extLst>
              <a:ext uri="{FF2B5EF4-FFF2-40B4-BE49-F238E27FC236}">
                <a16:creationId xmlns:a16="http://schemas.microsoft.com/office/drawing/2014/main" id="{7092F725-4FE0-4139-B111-1482688FB2BA}"/>
              </a:ext>
            </a:extLst>
          </p:cNvPr>
          <p:cNvSpPr>
            <a:spLocks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10352">
            <a:extLst>
              <a:ext uri="{FF2B5EF4-FFF2-40B4-BE49-F238E27FC236}">
                <a16:creationId xmlns:a16="http://schemas.microsoft.com/office/drawing/2014/main" id="{586198E4-DE42-4767-8192-59B56B40DE4B}"/>
              </a:ext>
            </a:extLst>
          </p:cNvPr>
          <p:cNvSpPr>
            <a:spLocks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10353">
            <a:extLst>
              <a:ext uri="{FF2B5EF4-FFF2-40B4-BE49-F238E27FC236}">
                <a16:creationId xmlns:a16="http://schemas.microsoft.com/office/drawing/2014/main" id="{BBF7C0FA-FC50-4F6B-982E-0D7B100B8A34}"/>
              </a:ext>
            </a:extLst>
          </p:cNvPr>
          <p:cNvSpPr>
            <a:spLocks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10354">
            <a:extLst>
              <a:ext uri="{FF2B5EF4-FFF2-40B4-BE49-F238E27FC236}">
                <a16:creationId xmlns:a16="http://schemas.microsoft.com/office/drawing/2014/main" id="{C2E22CAF-3E69-4A13-ABB3-CFAAD8EC93E7}"/>
              </a:ext>
            </a:extLst>
          </p:cNvPr>
          <p:cNvSpPr>
            <a:spLocks/>
          </p:cNvSpPr>
          <p:nvPr/>
        </p:nvSpPr>
        <p:spPr>
          <a:xfrm>
            <a:off x="76747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10355">
            <a:extLst>
              <a:ext uri="{FF2B5EF4-FFF2-40B4-BE49-F238E27FC236}">
                <a16:creationId xmlns:a16="http://schemas.microsoft.com/office/drawing/2014/main" id="{BD6518D6-7C15-4974-A917-B7DE31D7C424}"/>
              </a:ext>
            </a:extLst>
          </p:cNvPr>
          <p:cNvSpPr>
            <a:spLocks/>
          </p:cNvSpPr>
          <p:nvPr/>
        </p:nvSpPr>
        <p:spPr>
          <a:xfrm>
            <a:off x="765505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10356">
            <a:extLst>
              <a:ext uri="{FF2B5EF4-FFF2-40B4-BE49-F238E27FC236}">
                <a16:creationId xmlns:a16="http://schemas.microsoft.com/office/drawing/2014/main" id="{B87A61D4-A0F8-4C75-9322-1CF52E1A6196}"/>
              </a:ext>
            </a:extLst>
          </p:cNvPr>
          <p:cNvSpPr>
            <a:spLocks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10357">
            <a:extLst>
              <a:ext uri="{FF2B5EF4-FFF2-40B4-BE49-F238E27FC236}">
                <a16:creationId xmlns:a16="http://schemas.microsoft.com/office/drawing/2014/main" id="{C0D16623-C3CF-4C65-A78F-7B53A2A76810}"/>
              </a:ext>
            </a:extLst>
          </p:cNvPr>
          <p:cNvSpPr>
            <a:spLocks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10358">
            <a:extLst>
              <a:ext uri="{FF2B5EF4-FFF2-40B4-BE49-F238E27FC236}">
                <a16:creationId xmlns:a16="http://schemas.microsoft.com/office/drawing/2014/main" id="{000EE3FF-9BED-458F-94D5-EF83CDAF9392}"/>
              </a:ext>
            </a:extLst>
          </p:cNvPr>
          <p:cNvSpPr>
            <a:spLocks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10359">
            <a:extLst>
              <a:ext uri="{FF2B5EF4-FFF2-40B4-BE49-F238E27FC236}">
                <a16:creationId xmlns:a16="http://schemas.microsoft.com/office/drawing/2014/main" id="{A93F46B2-A52E-4D8A-ABA7-CC798392A1E7}"/>
              </a:ext>
            </a:extLst>
          </p:cNvPr>
          <p:cNvSpPr>
            <a:spLocks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10360">
            <a:extLst>
              <a:ext uri="{FF2B5EF4-FFF2-40B4-BE49-F238E27FC236}">
                <a16:creationId xmlns:a16="http://schemas.microsoft.com/office/drawing/2014/main" id="{98A95F8B-13B4-4A42-8B29-3C88B305BDF2}"/>
              </a:ext>
            </a:extLst>
          </p:cNvPr>
          <p:cNvSpPr>
            <a:spLocks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10361">
            <a:extLst>
              <a:ext uri="{FF2B5EF4-FFF2-40B4-BE49-F238E27FC236}">
                <a16:creationId xmlns:a16="http://schemas.microsoft.com/office/drawing/2014/main" id="{D7FF83CB-8AF5-45A2-8E3F-661B64AC1875}"/>
              </a:ext>
            </a:extLst>
          </p:cNvPr>
          <p:cNvSpPr>
            <a:spLocks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10362">
            <a:extLst>
              <a:ext uri="{FF2B5EF4-FFF2-40B4-BE49-F238E27FC236}">
                <a16:creationId xmlns:a16="http://schemas.microsoft.com/office/drawing/2014/main" id="{9994A85F-2790-420D-BE69-E123E7ED3095}"/>
              </a:ext>
            </a:extLst>
          </p:cNvPr>
          <p:cNvSpPr>
            <a:spLocks/>
          </p:cNvSpPr>
          <p:nvPr/>
        </p:nvSpPr>
        <p:spPr>
          <a:xfrm>
            <a:off x="7647624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10363">
            <a:extLst>
              <a:ext uri="{FF2B5EF4-FFF2-40B4-BE49-F238E27FC236}">
                <a16:creationId xmlns:a16="http://schemas.microsoft.com/office/drawing/2014/main" id="{F22893D5-E7CE-488D-A238-D5178A22D4D2}"/>
              </a:ext>
            </a:extLst>
          </p:cNvPr>
          <p:cNvSpPr>
            <a:spLocks/>
          </p:cNvSpPr>
          <p:nvPr/>
        </p:nvSpPr>
        <p:spPr>
          <a:xfrm>
            <a:off x="7664823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10364">
            <a:extLst>
              <a:ext uri="{FF2B5EF4-FFF2-40B4-BE49-F238E27FC236}">
                <a16:creationId xmlns:a16="http://schemas.microsoft.com/office/drawing/2014/main" id="{407AB656-91FB-4015-B405-F51D3EE833F5}"/>
              </a:ext>
            </a:extLst>
          </p:cNvPr>
          <p:cNvSpPr>
            <a:spLocks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10365">
            <a:extLst>
              <a:ext uri="{FF2B5EF4-FFF2-40B4-BE49-F238E27FC236}">
                <a16:creationId xmlns:a16="http://schemas.microsoft.com/office/drawing/2014/main" id="{1F9F1AAC-B620-4CA7-95F9-A6FA2A94F398}"/>
              </a:ext>
            </a:extLst>
          </p:cNvPr>
          <p:cNvSpPr>
            <a:spLocks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10366">
            <a:extLst>
              <a:ext uri="{FF2B5EF4-FFF2-40B4-BE49-F238E27FC236}">
                <a16:creationId xmlns:a16="http://schemas.microsoft.com/office/drawing/2014/main" id="{A46A0984-861A-4AD6-884B-5DE825BAFA03}"/>
              </a:ext>
            </a:extLst>
          </p:cNvPr>
          <p:cNvSpPr>
            <a:spLocks/>
          </p:cNvSpPr>
          <p:nvPr/>
        </p:nvSpPr>
        <p:spPr>
          <a:xfrm>
            <a:off x="764736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10367">
            <a:extLst>
              <a:ext uri="{FF2B5EF4-FFF2-40B4-BE49-F238E27FC236}">
                <a16:creationId xmlns:a16="http://schemas.microsoft.com/office/drawing/2014/main" id="{E12119A9-F4AD-4FED-80E7-BCC963E8D292}"/>
              </a:ext>
            </a:extLst>
          </p:cNvPr>
          <p:cNvSpPr>
            <a:spLocks/>
          </p:cNvSpPr>
          <p:nvPr/>
        </p:nvSpPr>
        <p:spPr>
          <a:xfrm>
            <a:off x="7680980" y="553698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10368">
            <a:extLst>
              <a:ext uri="{FF2B5EF4-FFF2-40B4-BE49-F238E27FC236}">
                <a16:creationId xmlns:a16="http://schemas.microsoft.com/office/drawing/2014/main" id="{4A032241-49EF-474E-BCA0-2DFEC793901F}"/>
              </a:ext>
            </a:extLst>
          </p:cNvPr>
          <p:cNvSpPr>
            <a:spLocks/>
          </p:cNvSpPr>
          <p:nvPr/>
        </p:nvSpPr>
        <p:spPr>
          <a:xfrm>
            <a:off x="768658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10369">
            <a:extLst>
              <a:ext uri="{FF2B5EF4-FFF2-40B4-BE49-F238E27FC236}">
                <a16:creationId xmlns:a16="http://schemas.microsoft.com/office/drawing/2014/main" id="{7A57151D-048C-4429-85DF-D24738639090}"/>
              </a:ext>
            </a:extLst>
          </p:cNvPr>
          <p:cNvSpPr>
            <a:spLocks/>
          </p:cNvSpPr>
          <p:nvPr/>
        </p:nvSpPr>
        <p:spPr>
          <a:xfrm>
            <a:off x="760605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10370">
            <a:extLst>
              <a:ext uri="{FF2B5EF4-FFF2-40B4-BE49-F238E27FC236}">
                <a16:creationId xmlns:a16="http://schemas.microsoft.com/office/drawing/2014/main" id="{C05BAC5A-12EA-4655-B9DF-2001BF23FA16}"/>
              </a:ext>
            </a:extLst>
          </p:cNvPr>
          <p:cNvSpPr>
            <a:spLocks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10371">
            <a:extLst>
              <a:ext uri="{FF2B5EF4-FFF2-40B4-BE49-F238E27FC236}">
                <a16:creationId xmlns:a16="http://schemas.microsoft.com/office/drawing/2014/main" id="{F475F470-2B4D-4696-B53E-D48B893CF2E6}"/>
              </a:ext>
            </a:extLst>
          </p:cNvPr>
          <p:cNvSpPr>
            <a:spLocks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10372">
            <a:extLst>
              <a:ext uri="{FF2B5EF4-FFF2-40B4-BE49-F238E27FC236}">
                <a16:creationId xmlns:a16="http://schemas.microsoft.com/office/drawing/2014/main" id="{E6EAC9A0-5017-4EB5-A8C8-3C5967052F07}"/>
              </a:ext>
            </a:extLst>
          </p:cNvPr>
          <p:cNvSpPr>
            <a:spLocks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10373">
            <a:extLst>
              <a:ext uri="{FF2B5EF4-FFF2-40B4-BE49-F238E27FC236}">
                <a16:creationId xmlns:a16="http://schemas.microsoft.com/office/drawing/2014/main" id="{DF5898D0-0144-4D25-BE63-26F8616CD787}"/>
              </a:ext>
            </a:extLst>
          </p:cNvPr>
          <p:cNvSpPr>
            <a:spLocks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10374">
            <a:extLst>
              <a:ext uri="{FF2B5EF4-FFF2-40B4-BE49-F238E27FC236}">
                <a16:creationId xmlns:a16="http://schemas.microsoft.com/office/drawing/2014/main" id="{13ED8581-CC5F-4050-A165-08704A5A4C0A}"/>
              </a:ext>
            </a:extLst>
          </p:cNvPr>
          <p:cNvSpPr>
            <a:spLocks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10375">
            <a:extLst>
              <a:ext uri="{FF2B5EF4-FFF2-40B4-BE49-F238E27FC236}">
                <a16:creationId xmlns:a16="http://schemas.microsoft.com/office/drawing/2014/main" id="{04D7D7C5-059E-49F5-9160-20FD3D5FF2AB}"/>
              </a:ext>
            </a:extLst>
          </p:cNvPr>
          <p:cNvSpPr>
            <a:spLocks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10376">
            <a:extLst>
              <a:ext uri="{FF2B5EF4-FFF2-40B4-BE49-F238E27FC236}">
                <a16:creationId xmlns:a16="http://schemas.microsoft.com/office/drawing/2014/main" id="{4419E23B-36A8-45B2-9409-FA60998A914C}"/>
              </a:ext>
            </a:extLst>
          </p:cNvPr>
          <p:cNvSpPr>
            <a:spLocks/>
          </p:cNvSpPr>
          <p:nvPr/>
        </p:nvSpPr>
        <p:spPr>
          <a:xfrm>
            <a:off x="7578827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10377">
            <a:extLst>
              <a:ext uri="{FF2B5EF4-FFF2-40B4-BE49-F238E27FC236}">
                <a16:creationId xmlns:a16="http://schemas.microsoft.com/office/drawing/2014/main" id="{90DBF401-94A1-4D4E-B7F9-DAF6669A483C}"/>
              </a:ext>
            </a:extLst>
          </p:cNvPr>
          <p:cNvSpPr>
            <a:spLocks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10378">
            <a:extLst>
              <a:ext uri="{FF2B5EF4-FFF2-40B4-BE49-F238E27FC236}">
                <a16:creationId xmlns:a16="http://schemas.microsoft.com/office/drawing/2014/main" id="{9FFC5688-CF39-44DC-BFB7-F8E0447455DC}"/>
              </a:ext>
            </a:extLst>
          </p:cNvPr>
          <p:cNvSpPr>
            <a:spLocks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10379">
            <a:extLst>
              <a:ext uri="{FF2B5EF4-FFF2-40B4-BE49-F238E27FC236}">
                <a16:creationId xmlns:a16="http://schemas.microsoft.com/office/drawing/2014/main" id="{376CB16A-533C-4C48-8900-91BDD7F4C0D8}"/>
              </a:ext>
            </a:extLst>
          </p:cNvPr>
          <p:cNvSpPr>
            <a:spLocks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10380">
            <a:extLst>
              <a:ext uri="{FF2B5EF4-FFF2-40B4-BE49-F238E27FC236}">
                <a16:creationId xmlns:a16="http://schemas.microsoft.com/office/drawing/2014/main" id="{B8649FDF-BFBB-4AC8-97C4-0FA0D6F56AA1}"/>
              </a:ext>
            </a:extLst>
          </p:cNvPr>
          <p:cNvSpPr>
            <a:spLocks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10381">
            <a:extLst>
              <a:ext uri="{FF2B5EF4-FFF2-40B4-BE49-F238E27FC236}">
                <a16:creationId xmlns:a16="http://schemas.microsoft.com/office/drawing/2014/main" id="{FFFD302B-DF7C-4C30-82C2-F33717CA16B1}"/>
              </a:ext>
            </a:extLst>
          </p:cNvPr>
          <p:cNvSpPr>
            <a:spLocks/>
          </p:cNvSpPr>
          <p:nvPr/>
        </p:nvSpPr>
        <p:spPr>
          <a:xfrm>
            <a:off x="756175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10382">
            <a:extLst>
              <a:ext uri="{FF2B5EF4-FFF2-40B4-BE49-F238E27FC236}">
                <a16:creationId xmlns:a16="http://schemas.microsoft.com/office/drawing/2014/main" id="{AFD55601-3B0A-4196-A731-099BA35DB0AF}"/>
              </a:ext>
            </a:extLst>
          </p:cNvPr>
          <p:cNvSpPr>
            <a:spLocks/>
          </p:cNvSpPr>
          <p:nvPr/>
        </p:nvSpPr>
        <p:spPr>
          <a:xfrm>
            <a:off x="82685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10383">
            <a:extLst>
              <a:ext uri="{FF2B5EF4-FFF2-40B4-BE49-F238E27FC236}">
                <a16:creationId xmlns:a16="http://schemas.microsoft.com/office/drawing/2014/main" id="{27252967-B4FB-487C-8937-7BA8E3DB1468}"/>
              </a:ext>
            </a:extLst>
          </p:cNvPr>
          <p:cNvSpPr>
            <a:spLocks/>
          </p:cNvSpPr>
          <p:nvPr/>
        </p:nvSpPr>
        <p:spPr>
          <a:xfrm>
            <a:off x="83518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10384">
            <a:extLst>
              <a:ext uri="{FF2B5EF4-FFF2-40B4-BE49-F238E27FC236}">
                <a16:creationId xmlns:a16="http://schemas.microsoft.com/office/drawing/2014/main" id="{D80D9E5B-46D3-41FB-B5FF-491788AE91CC}"/>
              </a:ext>
            </a:extLst>
          </p:cNvPr>
          <p:cNvSpPr>
            <a:spLocks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10385">
            <a:extLst>
              <a:ext uri="{FF2B5EF4-FFF2-40B4-BE49-F238E27FC236}">
                <a16:creationId xmlns:a16="http://schemas.microsoft.com/office/drawing/2014/main" id="{D66D5448-29F0-46C7-B5AE-6718EEF6F152}"/>
              </a:ext>
            </a:extLst>
          </p:cNvPr>
          <p:cNvSpPr>
            <a:spLocks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10386">
            <a:extLst>
              <a:ext uri="{FF2B5EF4-FFF2-40B4-BE49-F238E27FC236}">
                <a16:creationId xmlns:a16="http://schemas.microsoft.com/office/drawing/2014/main" id="{D2D99244-E714-437D-8146-9A202EEE5490}"/>
              </a:ext>
            </a:extLst>
          </p:cNvPr>
          <p:cNvSpPr>
            <a:spLocks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10387">
            <a:extLst>
              <a:ext uri="{FF2B5EF4-FFF2-40B4-BE49-F238E27FC236}">
                <a16:creationId xmlns:a16="http://schemas.microsoft.com/office/drawing/2014/main" id="{086DD1D2-72E5-48D8-BCFE-FA4C3603E071}"/>
              </a:ext>
            </a:extLst>
          </p:cNvPr>
          <p:cNvSpPr>
            <a:spLocks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10388">
            <a:extLst>
              <a:ext uri="{FF2B5EF4-FFF2-40B4-BE49-F238E27FC236}">
                <a16:creationId xmlns:a16="http://schemas.microsoft.com/office/drawing/2014/main" id="{F2FBE62E-D2C4-4FF7-82E4-C890D291420B}"/>
              </a:ext>
            </a:extLst>
          </p:cNvPr>
          <p:cNvSpPr>
            <a:spLocks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10389">
            <a:extLst>
              <a:ext uri="{FF2B5EF4-FFF2-40B4-BE49-F238E27FC236}">
                <a16:creationId xmlns:a16="http://schemas.microsoft.com/office/drawing/2014/main" id="{9BE8F912-FABD-4C52-9A6F-AE8C38647F3D}"/>
              </a:ext>
            </a:extLst>
          </p:cNvPr>
          <p:cNvSpPr>
            <a:spLocks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10390">
            <a:extLst>
              <a:ext uri="{FF2B5EF4-FFF2-40B4-BE49-F238E27FC236}">
                <a16:creationId xmlns:a16="http://schemas.microsoft.com/office/drawing/2014/main" id="{5580149E-56F7-4281-900B-F382D14DB4A3}"/>
              </a:ext>
            </a:extLst>
          </p:cNvPr>
          <p:cNvSpPr>
            <a:spLocks/>
          </p:cNvSpPr>
          <p:nvPr/>
        </p:nvSpPr>
        <p:spPr>
          <a:xfrm>
            <a:off x="824569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10391">
            <a:extLst>
              <a:ext uri="{FF2B5EF4-FFF2-40B4-BE49-F238E27FC236}">
                <a16:creationId xmlns:a16="http://schemas.microsoft.com/office/drawing/2014/main" id="{D7853252-F700-4638-9669-E8E60956C064}"/>
              </a:ext>
            </a:extLst>
          </p:cNvPr>
          <p:cNvSpPr>
            <a:spLocks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10392">
            <a:extLst>
              <a:ext uri="{FF2B5EF4-FFF2-40B4-BE49-F238E27FC236}">
                <a16:creationId xmlns:a16="http://schemas.microsoft.com/office/drawing/2014/main" id="{8F6A3EA1-65D1-467B-A5F5-5D1D024FE8EC}"/>
              </a:ext>
            </a:extLst>
          </p:cNvPr>
          <p:cNvSpPr>
            <a:spLocks/>
          </p:cNvSpPr>
          <p:nvPr/>
        </p:nvSpPr>
        <p:spPr>
          <a:xfrm>
            <a:off x="8245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10393">
            <a:extLst>
              <a:ext uri="{FF2B5EF4-FFF2-40B4-BE49-F238E27FC236}">
                <a16:creationId xmlns:a16="http://schemas.microsoft.com/office/drawing/2014/main" id="{E20CA163-90E5-4995-89AF-5BA87308409A}"/>
              </a:ext>
            </a:extLst>
          </p:cNvPr>
          <p:cNvSpPr>
            <a:spLocks/>
          </p:cNvSpPr>
          <p:nvPr/>
        </p:nvSpPr>
        <p:spPr>
          <a:xfrm>
            <a:off x="83190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10394">
            <a:extLst>
              <a:ext uri="{FF2B5EF4-FFF2-40B4-BE49-F238E27FC236}">
                <a16:creationId xmlns:a16="http://schemas.microsoft.com/office/drawing/2014/main" id="{9D524AB1-B1F5-4BAC-9565-E582BDB89A9B}"/>
              </a:ext>
            </a:extLst>
          </p:cNvPr>
          <p:cNvSpPr>
            <a:spLocks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10395">
            <a:extLst>
              <a:ext uri="{FF2B5EF4-FFF2-40B4-BE49-F238E27FC236}">
                <a16:creationId xmlns:a16="http://schemas.microsoft.com/office/drawing/2014/main" id="{C143FC85-9385-4FDA-A4EC-5FF57C6BB379}"/>
              </a:ext>
            </a:extLst>
          </p:cNvPr>
          <p:cNvSpPr>
            <a:spLocks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10396">
            <a:extLst>
              <a:ext uri="{FF2B5EF4-FFF2-40B4-BE49-F238E27FC236}">
                <a16:creationId xmlns:a16="http://schemas.microsoft.com/office/drawing/2014/main" id="{3B6671F1-37B0-4316-85D1-1C825FEEE72A}"/>
              </a:ext>
            </a:extLst>
          </p:cNvPr>
          <p:cNvSpPr>
            <a:spLocks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10397">
            <a:extLst>
              <a:ext uri="{FF2B5EF4-FFF2-40B4-BE49-F238E27FC236}">
                <a16:creationId xmlns:a16="http://schemas.microsoft.com/office/drawing/2014/main" id="{873AB164-149F-4F51-AB5F-E55A470A86F0}"/>
              </a:ext>
            </a:extLst>
          </p:cNvPr>
          <p:cNvSpPr>
            <a:spLocks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10398">
            <a:extLst>
              <a:ext uri="{FF2B5EF4-FFF2-40B4-BE49-F238E27FC236}">
                <a16:creationId xmlns:a16="http://schemas.microsoft.com/office/drawing/2014/main" id="{AD87DF65-F127-4046-A4F9-620C15500CDE}"/>
              </a:ext>
            </a:extLst>
          </p:cNvPr>
          <p:cNvSpPr>
            <a:spLocks/>
          </p:cNvSpPr>
          <p:nvPr/>
        </p:nvSpPr>
        <p:spPr>
          <a:xfrm>
            <a:off x="824504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10399">
            <a:extLst>
              <a:ext uri="{FF2B5EF4-FFF2-40B4-BE49-F238E27FC236}">
                <a16:creationId xmlns:a16="http://schemas.microsoft.com/office/drawing/2014/main" id="{BB7BE181-81ED-45B8-85D1-7E8254E23E3C}"/>
              </a:ext>
            </a:extLst>
          </p:cNvPr>
          <p:cNvSpPr>
            <a:spLocks/>
          </p:cNvSpPr>
          <p:nvPr/>
        </p:nvSpPr>
        <p:spPr>
          <a:xfrm>
            <a:off x="8362053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10400">
            <a:extLst>
              <a:ext uri="{FF2B5EF4-FFF2-40B4-BE49-F238E27FC236}">
                <a16:creationId xmlns:a16="http://schemas.microsoft.com/office/drawing/2014/main" id="{E24032C5-98F2-4C51-BE6E-33CCA01D5D2F}"/>
              </a:ext>
            </a:extLst>
          </p:cNvPr>
          <p:cNvSpPr>
            <a:spLocks/>
          </p:cNvSpPr>
          <p:nvPr/>
        </p:nvSpPr>
        <p:spPr>
          <a:xfrm>
            <a:off x="82468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10401">
            <a:extLst>
              <a:ext uri="{FF2B5EF4-FFF2-40B4-BE49-F238E27FC236}">
                <a16:creationId xmlns:a16="http://schemas.microsoft.com/office/drawing/2014/main" id="{796DAEF0-7AAB-40DE-9EA1-D2937D207451}"/>
              </a:ext>
            </a:extLst>
          </p:cNvPr>
          <p:cNvSpPr>
            <a:spLocks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10402">
            <a:extLst>
              <a:ext uri="{FF2B5EF4-FFF2-40B4-BE49-F238E27FC236}">
                <a16:creationId xmlns:a16="http://schemas.microsoft.com/office/drawing/2014/main" id="{76DAD6D1-CE7B-474E-B6C6-1C4822B0EB57}"/>
              </a:ext>
            </a:extLst>
          </p:cNvPr>
          <p:cNvSpPr>
            <a:spLocks/>
          </p:cNvSpPr>
          <p:nvPr/>
        </p:nvSpPr>
        <p:spPr>
          <a:xfrm>
            <a:off x="8290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10403">
            <a:extLst>
              <a:ext uri="{FF2B5EF4-FFF2-40B4-BE49-F238E27FC236}">
                <a16:creationId xmlns:a16="http://schemas.microsoft.com/office/drawing/2014/main" id="{9B0E1C85-E4AF-4EA8-87E7-8349708905D7}"/>
              </a:ext>
            </a:extLst>
          </p:cNvPr>
          <p:cNvSpPr>
            <a:spLocks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10404">
            <a:extLst>
              <a:ext uri="{FF2B5EF4-FFF2-40B4-BE49-F238E27FC236}">
                <a16:creationId xmlns:a16="http://schemas.microsoft.com/office/drawing/2014/main" id="{F4436116-C492-45A8-A96B-2776C7DCDDBA}"/>
              </a:ext>
            </a:extLst>
          </p:cNvPr>
          <p:cNvSpPr>
            <a:spLocks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10405">
            <a:extLst>
              <a:ext uri="{FF2B5EF4-FFF2-40B4-BE49-F238E27FC236}">
                <a16:creationId xmlns:a16="http://schemas.microsoft.com/office/drawing/2014/main" id="{DDFBE584-57DD-4509-986D-DB5AE9844195}"/>
              </a:ext>
            </a:extLst>
          </p:cNvPr>
          <p:cNvSpPr>
            <a:spLocks/>
          </p:cNvSpPr>
          <p:nvPr/>
        </p:nvSpPr>
        <p:spPr>
          <a:xfrm>
            <a:off x="83354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10406">
            <a:extLst>
              <a:ext uri="{FF2B5EF4-FFF2-40B4-BE49-F238E27FC236}">
                <a16:creationId xmlns:a16="http://schemas.microsoft.com/office/drawing/2014/main" id="{BB75A675-0F30-49EE-BFEA-A0E659D0F86C}"/>
              </a:ext>
            </a:extLst>
          </p:cNvPr>
          <p:cNvSpPr>
            <a:spLocks/>
          </p:cNvSpPr>
          <p:nvPr/>
        </p:nvSpPr>
        <p:spPr>
          <a:xfrm>
            <a:off x="8278272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10407">
            <a:extLst>
              <a:ext uri="{FF2B5EF4-FFF2-40B4-BE49-F238E27FC236}">
                <a16:creationId xmlns:a16="http://schemas.microsoft.com/office/drawing/2014/main" id="{02631BAC-21C0-4FEB-8A13-D3F213E4AB5C}"/>
              </a:ext>
            </a:extLst>
          </p:cNvPr>
          <p:cNvSpPr>
            <a:spLocks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10408">
            <a:extLst>
              <a:ext uri="{FF2B5EF4-FFF2-40B4-BE49-F238E27FC236}">
                <a16:creationId xmlns:a16="http://schemas.microsoft.com/office/drawing/2014/main" id="{58E6F963-11AA-4C92-8DF0-9B8A51CEEE23}"/>
              </a:ext>
            </a:extLst>
          </p:cNvPr>
          <p:cNvSpPr>
            <a:spLocks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10409">
            <a:extLst>
              <a:ext uri="{FF2B5EF4-FFF2-40B4-BE49-F238E27FC236}">
                <a16:creationId xmlns:a16="http://schemas.microsoft.com/office/drawing/2014/main" id="{99BF2B3B-6571-45FF-B70C-D8A5D8529445}"/>
              </a:ext>
            </a:extLst>
          </p:cNvPr>
          <p:cNvSpPr>
            <a:spLocks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10410">
            <a:extLst>
              <a:ext uri="{FF2B5EF4-FFF2-40B4-BE49-F238E27FC236}">
                <a16:creationId xmlns:a16="http://schemas.microsoft.com/office/drawing/2014/main" id="{16C76144-F8B7-4105-AA8F-009BA5C8BEFB}"/>
              </a:ext>
            </a:extLst>
          </p:cNvPr>
          <p:cNvSpPr>
            <a:spLocks/>
          </p:cNvSpPr>
          <p:nvPr/>
        </p:nvSpPr>
        <p:spPr>
          <a:xfrm>
            <a:off x="8333518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10411">
            <a:extLst>
              <a:ext uri="{FF2B5EF4-FFF2-40B4-BE49-F238E27FC236}">
                <a16:creationId xmlns:a16="http://schemas.microsoft.com/office/drawing/2014/main" id="{1550D7C9-A71E-41FC-8CF4-25067C4B1C79}"/>
              </a:ext>
            </a:extLst>
          </p:cNvPr>
          <p:cNvSpPr>
            <a:spLocks/>
          </p:cNvSpPr>
          <p:nvPr/>
        </p:nvSpPr>
        <p:spPr>
          <a:xfrm>
            <a:off x="8267979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10412">
            <a:extLst>
              <a:ext uri="{FF2B5EF4-FFF2-40B4-BE49-F238E27FC236}">
                <a16:creationId xmlns:a16="http://schemas.microsoft.com/office/drawing/2014/main" id="{50C89A83-4FC5-4FB3-9BAA-C7EDAD1032FD}"/>
              </a:ext>
            </a:extLst>
          </p:cNvPr>
          <p:cNvSpPr>
            <a:spLocks/>
          </p:cNvSpPr>
          <p:nvPr/>
        </p:nvSpPr>
        <p:spPr>
          <a:xfrm>
            <a:off x="82781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10413">
            <a:extLst>
              <a:ext uri="{FF2B5EF4-FFF2-40B4-BE49-F238E27FC236}">
                <a16:creationId xmlns:a16="http://schemas.microsoft.com/office/drawing/2014/main" id="{BFF3E8F1-BCD7-458C-910B-71ABBD9939BD}"/>
              </a:ext>
            </a:extLst>
          </p:cNvPr>
          <p:cNvSpPr>
            <a:spLocks/>
          </p:cNvSpPr>
          <p:nvPr/>
        </p:nvSpPr>
        <p:spPr>
          <a:xfrm>
            <a:off x="83590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10414">
            <a:extLst>
              <a:ext uri="{FF2B5EF4-FFF2-40B4-BE49-F238E27FC236}">
                <a16:creationId xmlns:a16="http://schemas.microsoft.com/office/drawing/2014/main" id="{8FF19FED-5090-4641-BCFC-640A6110F259}"/>
              </a:ext>
            </a:extLst>
          </p:cNvPr>
          <p:cNvSpPr>
            <a:spLocks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10415">
            <a:extLst>
              <a:ext uri="{FF2B5EF4-FFF2-40B4-BE49-F238E27FC236}">
                <a16:creationId xmlns:a16="http://schemas.microsoft.com/office/drawing/2014/main" id="{87AF5246-FE13-4105-BB0A-5E5BF8612565}"/>
              </a:ext>
            </a:extLst>
          </p:cNvPr>
          <p:cNvSpPr>
            <a:spLocks/>
          </p:cNvSpPr>
          <p:nvPr/>
        </p:nvSpPr>
        <p:spPr>
          <a:xfrm>
            <a:off x="835175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10416">
            <a:extLst>
              <a:ext uri="{FF2B5EF4-FFF2-40B4-BE49-F238E27FC236}">
                <a16:creationId xmlns:a16="http://schemas.microsoft.com/office/drawing/2014/main" id="{807629B2-3CC8-4C01-BE28-DD9E0EBBCD4F}"/>
              </a:ext>
            </a:extLst>
          </p:cNvPr>
          <p:cNvSpPr>
            <a:spLocks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10417">
            <a:extLst>
              <a:ext uri="{FF2B5EF4-FFF2-40B4-BE49-F238E27FC236}">
                <a16:creationId xmlns:a16="http://schemas.microsoft.com/office/drawing/2014/main" id="{9D7FE446-6150-4519-A6CD-D64A37245BB4}"/>
              </a:ext>
            </a:extLst>
          </p:cNvPr>
          <p:cNvSpPr>
            <a:spLocks/>
          </p:cNvSpPr>
          <p:nvPr/>
        </p:nvSpPr>
        <p:spPr>
          <a:xfrm>
            <a:off x="835618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10418">
            <a:extLst>
              <a:ext uri="{FF2B5EF4-FFF2-40B4-BE49-F238E27FC236}">
                <a16:creationId xmlns:a16="http://schemas.microsoft.com/office/drawing/2014/main" id="{A26602EF-B5A7-4DDD-9DE9-1BF7264D2D46}"/>
              </a:ext>
            </a:extLst>
          </p:cNvPr>
          <p:cNvSpPr>
            <a:spLocks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10419">
            <a:extLst>
              <a:ext uri="{FF2B5EF4-FFF2-40B4-BE49-F238E27FC236}">
                <a16:creationId xmlns:a16="http://schemas.microsoft.com/office/drawing/2014/main" id="{6D302550-CDC6-42B5-8771-89435D14B0AA}"/>
              </a:ext>
            </a:extLst>
          </p:cNvPr>
          <p:cNvSpPr>
            <a:spLocks/>
          </p:cNvSpPr>
          <p:nvPr/>
        </p:nvSpPr>
        <p:spPr>
          <a:xfrm>
            <a:off x="8261594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10420">
            <a:extLst>
              <a:ext uri="{FF2B5EF4-FFF2-40B4-BE49-F238E27FC236}">
                <a16:creationId xmlns:a16="http://schemas.microsoft.com/office/drawing/2014/main" id="{AE00D8B9-25FC-4DED-804F-F5A75BF6F40B}"/>
              </a:ext>
            </a:extLst>
          </p:cNvPr>
          <p:cNvSpPr>
            <a:spLocks/>
          </p:cNvSpPr>
          <p:nvPr/>
        </p:nvSpPr>
        <p:spPr>
          <a:xfrm>
            <a:off x="83374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10421">
            <a:extLst>
              <a:ext uri="{FF2B5EF4-FFF2-40B4-BE49-F238E27FC236}">
                <a16:creationId xmlns:a16="http://schemas.microsoft.com/office/drawing/2014/main" id="{4664E068-DC8B-467D-9DD6-A85E93389BA8}"/>
              </a:ext>
            </a:extLst>
          </p:cNvPr>
          <p:cNvSpPr>
            <a:spLocks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10422">
            <a:extLst>
              <a:ext uri="{FF2B5EF4-FFF2-40B4-BE49-F238E27FC236}">
                <a16:creationId xmlns:a16="http://schemas.microsoft.com/office/drawing/2014/main" id="{728E6898-0651-410A-85BE-221DADD12B28}"/>
              </a:ext>
            </a:extLst>
          </p:cNvPr>
          <p:cNvSpPr>
            <a:spLocks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10423">
            <a:extLst>
              <a:ext uri="{FF2B5EF4-FFF2-40B4-BE49-F238E27FC236}">
                <a16:creationId xmlns:a16="http://schemas.microsoft.com/office/drawing/2014/main" id="{339C2F1E-D75D-4EAC-B4CB-110805BC5093}"/>
              </a:ext>
            </a:extLst>
          </p:cNvPr>
          <p:cNvSpPr>
            <a:spLocks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10424">
            <a:extLst>
              <a:ext uri="{FF2B5EF4-FFF2-40B4-BE49-F238E27FC236}">
                <a16:creationId xmlns:a16="http://schemas.microsoft.com/office/drawing/2014/main" id="{7B28D685-96FE-44E8-AC20-CB8FB1C743F7}"/>
              </a:ext>
            </a:extLst>
          </p:cNvPr>
          <p:cNvSpPr>
            <a:spLocks/>
          </p:cNvSpPr>
          <p:nvPr/>
        </p:nvSpPr>
        <p:spPr>
          <a:xfrm>
            <a:off x="82566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10425">
            <a:extLst>
              <a:ext uri="{FF2B5EF4-FFF2-40B4-BE49-F238E27FC236}">
                <a16:creationId xmlns:a16="http://schemas.microsoft.com/office/drawing/2014/main" id="{FB4D09FC-8BFA-46C7-A7CC-BF047905BDE4}"/>
              </a:ext>
            </a:extLst>
          </p:cNvPr>
          <p:cNvSpPr>
            <a:spLocks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10426">
            <a:extLst>
              <a:ext uri="{FF2B5EF4-FFF2-40B4-BE49-F238E27FC236}">
                <a16:creationId xmlns:a16="http://schemas.microsoft.com/office/drawing/2014/main" id="{EF0AEA3F-D939-45BF-8ABD-479372A47E49}"/>
              </a:ext>
            </a:extLst>
          </p:cNvPr>
          <p:cNvSpPr>
            <a:spLocks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10427">
            <a:extLst>
              <a:ext uri="{FF2B5EF4-FFF2-40B4-BE49-F238E27FC236}">
                <a16:creationId xmlns:a16="http://schemas.microsoft.com/office/drawing/2014/main" id="{DC63895F-D40E-42D3-9FBD-6303FA96A932}"/>
              </a:ext>
            </a:extLst>
          </p:cNvPr>
          <p:cNvSpPr>
            <a:spLocks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10428">
            <a:extLst>
              <a:ext uri="{FF2B5EF4-FFF2-40B4-BE49-F238E27FC236}">
                <a16:creationId xmlns:a16="http://schemas.microsoft.com/office/drawing/2014/main" id="{1D7AA73A-12A7-4BEB-B7C5-907EBD0E52F1}"/>
              </a:ext>
            </a:extLst>
          </p:cNvPr>
          <p:cNvSpPr>
            <a:spLocks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10429">
            <a:extLst>
              <a:ext uri="{FF2B5EF4-FFF2-40B4-BE49-F238E27FC236}">
                <a16:creationId xmlns:a16="http://schemas.microsoft.com/office/drawing/2014/main" id="{6CCF4A66-D319-4141-84C3-393AFA79BFCD}"/>
              </a:ext>
            </a:extLst>
          </p:cNvPr>
          <p:cNvSpPr>
            <a:spLocks/>
          </p:cNvSpPr>
          <p:nvPr/>
        </p:nvSpPr>
        <p:spPr>
          <a:xfrm>
            <a:off x="8369349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10430">
            <a:extLst>
              <a:ext uri="{FF2B5EF4-FFF2-40B4-BE49-F238E27FC236}">
                <a16:creationId xmlns:a16="http://schemas.microsoft.com/office/drawing/2014/main" id="{F6AC8800-0AF4-407E-B882-902B9759E70F}"/>
              </a:ext>
            </a:extLst>
          </p:cNvPr>
          <p:cNvSpPr>
            <a:spLocks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10431">
            <a:extLst>
              <a:ext uri="{FF2B5EF4-FFF2-40B4-BE49-F238E27FC236}">
                <a16:creationId xmlns:a16="http://schemas.microsoft.com/office/drawing/2014/main" id="{DA2173DB-E04A-451C-B4D0-DE1D690D6ED9}"/>
              </a:ext>
            </a:extLst>
          </p:cNvPr>
          <p:cNvSpPr>
            <a:spLocks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10432">
            <a:extLst>
              <a:ext uri="{FF2B5EF4-FFF2-40B4-BE49-F238E27FC236}">
                <a16:creationId xmlns:a16="http://schemas.microsoft.com/office/drawing/2014/main" id="{CE932693-EAA1-4602-9BC5-EFB539739A21}"/>
              </a:ext>
            </a:extLst>
          </p:cNvPr>
          <p:cNvSpPr>
            <a:spLocks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10433">
            <a:extLst>
              <a:ext uri="{FF2B5EF4-FFF2-40B4-BE49-F238E27FC236}">
                <a16:creationId xmlns:a16="http://schemas.microsoft.com/office/drawing/2014/main" id="{E807F22B-5770-4B2E-B6FF-671696BB726A}"/>
              </a:ext>
            </a:extLst>
          </p:cNvPr>
          <p:cNvSpPr>
            <a:spLocks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10434">
            <a:extLst>
              <a:ext uri="{FF2B5EF4-FFF2-40B4-BE49-F238E27FC236}">
                <a16:creationId xmlns:a16="http://schemas.microsoft.com/office/drawing/2014/main" id="{AEFA01B9-16A3-42FE-AB1D-B6A8CAD8ED11}"/>
              </a:ext>
            </a:extLst>
          </p:cNvPr>
          <p:cNvSpPr>
            <a:spLocks/>
          </p:cNvSpPr>
          <p:nvPr/>
        </p:nvSpPr>
        <p:spPr>
          <a:xfrm>
            <a:off x="834368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10435">
            <a:extLst>
              <a:ext uri="{FF2B5EF4-FFF2-40B4-BE49-F238E27FC236}">
                <a16:creationId xmlns:a16="http://schemas.microsoft.com/office/drawing/2014/main" id="{DFC554C2-F24B-4424-9F61-9DDEEA1DBE8A}"/>
              </a:ext>
            </a:extLst>
          </p:cNvPr>
          <p:cNvSpPr>
            <a:spLocks/>
          </p:cNvSpPr>
          <p:nvPr/>
        </p:nvSpPr>
        <p:spPr>
          <a:xfrm>
            <a:off x="832478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10436">
            <a:extLst>
              <a:ext uri="{FF2B5EF4-FFF2-40B4-BE49-F238E27FC236}">
                <a16:creationId xmlns:a16="http://schemas.microsoft.com/office/drawing/2014/main" id="{704A7F45-2A67-451E-8541-54FDC6B8968E}"/>
              </a:ext>
            </a:extLst>
          </p:cNvPr>
          <p:cNvSpPr>
            <a:spLocks/>
          </p:cNvSpPr>
          <p:nvPr/>
        </p:nvSpPr>
        <p:spPr>
          <a:xfrm>
            <a:off x="836296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10437">
            <a:extLst>
              <a:ext uri="{FF2B5EF4-FFF2-40B4-BE49-F238E27FC236}">
                <a16:creationId xmlns:a16="http://schemas.microsoft.com/office/drawing/2014/main" id="{B4556318-4373-48DB-BB6C-B856317335CB}"/>
              </a:ext>
            </a:extLst>
          </p:cNvPr>
          <p:cNvSpPr>
            <a:spLocks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10438">
            <a:extLst>
              <a:ext uri="{FF2B5EF4-FFF2-40B4-BE49-F238E27FC236}">
                <a16:creationId xmlns:a16="http://schemas.microsoft.com/office/drawing/2014/main" id="{BAACF38F-70B2-4AD1-97AB-03F11CF29D3E}"/>
              </a:ext>
            </a:extLst>
          </p:cNvPr>
          <p:cNvSpPr>
            <a:spLocks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10439">
            <a:extLst>
              <a:ext uri="{FF2B5EF4-FFF2-40B4-BE49-F238E27FC236}">
                <a16:creationId xmlns:a16="http://schemas.microsoft.com/office/drawing/2014/main" id="{607075F7-4FA4-435A-AB9B-80F46F2A4233}"/>
              </a:ext>
            </a:extLst>
          </p:cNvPr>
          <p:cNvSpPr>
            <a:spLocks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10440">
            <a:extLst>
              <a:ext uri="{FF2B5EF4-FFF2-40B4-BE49-F238E27FC236}">
                <a16:creationId xmlns:a16="http://schemas.microsoft.com/office/drawing/2014/main" id="{859706E7-9191-4D58-886A-A1FA55F95D81}"/>
              </a:ext>
            </a:extLst>
          </p:cNvPr>
          <p:cNvSpPr>
            <a:spLocks/>
          </p:cNvSpPr>
          <p:nvPr/>
        </p:nvSpPr>
        <p:spPr>
          <a:xfrm>
            <a:off x="8279575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10441">
            <a:extLst>
              <a:ext uri="{FF2B5EF4-FFF2-40B4-BE49-F238E27FC236}">
                <a16:creationId xmlns:a16="http://schemas.microsoft.com/office/drawing/2014/main" id="{B2F52731-60DF-46DE-B3F4-C7F83E847121}"/>
              </a:ext>
            </a:extLst>
          </p:cNvPr>
          <p:cNvSpPr>
            <a:spLocks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10442">
            <a:extLst>
              <a:ext uri="{FF2B5EF4-FFF2-40B4-BE49-F238E27FC236}">
                <a16:creationId xmlns:a16="http://schemas.microsoft.com/office/drawing/2014/main" id="{D22A9024-DC2D-4706-A3E5-CC5F5CEDFC1E}"/>
              </a:ext>
            </a:extLst>
          </p:cNvPr>
          <p:cNvSpPr>
            <a:spLocks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10443">
            <a:extLst>
              <a:ext uri="{FF2B5EF4-FFF2-40B4-BE49-F238E27FC236}">
                <a16:creationId xmlns:a16="http://schemas.microsoft.com/office/drawing/2014/main" id="{1C310E3D-ACEC-4253-AB3D-E8A520561C98}"/>
              </a:ext>
            </a:extLst>
          </p:cNvPr>
          <p:cNvSpPr>
            <a:spLocks/>
          </p:cNvSpPr>
          <p:nvPr/>
        </p:nvSpPr>
        <p:spPr>
          <a:xfrm>
            <a:off x="8348632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10444">
            <a:extLst>
              <a:ext uri="{FF2B5EF4-FFF2-40B4-BE49-F238E27FC236}">
                <a16:creationId xmlns:a16="http://schemas.microsoft.com/office/drawing/2014/main" id="{9EBD4684-CA99-4B88-AB66-742BFB8A9289}"/>
              </a:ext>
            </a:extLst>
          </p:cNvPr>
          <p:cNvSpPr>
            <a:spLocks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10445">
            <a:extLst>
              <a:ext uri="{FF2B5EF4-FFF2-40B4-BE49-F238E27FC236}">
                <a16:creationId xmlns:a16="http://schemas.microsoft.com/office/drawing/2014/main" id="{30CCD963-3152-44E4-8256-063AF6A78EB8}"/>
              </a:ext>
            </a:extLst>
          </p:cNvPr>
          <p:cNvSpPr>
            <a:spLocks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10446">
            <a:extLst>
              <a:ext uri="{FF2B5EF4-FFF2-40B4-BE49-F238E27FC236}">
                <a16:creationId xmlns:a16="http://schemas.microsoft.com/office/drawing/2014/main" id="{39FB0294-A31B-422D-A251-C280772BCC13}"/>
              </a:ext>
            </a:extLst>
          </p:cNvPr>
          <p:cNvSpPr>
            <a:spLocks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10447">
            <a:extLst>
              <a:ext uri="{FF2B5EF4-FFF2-40B4-BE49-F238E27FC236}">
                <a16:creationId xmlns:a16="http://schemas.microsoft.com/office/drawing/2014/main" id="{7129CB02-0521-4025-A918-C8D71096FB21}"/>
              </a:ext>
            </a:extLst>
          </p:cNvPr>
          <p:cNvSpPr>
            <a:spLocks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10448">
            <a:extLst>
              <a:ext uri="{FF2B5EF4-FFF2-40B4-BE49-F238E27FC236}">
                <a16:creationId xmlns:a16="http://schemas.microsoft.com/office/drawing/2014/main" id="{4E874936-7F4B-4778-A33F-0BB8655BFF42}"/>
              </a:ext>
            </a:extLst>
          </p:cNvPr>
          <p:cNvSpPr>
            <a:spLocks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10449">
            <a:extLst>
              <a:ext uri="{FF2B5EF4-FFF2-40B4-BE49-F238E27FC236}">
                <a16:creationId xmlns:a16="http://schemas.microsoft.com/office/drawing/2014/main" id="{28EF433A-D7B7-45E1-896B-EC0C4E95FEFF}"/>
              </a:ext>
            </a:extLst>
          </p:cNvPr>
          <p:cNvSpPr>
            <a:spLocks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10450">
            <a:extLst>
              <a:ext uri="{FF2B5EF4-FFF2-40B4-BE49-F238E27FC236}">
                <a16:creationId xmlns:a16="http://schemas.microsoft.com/office/drawing/2014/main" id="{0373381E-5D1A-4A88-A442-B5A049ACBD84}"/>
              </a:ext>
            </a:extLst>
          </p:cNvPr>
          <p:cNvSpPr>
            <a:spLocks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10451">
            <a:extLst>
              <a:ext uri="{FF2B5EF4-FFF2-40B4-BE49-F238E27FC236}">
                <a16:creationId xmlns:a16="http://schemas.microsoft.com/office/drawing/2014/main" id="{1F3F6C15-A87D-4EFB-9C9C-C3D9DC0CDF7E}"/>
              </a:ext>
            </a:extLst>
          </p:cNvPr>
          <p:cNvSpPr>
            <a:spLocks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10452">
            <a:extLst>
              <a:ext uri="{FF2B5EF4-FFF2-40B4-BE49-F238E27FC236}">
                <a16:creationId xmlns:a16="http://schemas.microsoft.com/office/drawing/2014/main" id="{1CF57EE8-7E99-4EAB-AC9C-18AA32594B36}"/>
              </a:ext>
            </a:extLst>
          </p:cNvPr>
          <p:cNvSpPr>
            <a:spLocks/>
          </p:cNvSpPr>
          <p:nvPr/>
        </p:nvSpPr>
        <p:spPr>
          <a:xfrm>
            <a:off x="83301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10453">
            <a:extLst>
              <a:ext uri="{FF2B5EF4-FFF2-40B4-BE49-F238E27FC236}">
                <a16:creationId xmlns:a16="http://schemas.microsoft.com/office/drawing/2014/main" id="{BBB51C41-B86B-4934-927F-8F77E1829CEA}"/>
              </a:ext>
            </a:extLst>
          </p:cNvPr>
          <p:cNvSpPr>
            <a:spLocks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10454">
            <a:extLst>
              <a:ext uri="{FF2B5EF4-FFF2-40B4-BE49-F238E27FC236}">
                <a16:creationId xmlns:a16="http://schemas.microsoft.com/office/drawing/2014/main" id="{E57601FE-C55A-41C6-9106-FA7D70FE822E}"/>
              </a:ext>
            </a:extLst>
          </p:cNvPr>
          <p:cNvSpPr>
            <a:spLocks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10455">
            <a:extLst>
              <a:ext uri="{FF2B5EF4-FFF2-40B4-BE49-F238E27FC236}">
                <a16:creationId xmlns:a16="http://schemas.microsoft.com/office/drawing/2014/main" id="{E4DE00EF-939C-46EA-8E14-F25ACE285936}"/>
              </a:ext>
            </a:extLst>
          </p:cNvPr>
          <p:cNvSpPr>
            <a:spLocks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10456">
            <a:extLst>
              <a:ext uri="{FF2B5EF4-FFF2-40B4-BE49-F238E27FC236}">
                <a16:creationId xmlns:a16="http://schemas.microsoft.com/office/drawing/2014/main" id="{D2428AEA-6A53-452F-ABF4-4E077D3F7C6B}"/>
              </a:ext>
            </a:extLst>
          </p:cNvPr>
          <p:cNvSpPr>
            <a:spLocks/>
          </p:cNvSpPr>
          <p:nvPr/>
        </p:nvSpPr>
        <p:spPr>
          <a:xfrm>
            <a:off x="8330651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10457">
            <a:extLst>
              <a:ext uri="{FF2B5EF4-FFF2-40B4-BE49-F238E27FC236}">
                <a16:creationId xmlns:a16="http://schemas.microsoft.com/office/drawing/2014/main" id="{26FEBC9F-3E4B-4EA7-AB41-251AB34709B6}"/>
              </a:ext>
            </a:extLst>
          </p:cNvPr>
          <p:cNvSpPr>
            <a:spLocks/>
          </p:cNvSpPr>
          <p:nvPr/>
        </p:nvSpPr>
        <p:spPr>
          <a:xfrm>
            <a:off x="8347850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10458">
            <a:extLst>
              <a:ext uri="{FF2B5EF4-FFF2-40B4-BE49-F238E27FC236}">
                <a16:creationId xmlns:a16="http://schemas.microsoft.com/office/drawing/2014/main" id="{62A7B602-B84C-4EAA-8C13-507A965C7F28}"/>
              </a:ext>
            </a:extLst>
          </p:cNvPr>
          <p:cNvSpPr>
            <a:spLocks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10459">
            <a:extLst>
              <a:ext uri="{FF2B5EF4-FFF2-40B4-BE49-F238E27FC236}">
                <a16:creationId xmlns:a16="http://schemas.microsoft.com/office/drawing/2014/main" id="{56F48340-81F0-4F9E-9B3C-7D940433D2A5}"/>
              </a:ext>
            </a:extLst>
          </p:cNvPr>
          <p:cNvSpPr>
            <a:spLocks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10460">
            <a:extLst>
              <a:ext uri="{FF2B5EF4-FFF2-40B4-BE49-F238E27FC236}">
                <a16:creationId xmlns:a16="http://schemas.microsoft.com/office/drawing/2014/main" id="{224BAB21-3696-434C-95ED-7705570CCB66}"/>
              </a:ext>
            </a:extLst>
          </p:cNvPr>
          <p:cNvSpPr>
            <a:spLocks/>
          </p:cNvSpPr>
          <p:nvPr/>
        </p:nvSpPr>
        <p:spPr>
          <a:xfrm>
            <a:off x="8330391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10461">
            <a:extLst>
              <a:ext uri="{FF2B5EF4-FFF2-40B4-BE49-F238E27FC236}">
                <a16:creationId xmlns:a16="http://schemas.microsoft.com/office/drawing/2014/main" id="{4DA92750-603E-4194-A2A7-6B127C9C92C3}"/>
              </a:ext>
            </a:extLst>
          </p:cNvPr>
          <p:cNvSpPr>
            <a:spLocks/>
          </p:cNvSpPr>
          <p:nvPr/>
        </p:nvSpPr>
        <p:spPr>
          <a:xfrm>
            <a:off x="8364007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10462">
            <a:extLst>
              <a:ext uri="{FF2B5EF4-FFF2-40B4-BE49-F238E27FC236}">
                <a16:creationId xmlns:a16="http://schemas.microsoft.com/office/drawing/2014/main" id="{D46F8FC0-0ADB-4025-AB14-AC338F141B52}"/>
              </a:ext>
            </a:extLst>
          </p:cNvPr>
          <p:cNvSpPr>
            <a:spLocks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10463">
            <a:extLst>
              <a:ext uri="{FF2B5EF4-FFF2-40B4-BE49-F238E27FC236}">
                <a16:creationId xmlns:a16="http://schemas.microsoft.com/office/drawing/2014/main" id="{F4128C76-035C-4329-AD6B-E796FCB10264}"/>
              </a:ext>
            </a:extLst>
          </p:cNvPr>
          <p:cNvSpPr>
            <a:spLocks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10464">
            <a:extLst>
              <a:ext uri="{FF2B5EF4-FFF2-40B4-BE49-F238E27FC236}">
                <a16:creationId xmlns:a16="http://schemas.microsoft.com/office/drawing/2014/main" id="{1EF3B9C6-5977-412B-952B-E6BC2B276519}"/>
              </a:ext>
            </a:extLst>
          </p:cNvPr>
          <p:cNvSpPr>
            <a:spLocks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10465">
            <a:extLst>
              <a:ext uri="{FF2B5EF4-FFF2-40B4-BE49-F238E27FC236}">
                <a16:creationId xmlns:a16="http://schemas.microsoft.com/office/drawing/2014/main" id="{DAEDEBEC-2915-4EA1-8088-F23AB9260AD0}"/>
              </a:ext>
            </a:extLst>
          </p:cNvPr>
          <p:cNvSpPr>
            <a:spLocks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10466">
            <a:extLst>
              <a:ext uri="{FF2B5EF4-FFF2-40B4-BE49-F238E27FC236}">
                <a16:creationId xmlns:a16="http://schemas.microsoft.com/office/drawing/2014/main" id="{36988E52-1E4A-45EA-A026-B74A0E84E51C}"/>
              </a:ext>
            </a:extLst>
          </p:cNvPr>
          <p:cNvSpPr>
            <a:spLocks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10467">
            <a:extLst>
              <a:ext uri="{FF2B5EF4-FFF2-40B4-BE49-F238E27FC236}">
                <a16:creationId xmlns:a16="http://schemas.microsoft.com/office/drawing/2014/main" id="{ED132E7E-020F-453C-A40B-CCCF3DBA9D79}"/>
              </a:ext>
            </a:extLst>
          </p:cNvPr>
          <p:cNvSpPr>
            <a:spLocks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10468">
            <a:extLst>
              <a:ext uri="{FF2B5EF4-FFF2-40B4-BE49-F238E27FC236}">
                <a16:creationId xmlns:a16="http://schemas.microsoft.com/office/drawing/2014/main" id="{51D53F17-65A2-45CB-ADD8-00E787954C38}"/>
              </a:ext>
            </a:extLst>
          </p:cNvPr>
          <p:cNvSpPr>
            <a:spLocks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10469">
            <a:extLst>
              <a:ext uri="{FF2B5EF4-FFF2-40B4-BE49-F238E27FC236}">
                <a16:creationId xmlns:a16="http://schemas.microsoft.com/office/drawing/2014/main" id="{5C8A8E3E-E326-404C-88B4-AFE7825C8F12}"/>
              </a:ext>
            </a:extLst>
          </p:cNvPr>
          <p:cNvSpPr>
            <a:spLocks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10470">
            <a:extLst>
              <a:ext uri="{FF2B5EF4-FFF2-40B4-BE49-F238E27FC236}">
                <a16:creationId xmlns:a16="http://schemas.microsoft.com/office/drawing/2014/main" id="{BDA51F7C-ADA9-4C2A-9680-ECA935F9CD1F}"/>
              </a:ext>
            </a:extLst>
          </p:cNvPr>
          <p:cNvSpPr>
            <a:spLocks/>
          </p:cNvSpPr>
          <p:nvPr/>
        </p:nvSpPr>
        <p:spPr>
          <a:xfrm>
            <a:off x="8261855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10471">
            <a:extLst>
              <a:ext uri="{FF2B5EF4-FFF2-40B4-BE49-F238E27FC236}">
                <a16:creationId xmlns:a16="http://schemas.microsoft.com/office/drawing/2014/main" id="{8A943393-BFDA-4AD1-AAE3-00F1D49F73D4}"/>
              </a:ext>
            </a:extLst>
          </p:cNvPr>
          <p:cNvSpPr>
            <a:spLocks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10472">
            <a:extLst>
              <a:ext uri="{FF2B5EF4-FFF2-40B4-BE49-F238E27FC236}">
                <a16:creationId xmlns:a16="http://schemas.microsoft.com/office/drawing/2014/main" id="{84F272AD-83AA-4EAC-8D87-CD7B6FF9DDCF}"/>
              </a:ext>
            </a:extLst>
          </p:cNvPr>
          <p:cNvSpPr>
            <a:spLocks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10473">
            <a:extLst>
              <a:ext uri="{FF2B5EF4-FFF2-40B4-BE49-F238E27FC236}">
                <a16:creationId xmlns:a16="http://schemas.microsoft.com/office/drawing/2014/main" id="{BB906319-FE32-4A2D-9869-4FEE2167667C}"/>
              </a:ext>
            </a:extLst>
          </p:cNvPr>
          <p:cNvSpPr>
            <a:spLocks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10474">
            <a:extLst>
              <a:ext uri="{FF2B5EF4-FFF2-40B4-BE49-F238E27FC236}">
                <a16:creationId xmlns:a16="http://schemas.microsoft.com/office/drawing/2014/main" id="{F920D9E1-D2B6-460E-8A8F-CD826BAAFCE8}"/>
              </a:ext>
            </a:extLst>
          </p:cNvPr>
          <p:cNvSpPr>
            <a:spLocks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10475">
            <a:extLst>
              <a:ext uri="{FF2B5EF4-FFF2-40B4-BE49-F238E27FC236}">
                <a16:creationId xmlns:a16="http://schemas.microsoft.com/office/drawing/2014/main" id="{C3E707C9-D167-4F74-AB26-4D4442C28D21}"/>
              </a:ext>
            </a:extLst>
          </p:cNvPr>
          <p:cNvSpPr>
            <a:spLocks/>
          </p:cNvSpPr>
          <p:nvPr/>
        </p:nvSpPr>
        <p:spPr>
          <a:xfrm>
            <a:off x="8244786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10476">
            <a:extLst>
              <a:ext uri="{FF2B5EF4-FFF2-40B4-BE49-F238E27FC236}">
                <a16:creationId xmlns:a16="http://schemas.microsoft.com/office/drawing/2014/main" id="{7D65ECEE-2D87-403C-8AC3-1C49F0E3687F}"/>
              </a:ext>
            </a:extLst>
          </p:cNvPr>
          <p:cNvSpPr>
            <a:spLocks/>
          </p:cNvSpPr>
          <p:nvPr/>
        </p:nvSpPr>
        <p:spPr>
          <a:xfrm>
            <a:off x="89515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10477">
            <a:extLst>
              <a:ext uri="{FF2B5EF4-FFF2-40B4-BE49-F238E27FC236}">
                <a16:creationId xmlns:a16="http://schemas.microsoft.com/office/drawing/2014/main" id="{37F1228D-B55E-4834-B76F-1A325482C722}"/>
              </a:ext>
            </a:extLst>
          </p:cNvPr>
          <p:cNvSpPr>
            <a:spLocks/>
          </p:cNvSpPr>
          <p:nvPr/>
        </p:nvSpPr>
        <p:spPr>
          <a:xfrm>
            <a:off x="90349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10478">
            <a:extLst>
              <a:ext uri="{FF2B5EF4-FFF2-40B4-BE49-F238E27FC236}">
                <a16:creationId xmlns:a16="http://schemas.microsoft.com/office/drawing/2014/main" id="{D85B5323-E44E-478D-A4DC-DF8536472F9B}"/>
              </a:ext>
            </a:extLst>
          </p:cNvPr>
          <p:cNvSpPr>
            <a:spLocks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10479">
            <a:extLst>
              <a:ext uri="{FF2B5EF4-FFF2-40B4-BE49-F238E27FC236}">
                <a16:creationId xmlns:a16="http://schemas.microsoft.com/office/drawing/2014/main" id="{D447CB34-3131-4279-A200-866AE79ECDF5}"/>
              </a:ext>
            </a:extLst>
          </p:cNvPr>
          <p:cNvSpPr>
            <a:spLocks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10480">
            <a:extLst>
              <a:ext uri="{FF2B5EF4-FFF2-40B4-BE49-F238E27FC236}">
                <a16:creationId xmlns:a16="http://schemas.microsoft.com/office/drawing/2014/main" id="{0FB11C1E-6D38-4882-9223-FB0475D34DBA}"/>
              </a:ext>
            </a:extLst>
          </p:cNvPr>
          <p:cNvSpPr>
            <a:spLocks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10481">
            <a:extLst>
              <a:ext uri="{FF2B5EF4-FFF2-40B4-BE49-F238E27FC236}">
                <a16:creationId xmlns:a16="http://schemas.microsoft.com/office/drawing/2014/main" id="{AA996694-19D6-48F1-9ED8-69E6B4AF06F8}"/>
              </a:ext>
            </a:extLst>
          </p:cNvPr>
          <p:cNvSpPr>
            <a:spLocks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10482">
            <a:extLst>
              <a:ext uri="{FF2B5EF4-FFF2-40B4-BE49-F238E27FC236}">
                <a16:creationId xmlns:a16="http://schemas.microsoft.com/office/drawing/2014/main" id="{011B1A09-FE2C-4268-8D7F-E36A5DAB7562}"/>
              </a:ext>
            </a:extLst>
          </p:cNvPr>
          <p:cNvSpPr>
            <a:spLocks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10483">
            <a:extLst>
              <a:ext uri="{FF2B5EF4-FFF2-40B4-BE49-F238E27FC236}">
                <a16:creationId xmlns:a16="http://schemas.microsoft.com/office/drawing/2014/main" id="{FC2DEAAE-F1C6-4BF3-9F45-97F93CE1B7C6}"/>
              </a:ext>
            </a:extLst>
          </p:cNvPr>
          <p:cNvSpPr>
            <a:spLocks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10484">
            <a:extLst>
              <a:ext uri="{FF2B5EF4-FFF2-40B4-BE49-F238E27FC236}">
                <a16:creationId xmlns:a16="http://schemas.microsoft.com/office/drawing/2014/main" id="{183BDB49-0EC0-4769-9515-EDD38D9B4EA4}"/>
              </a:ext>
            </a:extLst>
          </p:cNvPr>
          <p:cNvSpPr>
            <a:spLocks/>
          </p:cNvSpPr>
          <p:nvPr/>
        </p:nvSpPr>
        <p:spPr>
          <a:xfrm>
            <a:off x="8928726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10485">
            <a:extLst>
              <a:ext uri="{FF2B5EF4-FFF2-40B4-BE49-F238E27FC236}">
                <a16:creationId xmlns:a16="http://schemas.microsoft.com/office/drawing/2014/main" id="{A6CC2FE0-BBD1-4B38-ACB7-32AF626FDBAA}"/>
              </a:ext>
            </a:extLst>
          </p:cNvPr>
          <p:cNvSpPr>
            <a:spLocks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10486">
            <a:extLst>
              <a:ext uri="{FF2B5EF4-FFF2-40B4-BE49-F238E27FC236}">
                <a16:creationId xmlns:a16="http://schemas.microsoft.com/office/drawing/2014/main" id="{41731A8A-A115-4D5D-9864-C38A1124D101}"/>
              </a:ext>
            </a:extLst>
          </p:cNvPr>
          <p:cNvSpPr>
            <a:spLocks/>
          </p:cNvSpPr>
          <p:nvPr/>
        </p:nvSpPr>
        <p:spPr>
          <a:xfrm>
            <a:off x="89284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10487">
            <a:extLst>
              <a:ext uri="{FF2B5EF4-FFF2-40B4-BE49-F238E27FC236}">
                <a16:creationId xmlns:a16="http://schemas.microsoft.com/office/drawing/2014/main" id="{0D3F2FAC-68BA-4691-BCDC-BD2FB81EEB86}"/>
              </a:ext>
            </a:extLst>
          </p:cNvPr>
          <p:cNvSpPr>
            <a:spLocks/>
          </p:cNvSpPr>
          <p:nvPr/>
        </p:nvSpPr>
        <p:spPr>
          <a:xfrm>
            <a:off x="90020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10488">
            <a:extLst>
              <a:ext uri="{FF2B5EF4-FFF2-40B4-BE49-F238E27FC236}">
                <a16:creationId xmlns:a16="http://schemas.microsoft.com/office/drawing/2014/main" id="{C619EFE2-F05A-4FB3-A656-2D4A0B8EB025}"/>
              </a:ext>
            </a:extLst>
          </p:cNvPr>
          <p:cNvSpPr>
            <a:spLocks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10489">
            <a:extLst>
              <a:ext uri="{FF2B5EF4-FFF2-40B4-BE49-F238E27FC236}">
                <a16:creationId xmlns:a16="http://schemas.microsoft.com/office/drawing/2014/main" id="{99DA3438-F8BD-4276-822D-DE43ACC2D96C}"/>
              </a:ext>
            </a:extLst>
          </p:cNvPr>
          <p:cNvSpPr>
            <a:spLocks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10490">
            <a:extLst>
              <a:ext uri="{FF2B5EF4-FFF2-40B4-BE49-F238E27FC236}">
                <a16:creationId xmlns:a16="http://schemas.microsoft.com/office/drawing/2014/main" id="{37662D3E-C594-441C-A933-AED920224FD4}"/>
              </a:ext>
            </a:extLst>
          </p:cNvPr>
          <p:cNvSpPr>
            <a:spLocks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10491">
            <a:extLst>
              <a:ext uri="{FF2B5EF4-FFF2-40B4-BE49-F238E27FC236}">
                <a16:creationId xmlns:a16="http://schemas.microsoft.com/office/drawing/2014/main" id="{735912D7-5288-42BA-A3FB-22E57E053B85}"/>
              </a:ext>
            </a:extLst>
          </p:cNvPr>
          <p:cNvSpPr>
            <a:spLocks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10492">
            <a:extLst>
              <a:ext uri="{FF2B5EF4-FFF2-40B4-BE49-F238E27FC236}">
                <a16:creationId xmlns:a16="http://schemas.microsoft.com/office/drawing/2014/main" id="{B5922CEC-A816-4D0A-BC5D-D2749C8E8957}"/>
              </a:ext>
            </a:extLst>
          </p:cNvPr>
          <p:cNvSpPr>
            <a:spLocks/>
          </p:cNvSpPr>
          <p:nvPr/>
        </p:nvSpPr>
        <p:spPr>
          <a:xfrm>
            <a:off x="892807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10493">
            <a:extLst>
              <a:ext uri="{FF2B5EF4-FFF2-40B4-BE49-F238E27FC236}">
                <a16:creationId xmlns:a16="http://schemas.microsoft.com/office/drawing/2014/main" id="{47DB83B4-2517-4BAC-8FBA-D2FC6ED4D925}"/>
              </a:ext>
            </a:extLst>
          </p:cNvPr>
          <p:cNvSpPr>
            <a:spLocks/>
          </p:cNvSpPr>
          <p:nvPr/>
        </p:nvSpPr>
        <p:spPr>
          <a:xfrm>
            <a:off x="904508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10494">
            <a:extLst>
              <a:ext uri="{FF2B5EF4-FFF2-40B4-BE49-F238E27FC236}">
                <a16:creationId xmlns:a16="http://schemas.microsoft.com/office/drawing/2014/main" id="{91A936E1-B62F-4718-8D6D-32B9B0382570}"/>
              </a:ext>
            </a:extLst>
          </p:cNvPr>
          <p:cNvSpPr>
            <a:spLocks/>
          </p:cNvSpPr>
          <p:nvPr/>
        </p:nvSpPr>
        <p:spPr>
          <a:xfrm>
            <a:off x="8929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10495">
            <a:extLst>
              <a:ext uri="{FF2B5EF4-FFF2-40B4-BE49-F238E27FC236}">
                <a16:creationId xmlns:a16="http://schemas.microsoft.com/office/drawing/2014/main" id="{081DD9FE-1CA4-4D18-BE7A-7D3CEFE318CB}"/>
              </a:ext>
            </a:extLst>
          </p:cNvPr>
          <p:cNvSpPr>
            <a:spLocks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10496">
            <a:extLst>
              <a:ext uri="{FF2B5EF4-FFF2-40B4-BE49-F238E27FC236}">
                <a16:creationId xmlns:a16="http://schemas.microsoft.com/office/drawing/2014/main" id="{F1E05106-0D3B-4D6D-A8CB-E5041F7B645B}"/>
              </a:ext>
            </a:extLst>
          </p:cNvPr>
          <p:cNvSpPr>
            <a:spLocks/>
          </p:cNvSpPr>
          <p:nvPr/>
        </p:nvSpPr>
        <p:spPr>
          <a:xfrm>
            <a:off x="89732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10497">
            <a:extLst>
              <a:ext uri="{FF2B5EF4-FFF2-40B4-BE49-F238E27FC236}">
                <a16:creationId xmlns:a16="http://schemas.microsoft.com/office/drawing/2014/main" id="{66184DEA-D612-49CF-9AB4-A3FA7783C9AF}"/>
              </a:ext>
            </a:extLst>
          </p:cNvPr>
          <p:cNvSpPr>
            <a:spLocks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10498">
            <a:extLst>
              <a:ext uri="{FF2B5EF4-FFF2-40B4-BE49-F238E27FC236}">
                <a16:creationId xmlns:a16="http://schemas.microsoft.com/office/drawing/2014/main" id="{17A664F2-E005-4EFF-975A-3025D4D27200}"/>
              </a:ext>
            </a:extLst>
          </p:cNvPr>
          <p:cNvSpPr>
            <a:spLocks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10499">
            <a:extLst>
              <a:ext uri="{FF2B5EF4-FFF2-40B4-BE49-F238E27FC236}">
                <a16:creationId xmlns:a16="http://schemas.microsoft.com/office/drawing/2014/main" id="{79B338CB-6F6D-402F-98ED-619F97AB2FCF}"/>
              </a:ext>
            </a:extLst>
          </p:cNvPr>
          <p:cNvSpPr>
            <a:spLocks/>
          </p:cNvSpPr>
          <p:nvPr/>
        </p:nvSpPr>
        <p:spPr>
          <a:xfrm>
            <a:off x="90185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10500">
            <a:extLst>
              <a:ext uri="{FF2B5EF4-FFF2-40B4-BE49-F238E27FC236}">
                <a16:creationId xmlns:a16="http://schemas.microsoft.com/office/drawing/2014/main" id="{46BBB581-47E6-401D-AB1A-3ECBAAC899B9}"/>
              </a:ext>
            </a:extLst>
          </p:cNvPr>
          <p:cNvSpPr>
            <a:spLocks/>
          </p:cNvSpPr>
          <p:nvPr/>
        </p:nvSpPr>
        <p:spPr>
          <a:xfrm>
            <a:off x="896130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10501">
            <a:extLst>
              <a:ext uri="{FF2B5EF4-FFF2-40B4-BE49-F238E27FC236}">
                <a16:creationId xmlns:a16="http://schemas.microsoft.com/office/drawing/2014/main" id="{D815872E-BEDC-41CA-BB34-5DD84DF95250}"/>
              </a:ext>
            </a:extLst>
          </p:cNvPr>
          <p:cNvSpPr>
            <a:spLocks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10502">
            <a:extLst>
              <a:ext uri="{FF2B5EF4-FFF2-40B4-BE49-F238E27FC236}">
                <a16:creationId xmlns:a16="http://schemas.microsoft.com/office/drawing/2014/main" id="{F559247D-4491-412C-9FE7-C704B24B06D9}"/>
              </a:ext>
            </a:extLst>
          </p:cNvPr>
          <p:cNvSpPr>
            <a:spLocks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10503">
            <a:extLst>
              <a:ext uri="{FF2B5EF4-FFF2-40B4-BE49-F238E27FC236}">
                <a16:creationId xmlns:a16="http://schemas.microsoft.com/office/drawing/2014/main" id="{CC80E966-BC81-4DF2-96EC-170BC1FB3788}"/>
              </a:ext>
            </a:extLst>
          </p:cNvPr>
          <p:cNvSpPr>
            <a:spLocks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10504">
            <a:extLst>
              <a:ext uri="{FF2B5EF4-FFF2-40B4-BE49-F238E27FC236}">
                <a16:creationId xmlns:a16="http://schemas.microsoft.com/office/drawing/2014/main" id="{7E7052B3-D0AC-48FE-87FB-F4918E9E2124}"/>
              </a:ext>
            </a:extLst>
          </p:cNvPr>
          <p:cNvSpPr>
            <a:spLocks/>
          </p:cNvSpPr>
          <p:nvPr/>
        </p:nvSpPr>
        <p:spPr>
          <a:xfrm>
            <a:off x="9016545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10505">
            <a:extLst>
              <a:ext uri="{FF2B5EF4-FFF2-40B4-BE49-F238E27FC236}">
                <a16:creationId xmlns:a16="http://schemas.microsoft.com/office/drawing/2014/main" id="{41A2355A-532B-4047-BF15-D6A81372A914}"/>
              </a:ext>
            </a:extLst>
          </p:cNvPr>
          <p:cNvSpPr>
            <a:spLocks/>
          </p:cNvSpPr>
          <p:nvPr/>
        </p:nvSpPr>
        <p:spPr>
          <a:xfrm>
            <a:off x="895100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10506">
            <a:extLst>
              <a:ext uri="{FF2B5EF4-FFF2-40B4-BE49-F238E27FC236}">
                <a16:creationId xmlns:a16="http://schemas.microsoft.com/office/drawing/2014/main" id="{2F7B0BF5-7597-419C-884E-3B52D5726008}"/>
              </a:ext>
            </a:extLst>
          </p:cNvPr>
          <p:cNvSpPr>
            <a:spLocks/>
          </p:cNvSpPr>
          <p:nvPr/>
        </p:nvSpPr>
        <p:spPr>
          <a:xfrm>
            <a:off x="89611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10507">
            <a:extLst>
              <a:ext uri="{FF2B5EF4-FFF2-40B4-BE49-F238E27FC236}">
                <a16:creationId xmlns:a16="http://schemas.microsoft.com/office/drawing/2014/main" id="{2FE1A415-8261-4D71-B22A-55FA5EDAED75}"/>
              </a:ext>
            </a:extLst>
          </p:cNvPr>
          <p:cNvSpPr>
            <a:spLocks/>
          </p:cNvSpPr>
          <p:nvPr/>
        </p:nvSpPr>
        <p:spPr>
          <a:xfrm>
            <a:off x="90420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10508">
            <a:extLst>
              <a:ext uri="{FF2B5EF4-FFF2-40B4-BE49-F238E27FC236}">
                <a16:creationId xmlns:a16="http://schemas.microsoft.com/office/drawing/2014/main" id="{E32DBB54-427D-4790-9873-FC0BC68D2B4E}"/>
              </a:ext>
            </a:extLst>
          </p:cNvPr>
          <p:cNvSpPr>
            <a:spLocks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10509">
            <a:extLst>
              <a:ext uri="{FF2B5EF4-FFF2-40B4-BE49-F238E27FC236}">
                <a16:creationId xmlns:a16="http://schemas.microsoft.com/office/drawing/2014/main" id="{39963A7E-BCDE-4506-A226-D249EE7F9CDD}"/>
              </a:ext>
            </a:extLst>
          </p:cNvPr>
          <p:cNvSpPr>
            <a:spLocks/>
          </p:cNvSpPr>
          <p:nvPr/>
        </p:nvSpPr>
        <p:spPr>
          <a:xfrm>
            <a:off x="903478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10510">
            <a:extLst>
              <a:ext uri="{FF2B5EF4-FFF2-40B4-BE49-F238E27FC236}">
                <a16:creationId xmlns:a16="http://schemas.microsoft.com/office/drawing/2014/main" id="{3C0738B3-CFD4-4BE8-9181-0A5CB20D7A74}"/>
              </a:ext>
            </a:extLst>
          </p:cNvPr>
          <p:cNvSpPr>
            <a:spLocks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10511">
            <a:extLst>
              <a:ext uri="{FF2B5EF4-FFF2-40B4-BE49-F238E27FC236}">
                <a16:creationId xmlns:a16="http://schemas.microsoft.com/office/drawing/2014/main" id="{B762CE14-88D5-478F-A2C1-25AFA1F09F36}"/>
              </a:ext>
            </a:extLst>
          </p:cNvPr>
          <p:cNvSpPr>
            <a:spLocks/>
          </p:cNvSpPr>
          <p:nvPr/>
        </p:nvSpPr>
        <p:spPr>
          <a:xfrm>
            <a:off x="903921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10512">
            <a:extLst>
              <a:ext uri="{FF2B5EF4-FFF2-40B4-BE49-F238E27FC236}">
                <a16:creationId xmlns:a16="http://schemas.microsoft.com/office/drawing/2014/main" id="{71B147B6-567F-4186-8351-403A59E935DB}"/>
              </a:ext>
            </a:extLst>
          </p:cNvPr>
          <p:cNvSpPr>
            <a:spLocks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10513">
            <a:extLst>
              <a:ext uri="{FF2B5EF4-FFF2-40B4-BE49-F238E27FC236}">
                <a16:creationId xmlns:a16="http://schemas.microsoft.com/office/drawing/2014/main" id="{5D2316B9-C244-4C03-9E18-4C32C6D305C7}"/>
              </a:ext>
            </a:extLst>
          </p:cNvPr>
          <p:cNvSpPr>
            <a:spLocks/>
          </p:cNvSpPr>
          <p:nvPr/>
        </p:nvSpPr>
        <p:spPr>
          <a:xfrm>
            <a:off x="8944622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10514">
            <a:extLst>
              <a:ext uri="{FF2B5EF4-FFF2-40B4-BE49-F238E27FC236}">
                <a16:creationId xmlns:a16="http://schemas.microsoft.com/office/drawing/2014/main" id="{EED7A6CB-AEA4-4242-9B4F-F3DE6742A936}"/>
              </a:ext>
            </a:extLst>
          </p:cNvPr>
          <p:cNvSpPr>
            <a:spLocks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10515">
            <a:extLst>
              <a:ext uri="{FF2B5EF4-FFF2-40B4-BE49-F238E27FC236}">
                <a16:creationId xmlns:a16="http://schemas.microsoft.com/office/drawing/2014/main" id="{2DAA657F-14B5-435A-95F7-F068B6E11442}"/>
              </a:ext>
            </a:extLst>
          </p:cNvPr>
          <p:cNvSpPr>
            <a:spLocks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10516">
            <a:extLst>
              <a:ext uri="{FF2B5EF4-FFF2-40B4-BE49-F238E27FC236}">
                <a16:creationId xmlns:a16="http://schemas.microsoft.com/office/drawing/2014/main" id="{21597CAD-7D68-4A62-BBA4-C5791C97510A}"/>
              </a:ext>
            </a:extLst>
          </p:cNvPr>
          <p:cNvSpPr>
            <a:spLocks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10517">
            <a:extLst>
              <a:ext uri="{FF2B5EF4-FFF2-40B4-BE49-F238E27FC236}">
                <a16:creationId xmlns:a16="http://schemas.microsoft.com/office/drawing/2014/main" id="{995CC867-B56E-44F1-AE57-2677E9E11A37}"/>
              </a:ext>
            </a:extLst>
          </p:cNvPr>
          <p:cNvSpPr>
            <a:spLocks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10518">
            <a:extLst>
              <a:ext uri="{FF2B5EF4-FFF2-40B4-BE49-F238E27FC236}">
                <a16:creationId xmlns:a16="http://schemas.microsoft.com/office/drawing/2014/main" id="{62F30BE1-8BDA-4481-90F0-17037C36A62A}"/>
              </a:ext>
            </a:extLst>
          </p:cNvPr>
          <p:cNvSpPr>
            <a:spLocks/>
          </p:cNvSpPr>
          <p:nvPr/>
        </p:nvSpPr>
        <p:spPr>
          <a:xfrm>
            <a:off x="89396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10519">
            <a:extLst>
              <a:ext uri="{FF2B5EF4-FFF2-40B4-BE49-F238E27FC236}">
                <a16:creationId xmlns:a16="http://schemas.microsoft.com/office/drawing/2014/main" id="{5F4B12BA-452D-4DC7-9370-434609612592}"/>
              </a:ext>
            </a:extLst>
          </p:cNvPr>
          <p:cNvSpPr>
            <a:spLocks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10520">
            <a:extLst>
              <a:ext uri="{FF2B5EF4-FFF2-40B4-BE49-F238E27FC236}">
                <a16:creationId xmlns:a16="http://schemas.microsoft.com/office/drawing/2014/main" id="{C32B66D4-CD4A-4C74-B3E2-4320DB421701}"/>
              </a:ext>
            </a:extLst>
          </p:cNvPr>
          <p:cNvSpPr>
            <a:spLocks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10521">
            <a:extLst>
              <a:ext uri="{FF2B5EF4-FFF2-40B4-BE49-F238E27FC236}">
                <a16:creationId xmlns:a16="http://schemas.microsoft.com/office/drawing/2014/main" id="{68363BCC-950D-4D24-B26E-389ECDA10190}"/>
              </a:ext>
            </a:extLst>
          </p:cNvPr>
          <p:cNvSpPr>
            <a:spLocks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10522">
            <a:extLst>
              <a:ext uri="{FF2B5EF4-FFF2-40B4-BE49-F238E27FC236}">
                <a16:creationId xmlns:a16="http://schemas.microsoft.com/office/drawing/2014/main" id="{1B098CCE-47A9-4047-832B-64AC80925EB6}"/>
              </a:ext>
            </a:extLst>
          </p:cNvPr>
          <p:cNvSpPr>
            <a:spLocks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10523">
            <a:extLst>
              <a:ext uri="{FF2B5EF4-FFF2-40B4-BE49-F238E27FC236}">
                <a16:creationId xmlns:a16="http://schemas.microsoft.com/office/drawing/2014/main" id="{B3B6E919-589C-43E6-BD05-FC96AFB64537}"/>
              </a:ext>
            </a:extLst>
          </p:cNvPr>
          <p:cNvSpPr>
            <a:spLocks/>
          </p:cNvSpPr>
          <p:nvPr/>
        </p:nvSpPr>
        <p:spPr>
          <a:xfrm>
            <a:off x="9052377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10524">
            <a:extLst>
              <a:ext uri="{FF2B5EF4-FFF2-40B4-BE49-F238E27FC236}">
                <a16:creationId xmlns:a16="http://schemas.microsoft.com/office/drawing/2014/main" id="{26853FDD-5E54-4C40-9FBD-16892DC0CB4C}"/>
              </a:ext>
            </a:extLst>
          </p:cNvPr>
          <p:cNvSpPr>
            <a:spLocks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10525">
            <a:extLst>
              <a:ext uri="{FF2B5EF4-FFF2-40B4-BE49-F238E27FC236}">
                <a16:creationId xmlns:a16="http://schemas.microsoft.com/office/drawing/2014/main" id="{C965899E-D02D-47D4-947C-F0B5D3038DBF}"/>
              </a:ext>
            </a:extLst>
          </p:cNvPr>
          <p:cNvSpPr>
            <a:spLocks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10526">
            <a:extLst>
              <a:ext uri="{FF2B5EF4-FFF2-40B4-BE49-F238E27FC236}">
                <a16:creationId xmlns:a16="http://schemas.microsoft.com/office/drawing/2014/main" id="{99CC590E-DE82-4E41-A53B-B3BA99C02B8E}"/>
              </a:ext>
            </a:extLst>
          </p:cNvPr>
          <p:cNvSpPr>
            <a:spLocks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10527">
            <a:extLst>
              <a:ext uri="{FF2B5EF4-FFF2-40B4-BE49-F238E27FC236}">
                <a16:creationId xmlns:a16="http://schemas.microsoft.com/office/drawing/2014/main" id="{A117B2AC-1354-4F7A-BB8B-EFD9E89E5E96}"/>
              </a:ext>
            </a:extLst>
          </p:cNvPr>
          <p:cNvSpPr>
            <a:spLocks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10528">
            <a:extLst>
              <a:ext uri="{FF2B5EF4-FFF2-40B4-BE49-F238E27FC236}">
                <a16:creationId xmlns:a16="http://schemas.microsoft.com/office/drawing/2014/main" id="{E23AD350-FEAE-4A88-973C-A420CA60E6A6}"/>
              </a:ext>
            </a:extLst>
          </p:cNvPr>
          <p:cNvSpPr>
            <a:spLocks/>
          </p:cNvSpPr>
          <p:nvPr/>
        </p:nvSpPr>
        <p:spPr>
          <a:xfrm>
            <a:off x="902670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10529">
            <a:extLst>
              <a:ext uri="{FF2B5EF4-FFF2-40B4-BE49-F238E27FC236}">
                <a16:creationId xmlns:a16="http://schemas.microsoft.com/office/drawing/2014/main" id="{0940592E-10B1-4B8D-AA66-1F476125E9F0}"/>
              </a:ext>
            </a:extLst>
          </p:cNvPr>
          <p:cNvSpPr>
            <a:spLocks/>
          </p:cNvSpPr>
          <p:nvPr/>
        </p:nvSpPr>
        <p:spPr>
          <a:xfrm>
            <a:off x="900781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10530">
            <a:extLst>
              <a:ext uri="{FF2B5EF4-FFF2-40B4-BE49-F238E27FC236}">
                <a16:creationId xmlns:a16="http://schemas.microsoft.com/office/drawing/2014/main" id="{3FB385E0-0885-4AAD-878C-9395B7055A2C}"/>
              </a:ext>
            </a:extLst>
          </p:cNvPr>
          <p:cNvSpPr>
            <a:spLocks/>
          </p:cNvSpPr>
          <p:nvPr/>
        </p:nvSpPr>
        <p:spPr>
          <a:xfrm>
            <a:off x="9045992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10531">
            <a:extLst>
              <a:ext uri="{FF2B5EF4-FFF2-40B4-BE49-F238E27FC236}">
                <a16:creationId xmlns:a16="http://schemas.microsoft.com/office/drawing/2014/main" id="{7CAF7795-0779-4104-84B2-C2346265EC8A}"/>
              </a:ext>
            </a:extLst>
          </p:cNvPr>
          <p:cNvSpPr>
            <a:spLocks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10532">
            <a:extLst>
              <a:ext uri="{FF2B5EF4-FFF2-40B4-BE49-F238E27FC236}">
                <a16:creationId xmlns:a16="http://schemas.microsoft.com/office/drawing/2014/main" id="{DF5DB675-65D9-46B3-BE87-13CC387A4FDD}"/>
              </a:ext>
            </a:extLst>
          </p:cNvPr>
          <p:cNvSpPr>
            <a:spLocks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10533">
            <a:extLst>
              <a:ext uri="{FF2B5EF4-FFF2-40B4-BE49-F238E27FC236}">
                <a16:creationId xmlns:a16="http://schemas.microsoft.com/office/drawing/2014/main" id="{88FBBD20-1E3A-4146-AD95-6AFC43CC81AE}"/>
              </a:ext>
            </a:extLst>
          </p:cNvPr>
          <p:cNvSpPr>
            <a:spLocks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10534">
            <a:extLst>
              <a:ext uri="{FF2B5EF4-FFF2-40B4-BE49-F238E27FC236}">
                <a16:creationId xmlns:a16="http://schemas.microsoft.com/office/drawing/2014/main" id="{E18F071A-514A-49CD-922E-B34D5725B517}"/>
              </a:ext>
            </a:extLst>
          </p:cNvPr>
          <p:cNvSpPr>
            <a:spLocks/>
          </p:cNvSpPr>
          <p:nvPr/>
        </p:nvSpPr>
        <p:spPr>
          <a:xfrm>
            <a:off x="896260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10535">
            <a:extLst>
              <a:ext uri="{FF2B5EF4-FFF2-40B4-BE49-F238E27FC236}">
                <a16:creationId xmlns:a16="http://schemas.microsoft.com/office/drawing/2014/main" id="{88EBF05D-CED8-486F-8E87-BD8EF2F581A2}"/>
              </a:ext>
            </a:extLst>
          </p:cNvPr>
          <p:cNvSpPr>
            <a:spLocks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10536">
            <a:extLst>
              <a:ext uri="{FF2B5EF4-FFF2-40B4-BE49-F238E27FC236}">
                <a16:creationId xmlns:a16="http://schemas.microsoft.com/office/drawing/2014/main" id="{062E7C13-D7B8-42AF-B7F3-1090588158EB}"/>
              </a:ext>
            </a:extLst>
          </p:cNvPr>
          <p:cNvSpPr>
            <a:spLocks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10537">
            <a:extLst>
              <a:ext uri="{FF2B5EF4-FFF2-40B4-BE49-F238E27FC236}">
                <a16:creationId xmlns:a16="http://schemas.microsoft.com/office/drawing/2014/main" id="{ECD9F837-A2C6-4BE6-8C52-8C9D2A0184D6}"/>
              </a:ext>
            </a:extLst>
          </p:cNvPr>
          <p:cNvSpPr>
            <a:spLocks/>
          </p:cNvSpPr>
          <p:nvPr/>
        </p:nvSpPr>
        <p:spPr>
          <a:xfrm>
            <a:off x="903166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10538">
            <a:extLst>
              <a:ext uri="{FF2B5EF4-FFF2-40B4-BE49-F238E27FC236}">
                <a16:creationId xmlns:a16="http://schemas.microsoft.com/office/drawing/2014/main" id="{9978A912-E9CD-4500-8F5B-788E7DA80C31}"/>
              </a:ext>
            </a:extLst>
          </p:cNvPr>
          <p:cNvSpPr>
            <a:spLocks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10539">
            <a:extLst>
              <a:ext uri="{FF2B5EF4-FFF2-40B4-BE49-F238E27FC236}">
                <a16:creationId xmlns:a16="http://schemas.microsoft.com/office/drawing/2014/main" id="{26C3D3AC-FC9D-4124-A182-A5094712E5F7}"/>
              </a:ext>
            </a:extLst>
          </p:cNvPr>
          <p:cNvSpPr>
            <a:spLocks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10540">
            <a:extLst>
              <a:ext uri="{FF2B5EF4-FFF2-40B4-BE49-F238E27FC236}">
                <a16:creationId xmlns:a16="http://schemas.microsoft.com/office/drawing/2014/main" id="{8894C3EA-9C5D-453D-943F-8F0336855584}"/>
              </a:ext>
            </a:extLst>
          </p:cNvPr>
          <p:cNvSpPr>
            <a:spLocks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10541">
            <a:extLst>
              <a:ext uri="{FF2B5EF4-FFF2-40B4-BE49-F238E27FC236}">
                <a16:creationId xmlns:a16="http://schemas.microsoft.com/office/drawing/2014/main" id="{8D9B7B7B-FC04-45B8-82FE-5F55D1913151}"/>
              </a:ext>
            </a:extLst>
          </p:cNvPr>
          <p:cNvSpPr>
            <a:spLocks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10542">
            <a:extLst>
              <a:ext uri="{FF2B5EF4-FFF2-40B4-BE49-F238E27FC236}">
                <a16:creationId xmlns:a16="http://schemas.microsoft.com/office/drawing/2014/main" id="{E375A70F-DED0-4D42-B601-F9E83EA5EACA}"/>
              </a:ext>
            </a:extLst>
          </p:cNvPr>
          <p:cNvSpPr>
            <a:spLocks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10543">
            <a:extLst>
              <a:ext uri="{FF2B5EF4-FFF2-40B4-BE49-F238E27FC236}">
                <a16:creationId xmlns:a16="http://schemas.microsoft.com/office/drawing/2014/main" id="{B1C656F4-DDB8-44E1-BF08-3F014CF1002C}"/>
              </a:ext>
            </a:extLst>
          </p:cNvPr>
          <p:cNvSpPr>
            <a:spLocks/>
          </p:cNvSpPr>
          <p:nvPr/>
        </p:nvSpPr>
        <p:spPr>
          <a:xfrm>
            <a:off x="902110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10544">
            <a:extLst>
              <a:ext uri="{FF2B5EF4-FFF2-40B4-BE49-F238E27FC236}">
                <a16:creationId xmlns:a16="http://schemas.microsoft.com/office/drawing/2014/main" id="{E102D2F5-1DE7-4607-89A5-68376B515ECC}"/>
              </a:ext>
            </a:extLst>
          </p:cNvPr>
          <p:cNvSpPr>
            <a:spLocks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10545">
            <a:extLst>
              <a:ext uri="{FF2B5EF4-FFF2-40B4-BE49-F238E27FC236}">
                <a16:creationId xmlns:a16="http://schemas.microsoft.com/office/drawing/2014/main" id="{5544539D-7F5F-45C2-BDBB-075E625DB89F}"/>
              </a:ext>
            </a:extLst>
          </p:cNvPr>
          <p:cNvSpPr>
            <a:spLocks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10546">
            <a:extLst>
              <a:ext uri="{FF2B5EF4-FFF2-40B4-BE49-F238E27FC236}">
                <a16:creationId xmlns:a16="http://schemas.microsoft.com/office/drawing/2014/main" id="{1F8A75BE-7CE7-4FD5-B76C-6F1E16AB354D}"/>
              </a:ext>
            </a:extLst>
          </p:cNvPr>
          <p:cNvSpPr>
            <a:spLocks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10547">
            <a:extLst>
              <a:ext uri="{FF2B5EF4-FFF2-40B4-BE49-F238E27FC236}">
                <a16:creationId xmlns:a16="http://schemas.microsoft.com/office/drawing/2014/main" id="{9FA652F0-ED57-4230-A6CF-1CA2608EF975}"/>
              </a:ext>
            </a:extLst>
          </p:cNvPr>
          <p:cNvSpPr>
            <a:spLocks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10548">
            <a:extLst>
              <a:ext uri="{FF2B5EF4-FFF2-40B4-BE49-F238E27FC236}">
                <a16:creationId xmlns:a16="http://schemas.microsoft.com/office/drawing/2014/main" id="{2BDBC5F1-F2D1-4B44-BE2F-B2B7A503AB33}"/>
              </a:ext>
            </a:extLst>
          </p:cNvPr>
          <p:cNvSpPr>
            <a:spLocks/>
          </p:cNvSpPr>
          <p:nvPr/>
        </p:nvSpPr>
        <p:spPr>
          <a:xfrm>
            <a:off x="899413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10549">
            <a:extLst>
              <a:ext uri="{FF2B5EF4-FFF2-40B4-BE49-F238E27FC236}">
                <a16:creationId xmlns:a16="http://schemas.microsoft.com/office/drawing/2014/main" id="{02019DA0-646D-493C-AD0E-2E5879234681}"/>
              </a:ext>
            </a:extLst>
          </p:cNvPr>
          <p:cNvSpPr>
            <a:spLocks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10550">
            <a:extLst>
              <a:ext uri="{FF2B5EF4-FFF2-40B4-BE49-F238E27FC236}">
                <a16:creationId xmlns:a16="http://schemas.microsoft.com/office/drawing/2014/main" id="{4E51BDF1-B308-4CD6-96E8-D599C160B34E}"/>
              </a:ext>
            </a:extLst>
          </p:cNvPr>
          <p:cNvSpPr>
            <a:spLocks/>
          </p:cNvSpPr>
          <p:nvPr/>
        </p:nvSpPr>
        <p:spPr>
          <a:xfrm>
            <a:off x="9013679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10551">
            <a:extLst>
              <a:ext uri="{FF2B5EF4-FFF2-40B4-BE49-F238E27FC236}">
                <a16:creationId xmlns:a16="http://schemas.microsoft.com/office/drawing/2014/main" id="{A83D3D0B-A8EE-48EE-B69D-61816E4C5278}"/>
              </a:ext>
            </a:extLst>
          </p:cNvPr>
          <p:cNvSpPr>
            <a:spLocks/>
          </p:cNvSpPr>
          <p:nvPr/>
        </p:nvSpPr>
        <p:spPr>
          <a:xfrm>
            <a:off x="9030878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10552">
            <a:extLst>
              <a:ext uri="{FF2B5EF4-FFF2-40B4-BE49-F238E27FC236}">
                <a16:creationId xmlns:a16="http://schemas.microsoft.com/office/drawing/2014/main" id="{A63725D4-8344-4794-B1B2-56833661B9F5}"/>
              </a:ext>
            </a:extLst>
          </p:cNvPr>
          <p:cNvSpPr>
            <a:spLocks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10553">
            <a:extLst>
              <a:ext uri="{FF2B5EF4-FFF2-40B4-BE49-F238E27FC236}">
                <a16:creationId xmlns:a16="http://schemas.microsoft.com/office/drawing/2014/main" id="{759F2455-9AA6-4803-B8EC-817BFF4EE59E}"/>
              </a:ext>
            </a:extLst>
          </p:cNvPr>
          <p:cNvSpPr>
            <a:spLocks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10554">
            <a:extLst>
              <a:ext uri="{FF2B5EF4-FFF2-40B4-BE49-F238E27FC236}">
                <a16:creationId xmlns:a16="http://schemas.microsoft.com/office/drawing/2014/main" id="{617572B7-B43A-4A7B-A73C-6FB3EDCD07D6}"/>
              </a:ext>
            </a:extLst>
          </p:cNvPr>
          <p:cNvSpPr>
            <a:spLocks/>
          </p:cNvSpPr>
          <p:nvPr/>
        </p:nvSpPr>
        <p:spPr>
          <a:xfrm>
            <a:off x="901341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10555">
            <a:extLst>
              <a:ext uri="{FF2B5EF4-FFF2-40B4-BE49-F238E27FC236}">
                <a16:creationId xmlns:a16="http://schemas.microsoft.com/office/drawing/2014/main" id="{263525D8-0DAA-4A25-9FB2-BF36A3572082}"/>
              </a:ext>
            </a:extLst>
          </p:cNvPr>
          <p:cNvSpPr>
            <a:spLocks/>
          </p:cNvSpPr>
          <p:nvPr/>
        </p:nvSpPr>
        <p:spPr>
          <a:xfrm>
            <a:off x="9047035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10556">
            <a:extLst>
              <a:ext uri="{FF2B5EF4-FFF2-40B4-BE49-F238E27FC236}">
                <a16:creationId xmlns:a16="http://schemas.microsoft.com/office/drawing/2014/main" id="{EC104816-06B3-4046-9D13-3B11238195D2}"/>
              </a:ext>
            </a:extLst>
          </p:cNvPr>
          <p:cNvSpPr>
            <a:spLocks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10557">
            <a:extLst>
              <a:ext uri="{FF2B5EF4-FFF2-40B4-BE49-F238E27FC236}">
                <a16:creationId xmlns:a16="http://schemas.microsoft.com/office/drawing/2014/main" id="{E4FEBCCA-2DBD-460F-8167-F680E9C90C61}"/>
              </a:ext>
            </a:extLst>
          </p:cNvPr>
          <p:cNvSpPr>
            <a:spLocks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10558">
            <a:extLst>
              <a:ext uri="{FF2B5EF4-FFF2-40B4-BE49-F238E27FC236}">
                <a16:creationId xmlns:a16="http://schemas.microsoft.com/office/drawing/2014/main" id="{CD45D153-91DE-4511-B0E9-A8723DA7E6A3}"/>
              </a:ext>
            </a:extLst>
          </p:cNvPr>
          <p:cNvSpPr>
            <a:spLocks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10559">
            <a:extLst>
              <a:ext uri="{FF2B5EF4-FFF2-40B4-BE49-F238E27FC236}">
                <a16:creationId xmlns:a16="http://schemas.microsoft.com/office/drawing/2014/main" id="{E9D96F21-5162-4E29-83F1-54B14051BDA1}"/>
              </a:ext>
            </a:extLst>
          </p:cNvPr>
          <p:cNvSpPr>
            <a:spLocks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10560">
            <a:extLst>
              <a:ext uri="{FF2B5EF4-FFF2-40B4-BE49-F238E27FC236}">
                <a16:creationId xmlns:a16="http://schemas.microsoft.com/office/drawing/2014/main" id="{D13F2392-32C8-4F8D-831E-5FFCAFC54827}"/>
              </a:ext>
            </a:extLst>
          </p:cNvPr>
          <p:cNvSpPr>
            <a:spLocks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10561">
            <a:extLst>
              <a:ext uri="{FF2B5EF4-FFF2-40B4-BE49-F238E27FC236}">
                <a16:creationId xmlns:a16="http://schemas.microsoft.com/office/drawing/2014/main" id="{D6448B5C-4DD7-4AF7-8756-3DC2012C1A31}"/>
              </a:ext>
            </a:extLst>
          </p:cNvPr>
          <p:cNvSpPr>
            <a:spLocks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10562">
            <a:extLst>
              <a:ext uri="{FF2B5EF4-FFF2-40B4-BE49-F238E27FC236}">
                <a16:creationId xmlns:a16="http://schemas.microsoft.com/office/drawing/2014/main" id="{5F65F2C3-CBE9-4C3E-B7C8-FFDDB60907D0}"/>
              </a:ext>
            </a:extLst>
          </p:cNvPr>
          <p:cNvSpPr>
            <a:spLocks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10563">
            <a:extLst>
              <a:ext uri="{FF2B5EF4-FFF2-40B4-BE49-F238E27FC236}">
                <a16:creationId xmlns:a16="http://schemas.microsoft.com/office/drawing/2014/main" id="{D7025190-3BE7-4CB3-9F8D-A7A52C4DCAB4}"/>
              </a:ext>
            </a:extLst>
          </p:cNvPr>
          <p:cNvSpPr>
            <a:spLocks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10564">
            <a:extLst>
              <a:ext uri="{FF2B5EF4-FFF2-40B4-BE49-F238E27FC236}">
                <a16:creationId xmlns:a16="http://schemas.microsoft.com/office/drawing/2014/main" id="{AEDD9017-3E44-4D59-9213-2E13366D174F}"/>
              </a:ext>
            </a:extLst>
          </p:cNvPr>
          <p:cNvSpPr>
            <a:spLocks/>
          </p:cNvSpPr>
          <p:nvPr/>
        </p:nvSpPr>
        <p:spPr>
          <a:xfrm>
            <a:off x="8944882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10565">
            <a:extLst>
              <a:ext uri="{FF2B5EF4-FFF2-40B4-BE49-F238E27FC236}">
                <a16:creationId xmlns:a16="http://schemas.microsoft.com/office/drawing/2014/main" id="{39683CB1-ADB9-4A9F-A28F-BB9718A49346}"/>
              </a:ext>
            </a:extLst>
          </p:cNvPr>
          <p:cNvSpPr>
            <a:spLocks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10566">
            <a:extLst>
              <a:ext uri="{FF2B5EF4-FFF2-40B4-BE49-F238E27FC236}">
                <a16:creationId xmlns:a16="http://schemas.microsoft.com/office/drawing/2014/main" id="{A73C71A5-FABE-45A6-99D5-D4F977F8EB22}"/>
              </a:ext>
            </a:extLst>
          </p:cNvPr>
          <p:cNvSpPr>
            <a:spLocks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10567">
            <a:extLst>
              <a:ext uri="{FF2B5EF4-FFF2-40B4-BE49-F238E27FC236}">
                <a16:creationId xmlns:a16="http://schemas.microsoft.com/office/drawing/2014/main" id="{AB776B89-70D0-4119-A12D-EB8692CE6F51}"/>
              </a:ext>
            </a:extLst>
          </p:cNvPr>
          <p:cNvSpPr>
            <a:spLocks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10568">
            <a:extLst>
              <a:ext uri="{FF2B5EF4-FFF2-40B4-BE49-F238E27FC236}">
                <a16:creationId xmlns:a16="http://schemas.microsoft.com/office/drawing/2014/main" id="{A4331CB3-2B08-4FBB-9924-6CD7DD6811D5}"/>
              </a:ext>
            </a:extLst>
          </p:cNvPr>
          <p:cNvSpPr>
            <a:spLocks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10569">
            <a:extLst>
              <a:ext uri="{FF2B5EF4-FFF2-40B4-BE49-F238E27FC236}">
                <a16:creationId xmlns:a16="http://schemas.microsoft.com/office/drawing/2014/main" id="{0D4A44CB-78D9-49CC-BD17-D989EFCAEDF4}"/>
              </a:ext>
            </a:extLst>
          </p:cNvPr>
          <p:cNvSpPr>
            <a:spLocks/>
          </p:cNvSpPr>
          <p:nvPr/>
        </p:nvSpPr>
        <p:spPr>
          <a:xfrm>
            <a:off x="8927814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10570">
            <a:extLst>
              <a:ext uri="{FF2B5EF4-FFF2-40B4-BE49-F238E27FC236}">
                <a16:creationId xmlns:a16="http://schemas.microsoft.com/office/drawing/2014/main" id="{0CD12F13-4DEE-4614-862E-AA29160DE727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10571">
            <a:extLst>
              <a:ext uri="{FF2B5EF4-FFF2-40B4-BE49-F238E27FC236}">
                <a16:creationId xmlns:a16="http://schemas.microsoft.com/office/drawing/2014/main" id="{5BB11179-1C2D-408E-AB2A-1F1065E72F6E}"/>
              </a:ext>
            </a:extLst>
          </p:cNvPr>
          <p:cNvSpPr>
            <a:spLocks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10572">
            <a:extLst>
              <a:ext uri="{FF2B5EF4-FFF2-40B4-BE49-F238E27FC236}">
                <a16:creationId xmlns:a16="http://schemas.microsoft.com/office/drawing/2014/main" id="{62BF6D77-FFB3-425D-A48C-8033DF338350}"/>
              </a:ext>
            </a:extLst>
          </p:cNvPr>
          <p:cNvSpPr>
            <a:spLocks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10573">
            <a:extLst>
              <a:ext uri="{FF2B5EF4-FFF2-40B4-BE49-F238E27FC236}">
                <a16:creationId xmlns:a16="http://schemas.microsoft.com/office/drawing/2014/main" id="{6CF868C2-03DF-4CA1-AC6C-813DC7C12BE1}"/>
              </a:ext>
            </a:extLst>
          </p:cNvPr>
          <p:cNvSpPr>
            <a:spLocks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10574">
            <a:extLst>
              <a:ext uri="{FF2B5EF4-FFF2-40B4-BE49-F238E27FC236}">
                <a16:creationId xmlns:a16="http://schemas.microsoft.com/office/drawing/2014/main" id="{9126080D-C861-46DB-B7F5-E982AFEB8746}"/>
              </a:ext>
            </a:extLst>
          </p:cNvPr>
          <p:cNvSpPr>
            <a:spLocks/>
          </p:cNvSpPr>
          <p:nvPr/>
        </p:nvSpPr>
        <p:spPr>
          <a:xfrm>
            <a:off x="6958625" y="5977666"/>
            <a:ext cx="2049083" cy="975269"/>
          </a:xfrm>
          <a:custGeom>
            <a:avLst/>
            <a:gdLst/>
            <a:ahLst/>
            <a:cxnLst/>
            <a:rect l="0" t="0" r="0" b="0"/>
            <a:pathLst>
              <a:path w="2049083" h="975269">
                <a:moveTo>
                  <a:pt x="0" y="975269"/>
                </a:moveTo>
                <a:lnTo>
                  <a:pt x="34151" y="973575"/>
                </a:lnTo>
                <a:lnTo>
                  <a:pt x="35027" y="972072"/>
                </a:lnTo>
                <a:lnTo>
                  <a:pt x="37946" y="972072"/>
                </a:lnTo>
                <a:lnTo>
                  <a:pt x="37946" y="968922"/>
                </a:lnTo>
                <a:lnTo>
                  <a:pt x="48788" y="968364"/>
                </a:lnTo>
                <a:lnTo>
                  <a:pt x="48788" y="964989"/>
                </a:lnTo>
                <a:lnTo>
                  <a:pt x="56919" y="964019"/>
                </a:lnTo>
                <a:lnTo>
                  <a:pt x="56919" y="960554"/>
                </a:lnTo>
                <a:lnTo>
                  <a:pt x="68303" y="958593"/>
                </a:lnTo>
                <a:lnTo>
                  <a:pt x="70054" y="955200"/>
                </a:lnTo>
                <a:lnTo>
                  <a:pt x="75892" y="955200"/>
                </a:lnTo>
                <a:lnTo>
                  <a:pt x="75892" y="952049"/>
                </a:lnTo>
                <a:lnTo>
                  <a:pt x="85378" y="951492"/>
                </a:lnTo>
                <a:lnTo>
                  <a:pt x="85378" y="944403"/>
                </a:lnTo>
                <a:lnTo>
                  <a:pt x="97575" y="943604"/>
                </a:lnTo>
                <a:lnTo>
                  <a:pt x="97575" y="933477"/>
                </a:lnTo>
                <a:lnTo>
                  <a:pt x="113838" y="932920"/>
                </a:lnTo>
                <a:lnTo>
                  <a:pt x="113838" y="916085"/>
                </a:lnTo>
                <a:lnTo>
                  <a:pt x="124187" y="915167"/>
                </a:lnTo>
                <a:lnTo>
                  <a:pt x="125222" y="911415"/>
                </a:lnTo>
                <a:lnTo>
                  <a:pt x="136606" y="910446"/>
                </a:lnTo>
                <a:lnTo>
                  <a:pt x="136606" y="899734"/>
                </a:lnTo>
                <a:lnTo>
                  <a:pt x="148865" y="897826"/>
                </a:lnTo>
                <a:lnTo>
                  <a:pt x="148865" y="897584"/>
                </a:lnTo>
                <a:lnTo>
                  <a:pt x="151784" y="897584"/>
                </a:lnTo>
                <a:lnTo>
                  <a:pt x="151784" y="895484"/>
                </a:lnTo>
                <a:lnTo>
                  <a:pt x="170757" y="894054"/>
                </a:lnTo>
                <a:lnTo>
                  <a:pt x="170757" y="859871"/>
                </a:lnTo>
                <a:lnTo>
                  <a:pt x="186280" y="859071"/>
                </a:lnTo>
                <a:lnTo>
                  <a:pt x="186280" y="855634"/>
                </a:lnTo>
                <a:lnTo>
                  <a:pt x="195151" y="854027"/>
                </a:lnTo>
                <a:lnTo>
                  <a:pt x="195151" y="845925"/>
                </a:lnTo>
                <a:lnTo>
                  <a:pt x="204908" y="845683"/>
                </a:lnTo>
                <a:lnTo>
                  <a:pt x="204908" y="842532"/>
                </a:lnTo>
                <a:lnTo>
                  <a:pt x="227676" y="841733"/>
                </a:lnTo>
                <a:lnTo>
                  <a:pt x="227676" y="802319"/>
                </a:lnTo>
                <a:lnTo>
                  <a:pt x="243938" y="801762"/>
                </a:lnTo>
                <a:lnTo>
                  <a:pt x="245189" y="798819"/>
                </a:lnTo>
                <a:lnTo>
                  <a:pt x="248374" y="798819"/>
                </a:lnTo>
                <a:lnTo>
                  <a:pt x="248374" y="795382"/>
                </a:lnTo>
                <a:lnTo>
                  <a:pt x="256135" y="794824"/>
                </a:lnTo>
                <a:lnTo>
                  <a:pt x="256135" y="790099"/>
                </a:lnTo>
                <a:lnTo>
                  <a:pt x="273211" y="788249"/>
                </a:lnTo>
                <a:lnTo>
                  <a:pt x="273211" y="769976"/>
                </a:lnTo>
                <a:lnTo>
                  <a:pt x="284595" y="769733"/>
                </a:lnTo>
                <a:lnTo>
                  <a:pt x="284595" y="767843"/>
                </a:lnTo>
                <a:lnTo>
                  <a:pt x="292726" y="767601"/>
                </a:lnTo>
                <a:lnTo>
                  <a:pt x="292726" y="760850"/>
                </a:lnTo>
                <a:lnTo>
                  <a:pt x="310467" y="759735"/>
                </a:lnTo>
                <a:lnTo>
                  <a:pt x="310467" y="756298"/>
                </a:lnTo>
                <a:lnTo>
                  <a:pt x="341514" y="754941"/>
                </a:lnTo>
                <a:lnTo>
                  <a:pt x="341514" y="608897"/>
                </a:lnTo>
                <a:lnTo>
                  <a:pt x="372561" y="607540"/>
                </a:lnTo>
                <a:lnTo>
                  <a:pt x="372561" y="604103"/>
                </a:lnTo>
                <a:lnTo>
                  <a:pt x="387049" y="602358"/>
                </a:lnTo>
                <a:lnTo>
                  <a:pt x="387049" y="602043"/>
                </a:lnTo>
                <a:lnTo>
                  <a:pt x="390302" y="602043"/>
                </a:lnTo>
                <a:lnTo>
                  <a:pt x="390302" y="597993"/>
                </a:lnTo>
                <a:lnTo>
                  <a:pt x="398433" y="597750"/>
                </a:lnTo>
                <a:lnTo>
                  <a:pt x="398433" y="595860"/>
                </a:lnTo>
                <a:lnTo>
                  <a:pt x="409817" y="595860"/>
                </a:lnTo>
                <a:lnTo>
                  <a:pt x="411568" y="585851"/>
                </a:lnTo>
                <a:lnTo>
                  <a:pt x="426892" y="584243"/>
                </a:lnTo>
                <a:lnTo>
                  <a:pt x="426892" y="577155"/>
                </a:lnTo>
                <a:lnTo>
                  <a:pt x="434654" y="576912"/>
                </a:lnTo>
                <a:lnTo>
                  <a:pt x="434654" y="573475"/>
                </a:lnTo>
                <a:lnTo>
                  <a:pt x="455352" y="572676"/>
                </a:lnTo>
                <a:lnTo>
                  <a:pt x="455352" y="540856"/>
                </a:lnTo>
                <a:lnTo>
                  <a:pt x="478119" y="540056"/>
                </a:lnTo>
                <a:lnTo>
                  <a:pt x="478119" y="536905"/>
                </a:lnTo>
                <a:lnTo>
                  <a:pt x="487877" y="536905"/>
                </a:lnTo>
                <a:lnTo>
                  <a:pt x="489503" y="531189"/>
                </a:lnTo>
                <a:lnTo>
                  <a:pt x="496747" y="530947"/>
                </a:lnTo>
                <a:lnTo>
                  <a:pt x="496747" y="527510"/>
                </a:lnTo>
                <a:lnTo>
                  <a:pt x="512271" y="526710"/>
                </a:lnTo>
                <a:lnTo>
                  <a:pt x="512271" y="502766"/>
                </a:lnTo>
                <a:lnTo>
                  <a:pt x="536665" y="502039"/>
                </a:lnTo>
                <a:lnTo>
                  <a:pt x="536665" y="500689"/>
                </a:lnTo>
                <a:lnTo>
                  <a:pt x="546422" y="500447"/>
                </a:lnTo>
                <a:lnTo>
                  <a:pt x="546422" y="488790"/>
                </a:lnTo>
                <a:lnTo>
                  <a:pt x="558841" y="488475"/>
                </a:lnTo>
                <a:lnTo>
                  <a:pt x="560433" y="484796"/>
                </a:lnTo>
                <a:lnTo>
                  <a:pt x="569190" y="484796"/>
                </a:lnTo>
                <a:lnTo>
                  <a:pt x="569190" y="474787"/>
                </a:lnTo>
                <a:lnTo>
                  <a:pt x="585452" y="474472"/>
                </a:lnTo>
                <a:lnTo>
                  <a:pt x="586703" y="470179"/>
                </a:lnTo>
                <a:lnTo>
                  <a:pt x="597649" y="470179"/>
                </a:lnTo>
                <a:lnTo>
                  <a:pt x="597649" y="467816"/>
                </a:lnTo>
                <a:lnTo>
                  <a:pt x="614725" y="465966"/>
                </a:lnTo>
                <a:lnTo>
                  <a:pt x="614725" y="464076"/>
                </a:lnTo>
                <a:lnTo>
                  <a:pt x="634240" y="462115"/>
                </a:lnTo>
                <a:lnTo>
                  <a:pt x="634240" y="460764"/>
                </a:lnTo>
                <a:lnTo>
                  <a:pt x="683028" y="459722"/>
                </a:lnTo>
                <a:lnTo>
                  <a:pt x="683028" y="146994"/>
                </a:lnTo>
                <a:lnTo>
                  <a:pt x="751330" y="145467"/>
                </a:lnTo>
                <a:lnTo>
                  <a:pt x="751330" y="143262"/>
                </a:lnTo>
                <a:lnTo>
                  <a:pt x="796866" y="142777"/>
                </a:lnTo>
                <a:lnTo>
                  <a:pt x="796866" y="133084"/>
                </a:lnTo>
                <a:lnTo>
                  <a:pt x="819633" y="131365"/>
                </a:lnTo>
                <a:lnTo>
                  <a:pt x="819633" y="125379"/>
                </a:lnTo>
                <a:lnTo>
                  <a:pt x="853785" y="125379"/>
                </a:lnTo>
                <a:lnTo>
                  <a:pt x="853785" y="120653"/>
                </a:lnTo>
                <a:lnTo>
                  <a:pt x="910704" y="118935"/>
                </a:lnTo>
                <a:lnTo>
                  <a:pt x="910704" y="109483"/>
                </a:lnTo>
                <a:lnTo>
                  <a:pt x="1024541" y="107523"/>
                </a:lnTo>
                <a:lnTo>
                  <a:pt x="1024541" y="69716"/>
                </a:lnTo>
                <a:lnTo>
                  <a:pt x="1229450" y="68366"/>
                </a:lnTo>
                <a:lnTo>
                  <a:pt x="1229450" y="64586"/>
                </a:lnTo>
                <a:lnTo>
                  <a:pt x="1366055" y="64586"/>
                </a:lnTo>
                <a:lnTo>
                  <a:pt x="1366055" y="7876"/>
                </a:lnTo>
                <a:lnTo>
                  <a:pt x="1707569" y="7876"/>
                </a:lnTo>
                <a:lnTo>
                  <a:pt x="1707569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10575">
            <a:extLst>
              <a:ext uri="{FF2B5EF4-FFF2-40B4-BE49-F238E27FC236}">
                <a16:creationId xmlns:a16="http://schemas.microsoft.com/office/drawing/2014/main" id="{AF96A641-920D-4B68-8940-217CE3583FA5}"/>
              </a:ext>
            </a:extLst>
          </p:cNvPr>
          <p:cNvSpPr>
            <a:spLocks/>
          </p:cNvSpPr>
          <p:nvPr/>
        </p:nvSpPr>
        <p:spPr>
          <a:xfrm>
            <a:off x="6958625" y="5912186"/>
            <a:ext cx="2049083" cy="1040749"/>
          </a:xfrm>
          <a:custGeom>
            <a:avLst/>
            <a:gdLst/>
            <a:ahLst/>
            <a:cxnLst/>
            <a:rect l="0" t="0" r="0" b="0"/>
            <a:pathLst>
              <a:path w="2049083" h="1040749">
                <a:moveTo>
                  <a:pt x="0" y="1040749"/>
                </a:moveTo>
                <a:lnTo>
                  <a:pt x="341514" y="1040749"/>
                </a:lnTo>
                <a:lnTo>
                  <a:pt x="341514" y="744601"/>
                </a:lnTo>
                <a:lnTo>
                  <a:pt x="683028" y="744601"/>
                </a:lnTo>
                <a:lnTo>
                  <a:pt x="683028" y="251021"/>
                </a:lnTo>
                <a:lnTo>
                  <a:pt x="853785" y="251021"/>
                </a:lnTo>
                <a:lnTo>
                  <a:pt x="853785" y="152305"/>
                </a:lnTo>
                <a:lnTo>
                  <a:pt x="1366055" y="152305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10576">
            <a:extLst>
              <a:ext uri="{FF2B5EF4-FFF2-40B4-BE49-F238E27FC236}">
                <a16:creationId xmlns:a16="http://schemas.microsoft.com/office/drawing/2014/main" id="{F66569DD-975F-4CF1-86F4-19A150E37B77}"/>
              </a:ext>
            </a:extLst>
          </p:cNvPr>
          <p:cNvSpPr>
            <a:spLocks/>
          </p:cNvSpPr>
          <p:nvPr/>
        </p:nvSpPr>
        <p:spPr>
          <a:xfrm>
            <a:off x="7269990" y="655641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10577">
            <a:extLst>
              <a:ext uri="{FF2B5EF4-FFF2-40B4-BE49-F238E27FC236}">
                <a16:creationId xmlns:a16="http://schemas.microsoft.com/office/drawing/2014/main" id="{A7A6453B-245B-4201-8949-C73B204D936D}"/>
              </a:ext>
            </a:extLst>
          </p:cNvPr>
          <p:cNvSpPr>
            <a:spLocks/>
          </p:cNvSpPr>
          <p:nvPr/>
        </p:nvSpPr>
        <p:spPr>
          <a:xfrm>
            <a:off x="7611504" y="609451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10578">
            <a:extLst>
              <a:ext uri="{FF2B5EF4-FFF2-40B4-BE49-F238E27FC236}">
                <a16:creationId xmlns:a16="http://schemas.microsoft.com/office/drawing/2014/main" id="{FD722DAC-3840-4354-92C3-F88EC4280102}"/>
              </a:ext>
            </a:extLst>
          </p:cNvPr>
          <p:cNvSpPr>
            <a:spLocks/>
          </p:cNvSpPr>
          <p:nvPr/>
        </p:nvSpPr>
        <p:spPr>
          <a:xfrm>
            <a:off x="8294532" y="595539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10579">
            <a:extLst>
              <a:ext uri="{FF2B5EF4-FFF2-40B4-BE49-F238E27FC236}">
                <a16:creationId xmlns:a16="http://schemas.microsoft.com/office/drawing/2014/main" id="{CEA4C767-97CD-4E50-ACC3-F9FF08203039}"/>
              </a:ext>
            </a:extLst>
          </p:cNvPr>
          <p:cNvSpPr>
            <a:spLocks/>
          </p:cNvSpPr>
          <p:nvPr/>
        </p:nvSpPr>
        <p:spPr>
          <a:xfrm>
            <a:off x="8977559" y="5947517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10580">
            <a:extLst>
              <a:ext uri="{FF2B5EF4-FFF2-40B4-BE49-F238E27FC236}">
                <a16:creationId xmlns:a16="http://schemas.microsoft.com/office/drawing/2014/main" id="{4580CE59-3392-435F-97F2-9A542C1B2857}"/>
              </a:ext>
            </a:extLst>
          </p:cNvPr>
          <p:cNvSpPr>
            <a:spLocks/>
          </p:cNvSpPr>
          <p:nvPr/>
        </p:nvSpPr>
        <p:spPr>
          <a:xfrm>
            <a:off x="7249978" y="660662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10581">
            <a:extLst>
              <a:ext uri="{FF2B5EF4-FFF2-40B4-BE49-F238E27FC236}">
                <a16:creationId xmlns:a16="http://schemas.microsoft.com/office/drawing/2014/main" id="{6FDA1C83-C032-4541-BDB6-3D8E530946C1}"/>
              </a:ext>
            </a:extLst>
          </p:cNvPr>
          <p:cNvSpPr>
            <a:spLocks/>
          </p:cNvSpPr>
          <p:nvPr/>
        </p:nvSpPr>
        <p:spPr>
          <a:xfrm>
            <a:off x="7591492" y="611304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10582">
            <a:extLst>
              <a:ext uri="{FF2B5EF4-FFF2-40B4-BE49-F238E27FC236}">
                <a16:creationId xmlns:a16="http://schemas.microsoft.com/office/drawing/2014/main" id="{36A93743-76B5-413F-93A4-3696174778A5}"/>
              </a:ext>
            </a:extLst>
          </p:cNvPr>
          <p:cNvSpPr>
            <a:spLocks/>
          </p:cNvSpPr>
          <p:nvPr/>
        </p:nvSpPr>
        <p:spPr>
          <a:xfrm>
            <a:off x="8274520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10583">
            <a:extLst>
              <a:ext uri="{FF2B5EF4-FFF2-40B4-BE49-F238E27FC236}">
                <a16:creationId xmlns:a16="http://schemas.microsoft.com/office/drawing/2014/main" id="{BBCA2A69-C52B-4E76-8123-7CDE06209FA3}"/>
              </a:ext>
            </a:extLst>
          </p:cNvPr>
          <p:cNvSpPr>
            <a:spLocks/>
          </p:cNvSpPr>
          <p:nvPr/>
        </p:nvSpPr>
        <p:spPr>
          <a:xfrm>
            <a:off x="8957547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10584">
            <a:extLst>
              <a:ext uri="{FF2B5EF4-FFF2-40B4-BE49-F238E27FC236}">
                <a16:creationId xmlns:a16="http://schemas.microsoft.com/office/drawing/2014/main" id="{7164E0EA-65F6-4EDA-A1FC-641794690E4A}"/>
              </a:ext>
            </a:extLst>
          </p:cNvPr>
          <p:cNvSpPr>
            <a:spLocks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10585">
            <a:extLst>
              <a:ext uri="{FF2B5EF4-FFF2-40B4-BE49-F238E27FC236}">
                <a16:creationId xmlns:a16="http://schemas.microsoft.com/office/drawing/2014/main" id="{B7087279-F2A3-427F-AB81-F514CDE1B657}"/>
              </a:ext>
            </a:extLst>
          </p:cNvPr>
          <p:cNvSpPr>
            <a:spLocks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10586">
            <a:extLst>
              <a:ext uri="{FF2B5EF4-FFF2-40B4-BE49-F238E27FC236}">
                <a16:creationId xmlns:a16="http://schemas.microsoft.com/office/drawing/2014/main" id="{EFB0AFB6-AD7E-4D80-B861-BDC93EDCA1A7}"/>
              </a:ext>
            </a:extLst>
          </p:cNvPr>
          <p:cNvSpPr>
            <a:spLocks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10587">
            <a:extLst>
              <a:ext uri="{FF2B5EF4-FFF2-40B4-BE49-F238E27FC236}">
                <a16:creationId xmlns:a16="http://schemas.microsoft.com/office/drawing/2014/main" id="{9B5EBA0C-AD76-4AD9-AB51-12FA796AB9CD}"/>
              </a:ext>
            </a:extLst>
          </p:cNvPr>
          <p:cNvSpPr>
            <a:spLocks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10588">
            <a:extLst>
              <a:ext uri="{FF2B5EF4-FFF2-40B4-BE49-F238E27FC236}">
                <a16:creationId xmlns:a16="http://schemas.microsoft.com/office/drawing/2014/main" id="{A49DFB95-3FF5-4B9B-AC7A-F22F00F212A3}"/>
              </a:ext>
            </a:extLst>
          </p:cNvPr>
          <p:cNvSpPr>
            <a:spLocks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10589">
            <a:extLst>
              <a:ext uri="{FF2B5EF4-FFF2-40B4-BE49-F238E27FC236}">
                <a16:creationId xmlns:a16="http://schemas.microsoft.com/office/drawing/2014/main" id="{FAF09931-F4F7-4995-9894-C7B05F8F6743}"/>
              </a:ext>
            </a:extLst>
          </p:cNvPr>
          <p:cNvSpPr>
            <a:spLocks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10590">
            <a:extLst>
              <a:ext uri="{FF2B5EF4-FFF2-40B4-BE49-F238E27FC236}">
                <a16:creationId xmlns:a16="http://schemas.microsoft.com/office/drawing/2014/main" id="{95E4CE1D-C7A3-4FC0-A8AD-AC0A21A276C3}"/>
              </a:ext>
            </a:extLst>
          </p:cNvPr>
          <p:cNvSpPr>
            <a:spLocks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10591">
            <a:extLst>
              <a:ext uri="{FF2B5EF4-FFF2-40B4-BE49-F238E27FC236}">
                <a16:creationId xmlns:a16="http://schemas.microsoft.com/office/drawing/2014/main" id="{F33C7725-9A62-4895-99CD-6851B2015438}"/>
              </a:ext>
            </a:extLst>
          </p:cNvPr>
          <p:cNvSpPr>
            <a:spLocks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104330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10928</TotalTime>
  <Words>12300</Words>
  <Application>Microsoft Office PowerPoint</Application>
  <DocSecurity>0</DocSecurity>
  <PresentationFormat>自定义</PresentationFormat>
  <Paragraphs>1406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3" baseType="lpstr">
      <vt:lpstr>Arial</vt:lpstr>
      <vt:lpstr>Calibri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33</cp:revision>
  <dcterms:created xsi:type="dcterms:W3CDTF">2026-09-23T07:01:10Z</dcterms:created>
  <dcterms:modified xsi:type="dcterms:W3CDTF">2026-10-29T08:25:29Z</dcterms:modified>
</cp:coreProperties>
</file>